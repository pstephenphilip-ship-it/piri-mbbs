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C4.2 How do bonding and structure affect properties of materials? is Part 2 of 4 in J260 Chapter C4 Material choices (C4.1 data to choose materials, C4.2 bonding and structure, C4.3 nanoparticles, C4.4 end of life / life cycle).
Numbering: in J258 (Chemistry B, separate science) this sub-topic is C4.3, because J258 has an extra C4.2 "What are the different types of polymers?" (addition / condensation / natural polymers), which is separate science only. Evidence: OCR J260 Advance Information June 2022; RSC Education lesson plan (C4.2 heading); docbrown combined page; SPEC_C4_1.md. See SPEC_C4_2.md.
The statement wording is reconstructed from search extracts (exact J260 text not seen). No Higher-only statement was found; the bond-energy calculation on slide 12 is marked GRADE 7–9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Statements (reconstructed from search extracts; J258 C4.3 renumbered for J260 C4.2; see SPEC_C4_2.md):
C4.2.1 explain how the bulk properties of materials (including strength, melting point, electrical and thermal conductivity, brittleness, flexibility, hardness and malleability) are related to the different types of bonds they contain, their bond strengths in relation to intermolecular forces and the ways in which their bonds are arranged, recognising that the atoms themselves do not have these properties (RSC extract; medium–high)
C4.2.2 describe the nature and arrangement of chemical bonds in polymers (code UNVERIFIED)
C4.2.3 describe the nature and arrangement of chemical bonds in giant covalent structures (code UNVERIFIED)
C4.2.4 explain the properties of diamond and graphite in terms of their structures and bonding (code UNVERIFIED)
No statement found in bold (HT). Ideas about Science: models and their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J260 Chapter C4 has four sub-topics (OCR J260 Advance Information June 2022 lists C4.1–C4.4). J258 Chemistry B has five: its C4.2 "What are the different types of polymers?" is separate science only, so J258 C4.3 (bonding and structure) becomes J260 C4.2.
Overlap control: ionic and simple covalent bonding (C2) and metallic bonding (C3.1) are recapped, then USED to explain bulk properties (C4.2.1). Addition polymerisation appears as a one-line recap only; condensation and natural polymers are J258 only and are not taught. Graphene, fullerenes and nanotubes belong to C4.3 (nanoparticles) and are only named. Choosing materials from data is C4.1.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Melting. Particles gain energy, vibrate more, and some forces between particles are overcome so particles can move past each other (stay close together).
2. Na⁺ and Cl⁻ ions (sodium loses one electron, chlorine gains one). Strong electrostatic attraction between oppositely charged ions in all directions: an ionic lattice. 2Na(s) + Cl₂(g) → 2NaCl(s).
3. A shared pair of electrons between two atoms (non-metals). Carbon forms 4 covalent bonds.
4. A giant lattice of positive metal ions in a "sea" of delocalised electrons; the electrons are free to move through the whole structure and attract the positive ions (metallic bonding).
5. 6 atoms (2 C + 4 H). Mr = 2 × 12 + 4 × 1 = 28.
6. Hardness: resistance to scratching / denting. Strength: force needed to break it (in tension or compression). Flexibility: able to bend without breaking (C4.1 recap only; property data are C4.1).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Hardness is a bulk property of a large collection of bonded atoms; it depends on how the atoms are bonded and arranged, and one atom on its own has no bonds to resist scratching. 3 g × 44 ÷ 12 = 11 g CO₂.
Equation atom balance asserted in node (C 1 = 1, O 2 = 2). The diamond cell is drawn from real diamond-cubic coordinates (cluster of real diamond-cubic sites; no carbon has more than 4 bonds and interior carbons have exactly 4: asserted). Models: ball-and-stick drawings exaggerate the gaps between atoms (limitation of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Y: simple molecular (low melting point: only weak intermolecular forces to overcome; no ions or free electrons), e.g. bromine (m.p. −7 °C). Z: metallic (delocalised electrons carry charge; layers of ions can slide).
This slide recaps C2 (ionic, covalent) and C3.1 (metallic) and links each to bulk properties, which is the C4.2.1 requirement. Ionic equation recap: 2Na(s) + Cl₂(g) → 2NaCl(s) (balance asserted). Graphite is the main exception to "giant covalent does not conduct" (slide 13). The 2D silica drawing keeps the 1 : 2 ratio of Si : O (used on slide 12). Limitation: 2D models cannot show the real 3D tetrahedral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8 marks)
Q1 [2]: The atoms are bonded / arranged differently (1); diamond: each C bonded to 4 others in a 3D network, graphite: each C bonded to 3 in layers (1).
Q2 [2]: Giant covalent (1); high melting point so many strong (covalent) bonds broken AND no ions / free electrons so does not conduct (1).
Q3 [2]: C + O₂ → CO₂ (1); state symbols (s), (g), (g) (1).
Q4 [2]: Mr CO₂ = 44 / 12 g → 44 g (1); 6 × 44 ÷ 12 = 22 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No. Boiling separates whole H₂O molecules by overcoming the weak intermolecular forces; the strong covalent O–H bonds inside each molecule stay intact (steam is still H₂O). 1710 − 801 = 909 °C.
Data: approximate data-book values (CH₄ −182, H₂O 0, NaCl 801, Cu 1085, SiO₂ about 1710, diamond about 3550 °C; diamond actually changes to graphite / sublimes at about this temperature). Poly(ethene) has no sharp melting point: it softens over a range (LDPE about 105–115 °C); 110 is shown as a typical value. Ascending order and 983 / 909 asserted in node.
Common misconception: "covalent bonds break when a simple molecular substance melts".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Polymers do not conduct electricity (no delocalised electrons or ions: all electrons are in covalent bonds), so they insulate; also flexible. Mr C₂H₃Cl = 24 + 3 + 35.5 = 62.5; × 2000 = 125 000.
Atom balance of n C₂H₄ → (C₂H₄)ₙ asserted for n = 5000. The chemistry of addition and condensation polymerisation is J258 C4.2 (separate science only), so it is recapped in one line here. Real chains have thousands of carbon atoms and are coiled in 3D; the drawing is a 2D model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handle gets hot; a thermoset has covalent cross-links between chains, so the chains cannot slide apart when heated and it does not soften or melt (it is rigid). C₃₀ (66 °C vs 37 °C).
Data: approximate data-book melting points of straight-chain alkanes C₁₀H₂₂ (−30), C₂₀H₄₂ (37), C₃₀H₆₂ (66), C₄₀H₈₂ (81) °C, UNVERIFIED to ±2 °C; poly(ethene) chains (thousands of C) soften at about 110–135 °C. Rises 67, 29, 15 asserted. The curve is drawn through the plotted points.
Plasticisers (small molecules that push chains apart, making a polymer more flexible) can be mentioned as an extra if your specification copy includes them; not confirmed for J260.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8 marks)
Q1 [2]: Simple molecules / only weak intermolecular forces between molecules (1); little energy needed to overcome them; covalent bonds are not broken (1).
Q2 [2]: Poly(ethene): only weak forces between chains are overcome, chains slide (1); diamond: would need to break many strong covalent bonds in a giant structure (1).
Q3 [2]: 66 − (−30) = 96 °C (1); longer chain → higher melting point (1).
Q4 [2]: Covalent cross-links between chains (1); chains cannot move / slide past each other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Diamond is very hard because every carbon is joined to four others by strong covalent bonds in a rigid 3D network, so it can cut / scratch other materials without wearing; very high melting point too, so it does not melt from friction. STRETCH: each bond is shared by 2 atoms, so bonds per atom = 4 ÷ 2 = 2; 1 mol of C has 2 mol C–C bonds; 2 × 347 = 694 kJ (a data-book average bond energy; the measured value is a little higher). GRADE 7–9 STRETCH, not a J260 statement.
The diamond drawing uses real diamond-cubic coordinates (no carbon has more than 4 bonds; interior carbons 4: asserted in node). Si(s) + O₂(g) → SiO₂(s) balance asserted. Real SiO₂ is 3D (tetrahedral SiO₄ units); the 2D grid model keeps the 1 : 2 ratio but not the shape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Lubricant: weak forces between layers, so layers slide over each other easily (and it has a high melting point, so works when hot). Electrode: delocalised electrons move along the layers, so it conducts electricity; high melting point and fairly unreactive. 10 × 1.5 = 15 bonds.
C4.2.4: explain the properties of diamond and graphite in terms of their structures and bonding. The comparison table is the core exam content. Graphene, fullerenes and nanotubes belong to C4.3 (nanoparticles): name only. The honeycomb layers are generated from the real hexagonal lattice and offset (ABAB stacking). Electrons in graphite move along the layers, not between them: graphite conducts much better along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Copper: layers of positive ions slide over each other while the delocalised electrons keep attracting them (non-directional metallic bonding), so it stretches without breaking. Salt: a blow shifts a layer so ions of the same charge line up and repel, and the crystal splits. 50 × 3 = 150 electrons.
This slide uses metallic bonding (J260 C3.1) and ionic bonding (C2) as a recap, and applies them to the C4.2.1 bulk properties: malleability, brittleness, conductivity. Charge balance for Mg → Mg²⁺ + 2e⁻ asserted. Models: 2D slices of 3D lattices; real metals have defects and grains (C4.1 alloys are not repeated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8 marks)
Q1 [2]: Each carbon atom is covalently bonded to four others (1); in a rigid 3D giant structure / many strong bonds must be broken (1).
Q2 [2]: Graphite: each C bonds to 3, so one delocalised electron per atom that can move (1); diamond: all 4 outer electrons in bonds, no free electrons (1).
Q3 [2]: Layers of (positive) ions can slide over each other (1); the delocalised electrons still hold them together / bonds not broken (1).
Q4 [2]: Each O shared between 2 Si, so O per Si = 4 ÷ 2 (1); = 2, so Si : O = 1 : 2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IV: volume of borax solution added. DV: time for the slime to flow 10 cm. Same angle: the angle changes how fast the slime flows, so it must be controlled to make the test fair (only the borax should change the result).
Suggested practical (no PAG code confirmed for C4.2 in J260). Hazards (CLEAPSS-style): sodium tetraborate (borax) SOLID is classified as a reproductive toxicant (DANGER: may damage fertility or the unborn child): technician only, prepared as a dilute solution; check the current CLEAPSS Hazcard and recipe for the concentration classification threshold (UNVERIFIED here). PVA (poly(ethenol)) 4% solution: low hazard. Eye protection; avoid skin contact; wash hands; spills on floors are slippery. The cross-links formed by borate are weaker (reversible) than the permanent covalent cross-links in a thermoset: discuss as a model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About 32 s (read from the curve; accept 30–35 s). Anomaly: stirred for longer / less PVA / some borax left in the cylinder / tile angle changed / timing error.
All values illustrative, asserted in node: means 3, 10, 24, 41, 62, 87 s; uncertainty ±2 s at 5 cm³ (2.3%). The line of best fit is a least-squares quadratic through the means (asserted within 3 s of every mean). Plot points with ×, draw a smooth curve, and do not join dot to dot. The anomaly is circled and left out of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8 marks)
Q1 [2]: (38 + 42 + 40) ÷ 3 = 120 ÷ 3 (1); = 40 s (1).
Q2 [2]: Half the range: (42 − 38) ÷ 2 (1); ± 2 s (1).
Q3 [2]: It is anomalous / does not fit the pattern (1); leave it out of the mean / repeat that trial (1).
Q4 [2]: More cross-links form between the polymer chains (1); chains cannot slide past each other as easily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Ionic lattice, metallic bonding and delocalised electrons are recap terms from C2 and C3.1, used here to explain bulk properties. Graphene and fullerenes are C4.3 key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[2]: Giant covalent: A (1). Simple molecular: B (1).
(b) [2]: Only weak intermolecular forces between molecules (1); little energy needed to overcome them / covalent bonds not broken (1).
(c) [2]: C is a metal with delocalised electrons (1); which move through the structure carrying charge (1).
(d) [2]: Layers of ions shift so that ions with the same charge line up (1); they repel and the crystal splits (1).
(e) [2]: 3550 − (−7) (1); = 3557 °C (1). Allow 3560 °C.
(f) [3]: Thermoset has cross-links (1); which are covalent bonds between chains (1); so chains cannot slide / it does not soften or melt when heated, whereas a thermosoftening polymer would soften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[1]: Covalent (1).
2 [2]: No delocalised / free electrons and no ions (1); all electrons are held in covalent bonds (1).
3 [2]: Mr C₃H₆ = 3 × 12 + 6 × 1 = 42 (1); × 3000 = 126 000 (1).
4 [2]: More contact between chains / more intermolecular forces (1); more energy needed to overcome them (1).
5 [2]: Conducts heat (1); because delocalised electrons move / transfer energy through the metal (1). Allow malleable: layers slide so it can be shaped (1 + 1).
6 [2]: Si + O₂ → SiO₂ (1); (s) + (g) → (s) (1).
7 [6]: OCR level-of-response mark scheme (6 marks). Read the whole answer, decide the level from the content descriptor, then the mark within the level from the quality of the line of reasoning. Use the indicative scientific points below.
Level 3 (5–6 marks): Explains at least TWO differences in properties in terms of the bonding / structure of BOTH diamond and graphite, AND links each property to a use. There is a well-developed line of reasoning which is clear and logically structured. The information presented is relevant and substantiated.
Level 2 (3–4 marks): Describes the structures of diamond and graphite AND explains at least one property difference, with a use. There is a line of reasoning presented with some structure. The information presented is relevant and supported by some evidence.
Level 1 (1–2 marks): Simple statements, e.g. "diamond is hard" or "graphite has layers", with little explanation. There is an attempt at a logical structure with a line of reasoning. The information is in the most part relevant.
0 marks: no response or no response worthy of credit.
Indicative scientific points may include:
 • Both are giant covalent structures made only of carbon atoms joined by strong covalent bonds.
 • Diamond: each C bonded to 4 others in a rigid 3D (tetrahedral) network → very hard → cutting / drilling tools.
 • Graphite: each C bonded to 3 others in flat hexagonal layers; weak forces between layers → layers slide → soft, slippery → lubricant, pencils.
 • Graphite: the fourth electron of each C is delocalised and moves along the layers → conducts electricity → electrodes.
 • Diamond: all four outer electrons used in bonds → no free electrons → does not conduct.
 • Both: very high melting points because many strong covalent bonds must be broken → graphite electrodes work at high temperature.
 • Properties come from the bonding and arrangement, not from the carbon atoms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1A47"/>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5B3A8C"/>
          </a:solidFill>
          <a:ln w="12700">
            <a:solidFill>
              <a:srgbClr val="5B3A8C"/>
            </a:solidFill>
            <a:prstDash val="solid"/>
          </a:ln>
        </p:spPr>
      </p:sp>
      <p:sp>
        <p:nvSpPr>
          <p:cNvPr id="3" name="Shape 1"/>
          <p:cNvSpPr/>
          <p:nvPr/>
        </p:nvSpPr>
        <p:spPr>
          <a:xfrm>
            <a:off x="9326880" y="2377440"/>
            <a:ext cx="4937760" cy="4937760"/>
          </a:xfrm>
          <a:prstGeom prst="ellipse">
            <a:avLst/>
          </a:prstGeom>
          <a:solidFill>
            <a:srgbClr val="7A52B3">
              <a:alpha val="85000"/>
            </a:srgbClr>
          </a:solidFill>
          <a:ln w="12700">
            <a:solidFill>
              <a:srgbClr val="7A52B3"/>
            </a:solidFill>
            <a:prstDash val="solid"/>
          </a:ln>
        </p:spPr>
      </p:sp>
      <p:sp>
        <p:nvSpPr>
          <p:cNvPr id="4" name="Shape 2"/>
          <p:cNvSpPr/>
          <p:nvPr/>
        </p:nvSpPr>
        <p:spPr>
          <a:xfrm>
            <a:off x="0" y="0"/>
            <a:ext cx="164592" cy="6858000"/>
          </a:xfrm>
          <a:prstGeom prst="rect">
            <a:avLst/>
          </a:prstGeom>
          <a:solidFill>
            <a:srgbClr val="7A52B3"/>
          </a:solidFill>
          <a:ln w="12700">
            <a:solidFill>
              <a:srgbClr val="7A52B3"/>
            </a:solidFill>
            <a:prstDash val="solid"/>
          </a:ln>
        </p:spPr>
      </p:sp>
      <p:sp>
        <p:nvSpPr>
          <p:cNvPr id="5" name="Text 3"/>
          <p:cNvSpPr/>
          <p:nvPr/>
        </p:nvSpPr>
        <p:spPr>
          <a:xfrm>
            <a:off x="731520" y="822960"/>
            <a:ext cx="8686800" cy="320040"/>
          </a:xfrm>
          <a:prstGeom prst="rect">
            <a:avLst/>
          </a:prstGeom>
          <a:noFill/>
          <a:ln/>
        </p:spPr>
        <p:txBody>
          <a:bodyPr wrap="square" lIns="0" tIns="0" rIns="0" bIns="0" rtlCol="0" anchor="ctr"/>
          <a:lstStyle/>
          <a:p>
            <a:pPr indent="0" marL="0">
              <a:buNone/>
            </a:pPr>
            <a:r>
              <a:rPr lang="en-US" sz="1300" b="1" spc="400" kern="0" dirty="0">
                <a:solidFill>
                  <a:srgbClr val="CDB8F0"/>
                </a:solidFill>
                <a:latin typeface="Calibri" pitchFamily="34" charset="0"/>
                <a:ea typeface="Calibri" pitchFamily="34" charset="-122"/>
                <a:cs typeface="Calibri" pitchFamily="34" charset="-120"/>
              </a:rPr>
              <a:t>OCR GCSE COMBINED SCIENCE B (TWENTY FIRST CENTURY)</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C4.2  Bonding and properties</a:t>
            </a:r>
            <a:endParaRPr lang="en-US" sz="4000" dirty="0"/>
          </a:p>
        </p:txBody>
      </p:sp>
      <p:sp>
        <p:nvSpPr>
          <p:cNvPr id="7" name="Text 5"/>
          <p:cNvSpPr/>
          <p:nvPr/>
        </p:nvSpPr>
        <p:spPr>
          <a:xfrm>
            <a:off x="731520" y="2377440"/>
            <a:ext cx="7863840" cy="457200"/>
          </a:xfrm>
          <a:prstGeom prst="rect">
            <a:avLst/>
          </a:prstGeom>
          <a:noFill/>
          <a:ln/>
        </p:spPr>
        <p:txBody>
          <a:bodyPr wrap="square" lIns="0" tIns="0" rIns="0" bIns="0" rtlCol="0" anchor="ctr"/>
          <a:lstStyle/>
          <a:p>
            <a:pPr indent="0" marL="0">
              <a:buNone/>
            </a:pPr>
            <a:r>
              <a:rPr lang="en-US" sz="1800" i="1" dirty="0">
                <a:solidFill>
                  <a:srgbClr val="DCCDF3"/>
                </a:solidFill>
                <a:latin typeface="Georgia" pitchFamily="34" charset="0"/>
                <a:ea typeface="Georgia" pitchFamily="34" charset="-122"/>
                <a:cs typeface="Georgia" pitchFamily="34" charset="-120"/>
              </a:rPr>
              <a:t>How do bonding and structure affect properties of materials?</a:t>
            </a:r>
            <a:endParaRPr lang="en-US" sz="18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E4DAF5"/>
                </a:solidFill>
                <a:latin typeface="Calibri" pitchFamily="34" charset="0"/>
                <a:ea typeface="Calibri" pitchFamily="34" charset="-122"/>
                <a:cs typeface="Calibri" pitchFamily="34" charset="-120"/>
              </a:rPr>
              <a:t>Bulk properties  •  Intermolecular forces  •  Polymers  •  Cross-links  •  Diamond  •  Graphite</a:t>
            </a:r>
            <a:endParaRPr lang="en-US" sz="1300" dirty="0"/>
          </a:p>
        </p:txBody>
      </p:sp>
      <p:sp>
        <p:nvSpPr>
          <p:cNvPr id="10" name="Shape 8"/>
          <p:cNvSpPr/>
          <p:nvPr/>
        </p:nvSpPr>
        <p:spPr>
          <a:xfrm>
            <a:off x="731520" y="3886200"/>
            <a:ext cx="457200" cy="457200"/>
          </a:xfrm>
          <a:prstGeom prst="ellipse">
            <a:avLst/>
          </a:prstGeom>
          <a:solidFill>
            <a:srgbClr val="7A52B3"/>
          </a:solidFill>
          <a:ln w="12700">
            <a:solidFill>
              <a:srgbClr val="CDB8F0"/>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C4.2.1–C4.2.4 • bulk properties, polymers, giant covalent, diamond and graphite</a:t>
            </a:r>
            <a:endParaRPr lang="en-US" sz="1400" dirty="0"/>
          </a:p>
        </p:txBody>
      </p:sp>
      <p:sp>
        <p:nvSpPr>
          <p:cNvPr id="13" name="Shape 11"/>
          <p:cNvSpPr/>
          <p:nvPr/>
        </p:nvSpPr>
        <p:spPr>
          <a:xfrm>
            <a:off x="731520" y="4507992"/>
            <a:ext cx="457200" cy="457200"/>
          </a:xfrm>
          <a:prstGeom prst="ellipse">
            <a:avLst/>
          </a:prstGeom>
          <a:solidFill>
            <a:srgbClr val="7A52B3"/>
          </a:solidFill>
          <a:ln w="12700">
            <a:solidFill>
              <a:srgbClr val="CDB8F0"/>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no Higher-only statement found • stretch marked</a:t>
            </a:r>
            <a:endParaRPr lang="en-US" sz="1400" dirty="0"/>
          </a:p>
        </p:txBody>
      </p:sp>
      <p:sp>
        <p:nvSpPr>
          <p:cNvPr id="16" name="Shape 14"/>
          <p:cNvSpPr/>
          <p:nvPr/>
        </p:nvSpPr>
        <p:spPr>
          <a:xfrm>
            <a:off x="731520" y="5129784"/>
            <a:ext cx="457200" cy="457200"/>
          </a:xfrm>
          <a:prstGeom prst="ellipse">
            <a:avLst/>
          </a:prstGeom>
          <a:solidFill>
            <a:srgbClr val="7A52B3"/>
          </a:solidFill>
          <a:ln w="12700">
            <a:solidFill>
              <a:srgbClr val="CDB8F0"/>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Practical: cross-linking PVA slime • melting-point data • chain length graph</a:t>
            </a:r>
            <a:endParaRPr lang="en-US" sz="1400" dirty="0"/>
          </a:p>
        </p:txBody>
      </p:sp>
      <p:sp>
        <p:nvSpPr>
          <p:cNvPr id="19" name="Shape 17"/>
          <p:cNvSpPr/>
          <p:nvPr/>
        </p:nvSpPr>
        <p:spPr>
          <a:xfrm>
            <a:off x="731520" y="5769864"/>
            <a:ext cx="4192524" cy="365760"/>
          </a:xfrm>
          <a:prstGeom prst="roundRect">
            <a:avLst>
              <a:gd name="adj" fmla="val 50000"/>
            </a:avLst>
          </a:prstGeom>
          <a:solidFill>
            <a:srgbClr val="22133A"/>
          </a:solidFill>
          <a:ln w="15875">
            <a:solidFill>
              <a:srgbClr val="F5A742"/>
            </a:solidFill>
            <a:prstDash val="solid"/>
          </a:ln>
        </p:spPr>
      </p:sp>
      <p:sp>
        <p:nvSpPr>
          <p:cNvPr id="20" name="Text 18"/>
          <p:cNvSpPr/>
          <p:nvPr/>
        </p:nvSpPr>
        <p:spPr>
          <a:xfrm>
            <a:off x="731520" y="5769864"/>
            <a:ext cx="4192524" cy="365760"/>
          </a:xfrm>
          <a:prstGeom prst="rect">
            <a:avLst/>
          </a:prstGeom>
          <a:noFill/>
          <a:ln/>
        </p:spPr>
        <p:txBody>
          <a:bodyPr wrap="square" lIns="0" tIns="0" rIns="0" bIns="0" rtlCol="0" anchor="ctr"/>
          <a:lstStyle/>
          <a:p>
            <a:pPr algn="ctr" indent="0" marL="0">
              <a:buNone/>
            </a:pPr>
            <a:r>
              <a:rPr lang="en-US" sz="1200" b="1" dirty="0">
                <a:solidFill>
                  <a:srgbClr val="F5A742"/>
                </a:solidFill>
                <a:latin typeface="Calibri" pitchFamily="34" charset="0"/>
                <a:ea typeface="Calibri" pitchFamily="34" charset="-122"/>
                <a:cs typeface="Calibri" pitchFamily="34" charset="-120"/>
              </a:rPr>
              <a:t>Part 2 of 4 in Chapter C4: Material choices</a:t>
            </a:r>
            <a:endParaRPr lang="en-US" sz="1200" dirty="0"/>
          </a:p>
        </p:txBody>
      </p:sp>
      <p:sp>
        <p:nvSpPr>
          <p:cNvPr id="21" name="Text 19"/>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DDD0F2"/>
                </a:solidFill>
                <a:latin typeface="Calibri" pitchFamily="34" charset="0"/>
                <a:ea typeface="Calibri" pitchFamily="34" charset="-122"/>
                <a:cs typeface="Calibri" pitchFamily="34" charset="-120"/>
              </a:rPr>
              <a:t>OCR J260 Combined Science B • C4.2 How do bonding and structure affect properties of materials? • teacher deck • mark schemes in the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C4.2.1–C4.2.4 • by the end of this sub-topic you can…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6A3FA0"/>
          </a:solidFill>
          <a:ln w="12700">
            <a:solidFill>
              <a:srgbClr val="6A3FA0"/>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bulk properties</a:t>
            </a:r>
            <a:r>
              <a:rPr lang="en-US" sz="1200" dirty="0">
                <a:solidFill>
                  <a:srgbClr val="262B3A"/>
                </a:solidFill>
                <a:latin typeface="Calibri" pitchFamily="34" charset="0"/>
                <a:ea typeface="Calibri" pitchFamily="34" charset="-122"/>
                <a:cs typeface="Calibri" pitchFamily="34" charset="-120"/>
              </a:rPr>
              <a:t> come from </a:t>
            </a:r>
            <a:r>
              <a:rPr lang="en-US" sz="1200" b="1" dirty="0">
                <a:solidFill>
                  <a:srgbClr val="262B3A"/>
                </a:solidFill>
                <a:latin typeface="Calibri" pitchFamily="34" charset="0"/>
                <a:ea typeface="Calibri" pitchFamily="34" charset="-122"/>
                <a:cs typeface="Calibri" pitchFamily="34" charset="-120"/>
              </a:rPr>
              <a:t>bonds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structure</a:t>
            </a:r>
            <a:r>
              <a:rPr lang="en-US" sz="1200" dirty="0">
                <a:solidFill>
                  <a:srgbClr val="262B3A"/>
                </a:solidFill>
                <a:latin typeface="Calibri" pitchFamily="34" charset="0"/>
                <a:ea typeface="Calibri" pitchFamily="34" charset="-122"/>
                <a:cs typeface="Calibri" pitchFamily="34" charset="-120"/>
              </a:rPr>
              <a:t>, not from the atoms themselves.</a:t>
            </a:r>
            <a:endParaRPr lang="en-US" sz="1100" dirty="0"/>
          </a:p>
        </p:txBody>
      </p:sp>
      <p:sp>
        <p:nvSpPr>
          <p:cNvPr id="11" name="Shape 9"/>
          <p:cNvSpPr/>
          <p:nvPr/>
        </p:nvSpPr>
        <p:spPr>
          <a:xfrm>
            <a:off x="502920" y="2194560"/>
            <a:ext cx="457200" cy="457200"/>
          </a:xfrm>
          <a:prstGeom prst="ellipse">
            <a:avLst/>
          </a:prstGeom>
          <a:solidFill>
            <a:srgbClr val="6A3FA0"/>
          </a:solidFill>
          <a:ln w="12700">
            <a:solidFill>
              <a:srgbClr val="6A3FA0"/>
            </a:solidFill>
            <a:prstDash val="solid"/>
          </a:ln>
        </p:spPr>
      </p:sp>
      <p:sp>
        <p:nvSpPr>
          <p:cNvPr id="12" name="Text 10"/>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Compare </a:t>
            </a:r>
            <a:r>
              <a:rPr lang="en-US" sz="1200" b="1" dirty="0">
                <a:solidFill>
                  <a:srgbClr val="262B3A"/>
                </a:solidFill>
                <a:latin typeface="Calibri" pitchFamily="34" charset="0"/>
                <a:ea typeface="Calibri" pitchFamily="34" charset="-122"/>
                <a:cs typeface="Calibri" pitchFamily="34" charset="-120"/>
              </a:rPr>
              <a:t>ionic</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simple molecular</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metallic</a:t>
            </a:r>
            <a:r>
              <a:rPr lang="en-US" sz="1200" dirty="0">
                <a:solidFill>
                  <a:srgbClr val="262B3A"/>
                </a:solidFill>
                <a:latin typeface="Calibri" pitchFamily="34" charset="0"/>
                <a:ea typeface="Calibri" pitchFamily="34" charset="-122"/>
                <a:cs typeface="Calibri" pitchFamily="34" charset="-120"/>
              </a:rPr>
              <a:t> structures (recap C2, C3).</a:t>
            </a:r>
            <a:endParaRPr lang="en-US" sz="1100" dirty="0"/>
          </a:p>
        </p:txBody>
      </p:sp>
      <p:sp>
        <p:nvSpPr>
          <p:cNvPr id="14" name="Shape 12"/>
          <p:cNvSpPr/>
          <p:nvPr/>
        </p:nvSpPr>
        <p:spPr>
          <a:xfrm>
            <a:off x="502920" y="3063240"/>
            <a:ext cx="457200" cy="457200"/>
          </a:xfrm>
          <a:prstGeom prst="ellipse">
            <a:avLst/>
          </a:prstGeom>
          <a:solidFill>
            <a:srgbClr val="6A3FA0"/>
          </a:solidFill>
          <a:ln w="12700">
            <a:solidFill>
              <a:srgbClr val="6A3FA0"/>
            </a:solidFill>
            <a:prstDash val="solid"/>
          </a:ln>
        </p:spPr>
      </p:sp>
      <p:sp>
        <p:nvSpPr>
          <p:cNvPr id="15" name="Text 13"/>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melting points using </a:t>
            </a:r>
            <a:r>
              <a:rPr lang="en-US" sz="1200" b="1" dirty="0">
                <a:solidFill>
                  <a:srgbClr val="262B3A"/>
                </a:solidFill>
                <a:latin typeface="Calibri" pitchFamily="34" charset="0"/>
                <a:ea typeface="Calibri" pitchFamily="34" charset="-122"/>
                <a:cs typeface="Calibri" pitchFamily="34" charset="-120"/>
              </a:rPr>
              <a:t>bond strength</a:t>
            </a:r>
            <a:r>
              <a:rPr lang="en-US" sz="1200" dirty="0">
                <a:solidFill>
                  <a:srgbClr val="262B3A"/>
                </a:solidFill>
                <a:latin typeface="Calibri" pitchFamily="34" charset="0"/>
                <a:ea typeface="Calibri" pitchFamily="34" charset="-122"/>
                <a:cs typeface="Calibri" pitchFamily="34" charset="-120"/>
              </a:rPr>
              <a:t> versus </a:t>
            </a:r>
            <a:r>
              <a:rPr lang="en-US" sz="1200" b="1" dirty="0">
                <a:solidFill>
                  <a:srgbClr val="262B3A"/>
                </a:solidFill>
                <a:latin typeface="Calibri" pitchFamily="34" charset="0"/>
                <a:ea typeface="Calibri" pitchFamily="34" charset="-122"/>
                <a:cs typeface="Calibri" pitchFamily="34" charset="-120"/>
              </a:rPr>
              <a:t>intermolecular forces</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17" name="Shape 15"/>
          <p:cNvSpPr/>
          <p:nvPr/>
        </p:nvSpPr>
        <p:spPr>
          <a:xfrm>
            <a:off x="502920" y="3931920"/>
            <a:ext cx="457200" cy="457200"/>
          </a:xfrm>
          <a:prstGeom prst="ellipse">
            <a:avLst/>
          </a:prstGeom>
          <a:solidFill>
            <a:srgbClr val="6A3FA0"/>
          </a:solidFill>
          <a:ln w="12700">
            <a:solidFill>
              <a:srgbClr val="6A3FA0"/>
            </a:solidFill>
            <a:prstDash val="solid"/>
          </a:ln>
        </p:spPr>
      </p:sp>
      <p:sp>
        <p:nvSpPr>
          <p:cNvPr id="18" name="Text 16"/>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9" name="Text 17"/>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200" dirty="0">
                <a:solidFill>
                  <a:srgbClr val="262B3A"/>
                </a:solidFill>
                <a:latin typeface="Calibri" pitchFamily="34" charset="0"/>
                <a:ea typeface="Calibri" pitchFamily="34" charset="-122"/>
                <a:cs typeface="Calibri" pitchFamily="34" charset="-120"/>
              </a:rPr>
              <a:t>Describe the bonds </a:t>
            </a:r>
            <a:r>
              <a:rPr lang="en-US" sz="1200" b="1" dirty="0">
                <a:solidFill>
                  <a:srgbClr val="262B3A"/>
                </a:solidFill>
                <a:latin typeface="Calibri" pitchFamily="34" charset="0"/>
                <a:ea typeface="Calibri" pitchFamily="34" charset="-122"/>
                <a:cs typeface="Calibri" pitchFamily="34" charset="-120"/>
              </a:rPr>
              <a:t>in</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between</a:t>
            </a:r>
            <a:r>
              <a:rPr lang="en-US" sz="1200" dirty="0">
                <a:solidFill>
                  <a:srgbClr val="262B3A"/>
                </a:solidFill>
                <a:latin typeface="Calibri" pitchFamily="34" charset="0"/>
                <a:ea typeface="Calibri" pitchFamily="34" charset="-122"/>
                <a:cs typeface="Calibri" pitchFamily="34" charset="-120"/>
              </a:rPr>
              <a:t> polymer chains.</a:t>
            </a:r>
            <a:endParaRPr lang="en-US" sz="1100" dirty="0"/>
          </a:p>
        </p:txBody>
      </p:sp>
      <p:sp>
        <p:nvSpPr>
          <p:cNvPr id="20" name="Shape 18"/>
          <p:cNvSpPr/>
          <p:nvPr/>
        </p:nvSpPr>
        <p:spPr>
          <a:xfrm>
            <a:off x="6263640" y="1325880"/>
            <a:ext cx="457200" cy="457200"/>
          </a:xfrm>
          <a:prstGeom prst="ellipse">
            <a:avLst/>
          </a:prstGeom>
          <a:solidFill>
            <a:srgbClr val="6A3FA0"/>
          </a:solidFill>
          <a:ln w="12700">
            <a:solidFill>
              <a:srgbClr val="6A3FA0"/>
            </a:solidFill>
            <a:prstDash val="solid"/>
          </a:ln>
        </p:spPr>
      </p:sp>
      <p:sp>
        <p:nvSpPr>
          <p:cNvPr id="21" name="Text 19"/>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22" name="Text 20"/>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200" dirty="0">
                <a:solidFill>
                  <a:srgbClr val="262B3A"/>
                </a:solidFill>
                <a:latin typeface="Calibri" pitchFamily="34" charset="0"/>
                <a:ea typeface="Calibri" pitchFamily="34" charset="-122"/>
                <a:cs typeface="Calibri" pitchFamily="34" charset="-120"/>
              </a:rPr>
              <a:t>Explain how </a:t>
            </a:r>
            <a:r>
              <a:rPr lang="en-US" sz="1200" b="1" dirty="0">
                <a:solidFill>
                  <a:srgbClr val="262B3A"/>
                </a:solidFill>
                <a:latin typeface="Calibri" pitchFamily="34" charset="0"/>
                <a:ea typeface="Calibri" pitchFamily="34" charset="-122"/>
                <a:cs typeface="Calibri" pitchFamily="34" charset="-120"/>
              </a:rPr>
              <a:t>chain length</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cross-links</a:t>
            </a:r>
            <a:r>
              <a:rPr lang="en-US" sz="1200" dirty="0">
                <a:solidFill>
                  <a:srgbClr val="262B3A"/>
                </a:solidFill>
                <a:latin typeface="Calibri" pitchFamily="34" charset="0"/>
                <a:ea typeface="Calibri" pitchFamily="34" charset="-122"/>
                <a:cs typeface="Calibri" pitchFamily="34" charset="-120"/>
              </a:rPr>
              <a:t> change a polymer's properties.</a:t>
            </a:r>
            <a:endParaRPr lang="en-US" sz="1100" dirty="0"/>
          </a:p>
        </p:txBody>
      </p:sp>
      <p:sp>
        <p:nvSpPr>
          <p:cNvPr id="23" name="Shape 21"/>
          <p:cNvSpPr/>
          <p:nvPr/>
        </p:nvSpPr>
        <p:spPr>
          <a:xfrm>
            <a:off x="6263640" y="2194560"/>
            <a:ext cx="457200" cy="457200"/>
          </a:xfrm>
          <a:prstGeom prst="ellipse">
            <a:avLst/>
          </a:prstGeom>
          <a:solidFill>
            <a:srgbClr val="6A3FA0"/>
          </a:solidFill>
          <a:ln w="12700">
            <a:solidFill>
              <a:srgbClr val="6A3FA0"/>
            </a:solidFill>
            <a:prstDash val="solid"/>
          </a:ln>
        </p:spPr>
      </p:sp>
      <p:sp>
        <p:nvSpPr>
          <p:cNvPr id="24" name="Text 22"/>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25" name="Text 23"/>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C4.2.3   </a:t>
            </a:r>
            <a:r>
              <a:rPr lang="en-US" sz="1200" dirty="0">
                <a:solidFill>
                  <a:srgbClr val="262B3A"/>
                </a:solidFill>
                <a:latin typeface="Calibri" pitchFamily="34" charset="0"/>
                <a:ea typeface="Calibri" pitchFamily="34" charset="-122"/>
                <a:cs typeface="Calibri" pitchFamily="34" charset="-120"/>
              </a:rPr>
              <a:t>Describe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structures: diamond and silicon dioxide.</a:t>
            </a:r>
            <a:endParaRPr lang="en-US" sz="1100" dirty="0"/>
          </a:p>
        </p:txBody>
      </p:sp>
      <p:sp>
        <p:nvSpPr>
          <p:cNvPr id="26" name="Shape 24"/>
          <p:cNvSpPr/>
          <p:nvPr/>
        </p:nvSpPr>
        <p:spPr>
          <a:xfrm>
            <a:off x="6263640" y="3063240"/>
            <a:ext cx="457200" cy="457200"/>
          </a:xfrm>
          <a:prstGeom prst="ellipse">
            <a:avLst/>
          </a:prstGeom>
          <a:solidFill>
            <a:srgbClr val="6A3FA0"/>
          </a:solidFill>
          <a:ln w="12700">
            <a:solidFill>
              <a:srgbClr val="6A3FA0"/>
            </a:solidFill>
            <a:prstDash val="solid"/>
          </a:ln>
        </p:spPr>
      </p:sp>
      <p:sp>
        <p:nvSpPr>
          <p:cNvPr id="27" name="Text 25"/>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28" name="Text 26"/>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C4.2.4   </a:t>
            </a:r>
            <a:r>
              <a:rPr lang="en-US" sz="1200" dirty="0">
                <a:solidFill>
                  <a:srgbClr val="262B3A"/>
                </a:solidFill>
                <a:latin typeface="Calibri" pitchFamily="34" charset="0"/>
                <a:ea typeface="Calibri" pitchFamily="34" charset="-122"/>
                <a:cs typeface="Calibri" pitchFamily="34" charset="-120"/>
              </a:rPr>
              <a:t>Explain the properties and uses of </a:t>
            </a:r>
            <a:r>
              <a:rPr lang="en-US" sz="1200" b="1" dirty="0">
                <a:solidFill>
                  <a:srgbClr val="262B3A"/>
                </a:solidFill>
                <a:latin typeface="Calibri" pitchFamily="34" charset="0"/>
                <a:ea typeface="Calibri" pitchFamily="34" charset="-122"/>
                <a:cs typeface="Calibri" pitchFamily="34" charset="-120"/>
              </a:rPr>
              <a:t>diamond</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graphite</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29" name="Shape 27"/>
          <p:cNvSpPr/>
          <p:nvPr/>
        </p:nvSpPr>
        <p:spPr>
          <a:xfrm>
            <a:off x="6263640" y="3931920"/>
            <a:ext cx="457200" cy="457200"/>
          </a:xfrm>
          <a:prstGeom prst="ellipse">
            <a:avLst/>
          </a:prstGeom>
          <a:solidFill>
            <a:srgbClr val="6A3FA0"/>
          </a:solidFill>
          <a:ln w="12700">
            <a:solidFill>
              <a:srgbClr val="6A3FA0"/>
            </a:solidFill>
            <a:prstDash val="solid"/>
          </a:ln>
        </p:spPr>
      </p:sp>
      <p:sp>
        <p:nvSpPr>
          <p:cNvPr id="30" name="Text 28"/>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31" name="Text 29"/>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a:t>
            </a:r>
            <a:r>
              <a:rPr lang="en-US" sz="1200" b="1" dirty="0">
                <a:solidFill>
                  <a:srgbClr val="262B3A"/>
                </a:solidFill>
                <a:latin typeface="Calibri" pitchFamily="34" charset="0"/>
                <a:ea typeface="Calibri" pitchFamily="34" charset="-122"/>
                <a:cs typeface="Calibri" pitchFamily="34" charset="-120"/>
              </a:rPr>
              <a:t>malleability</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brittleness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conductivity</a:t>
            </a:r>
            <a:r>
              <a:rPr lang="en-US" sz="1200" dirty="0">
                <a:solidFill>
                  <a:srgbClr val="262B3A"/>
                </a:solidFill>
                <a:latin typeface="Calibri" pitchFamily="34" charset="0"/>
                <a:ea typeface="Calibri" pitchFamily="34" charset="-122"/>
                <a:cs typeface="Calibri" pitchFamily="34" charset="-120"/>
              </a:rPr>
              <a:t> of metals and ionic solids.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Chapter C4 Material choices • C4.2 is Part 2 of 4 in Combined Science B</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234440"/>
            <a:ext cx="2103120" cy="685800"/>
          </a:xfrm>
          <a:prstGeom prst="roundRect">
            <a:avLst>
              <a:gd name="adj" fmla="val 8000"/>
            </a:avLst>
          </a:prstGeom>
          <a:solidFill>
            <a:srgbClr val="2A1F3D"/>
          </a:solidFill>
          <a:ln/>
        </p:spPr>
      </p:sp>
      <p:sp>
        <p:nvSpPr>
          <p:cNvPr id="9" name="Text 7"/>
          <p:cNvSpPr/>
          <p:nvPr/>
        </p:nvSpPr>
        <p:spPr>
          <a:xfrm>
            <a:off x="411480" y="1234440"/>
            <a:ext cx="210312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C4.2</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Bonding and properties</a:t>
            </a:r>
            <a:endParaRPr lang="en-US" sz="1100" dirty="0"/>
          </a:p>
        </p:txBody>
      </p:sp>
      <p:sp>
        <p:nvSpPr>
          <p:cNvPr id="10" name="Shape 8"/>
          <p:cNvSpPr/>
          <p:nvPr/>
        </p:nvSpPr>
        <p:spPr>
          <a:xfrm>
            <a:off x="914400" y="1920240"/>
            <a:ext cx="91" cy="3758184"/>
          </a:xfrm>
          <a:prstGeom prst="line">
            <a:avLst/>
          </a:prstGeom>
          <a:noFill/>
          <a:ln w="19050">
            <a:solidFill>
              <a:srgbClr val="6A3FA0"/>
            </a:solidFill>
            <a:prstDash val="solid"/>
          </a:ln>
        </p:spPr>
      </p:sp>
      <p:sp>
        <p:nvSpPr>
          <p:cNvPr id="11" name="Shape 9"/>
          <p:cNvSpPr/>
          <p:nvPr/>
        </p:nvSpPr>
        <p:spPr>
          <a:xfrm>
            <a:off x="914400" y="2386584"/>
            <a:ext cx="411480" cy="91"/>
          </a:xfrm>
          <a:prstGeom prst="line">
            <a:avLst/>
          </a:prstGeom>
          <a:noFill/>
          <a:ln w="19050">
            <a:solidFill>
              <a:srgbClr val="6A3FA0"/>
            </a:solidFill>
            <a:prstDash val="solid"/>
          </a:ln>
        </p:spPr>
      </p:sp>
      <p:sp>
        <p:nvSpPr>
          <p:cNvPr id="12" name="Shape 10"/>
          <p:cNvSpPr/>
          <p:nvPr/>
        </p:nvSpPr>
        <p:spPr>
          <a:xfrm>
            <a:off x="1325880" y="2103120"/>
            <a:ext cx="5120640" cy="566928"/>
          </a:xfrm>
          <a:prstGeom prst="roundRect">
            <a:avLst>
              <a:gd name="adj" fmla="val 8065"/>
            </a:avLst>
          </a:prstGeom>
          <a:solidFill>
            <a:srgbClr val="F8F5FC"/>
          </a:solidFill>
          <a:ln w="12700">
            <a:solidFill>
              <a:srgbClr val="DDD3EC"/>
            </a:solidFill>
            <a:prstDash val="solid"/>
          </a:ln>
        </p:spPr>
      </p:sp>
      <p:sp>
        <p:nvSpPr>
          <p:cNvPr id="13" name="Text 11"/>
          <p:cNvSpPr/>
          <p:nvPr/>
        </p:nvSpPr>
        <p:spPr>
          <a:xfrm>
            <a:off x="1463040" y="210312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Properties come from bonds, not atoms</a:t>
            </a:r>
            <a:endParaRPr lang="en-US" sz="1100" dirty="0"/>
          </a:p>
        </p:txBody>
      </p:sp>
      <p:sp>
        <p:nvSpPr>
          <p:cNvPr id="14" name="Shape 12"/>
          <p:cNvSpPr/>
          <p:nvPr/>
        </p:nvSpPr>
        <p:spPr>
          <a:xfrm>
            <a:off x="5257800" y="2249424"/>
            <a:ext cx="1097280" cy="274320"/>
          </a:xfrm>
          <a:prstGeom prst="roundRect">
            <a:avLst>
              <a:gd name="adj" fmla="val 50000"/>
            </a:avLst>
          </a:prstGeom>
          <a:solidFill>
            <a:srgbClr val="6A3FA0"/>
          </a:solidFill>
          <a:ln w="12700">
            <a:solidFill>
              <a:srgbClr val="6A3FA0"/>
            </a:solidFill>
            <a:prstDash val="solid"/>
          </a:ln>
        </p:spPr>
      </p:sp>
      <p:sp>
        <p:nvSpPr>
          <p:cNvPr id="15" name="Text 13"/>
          <p:cNvSpPr/>
          <p:nvPr/>
        </p:nvSpPr>
        <p:spPr>
          <a:xfrm>
            <a:off x="5257800" y="224942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16" name="Shape 14"/>
          <p:cNvSpPr/>
          <p:nvPr/>
        </p:nvSpPr>
        <p:spPr>
          <a:xfrm>
            <a:off x="914400" y="3044952"/>
            <a:ext cx="411480" cy="91"/>
          </a:xfrm>
          <a:prstGeom prst="line">
            <a:avLst/>
          </a:prstGeom>
          <a:noFill/>
          <a:ln w="19050">
            <a:solidFill>
              <a:srgbClr val="6A3FA0"/>
            </a:solidFill>
            <a:prstDash val="solid"/>
          </a:ln>
        </p:spPr>
      </p:sp>
      <p:sp>
        <p:nvSpPr>
          <p:cNvPr id="17" name="Shape 15"/>
          <p:cNvSpPr/>
          <p:nvPr/>
        </p:nvSpPr>
        <p:spPr>
          <a:xfrm>
            <a:off x="1325880" y="2761488"/>
            <a:ext cx="5120640" cy="566928"/>
          </a:xfrm>
          <a:prstGeom prst="roundRect">
            <a:avLst>
              <a:gd name="adj" fmla="val 8065"/>
            </a:avLst>
          </a:prstGeom>
          <a:solidFill>
            <a:srgbClr val="F8F5FC"/>
          </a:solidFill>
          <a:ln w="12700">
            <a:solidFill>
              <a:srgbClr val="DDD3EC"/>
            </a:solidFill>
            <a:prstDash val="solid"/>
          </a:ln>
        </p:spPr>
      </p:sp>
      <p:sp>
        <p:nvSpPr>
          <p:cNvPr id="18" name="Text 16"/>
          <p:cNvSpPr/>
          <p:nvPr/>
        </p:nvSpPr>
        <p:spPr>
          <a:xfrm>
            <a:off x="1463040" y="2761488"/>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Bonds versus intermolecular forces</a:t>
            </a:r>
            <a:endParaRPr lang="en-US" sz="1100" dirty="0"/>
          </a:p>
        </p:txBody>
      </p:sp>
      <p:sp>
        <p:nvSpPr>
          <p:cNvPr id="19" name="Shape 17"/>
          <p:cNvSpPr/>
          <p:nvPr/>
        </p:nvSpPr>
        <p:spPr>
          <a:xfrm>
            <a:off x="5257800" y="2907792"/>
            <a:ext cx="1097280" cy="274320"/>
          </a:xfrm>
          <a:prstGeom prst="roundRect">
            <a:avLst>
              <a:gd name="adj" fmla="val 50000"/>
            </a:avLst>
          </a:prstGeom>
          <a:solidFill>
            <a:srgbClr val="6A3FA0"/>
          </a:solidFill>
          <a:ln w="12700">
            <a:solidFill>
              <a:srgbClr val="6A3FA0"/>
            </a:solidFill>
            <a:prstDash val="solid"/>
          </a:ln>
        </p:spPr>
      </p:sp>
      <p:sp>
        <p:nvSpPr>
          <p:cNvPr id="20" name="Text 18"/>
          <p:cNvSpPr/>
          <p:nvPr/>
        </p:nvSpPr>
        <p:spPr>
          <a:xfrm>
            <a:off x="5257800" y="2907792"/>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1" name="Shape 19"/>
          <p:cNvSpPr/>
          <p:nvPr/>
        </p:nvSpPr>
        <p:spPr>
          <a:xfrm>
            <a:off x="914400" y="3703320"/>
            <a:ext cx="411480" cy="91"/>
          </a:xfrm>
          <a:prstGeom prst="line">
            <a:avLst/>
          </a:prstGeom>
          <a:noFill/>
          <a:ln w="19050">
            <a:solidFill>
              <a:srgbClr val="6A3FA0"/>
            </a:solidFill>
            <a:prstDash val="solid"/>
          </a:ln>
        </p:spPr>
      </p:sp>
      <p:sp>
        <p:nvSpPr>
          <p:cNvPr id="22" name="Shape 20"/>
          <p:cNvSpPr/>
          <p:nvPr/>
        </p:nvSpPr>
        <p:spPr>
          <a:xfrm>
            <a:off x="1325880" y="3419856"/>
            <a:ext cx="5120640" cy="566928"/>
          </a:xfrm>
          <a:prstGeom prst="roundRect">
            <a:avLst>
              <a:gd name="adj" fmla="val 8065"/>
            </a:avLst>
          </a:prstGeom>
          <a:solidFill>
            <a:srgbClr val="F8F5FC"/>
          </a:solidFill>
          <a:ln w="12700">
            <a:solidFill>
              <a:srgbClr val="DDD3EC"/>
            </a:solidFill>
            <a:prstDash val="solid"/>
          </a:ln>
        </p:spPr>
      </p:sp>
      <p:sp>
        <p:nvSpPr>
          <p:cNvPr id="23" name="Text 21"/>
          <p:cNvSpPr/>
          <p:nvPr/>
        </p:nvSpPr>
        <p:spPr>
          <a:xfrm>
            <a:off x="1463040" y="3419856"/>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100" dirty="0">
                <a:solidFill>
                  <a:srgbClr val="262B3A"/>
                </a:solidFill>
                <a:latin typeface="Calibri" pitchFamily="34" charset="0"/>
                <a:ea typeface="Calibri" pitchFamily="34" charset="-122"/>
                <a:cs typeface="Calibri" pitchFamily="34" charset="-120"/>
              </a:rPr>
              <a:t>Polymers: chains, chain length, cross-links</a:t>
            </a:r>
            <a:endParaRPr lang="en-US" sz="1100" dirty="0"/>
          </a:p>
        </p:txBody>
      </p:sp>
      <p:sp>
        <p:nvSpPr>
          <p:cNvPr id="24" name="Shape 22"/>
          <p:cNvSpPr/>
          <p:nvPr/>
        </p:nvSpPr>
        <p:spPr>
          <a:xfrm>
            <a:off x="5257800" y="3566160"/>
            <a:ext cx="1097280" cy="274320"/>
          </a:xfrm>
          <a:prstGeom prst="roundRect">
            <a:avLst>
              <a:gd name="adj" fmla="val 50000"/>
            </a:avLst>
          </a:prstGeom>
          <a:solidFill>
            <a:srgbClr val="6A3FA0"/>
          </a:solidFill>
          <a:ln w="12700">
            <a:solidFill>
              <a:srgbClr val="6A3FA0"/>
            </a:solidFill>
            <a:prstDash val="solid"/>
          </a:ln>
        </p:spPr>
      </p:sp>
      <p:sp>
        <p:nvSpPr>
          <p:cNvPr id="25" name="Text 23"/>
          <p:cNvSpPr/>
          <p:nvPr/>
        </p:nvSpPr>
        <p:spPr>
          <a:xfrm>
            <a:off x="5257800" y="3566160"/>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6" name="Shape 24"/>
          <p:cNvSpPr/>
          <p:nvPr/>
        </p:nvSpPr>
        <p:spPr>
          <a:xfrm>
            <a:off x="914400" y="4361688"/>
            <a:ext cx="411480" cy="91"/>
          </a:xfrm>
          <a:prstGeom prst="line">
            <a:avLst/>
          </a:prstGeom>
          <a:noFill/>
          <a:ln w="19050">
            <a:solidFill>
              <a:srgbClr val="6A3FA0"/>
            </a:solidFill>
            <a:prstDash val="solid"/>
          </a:ln>
        </p:spPr>
      </p:sp>
      <p:sp>
        <p:nvSpPr>
          <p:cNvPr id="27" name="Shape 25"/>
          <p:cNvSpPr/>
          <p:nvPr/>
        </p:nvSpPr>
        <p:spPr>
          <a:xfrm>
            <a:off x="1325880" y="4078224"/>
            <a:ext cx="5120640" cy="566928"/>
          </a:xfrm>
          <a:prstGeom prst="roundRect">
            <a:avLst>
              <a:gd name="adj" fmla="val 8065"/>
            </a:avLst>
          </a:prstGeom>
          <a:solidFill>
            <a:srgbClr val="F8F5FC"/>
          </a:solidFill>
          <a:ln w="12700">
            <a:solidFill>
              <a:srgbClr val="DDD3EC"/>
            </a:solidFill>
            <a:prstDash val="solid"/>
          </a:ln>
        </p:spPr>
      </p:sp>
      <p:sp>
        <p:nvSpPr>
          <p:cNvPr id="28" name="Text 26"/>
          <p:cNvSpPr/>
          <p:nvPr/>
        </p:nvSpPr>
        <p:spPr>
          <a:xfrm>
            <a:off x="1463040" y="4078224"/>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C4.2.3–4   </a:t>
            </a:r>
            <a:r>
              <a:rPr lang="en-US" sz="1100" dirty="0">
                <a:solidFill>
                  <a:srgbClr val="262B3A"/>
                </a:solidFill>
                <a:latin typeface="Calibri" pitchFamily="34" charset="0"/>
                <a:ea typeface="Calibri" pitchFamily="34" charset="-122"/>
                <a:cs typeface="Calibri" pitchFamily="34" charset="-120"/>
              </a:rPr>
              <a:t>Giant covalent: diamond, silica, graphite</a:t>
            </a:r>
            <a:endParaRPr lang="en-US" sz="1100" dirty="0"/>
          </a:p>
        </p:txBody>
      </p:sp>
      <p:sp>
        <p:nvSpPr>
          <p:cNvPr id="29" name="Shape 27"/>
          <p:cNvSpPr/>
          <p:nvPr/>
        </p:nvSpPr>
        <p:spPr>
          <a:xfrm>
            <a:off x="5257800" y="4224528"/>
            <a:ext cx="1097280" cy="274320"/>
          </a:xfrm>
          <a:prstGeom prst="roundRect">
            <a:avLst>
              <a:gd name="adj" fmla="val 50000"/>
            </a:avLst>
          </a:prstGeom>
          <a:solidFill>
            <a:srgbClr val="6A3FA0"/>
          </a:solidFill>
          <a:ln w="12700">
            <a:solidFill>
              <a:srgbClr val="6A3FA0"/>
            </a:solidFill>
            <a:prstDash val="solid"/>
          </a:ln>
        </p:spPr>
      </p:sp>
      <p:sp>
        <p:nvSpPr>
          <p:cNvPr id="30" name="Text 28"/>
          <p:cNvSpPr/>
          <p:nvPr/>
        </p:nvSpPr>
        <p:spPr>
          <a:xfrm>
            <a:off x="5257800" y="42245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1" name="Shape 29"/>
          <p:cNvSpPr/>
          <p:nvPr/>
        </p:nvSpPr>
        <p:spPr>
          <a:xfrm>
            <a:off x="914400" y="5020056"/>
            <a:ext cx="411480" cy="91"/>
          </a:xfrm>
          <a:prstGeom prst="line">
            <a:avLst/>
          </a:prstGeom>
          <a:noFill/>
          <a:ln w="19050">
            <a:solidFill>
              <a:srgbClr val="6A3FA0"/>
            </a:solidFill>
            <a:prstDash val="solid"/>
          </a:ln>
        </p:spPr>
      </p:sp>
      <p:sp>
        <p:nvSpPr>
          <p:cNvPr id="32" name="Shape 30"/>
          <p:cNvSpPr/>
          <p:nvPr/>
        </p:nvSpPr>
        <p:spPr>
          <a:xfrm>
            <a:off x="1325880" y="4736592"/>
            <a:ext cx="5120640" cy="566928"/>
          </a:xfrm>
          <a:prstGeom prst="roundRect">
            <a:avLst>
              <a:gd name="adj" fmla="val 8065"/>
            </a:avLst>
          </a:prstGeom>
          <a:solidFill>
            <a:srgbClr val="F8F5FC"/>
          </a:solidFill>
          <a:ln w="12700">
            <a:solidFill>
              <a:srgbClr val="DDD3EC"/>
            </a:solidFill>
            <a:prstDash val="solid"/>
          </a:ln>
        </p:spPr>
      </p:sp>
      <p:sp>
        <p:nvSpPr>
          <p:cNvPr id="33" name="Text 31"/>
          <p:cNvSpPr/>
          <p:nvPr/>
        </p:nvSpPr>
        <p:spPr>
          <a:xfrm>
            <a:off x="1463040" y="4736592"/>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Metals and ionic solids: malleable or brittle</a:t>
            </a:r>
            <a:endParaRPr lang="en-US" sz="1100" dirty="0"/>
          </a:p>
        </p:txBody>
      </p:sp>
      <p:sp>
        <p:nvSpPr>
          <p:cNvPr id="34" name="Shape 32"/>
          <p:cNvSpPr/>
          <p:nvPr/>
        </p:nvSpPr>
        <p:spPr>
          <a:xfrm>
            <a:off x="5257800" y="4882896"/>
            <a:ext cx="1097280" cy="274320"/>
          </a:xfrm>
          <a:prstGeom prst="roundRect">
            <a:avLst>
              <a:gd name="adj" fmla="val 50000"/>
            </a:avLst>
          </a:prstGeom>
          <a:solidFill>
            <a:srgbClr val="6A3FA0"/>
          </a:solidFill>
          <a:ln w="12700">
            <a:solidFill>
              <a:srgbClr val="6A3FA0"/>
            </a:solidFill>
            <a:prstDash val="solid"/>
          </a:ln>
        </p:spPr>
      </p:sp>
      <p:sp>
        <p:nvSpPr>
          <p:cNvPr id="35" name="Text 33"/>
          <p:cNvSpPr/>
          <p:nvPr/>
        </p:nvSpPr>
        <p:spPr>
          <a:xfrm>
            <a:off x="5257800" y="4882896"/>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6" name="Shape 34"/>
          <p:cNvSpPr/>
          <p:nvPr/>
        </p:nvSpPr>
        <p:spPr>
          <a:xfrm>
            <a:off x="914400" y="5678424"/>
            <a:ext cx="411480" cy="91"/>
          </a:xfrm>
          <a:prstGeom prst="line">
            <a:avLst/>
          </a:prstGeom>
          <a:noFill/>
          <a:ln w="19050">
            <a:solidFill>
              <a:srgbClr val="6A3FA0"/>
            </a:solidFill>
            <a:prstDash val="solid"/>
          </a:ln>
        </p:spPr>
      </p:sp>
      <p:sp>
        <p:nvSpPr>
          <p:cNvPr id="37" name="Shape 35"/>
          <p:cNvSpPr/>
          <p:nvPr/>
        </p:nvSpPr>
        <p:spPr>
          <a:xfrm>
            <a:off x="1325880" y="5394960"/>
            <a:ext cx="5120640" cy="566928"/>
          </a:xfrm>
          <a:prstGeom prst="roundRect">
            <a:avLst>
              <a:gd name="adj" fmla="val 8065"/>
            </a:avLst>
          </a:prstGeom>
          <a:solidFill>
            <a:srgbClr val="F8F5FC"/>
          </a:solidFill>
          <a:ln w="12700">
            <a:solidFill>
              <a:srgbClr val="DDD3EC"/>
            </a:solidFill>
            <a:prstDash val="solid"/>
          </a:ln>
        </p:spPr>
      </p:sp>
      <p:sp>
        <p:nvSpPr>
          <p:cNvPr id="38" name="Text 36"/>
          <p:cNvSpPr/>
          <p:nvPr/>
        </p:nvSpPr>
        <p:spPr>
          <a:xfrm>
            <a:off x="1463040" y="539496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Practical   </a:t>
            </a:r>
            <a:r>
              <a:rPr lang="en-US" sz="1100" dirty="0">
                <a:solidFill>
                  <a:srgbClr val="262B3A"/>
                </a:solidFill>
                <a:latin typeface="Calibri" pitchFamily="34" charset="0"/>
                <a:ea typeface="Calibri" pitchFamily="34" charset="-122"/>
                <a:cs typeface="Calibri" pitchFamily="34" charset="-120"/>
              </a:rPr>
              <a:t>Cross-linking PVA slime</a:t>
            </a:r>
            <a:endParaRPr lang="en-US" sz="1100" dirty="0"/>
          </a:p>
        </p:txBody>
      </p:sp>
      <p:sp>
        <p:nvSpPr>
          <p:cNvPr id="39" name="Shape 37"/>
          <p:cNvSpPr/>
          <p:nvPr/>
        </p:nvSpPr>
        <p:spPr>
          <a:xfrm>
            <a:off x="5257800" y="5541264"/>
            <a:ext cx="1097280" cy="274320"/>
          </a:xfrm>
          <a:prstGeom prst="roundRect">
            <a:avLst>
              <a:gd name="adj" fmla="val 50000"/>
            </a:avLst>
          </a:prstGeom>
          <a:solidFill>
            <a:srgbClr val="B8730A"/>
          </a:solidFill>
          <a:ln w="12700">
            <a:solidFill>
              <a:srgbClr val="B8730A"/>
            </a:solidFill>
            <a:prstDash val="solid"/>
          </a:ln>
        </p:spPr>
      </p:sp>
      <p:sp>
        <p:nvSpPr>
          <p:cNvPr id="40" name="Text 38"/>
          <p:cNvSpPr/>
          <p:nvPr/>
        </p:nvSpPr>
        <p:spPr>
          <a:xfrm>
            <a:off x="5257800" y="554126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PRACTICAL</a:t>
            </a:r>
            <a:endParaRPr lang="en-US" sz="1000" dirty="0"/>
          </a:p>
        </p:txBody>
      </p:sp>
      <p:sp>
        <p:nvSpPr>
          <p:cNvPr id="41" name="Text 39"/>
          <p:cNvSpPr/>
          <p:nvPr/>
        </p:nvSpPr>
        <p:spPr>
          <a:xfrm>
            <a:off x="411480" y="6053328"/>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C1 states of matter • C2 ionic and covalent bonding • C3.1 metallic bonding • C4.1 property data</a:t>
            </a:r>
            <a:endParaRPr lang="en-US" sz="1050" dirty="0"/>
          </a:p>
        </p:txBody>
      </p:sp>
      <p:sp>
        <p:nvSpPr>
          <p:cNvPr id="42" name="Shape 40"/>
          <p:cNvSpPr/>
          <p:nvPr/>
        </p:nvSpPr>
        <p:spPr>
          <a:xfrm>
            <a:off x="6720840" y="1234440"/>
            <a:ext cx="5056632" cy="2514600"/>
          </a:xfrm>
          <a:prstGeom prst="roundRect">
            <a:avLst>
              <a:gd name="adj" fmla="val 2182"/>
            </a:avLst>
          </a:prstGeom>
          <a:solidFill>
            <a:srgbClr val="2E1A47"/>
          </a:solidFill>
          <a:ln/>
        </p:spPr>
      </p:sp>
      <p:sp>
        <p:nvSpPr>
          <p:cNvPr id="43" name="Text 41"/>
          <p:cNvSpPr/>
          <p:nvPr/>
        </p:nvSpPr>
        <p:spPr>
          <a:xfrm>
            <a:off x="6903720" y="1325880"/>
            <a:ext cx="4709160" cy="233172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Chapter C4 in J260</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C4.1 How is data used to choose a material for a particular use?</a:t>
            </a:r>
            <a:endParaRPr lang="en-US" sz="1500" dirty="0"/>
          </a:p>
          <a:p>
            <a:pPr marL="152400" indent="-152400">
              <a:spcAft>
                <a:spcPts val="200"/>
              </a:spcAft>
              <a:buSzPct val="100000"/>
              <a:buChar char="▪"/>
            </a:pPr>
            <a:r>
              <a:rPr lang="en-US" sz="1100" b="1" dirty="0">
                <a:solidFill>
                  <a:srgbClr val="E9E1F7"/>
                </a:solidFill>
                <a:latin typeface="Calibri" pitchFamily="34" charset="0"/>
                <a:ea typeface="Calibri" pitchFamily="34" charset="-122"/>
                <a:cs typeface="Calibri" pitchFamily="34" charset="-120"/>
              </a:rPr>
              <a:t>C4.2 How do bonding and structure affect properties of materials?</a:t>
            </a:r>
            <a:r>
              <a:rPr lang="en-US" sz="1100" dirty="0">
                <a:solidFill>
                  <a:srgbClr val="E9E1F7"/>
                </a:solidFill>
                <a:latin typeface="Calibri" pitchFamily="34" charset="0"/>
                <a:ea typeface="Calibri" pitchFamily="34" charset="-122"/>
                <a:cs typeface="Calibri" pitchFamily="34" charset="-120"/>
              </a:rPr>
              <a:t> (this deck)</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C4.3 Why are nanoparticles so useful?</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C4.4 What happens to products at the end of their useful life?</a:t>
            </a:r>
            <a:endParaRPr lang="en-US" sz="1500" dirty="0"/>
          </a:p>
        </p:txBody>
      </p:sp>
      <p:sp>
        <p:nvSpPr>
          <p:cNvPr id="44" name="Shape 42"/>
          <p:cNvSpPr/>
          <p:nvPr/>
        </p:nvSpPr>
        <p:spPr>
          <a:xfrm>
            <a:off x="6720840" y="3886200"/>
            <a:ext cx="5056632" cy="2377440"/>
          </a:xfrm>
          <a:prstGeom prst="roundRect">
            <a:avLst>
              <a:gd name="adj" fmla="val 2308"/>
            </a:avLst>
          </a:prstGeom>
          <a:solidFill>
            <a:srgbClr val="FFF4E0"/>
          </a:solidFill>
          <a:ln w="12700">
            <a:solidFill>
              <a:srgbClr val="F1D9A8"/>
            </a:solidFill>
            <a:prstDash val="solid"/>
          </a:ln>
        </p:spPr>
      </p:sp>
      <p:sp>
        <p:nvSpPr>
          <p:cNvPr id="45" name="Text 43"/>
          <p:cNvSpPr/>
          <p:nvPr/>
        </p:nvSpPr>
        <p:spPr>
          <a:xfrm>
            <a:off x="6903720" y="3977640"/>
            <a:ext cx="4709160" cy="219456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tiers</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No Higher-only statement was found for C4.2: teach every slide to both tiers. The </a:t>
            </a:r>
            <a:r>
              <a:rPr lang="en-US" sz="1100" b="1" dirty="0">
                <a:solidFill>
                  <a:srgbClr val="262B3A"/>
                </a:solidFill>
                <a:latin typeface="Calibri" pitchFamily="34" charset="0"/>
                <a:ea typeface="Calibri" pitchFamily="34" charset="-122"/>
                <a:cs typeface="Calibri" pitchFamily="34" charset="-120"/>
              </a:rPr>
              <a:t>GRADE 7–9 STRETCH</a:t>
            </a:r>
            <a:r>
              <a:rPr lang="en-US" sz="1100" dirty="0">
                <a:solidFill>
                  <a:srgbClr val="262B3A"/>
                </a:solidFill>
                <a:latin typeface="Calibri" pitchFamily="34" charset="0"/>
                <a:ea typeface="Calibri" pitchFamily="34" charset="-122"/>
                <a:cs typeface="Calibri" pitchFamily="34" charset="-120"/>
              </a:rPr>
              <a:t> pill marks extension.</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Ideas about Science: </a:t>
            </a:r>
            <a:r>
              <a:rPr lang="en-US" sz="1100" b="1" dirty="0">
                <a:solidFill>
                  <a:srgbClr val="262B3A"/>
                </a:solidFill>
                <a:latin typeface="Calibri" pitchFamily="34" charset="0"/>
                <a:ea typeface="Calibri" pitchFamily="34" charset="-122"/>
                <a:cs typeface="Calibri" pitchFamily="34" charset="-120"/>
              </a:rPr>
              <a:t>models</a:t>
            </a:r>
            <a:r>
              <a:rPr lang="en-US" sz="1100" dirty="0">
                <a:solidFill>
                  <a:srgbClr val="262B3A"/>
                </a:solidFill>
                <a:latin typeface="Calibri" pitchFamily="34" charset="0"/>
                <a:ea typeface="Calibri" pitchFamily="34" charset="-122"/>
                <a:cs typeface="Calibri" pitchFamily="34" charset="-120"/>
              </a:rPr>
              <a:t> (ball-and-stick, 2D drawings) and their </a:t>
            </a:r>
            <a:r>
              <a:rPr lang="en-US" sz="1100" b="1" dirty="0">
                <a:solidFill>
                  <a:srgbClr val="262B3A"/>
                </a:solidFill>
                <a:latin typeface="Calibri" pitchFamily="34" charset="0"/>
                <a:ea typeface="Calibri" pitchFamily="34" charset="-122"/>
                <a:cs typeface="Calibri" pitchFamily="34" charset="-120"/>
              </a:rPr>
              <a:t>limitations</a:t>
            </a:r>
            <a:r>
              <a:rPr lang="en-US" sz="1100" dirty="0">
                <a:solidFill>
                  <a:srgbClr val="262B3A"/>
                </a:solidFill>
                <a:latin typeface="Calibri" pitchFamily="34" charset="0"/>
                <a:ea typeface="Calibri" pitchFamily="34" charset="-122"/>
                <a:cs typeface="Calibri" pitchFamily="34" charset="-120"/>
              </a:rPr>
              <a:t>.</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Maths: reading </a:t>
            </a:r>
            <a:r>
              <a:rPr lang="en-US" sz="1100" b="1" dirty="0">
                <a:solidFill>
                  <a:srgbClr val="262B3A"/>
                </a:solidFill>
                <a:latin typeface="Calibri" pitchFamily="34" charset="0"/>
                <a:ea typeface="Calibri" pitchFamily="34" charset="-122"/>
                <a:cs typeface="Calibri" pitchFamily="34" charset="-120"/>
              </a:rPr>
              <a:t>data tables</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bar charts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means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uncertainty</a:t>
            </a:r>
            <a:r>
              <a:rPr lang="en-US" sz="1100" dirty="0">
                <a:solidFill>
                  <a:srgbClr val="262B3A"/>
                </a:solidFill>
                <a:latin typeface="Calibri" pitchFamily="34" charset="0"/>
                <a:ea typeface="Calibri" pitchFamily="34" charset="-122"/>
                <a:cs typeface="Calibri" pitchFamily="34" charset="-120"/>
              </a:rPr>
              <a:t>, relative formula mass </a:t>
            </a:r>
            <a:r>
              <a:rPr lang="en-US" sz="1100" b="1" dirty="0">
                <a:solidFill>
                  <a:srgbClr val="262B3A"/>
                </a:solidFill>
                <a:latin typeface="Calibri" pitchFamily="34" charset="0"/>
                <a:ea typeface="Calibri" pitchFamily="34" charset="-122"/>
                <a:cs typeface="Calibri" pitchFamily="34" charset="-120"/>
              </a:rPr>
              <a:t>Mr</a:t>
            </a:r>
            <a:r>
              <a:rPr lang="en-US" sz="1100" dirty="0">
                <a:solidFill>
                  <a:srgbClr val="262B3A"/>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Recall from C1, C2, C3 and C4.1 • 6 minutes • no notes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8F5FC"/>
          </a:solidFill>
          <a:ln w="9525">
            <a:solidFill>
              <a:srgbClr val="DDD3EC"/>
            </a:solidFill>
            <a:prstDash val="solid"/>
          </a:ln>
        </p:spPr>
      </p:sp>
      <p:sp>
        <p:nvSpPr>
          <p:cNvPr id="9" name="Shape 7"/>
          <p:cNvSpPr/>
          <p:nvPr/>
        </p:nvSpPr>
        <p:spPr>
          <a:xfrm>
            <a:off x="548640" y="1371600"/>
            <a:ext cx="438912" cy="438912"/>
          </a:xfrm>
          <a:prstGeom prst="ellipse">
            <a:avLst/>
          </a:prstGeom>
          <a:solidFill>
            <a:srgbClr val="6A3FA0"/>
          </a:solidFill>
          <a:ln w="12700">
            <a:solidFill>
              <a:srgbClr val="6A3FA0"/>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C1 • states of matter</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change of state from </a:t>
            </a:r>
            <a:r>
              <a:rPr lang="en-US" sz="1250" b="1" dirty="0">
                <a:solidFill>
                  <a:srgbClr val="262B3A"/>
                </a:solidFill>
                <a:latin typeface="Calibri" pitchFamily="34" charset="0"/>
                <a:ea typeface="Calibri" pitchFamily="34" charset="-122"/>
                <a:cs typeface="Calibri" pitchFamily="34" charset="-120"/>
              </a:rPr>
              <a:t>solid</a:t>
            </a:r>
            <a:r>
              <a:rPr lang="en-US" sz="1250" dirty="0">
                <a:solidFill>
                  <a:srgbClr val="262B3A"/>
                </a:solidFill>
                <a:latin typeface="Calibri" pitchFamily="34" charset="0"/>
                <a:ea typeface="Calibri" pitchFamily="34" charset="-122"/>
                <a:cs typeface="Calibri" pitchFamily="34" charset="-120"/>
              </a:rPr>
              <a:t> to </a:t>
            </a:r>
            <a:r>
              <a:rPr lang="en-US" sz="1250" b="1" dirty="0">
                <a:solidFill>
                  <a:srgbClr val="262B3A"/>
                </a:solidFill>
                <a:latin typeface="Calibri" pitchFamily="34" charset="0"/>
                <a:ea typeface="Calibri" pitchFamily="34" charset="-122"/>
                <a:cs typeface="Calibri" pitchFamily="34" charset="-120"/>
              </a:rPr>
              <a:t>liquid</a:t>
            </a:r>
            <a:r>
              <a:rPr lang="en-US" sz="1250" dirty="0">
                <a:solidFill>
                  <a:srgbClr val="262B3A"/>
                </a:solidFill>
                <a:latin typeface="Calibri" pitchFamily="34" charset="0"/>
                <a:ea typeface="Calibri" pitchFamily="34" charset="-122"/>
                <a:cs typeface="Calibri" pitchFamily="34" charset="-120"/>
              </a:rPr>
              <a:t>. What happens to the </a:t>
            </a:r>
            <a:r>
              <a:rPr lang="en-US" sz="1250" b="1" dirty="0">
                <a:solidFill>
                  <a:srgbClr val="262B3A"/>
                </a:solidFill>
                <a:latin typeface="Calibri" pitchFamily="34" charset="0"/>
                <a:ea typeface="Calibri" pitchFamily="34" charset="-122"/>
                <a:cs typeface="Calibri" pitchFamily="34" charset="-120"/>
              </a:rPr>
              <a:t>particles</a:t>
            </a:r>
            <a:r>
              <a:rPr lang="en-US" sz="1250" dirty="0">
                <a:solidFill>
                  <a:srgbClr val="262B3A"/>
                </a:solidFill>
                <a:latin typeface="Calibri" pitchFamily="34" charset="0"/>
                <a:ea typeface="Calibri" pitchFamily="34" charset="-122"/>
                <a:cs typeface="Calibri" pitchFamily="34" charset="-120"/>
              </a:rPr>
              <a:t> and the forces between them?</a:t>
            </a:r>
            <a:endParaRPr lang="en-US" sz="1250" dirty="0"/>
          </a:p>
        </p:txBody>
      </p:sp>
      <p:sp>
        <p:nvSpPr>
          <p:cNvPr id="13" name="Shape 11"/>
          <p:cNvSpPr/>
          <p:nvPr/>
        </p:nvSpPr>
        <p:spPr>
          <a:xfrm>
            <a:off x="4251960" y="1234440"/>
            <a:ext cx="3657600" cy="2011680"/>
          </a:xfrm>
          <a:prstGeom prst="roundRect">
            <a:avLst>
              <a:gd name="adj" fmla="val 2727"/>
            </a:avLst>
          </a:prstGeom>
          <a:solidFill>
            <a:srgbClr val="F8F5FC"/>
          </a:solidFill>
          <a:ln w="9525">
            <a:solidFill>
              <a:srgbClr val="DDD3EC"/>
            </a:solidFill>
            <a:prstDash val="solid"/>
          </a:ln>
        </p:spPr>
      </p:sp>
      <p:sp>
        <p:nvSpPr>
          <p:cNvPr id="14" name="Shape 12"/>
          <p:cNvSpPr/>
          <p:nvPr/>
        </p:nvSpPr>
        <p:spPr>
          <a:xfrm>
            <a:off x="4389120" y="1371600"/>
            <a:ext cx="438912" cy="438912"/>
          </a:xfrm>
          <a:prstGeom prst="ellipse">
            <a:avLst/>
          </a:prstGeom>
          <a:solidFill>
            <a:srgbClr val="6A3FA0"/>
          </a:solidFill>
          <a:ln w="12700">
            <a:solidFill>
              <a:srgbClr val="6A3FA0"/>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ionic bonding</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Sodium reacts with chlorine. What </a:t>
            </a:r>
            <a:r>
              <a:rPr lang="en-US" sz="1250" b="1" dirty="0">
                <a:solidFill>
                  <a:srgbClr val="262B3A"/>
                </a:solidFill>
                <a:latin typeface="Calibri" pitchFamily="34" charset="0"/>
                <a:ea typeface="Calibri" pitchFamily="34" charset="-122"/>
                <a:cs typeface="Calibri" pitchFamily="34" charset="-120"/>
              </a:rPr>
              <a:t>ions</a:t>
            </a:r>
            <a:r>
              <a:rPr lang="en-US" sz="1250" dirty="0">
                <a:solidFill>
                  <a:srgbClr val="262B3A"/>
                </a:solidFill>
                <a:latin typeface="Calibri" pitchFamily="34" charset="0"/>
                <a:ea typeface="Calibri" pitchFamily="34" charset="-122"/>
                <a:cs typeface="Calibri" pitchFamily="34" charset="-120"/>
              </a:rPr>
              <a:t> form? What holds the ions together in </a:t>
            </a:r>
            <a:r>
              <a:rPr lang="en-US" sz="1250" b="1" dirty="0">
                <a:solidFill>
                  <a:srgbClr val="262B3A"/>
                </a:solidFill>
                <a:latin typeface="Calibri" pitchFamily="34" charset="0"/>
                <a:ea typeface="Calibri" pitchFamily="34" charset="-122"/>
                <a:cs typeface="Calibri" pitchFamily="34" charset="-120"/>
              </a:rPr>
              <a:t>sodium chloride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8" name="Shape 16"/>
          <p:cNvSpPr/>
          <p:nvPr/>
        </p:nvSpPr>
        <p:spPr>
          <a:xfrm>
            <a:off x="8092440" y="1234440"/>
            <a:ext cx="3657600" cy="2011680"/>
          </a:xfrm>
          <a:prstGeom prst="roundRect">
            <a:avLst>
              <a:gd name="adj" fmla="val 2727"/>
            </a:avLst>
          </a:prstGeom>
          <a:solidFill>
            <a:srgbClr val="F8F5FC"/>
          </a:solidFill>
          <a:ln w="9525">
            <a:solidFill>
              <a:srgbClr val="DDD3EC"/>
            </a:solidFill>
            <a:prstDash val="solid"/>
          </a:ln>
        </p:spPr>
      </p:sp>
      <p:sp>
        <p:nvSpPr>
          <p:cNvPr id="19" name="Shape 17"/>
          <p:cNvSpPr/>
          <p:nvPr/>
        </p:nvSpPr>
        <p:spPr>
          <a:xfrm>
            <a:off x="8229600" y="1371600"/>
            <a:ext cx="438912" cy="438912"/>
          </a:xfrm>
          <a:prstGeom prst="ellipse">
            <a:avLst/>
          </a:prstGeom>
          <a:solidFill>
            <a:srgbClr val="6A3FA0"/>
          </a:solidFill>
          <a:ln w="12700">
            <a:solidFill>
              <a:srgbClr val="6A3FA0"/>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covalent bonding</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a </a:t>
            </a:r>
            <a:r>
              <a:rPr lang="en-US" sz="1250" b="1" dirty="0">
                <a:solidFill>
                  <a:srgbClr val="262B3A"/>
                </a:solidFill>
                <a:latin typeface="Calibri" pitchFamily="34" charset="0"/>
                <a:ea typeface="Calibri" pitchFamily="34" charset="-122"/>
                <a:cs typeface="Calibri" pitchFamily="34" charset="-120"/>
              </a:rPr>
              <a:t>covalent bond</a:t>
            </a:r>
            <a:r>
              <a:rPr lang="en-US" sz="1250" dirty="0">
                <a:solidFill>
                  <a:srgbClr val="262B3A"/>
                </a:solidFill>
                <a:latin typeface="Calibri" pitchFamily="34" charset="0"/>
                <a:ea typeface="Calibri" pitchFamily="34" charset="-122"/>
                <a:cs typeface="Calibri" pitchFamily="34" charset="-120"/>
              </a:rPr>
              <a:t>? How many covalent bonds does a </a:t>
            </a:r>
            <a:r>
              <a:rPr lang="en-US" sz="1250" b="1" dirty="0">
                <a:solidFill>
                  <a:srgbClr val="262B3A"/>
                </a:solidFill>
                <a:latin typeface="Calibri" pitchFamily="34" charset="0"/>
                <a:ea typeface="Calibri" pitchFamily="34" charset="-122"/>
                <a:cs typeface="Calibri" pitchFamily="34" charset="-120"/>
              </a:rPr>
              <a:t>carbon</a:t>
            </a:r>
            <a:r>
              <a:rPr lang="en-US" sz="1250" dirty="0">
                <a:solidFill>
                  <a:srgbClr val="262B3A"/>
                </a:solidFill>
                <a:latin typeface="Calibri" pitchFamily="34" charset="0"/>
                <a:ea typeface="Calibri" pitchFamily="34" charset="-122"/>
                <a:cs typeface="Calibri" pitchFamily="34" charset="-120"/>
              </a:rPr>
              <a:t> atom usually form?</a:t>
            </a:r>
            <a:endParaRPr lang="en-US" sz="1250" dirty="0"/>
          </a:p>
        </p:txBody>
      </p:sp>
      <p:sp>
        <p:nvSpPr>
          <p:cNvPr id="23" name="Shape 21"/>
          <p:cNvSpPr/>
          <p:nvPr/>
        </p:nvSpPr>
        <p:spPr>
          <a:xfrm>
            <a:off x="411480" y="3429000"/>
            <a:ext cx="3657600" cy="2011680"/>
          </a:xfrm>
          <a:prstGeom prst="roundRect">
            <a:avLst>
              <a:gd name="adj" fmla="val 2727"/>
            </a:avLst>
          </a:prstGeom>
          <a:solidFill>
            <a:srgbClr val="F8F5FC"/>
          </a:solidFill>
          <a:ln w="9525">
            <a:solidFill>
              <a:srgbClr val="DDD3EC"/>
            </a:solidFill>
            <a:prstDash val="solid"/>
          </a:ln>
        </p:spPr>
      </p:sp>
      <p:sp>
        <p:nvSpPr>
          <p:cNvPr id="24" name="Shape 22"/>
          <p:cNvSpPr/>
          <p:nvPr/>
        </p:nvSpPr>
        <p:spPr>
          <a:xfrm>
            <a:off x="548640" y="3566160"/>
            <a:ext cx="438912" cy="438912"/>
          </a:xfrm>
          <a:prstGeom prst="ellipse">
            <a:avLst/>
          </a:prstGeom>
          <a:solidFill>
            <a:srgbClr val="6A3FA0"/>
          </a:solidFill>
          <a:ln w="12700">
            <a:solidFill>
              <a:srgbClr val="6A3FA0"/>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C3.1 • metals</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the structure of a </a:t>
            </a:r>
            <a:r>
              <a:rPr lang="en-US" sz="1250" b="1" dirty="0">
                <a:solidFill>
                  <a:srgbClr val="262B3A"/>
                </a:solidFill>
                <a:latin typeface="Calibri" pitchFamily="34" charset="0"/>
                <a:ea typeface="Calibri" pitchFamily="34" charset="-122"/>
                <a:cs typeface="Calibri" pitchFamily="34" charset="-120"/>
              </a:rPr>
              <a:t>metal</a:t>
            </a:r>
            <a:r>
              <a:rPr lang="en-US" sz="1250" dirty="0">
                <a:solidFill>
                  <a:srgbClr val="262B3A"/>
                </a:solidFill>
                <a:latin typeface="Calibri" pitchFamily="34" charset="0"/>
                <a:ea typeface="Calibri" pitchFamily="34" charset="-122"/>
                <a:cs typeface="Calibri" pitchFamily="34" charset="-120"/>
              </a:rPr>
              <a:t>. What are </a:t>
            </a:r>
            <a:r>
              <a:rPr lang="en-US" sz="1250" b="1" dirty="0">
                <a:solidFill>
                  <a:srgbClr val="262B3A"/>
                </a:solidFill>
                <a:latin typeface="Calibri" pitchFamily="34" charset="0"/>
                <a:ea typeface="Calibri" pitchFamily="34" charset="-122"/>
                <a:cs typeface="Calibri" pitchFamily="34" charset="-120"/>
              </a:rPr>
              <a:t>delocalised electrons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8" name="Shape 26"/>
          <p:cNvSpPr/>
          <p:nvPr/>
        </p:nvSpPr>
        <p:spPr>
          <a:xfrm>
            <a:off x="4251960" y="3429000"/>
            <a:ext cx="3657600" cy="2011680"/>
          </a:xfrm>
          <a:prstGeom prst="roundRect">
            <a:avLst>
              <a:gd name="adj" fmla="val 2727"/>
            </a:avLst>
          </a:prstGeom>
          <a:solidFill>
            <a:srgbClr val="F8F5FC"/>
          </a:solidFill>
          <a:ln w="9525">
            <a:solidFill>
              <a:srgbClr val="DDD3EC"/>
            </a:solidFill>
            <a:prstDash val="solid"/>
          </a:ln>
        </p:spPr>
      </p:sp>
      <p:sp>
        <p:nvSpPr>
          <p:cNvPr id="29" name="Shape 27"/>
          <p:cNvSpPr/>
          <p:nvPr/>
        </p:nvSpPr>
        <p:spPr>
          <a:xfrm>
            <a:off x="4389120" y="3566160"/>
            <a:ext cx="438912" cy="438912"/>
          </a:xfrm>
          <a:prstGeom prst="ellipse">
            <a:avLst/>
          </a:prstGeom>
          <a:solidFill>
            <a:srgbClr val="6A3FA0"/>
          </a:solidFill>
          <a:ln w="12700">
            <a:solidFill>
              <a:srgbClr val="6A3FA0"/>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formulae and Mr</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How many atoms are in one molecule of </a:t>
            </a:r>
            <a:r>
              <a:rPr lang="en-US" sz="1250" b="1" dirty="0">
                <a:solidFill>
                  <a:srgbClr val="262B3A"/>
                </a:solidFill>
                <a:latin typeface="Calibri" pitchFamily="34" charset="0"/>
                <a:ea typeface="Calibri" pitchFamily="34" charset="-122"/>
                <a:cs typeface="Calibri" pitchFamily="34" charset="-120"/>
              </a:rPr>
              <a:t>C₂H₄</a:t>
            </a:r>
            <a:r>
              <a:rPr lang="en-US" sz="1250" dirty="0">
                <a:solidFill>
                  <a:srgbClr val="262B3A"/>
                </a:solidFill>
                <a:latin typeface="Calibri" pitchFamily="34" charset="0"/>
                <a:ea typeface="Calibri" pitchFamily="34" charset="-122"/>
                <a:cs typeface="Calibri" pitchFamily="34" charset="-120"/>
              </a:rPr>
              <a:t>? Calculate its </a:t>
            </a:r>
            <a:r>
              <a:rPr lang="en-US" sz="1250" b="1" dirty="0">
                <a:solidFill>
                  <a:srgbClr val="262B3A"/>
                </a:solidFill>
                <a:latin typeface="Calibri" pitchFamily="34" charset="0"/>
                <a:ea typeface="Calibri" pitchFamily="34" charset="-122"/>
                <a:cs typeface="Calibri" pitchFamily="34" charset="-120"/>
              </a:rPr>
              <a:t>Mr</a:t>
            </a:r>
            <a:r>
              <a:rPr lang="en-US" sz="1250" dirty="0">
                <a:solidFill>
                  <a:srgbClr val="262B3A"/>
                </a:solidFill>
                <a:latin typeface="Calibri" pitchFamily="34" charset="0"/>
                <a:ea typeface="Calibri" pitchFamily="34" charset="-122"/>
                <a:cs typeface="Calibri" pitchFamily="34" charset="-120"/>
              </a:rPr>
              <a:t> (C = 12, H = 1).</a:t>
            </a:r>
            <a:endParaRPr lang="en-US" sz="1250" dirty="0"/>
          </a:p>
        </p:txBody>
      </p:sp>
      <p:sp>
        <p:nvSpPr>
          <p:cNvPr id="33" name="Shape 31"/>
          <p:cNvSpPr/>
          <p:nvPr/>
        </p:nvSpPr>
        <p:spPr>
          <a:xfrm>
            <a:off x="8092440" y="3429000"/>
            <a:ext cx="3657600" cy="2011680"/>
          </a:xfrm>
          <a:prstGeom prst="roundRect">
            <a:avLst>
              <a:gd name="adj" fmla="val 2727"/>
            </a:avLst>
          </a:prstGeom>
          <a:solidFill>
            <a:srgbClr val="F8F5FC"/>
          </a:solidFill>
          <a:ln w="9525">
            <a:solidFill>
              <a:srgbClr val="DDD3EC"/>
            </a:solidFill>
            <a:prstDash val="solid"/>
          </a:ln>
        </p:spPr>
      </p:sp>
      <p:sp>
        <p:nvSpPr>
          <p:cNvPr id="34" name="Shape 32"/>
          <p:cNvSpPr/>
          <p:nvPr/>
        </p:nvSpPr>
        <p:spPr>
          <a:xfrm>
            <a:off x="8229600" y="3566160"/>
            <a:ext cx="438912" cy="438912"/>
          </a:xfrm>
          <a:prstGeom prst="ellipse">
            <a:avLst/>
          </a:prstGeom>
          <a:solidFill>
            <a:srgbClr val="6A3FA0"/>
          </a:solidFill>
          <a:ln w="12700">
            <a:solidFill>
              <a:srgbClr val="6A3FA0"/>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C4.1 • properties</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do the words </a:t>
            </a:r>
            <a:r>
              <a:rPr lang="en-US" sz="1250" b="1" dirty="0">
                <a:solidFill>
                  <a:srgbClr val="262B3A"/>
                </a:solidFill>
                <a:latin typeface="Calibri" pitchFamily="34" charset="0"/>
                <a:ea typeface="Calibri" pitchFamily="34" charset="-122"/>
                <a:cs typeface="Calibri" pitchFamily="34" charset="-120"/>
              </a:rPr>
              <a:t>hardness</a:t>
            </a:r>
            <a:r>
              <a:rPr lang="en-US" sz="1250" dirty="0">
                <a:solidFill>
                  <a:srgbClr val="262B3A"/>
                </a:solidFill>
                <a:latin typeface="Calibri" pitchFamily="34" charset="0"/>
                <a:ea typeface="Calibri" pitchFamily="34" charset="-122"/>
                <a:cs typeface="Calibri" pitchFamily="34" charset="-120"/>
              </a:rPr>
              <a:t>, </a:t>
            </a:r>
            <a:r>
              <a:rPr lang="en-US" sz="1250" b="1" dirty="0">
                <a:solidFill>
                  <a:srgbClr val="262B3A"/>
                </a:solidFill>
                <a:latin typeface="Calibri" pitchFamily="34" charset="0"/>
                <a:ea typeface="Calibri" pitchFamily="34" charset="-122"/>
                <a:cs typeface="Calibri" pitchFamily="34" charset="-120"/>
              </a:rPr>
              <a:t>strength</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flexibility</a:t>
            </a:r>
            <a:r>
              <a:rPr lang="en-US" sz="1250" dirty="0">
                <a:solidFill>
                  <a:srgbClr val="262B3A"/>
                </a:solidFill>
                <a:latin typeface="Calibri" pitchFamily="34" charset="0"/>
                <a:ea typeface="Calibri" pitchFamily="34" charset="-122"/>
                <a:cs typeface="Calibri" pitchFamily="34" charset="-120"/>
              </a:rPr>
              <a:t> mean when describing a material?</a:t>
            </a:r>
            <a:endParaRPr lang="en-US" sz="1250" dirty="0"/>
          </a:p>
        </p:txBody>
      </p:sp>
      <p:sp>
        <p:nvSpPr>
          <p:cNvPr id="38" name="Shape 36"/>
          <p:cNvSpPr/>
          <p:nvPr/>
        </p:nvSpPr>
        <p:spPr>
          <a:xfrm>
            <a:off x="411480" y="5715000"/>
            <a:ext cx="11368735" cy="548640"/>
          </a:xfrm>
          <a:prstGeom prst="rect">
            <a:avLst/>
          </a:prstGeom>
          <a:solidFill>
            <a:srgbClr val="F1ECF8"/>
          </a:solidFill>
          <a:ln w="12700">
            <a:solidFill>
              <a:srgbClr val="DDD3EC"/>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6A3FA0"/>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Properties come from bonds, not atoms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bulk properties belong to the whole material</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5</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one carbon atom and two carbon materials; models, not to scale</a:t>
            </a:r>
            <a:endParaRPr lang="en-US" sz="1000" dirty="0"/>
          </a:p>
        </p:txBody>
      </p:sp>
      <p:sp>
        <p:nvSpPr>
          <p:cNvPr id="10" name="Shape 8"/>
          <p:cNvSpPr/>
          <p:nvPr/>
        </p:nvSpPr>
        <p:spPr>
          <a:xfrm>
            <a:off x="804672" y="2039112"/>
            <a:ext cx="585216" cy="585216"/>
          </a:xfrm>
          <a:prstGeom prst="ellipse">
            <a:avLst/>
          </a:prstGeom>
          <a:solidFill>
            <a:srgbClr val="4A4A55"/>
          </a:solidFill>
          <a:ln w="12700">
            <a:solidFill>
              <a:srgbClr val="22222A"/>
            </a:solidFill>
            <a:prstDash val="solid"/>
          </a:ln>
        </p:spPr>
      </p:sp>
      <p:sp>
        <p:nvSpPr>
          <p:cNvPr id="11" name="Text 9"/>
          <p:cNvSpPr/>
          <p:nvPr/>
        </p:nvSpPr>
        <p:spPr>
          <a:xfrm>
            <a:off x="804672" y="2185416"/>
            <a:ext cx="585216"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12" name="Text 10"/>
          <p:cNvSpPr/>
          <p:nvPr/>
        </p:nvSpPr>
        <p:spPr>
          <a:xfrm>
            <a:off x="502920" y="2697480"/>
            <a:ext cx="1234440" cy="2286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one carbon atom</a:t>
            </a:r>
            <a:endParaRPr lang="en-US" sz="1050" dirty="0"/>
          </a:p>
        </p:txBody>
      </p:sp>
      <p:sp>
        <p:nvSpPr>
          <p:cNvPr id="13" name="Text 11"/>
          <p:cNvSpPr/>
          <p:nvPr/>
        </p:nvSpPr>
        <p:spPr>
          <a:xfrm>
            <a:off x="502920" y="2926080"/>
            <a:ext cx="1234440" cy="566928"/>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not hard, not soft, not shiny, does not conduct</a:t>
            </a:r>
            <a:endParaRPr lang="en-US" sz="1000" dirty="0"/>
          </a:p>
        </p:txBody>
      </p:sp>
      <p:sp>
        <p:nvSpPr>
          <p:cNvPr id="14" name="Shape 12"/>
          <p:cNvSpPr/>
          <p:nvPr/>
        </p:nvSpPr>
        <p:spPr>
          <a:xfrm flipV="1">
            <a:off x="1508760" y="1783080"/>
            <a:ext cx="822960" cy="320040"/>
          </a:xfrm>
          <a:prstGeom prst="line">
            <a:avLst/>
          </a:prstGeom>
          <a:noFill/>
          <a:ln w="22225">
            <a:solidFill>
              <a:srgbClr val="2A1F3D"/>
            </a:solidFill>
            <a:prstDash val="solid"/>
            <a:tailEnd type="triangle"/>
          </a:ln>
        </p:spPr>
      </p:sp>
      <p:sp>
        <p:nvSpPr>
          <p:cNvPr id="15" name="Shape 13"/>
          <p:cNvSpPr/>
          <p:nvPr/>
        </p:nvSpPr>
        <p:spPr>
          <a:xfrm>
            <a:off x="1508760" y="2560320"/>
            <a:ext cx="822960" cy="685800"/>
          </a:xfrm>
          <a:prstGeom prst="line">
            <a:avLst/>
          </a:prstGeom>
          <a:noFill/>
          <a:ln w="22225">
            <a:solidFill>
              <a:srgbClr val="2A1F3D"/>
            </a:solidFill>
            <a:prstDash val="solid"/>
            <a:tailEnd type="triangle"/>
          </a:ln>
        </p:spPr>
      </p:sp>
      <p:sp>
        <p:nvSpPr>
          <p:cNvPr id="16" name="Shape 14"/>
          <p:cNvSpPr/>
          <p:nvPr/>
        </p:nvSpPr>
        <p:spPr>
          <a:xfrm flipV="1">
            <a:off x="2583180" y="2416504"/>
            <a:ext cx="331470" cy="434385"/>
          </a:xfrm>
          <a:prstGeom prst="line">
            <a:avLst/>
          </a:prstGeom>
          <a:noFill/>
          <a:ln w="25400">
            <a:solidFill>
              <a:srgbClr val="5A5A66"/>
            </a:solidFill>
            <a:prstDash val="solid"/>
          </a:ln>
        </p:spPr>
      </p:sp>
      <p:sp>
        <p:nvSpPr>
          <p:cNvPr id="17" name="Shape 15"/>
          <p:cNvSpPr/>
          <p:nvPr/>
        </p:nvSpPr>
        <p:spPr>
          <a:xfrm>
            <a:off x="2583180" y="1982119"/>
            <a:ext cx="331470" cy="434385"/>
          </a:xfrm>
          <a:prstGeom prst="line">
            <a:avLst/>
          </a:prstGeom>
          <a:noFill/>
          <a:ln w="25400">
            <a:solidFill>
              <a:srgbClr val="5A5A66"/>
            </a:solidFill>
            <a:prstDash val="solid"/>
          </a:ln>
        </p:spPr>
      </p:sp>
      <p:sp>
        <p:nvSpPr>
          <p:cNvPr id="18" name="Shape 16"/>
          <p:cNvSpPr/>
          <p:nvPr/>
        </p:nvSpPr>
        <p:spPr>
          <a:xfrm flipV="1">
            <a:off x="2583180" y="2064056"/>
            <a:ext cx="331470" cy="434385"/>
          </a:xfrm>
          <a:prstGeom prst="line">
            <a:avLst/>
          </a:prstGeom>
          <a:noFill/>
          <a:ln w="25400">
            <a:solidFill>
              <a:srgbClr val="5A5A66"/>
            </a:solidFill>
            <a:prstDash val="solid"/>
          </a:ln>
        </p:spPr>
      </p:sp>
      <p:sp>
        <p:nvSpPr>
          <p:cNvPr id="19" name="Shape 17"/>
          <p:cNvSpPr/>
          <p:nvPr/>
        </p:nvSpPr>
        <p:spPr>
          <a:xfrm>
            <a:off x="2583180" y="1629672"/>
            <a:ext cx="331470" cy="434385"/>
          </a:xfrm>
          <a:prstGeom prst="line">
            <a:avLst/>
          </a:prstGeom>
          <a:noFill/>
          <a:ln w="25400">
            <a:solidFill>
              <a:srgbClr val="5A5A66"/>
            </a:solidFill>
            <a:prstDash val="solid"/>
          </a:ln>
        </p:spPr>
      </p:sp>
      <p:sp>
        <p:nvSpPr>
          <p:cNvPr id="20" name="Shape 18"/>
          <p:cNvSpPr/>
          <p:nvPr/>
        </p:nvSpPr>
        <p:spPr>
          <a:xfrm flipH="1" flipV="1">
            <a:off x="2914650" y="2416504"/>
            <a:ext cx="331470" cy="176224"/>
          </a:xfrm>
          <a:prstGeom prst="line">
            <a:avLst/>
          </a:prstGeom>
          <a:noFill/>
          <a:ln w="25400">
            <a:solidFill>
              <a:srgbClr val="5A5A66"/>
            </a:solidFill>
            <a:prstDash val="solid"/>
          </a:ln>
        </p:spPr>
      </p:sp>
      <p:sp>
        <p:nvSpPr>
          <p:cNvPr id="21" name="Shape 19"/>
          <p:cNvSpPr/>
          <p:nvPr/>
        </p:nvSpPr>
        <p:spPr>
          <a:xfrm flipV="1">
            <a:off x="3246120" y="2674665"/>
            <a:ext cx="331470" cy="434385"/>
          </a:xfrm>
          <a:prstGeom prst="line">
            <a:avLst/>
          </a:prstGeom>
          <a:noFill/>
          <a:ln w="25400">
            <a:solidFill>
              <a:srgbClr val="5A5A66"/>
            </a:solidFill>
            <a:prstDash val="solid"/>
          </a:ln>
        </p:spPr>
      </p:sp>
      <p:sp>
        <p:nvSpPr>
          <p:cNvPr id="22" name="Shape 20"/>
          <p:cNvSpPr/>
          <p:nvPr/>
        </p:nvSpPr>
        <p:spPr>
          <a:xfrm flipH="1" flipV="1">
            <a:off x="3577590" y="2674665"/>
            <a:ext cx="331470" cy="176224"/>
          </a:xfrm>
          <a:prstGeom prst="line">
            <a:avLst/>
          </a:prstGeom>
          <a:noFill/>
          <a:ln w="25400">
            <a:solidFill>
              <a:srgbClr val="5A5A66"/>
            </a:solidFill>
            <a:prstDash val="solid"/>
          </a:ln>
        </p:spPr>
      </p:sp>
      <p:sp>
        <p:nvSpPr>
          <p:cNvPr id="23" name="Shape 21"/>
          <p:cNvSpPr/>
          <p:nvPr/>
        </p:nvSpPr>
        <p:spPr>
          <a:xfrm>
            <a:off x="3246120" y="1371511"/>
            <a:ext cx="331470" cy="434385"/>
          </a:xfrm>
          <a:prstGeom prst="line">
            <a:avLst/>
          </a:prstGeom>
          <a:noFill/>
          <a:ln w="25400">
            <a:solidFill>
              <a:srgbClr val="5A5A66"/>
            </a:solidFill>
            <a:prstDash val="solid"/>
          </a:ln>
        </p:spPr>
      </p:sp>
      <p:sp>
        <p:nvSpPr>
          <p:cNvPr id="24" name="Shape 22"/>
          <p:cNvSpPr/>
          <p:nvPr/>
        </p:nvSpPr>
        <p:spPr>
          <a:xfrm flipH="1" flipV="1">
            <a:off x="3577590" y="1805895"/>
            <a:ext cx="331470" cy="176224"/>
          </a:xfrm>
          <a:prstGeom prst="line">
            <a:avLst/>
          </a:prstGeom>
          <a:noFill/>
          <a:ln w="25400">
            <a:solidFill>
              <a:srgbClr val="5A5A66"/>
            </a:solidFill>
            <a:prstDash val="solid"/>
          </a:ln>
        </p:spPr>
      </p:sp>
      <p:sp>
        <p:nvSpPr>
          <p:cNvPr id="25" name="Shape 23"/>
          <p:cNvSpPr/>
          <p:nvPr/>
        </p:nvSpPr>
        <p:spPr>
          <a:xfrm flipV="1">
            <a:off x="2914650" y="2240280"/>
            <a:ext cx="331470" cy="176224"/>
          </a:xfrm>
          <a:prstGeom prst="line">
            <a:avLst/>
          </a:prstGeom>
          <a:noFill/>
          <a:ln w="25400">
            <a:solidFill>
              <a:srgbClr val="5A5A66"/>
            </a:solidFill>
            <a:prstDash val="solid"/>
          </a:ln>
        </p:spPr>
      </p:sp>
      <p:sp>
        <p:nvSpPr>
          <p:cNvPr id="26" name="Shape 24"/>
          <p:cNvSpPr/>
          <p:nvPr/>
        </p:nvSpPr>
        <p:spPr>
          <a:xfrm flipH="1" flipV="1">
            <a:off x="2914650" y="2064056"/>
            <a:ext cx="331470" cy="176224"/>
          </a:xfrm>
          <a:prstGeom prst="line">
            <a:avLst/>
          </a:prstGeom>
          <a:noFill/>
          <a:ln w="25400">
            <a:solidFill>
              <a:srgbClr val="5A5A66"/>
            </a:solidFill>
            <a:prstDash val="solid"/>
          </a:ln>
        </p:spPr>
      </p:sp>
      <p:sp>
        <p:nvSpPr>
          <p:cNvPr id="27" name="Shape 25"/>
          <p:cNvSpPr/>
          <p:nvPr/>
        </p:nvSpPr>
        <p:spPr>
          <a:xfrm>
            <a:off x="3246120" y="2240280"/>
            <a:ext cx="331470" cy="434385"/>
          </a:xfrm>
          <a:prstGeom prst="line">
            <a:avLst/>
          </a:prstGeom>
          <a:noFill/>
          <a:ln w="25400">
            <a:solidFill>
              <a:srgbClr val="5A5A66"/>
            </a:solidFill>
            <a:prstDash val="solid"/>
          </a:ln>
        </p:spPr>
      </p:sp>
      <p:sp>
        <p:nvSpPr>
          <p:cNvPr id="28" name="Shape 26"/>
          <p:cNvSpPr/>
          <p:nvPr/>
        </p:nvSpPr>
        <p:spPr>
          <a:xfrm flipV="1">
            <a:off x="3246120" y="1805895"/>
            <a:ext cx="331470" cy="434385"/>
          </a:xfrm>
          <a:prstGeom prst="line">
            <a:avLst/>
          </a:prstGeom>
          <a:noFill/>
          <a:ln w="25400">
            <a:solidFill>
              <a:srgbClr val="5A5A66"/>
            </a:solidFill>
            <a:prstDash val="solid"/>
          </a:ln>
        </p:spPr>
      </p:sp>
      <p:sp>
        <p:nvSpPr>
          <p:cNvPr id="29" name="Shape 27"/>
          <p:cNvSpPr/>
          <p:nvPr/>
        </p:nvSpPr>
        <p:spPr>
          <a:xfrm flipV="1">
            <a:off x="2914650" y="1887833"/>
            <a:ext cx="331470" cy="176224"/>
          </a:xfrm>
          <a:prstGeom prst="line">
            <a:avLst/>
          </a:prstGeom>
          <a:noFill/>
          <a:ln w="25400">
            <a:solidFill>
              <a:srgbClr val="5A5A66"/>
            </a:solidFill>
            <a:prstDash val="solid"/>
          </a:ln>
        </p:spPr>
      </p:sp>
      <p:sp>
        <p:nvSpPr>
          <p:cNvPr id="30" name="Shape 28"/>
          <p:cNvSpPr/>
          <p:nvPr/>
        </p:nvSpPr>
        <p:spPr>
          <a:xfrm flipV="1">
            <a:off x="3577590" y="2498441"/>
            <a:ext cx="331470" cy="176224"/>
          </a:xfrm>
          <a:prstGeom prst="line">
            <a:avLst/>
          </a:prstGeom>
          <a:noFill/>
          <a:ln w="25400">
            <a:solidFill>
              <a:srgbClr val="5A5A66"/>
            </a:solidFill>
            <a:prstDash val="solid"/>
          </a:ln>
        </p:spPr>
      </p:sp>
      <p:sp>
        <p:nvSpPr>
          <p:cNvPr id="31" name="Shape 29"/>
          <p:cNvSpPr/>
          <p:nvPr/>
        </p:nvSpPr>
        <p:spPr>
          <a:xfrm flipV="1">
            <a:off x="3577590" y="1629672"/>
            <a:ext cx="331470" cy="176224"/>
          </a:xfrm>
          <a:prstGeom prst="line">
            <a:avLst/>
          </a:prstGeom>
          <a:noFill/>
          <a:ln w="25400">
            <a:solidFill>
              <a:srgbClr val="5A5A66"/>
            </a:solidFill>
            <a:prstDash val="solid"/>
          </a:ln>
        </p:spPr>
      </p:sp>
      <p:sp>
        <p:nvSpPr>
          <p:cNvPr id="32" name="Shape 30"/>
          <p:cNvSpPr/>
          <p:nvPr/>
        </p:nvSpPr>
        <p:spPr>
          <a:xfrm>
            <a:off x="3179826" y="2526433"/>
            <a:ext cx="132588" cy="132588"/>
          </a:xfrm>
          <a:prstGeom prst="ellipse">
            <a:avLst/>
          </a:prstGeom>
          <a:solidFill>
            <a:srgbClr val="8A8A96"/>
          </a:solidFill>
          <a:ln w="9525">
            <a:solidFill>
              <a:srgbClr val="22222A"/>
            </a:solidFill>
            <a:prstDash val="solid"/>
          </a:ln>
        </p:spPr>
      </p:sp>
      <p:sp>
        <p:nvSpPr>
          <p:cNvPr id="33" name="Shape 31"/>
          <p:cNvSpPr/>
          <p:nvPr/>
        </p:nvSpPr>
        <p:spPr>
          <a:xfrm>
            <a:off x="2516886" y="1915825"/>
            <a:ext cx="132588" cy="132588"/>
          </a:xfrm>
          <a:prstGeom prst="ellipse">
            <a:avLst/>
          </a:prstGeom>
          <a:solidFill>
            <a:srgbClr val="8A8A96"/>
          </a:solidFill>
          <a:ln w="9525">
            <a:solidFill>
              <a:srgbClr val="22222A"/>
            </a:solidFill>
            <a:prstDash val="solid"/>
          </a:ln>
        </p:spPr>
      </p:sp>
      <p:sp>
        <p:nvSpPr>
          <p:cNvPr id="34" name="Shape 32"/>
          <p:cNvSpPr/>
          <p:nvPr/>
        </p:nvSpPr>
        <p:spPr>
          <a:xfrm>
            <a:off x="3842766" y="1915825"/>
            <a:ext cx="132588" cy="132588"/>
          </a:xfrm>
          <a:prstGeom prst="ellipse">
            <a:avLst/>
          </a:prstGeom>
          <a:solidFill>
            <a:srgbClr val="8A8A96"/>
          </a:solidFill>
          <a:ln w="9525">
            <a:solidFill>
              <a:srgbClr val="22222A"/>
            </a:solidFill>
            <a:prstDash val="solid"/>
          </a:ln>
        </p:spPr>
      </p:sp>
      <p:sp>
        <p:nvSpPr>
          <p:cNvPr id="35" name="Shape 33"/>
          <p:cNvSpPr/>
          <p:nvPr/>
        </p:nvSpPr>
        <p:spPr>
          <a:xfrm>
            <a:off x="2848356" y="2350210"/>
            <a:ext cx="132588" cy="132588"/>
          </a:xfrm>
          <a:prstGeom prst="ellipse">
            <a:avLst/>
          </a:prstGeom>
          <a:solidFill>
            <a:srgbClr val="8A8A96"/>
          </a:solidFill>
          <a:ln w="9525">
            <a:solidFill>
              <a:srgbClr val="22222A"/>
            </a:solidFill>
            <a:prstDash val="solid"/>
          </a:ln>
        </p:spPr>
      </p:sp>
      <p:sp>
        <p:nvSpPr>
          <p:cNvPr id="36" name="Shape 34"/>
          <p:cNvSpPr/>
          <p:nvPr/>
        </p:nvSpPr>
        <p:spPr>
          <a:xfrm>
            <a:off x="3179826" y="1305217"/>
            <a:ext cx="132588" cy="132588"/>
          </a:xfrm>
          <a:prstGeom prst="ellipse">
            <a:avLst/>
          </a:prstGeom>
          <a:solidFill>
            <a:srgbClr val="8A8A96"/>
          </a:solidFill>
          <a:ln w="9525">
            <a:solidFill>
              <a:srgbClr val="22222A"/>
            </a:solidFill>
            <a:prstDash val="solid"/>
          </a:ln>
        </p:spPr>
      </p:sp>
      <p:sp>
        <p:nvSpPr>
          <p:cNvPr id="37" name="Shape 35"/>
          <p:cNvSpPr/>
          <p:nvPr/>
        </p:nvSpPr>
        <p:spPr>
          <a:xfrm>
            <a:off x="2516886" y="2784594"/>
            <a:ext cx="132588" cy="132588"/>
          </a:xfrm>
          <a:prstGeom prst="ellipse">
            <a:avLst/>
          </a:prstGeom>
          <a:solidFill>
            <a:srgbClr val="8A8A96"/>
          </a:solidFill>
          <a:ln w="9525">
            <a:solidFill>
              <a:srgbClr val="22222A"/>
            </a:solidFill>
            <a:prstDash val="solid"/>
          </a:ln>
        </p:spPr>
      </p:sp>
      <p:sp>
        <p:nvSpPr>
          <p:cNvPr id="38" name="Shape 36"/>
          <p:cNvSpPr/>
          <p:nvPr/>
        </p:nvSpPr>
        <p:spPr>
          <a:xfrm>
            <a:off x="3842766" y="2784594"/>
            <a:ext cx="132588" cy="132588"/>
          </a:xfrm>
          <a:prstGeom prst="ellipse">
            <a:avLst/>
          </a:prstGeom>
          <a:solidFill>
            <a:srgbClr val="8A8A96"/>
          </a:solidFill>
          <a:ln w="9525">
            <a:solidFill>
              <a:srgbClr val="22222A"/>
            </a:solidFill>
            <a:prstDash val="solid"/>
          </a:ln>
        </p:spPr>
      </p:sp>
      <p:sp>
        <p:nvSpPr>
          <p:cNvPr id="39" name="Shape 37"/>
          <p:cNvSpPr/>
          <p:nvPr/>
        </p:nvSpPr>
        <p:spPr>
          <a:xfrm>
            <a:off x="3511296" y="1739601"/>
            <a:ext cx="132588" cy="132588"/>
          </a:xfrm>
          <a:prstGeom prst="ellipse">
            <a:avLst/>
          </a:prstGeom>
          <a:solidFill>
            <a:srgbClr val="8A8A96"/>
          </a:solidFill>
          <a:ln w="9525">
            <a:solidFill>
              <a:srgbClr val="22222A"/>
            </a:solidFill>
            <a:prstDash val="solid"/>
          </a:ln>
        </p:spPr>
      </p:sp>
      <p:sp>
        <p:nvSpPr>
          <p:cNvPr id="40" name="Shape 38"/>
          <p:cNvSpPr/>
          <p:nvPr/>
        </p:nvSpPr>
        <p:spPr>
          <a:xfrm>
            <a:off x="3179826" y="2173986"/>
            <a:ext cx="132588" cy="132588"/>
          </a:xfrm>
          <a:prstGeom prst="ellipse">
            <a:avLst/>
          </a:prstGeom>
          <a:solidFill>
            <a:srgbClr val="8A8A96"/>
          </a:solidFill>
          <a:ln w="9525">
            <a:solidFill>
              <a:srgbClr val="22222A"/>
            </a:solidFill>
            <a:prstDash val="solid"/>
          </a:ln>
        </p:spPr>
      </p:sp>
      <p:sp>
        <p:nvSpPr>
          <p:cNvPr id="41" name="Shape 39"/>
          <p:cNvSpPr/>
          <p:nvPr/>
        </p:nvSpPr>
        <p:spPr>
          <a:xfrm>
            <a:off x="3511296" y="2608371"/>
            <a:ext cx="132588" cy="132588"/>
          </a:xfrm>
          <a:prstGeom prst="ellipse">
            <a:avLst/>
          </a:prstGeom>
          <a:solidFill>
            <a:srgbClr val="4A4A55"/>
          </a:solidFill>
          <a:ln w="9525">
            <a:solidFill>
              <a:srgbClr val="22222A"/>
            </a:solidFill>
            <a:prstDash val="solid"/>
          </a:ln>
        </p:spPr>
      </p:sp>
      <p:sp>
        <p:nvSpPr>
          <p:cNvPr id="42" name="Shape 40"/>
          <p:cNvSpPr/>
          <p:nvPr/>
        </p:nvSpPr>
        <p:spPr>
          <a:xfrm>
            <a:off x="2516886" y="1563378"/>
            <a:ext cx="132588" cy="132588"/>
          </a:xfrm>
          <a:prstGeom prst="ellipse">
            <a:avLst/>
          </a:prstGeom>
          <a:solidFill>
            <a:srgbClr val="4A4A55"/>
          </a:solidFill>
          <a:ln w="9525">
            <a:solidFill>
              <a:srgbClr val="22222A"/>
            </a:solidFill>
            <a:prstDash val="solid"/>
          </a:ln>
        </p:spPr>
      </p:sp>
      <p:sp>
        <p:nvSpPr>
          <p:cNvPr id="43" name="Shape 41"/>
          <p:cNvSpPr/>
          <p:nvPr/>
        </p:nvSpPr>
        <p:spPr>
          <a:xfrm>
            <a:off x="3842766" y="1563378"/>
            <a:ext cx="132588" cy="132588"/>
          </a:xfrm>
          <a:prstGeom prst="ellipse">
            <a:avLst/>
          </a:prstGeom>
          <a:solidFill>
            <a:srgbClr val="4A4A55"/>
          </a:solidFill>
          <a:ln w="9525">
            <a:solidFill>
              <a:srgbClr val="22222A"/>
            </a:solidFill>
            <a:prstDash val="solid"/>
          </a:ln>
        </p:spPr>
      </p:sp>
      <p:sp>
        <p:nvSpPr>
          <p:cNvPr id="44" name="Shape 42"/>
          <p:cNvSpPr/>
          <p:nvPr/>
        </p:nvSpPr>
        <p:spPr>
          <a:xfrm>
            <a:off x="3179826" y="3042755"/>
            <a:ext cx="132588" cy="132588"/>
          </a:xfrm>
          <a:prstGeom prst="ellipse">
            <a:avLst/>
          </a:prstGeom>
          <a:solidFill>
            <a:srgbClr val="4A4A55"/>
          </a:solidFill>
          <a:ln w="9525">
            <a:solidFill>
              <a:srgbClr val="22222A"/>
            </a:solidFill>
            <a:prstDash val="solid"/>
          </a:ln>
        </p:spPr>
      </p:sp>
      <p:sp>
        <p:nvSpPr>
          <p:cNvPr id="45" name="Shape 43"/>
          <p:cNvSpPr/>
          <p:nvPr/>
        </p:nvSpPr>
        <p:spPr>
          <a:xfrm>
            <a:off x="2848356" y="1997762"/>
            <a:ext cx="132588" cy="132588"/>
          </a:xfrm>
          <a:prstGeom prst="ellipse">
            <a:avLst/>
          </a:prstGeom>
          <a:solidFill>
            <a:srgbClr val="4A4A55"/>
          </a:solidFill>
          <a:ln w="9525">
            <a:solidFill>
              <a:srgbClr val="22222A"/>
            </a:solidFill>
            <a:prstDash val="solid"/>
          </a:ln>
        </p:spPr>
      </p:sp>
      <p:sp>
        <p:nvSpPr>
          <p:cNvPr id="46" name="Shape 44"/>
          <p:cNvSpPr/>
          <p:nvPr/>
        </p:nvSpPr>
        <p:spPr>
          <a:xfrm>
            <a:off x="2516886" y="2432147"/>
            <a:ext cx="132588" cy="132588"/>
          </a:xfrm>
          <a:prstGeom prst="ellipse">
            <a:avLst/>
          </a:prstGeom>
          <a:solidFill>
            <a:srgbClr val="4A4A55"/>
          </a:solidFill>
          <a:ln w="9525">
            <a:solidFill>
              <a:srgbClr val="22222A"/>
            </a:solidFill>
            <a:prstDash val="solid"/>
          </a:ln>
        </p:spPr>
      </p:sp>
      <p:sp>
        <p:nvSpPr>
          <p:cNvPr id="47" name="Shape 45"/>
          <p:cNvSpPr/>
          <p:nvPr/>
        </p:nvSpPr>
        <p:spPr>
          <a:xfrm>
            <a:off x="3842766" y="2432147"/>
            <a:ext cx="132588" cy="132588"/>
          </a:xfrm>
          <a:prstGeom prst="ellipse">
            <a:avLst/>
          </a:prstGeom>
          <a:solidFill>
            <a:srgbClr val="4A4A55"/>
          </a:solidFill>
          <a:ln w="9525">
            <a:solidFill>
              <a:srgbClr val="22222A"/>
            </a:solidFill>
            <a:prstDash val="solid"/>
          </a:ln>
        </p:spPr>
      </p:sp>
      <p:sp>
        <p:nvSpPr>
          <p:cNvPr id="48" name="Shape 46"/>
          <p:cNvSpPr/>
          <p:nvPr/>
        </p:nvSpPr>
        <p:spPr>
          <a:xfrm>
            <a:off x="3179826" y="1821539"/>
            <a:ext cx="132588" cy="132588"/>
          </a:xfrm>
          <a:prstGeom prst="ellipse">
            <a:avLst/>
          </a:prstGeom>
          <a:solidFill>
            <a:srgbClr val="4A4A55"/>
          </a:solidFill>
          <a:ln w="9525">
            <a:solidFill>
              <a:srgbClr val="22222A"/>
            </a:solidFill>
            <a:prstDash val="solid"/>
          </a:ln>
        </p:spPr>
      </p:sp>
      <p:sp>
        <p:nvSpPr>
          <p:cNvPr id="49" name="Text 47"/>
          <p:cNvSpPr/>
          <p:nvPr/>
        </p:nvSpPr>
        <p:spPr>
          <a:xfrm>
            <a:off x="4069080" y="1371600"/>
            <a:ext cx="1783080" cy="256032"/>
          </a:xfrm>
          <a:prstGeom prst="rect">
            <a:avLst/>
          </a:prstGeom>
          <a:noFill/>
          <a:ln/>
        </p:spPr>
        <p:txBody>
          <a:bodyPr wrap="square" lIns="0" tIns="0" rIns="0" bIns="0" rtlCol="0" anchor="ctr"/>
          <a:lstStyle/>
          <a:p>
            <a:pPr algn="l" indent="0" marL="0">
              <a:buNone/>
            </a:pPr>
            <a:r>
              <a:rPr lang="en-US" sz="1150" b="1" dirty="0">
                <a:solidFill>
                  <a:srgbClr val="262B3A"/>
                </a:solidFill>
                <a:latin typeface="Calibri" pitchFamily="34" charset="0"/>
                <a:ea typeface="Calibri" pitchFamily="34" charset="-122"/>
                <a:cs typeface="Calibri" pitchFamily="34" charset="-120"/>
              </a:rPr>
              <a:t>Diamond</a:t>
            </a:r>
            <a:endParaRPr lang="en-US" sz="1150" dirty="0"/>
          </a:p>
        </p:txBody>
      </p:sp>
      <p:sp>
        <p:nvSpPr>
          <p:cNvPr id="50" name="Text 48"/>
          <p:cNvSpPr/>
          <p:nvPr/>
        </p:nvSpPr>
        <p:spPr>
          <a:xfrm>
            <a:off x="4069080" y="1645920"/>
            <a:ext cx="1783080" cy="73152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every C bonded to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others in 3D: very hard, does not conduct</a:t>
            </a:r>
            <a:endParaRPr lang="en-US" sz="1000" dirty="0"/>
          </a:p>
        </p:txBody>
      </p:sp>
      <p:sp>
        <p:nvSpPr>
          <p:cNvPr id="51" name="Shape 49"/>
          <p:cNvSpPr/>
          <p:nvPr/>
        </p:nvSpPr>
        <p:spPr>
          <a:xfrm>
            <a:off x="2468880" y="3502152"/>
            <a:ext cx="91" cy="100584"/>
          </a:xfrm>
          <a:prstGeom prst="line">
            <a:avLst/>
          </a:prstGeom>
          <a:noFill/>
          <a:ln w="19050">
            <a:solidFill>
              <a:srgbClr val="4A4A55"/>
            </a:solidFill>
            <a:prstDash val="solid"/>
          </a:ln>
        </p:spPr>
      </p:sp>
      <p:sp>
        <p:nvSpPr>
          <p:cNvPr id="52" name="Shape 50"/>
          <p:cNvSpPr/>
          <p:nvPr/>
        </p:nvSpPr>
        <p:spPr>
          <a:xfrm flipV="1">
            <a:off x="2468880" y="3451860"/>
            <a:ext cx="174217" cy="50292"/>
          </a:xfrm>
          <a:prstGeom prst="line">
            <a:avLst/>
          </a:prstGeom>
          <a:noFill/>
          <a:ln w="19050">
            <a:solidFill>
              <a:srgbClr val="4A4A55"/>
            </a:solidFill>
            <a:prstDash val="solid"/>
          </a:ln>
        </p:spPr>
      </p:sp>
      <p:sp>
        <p:nvSpPr>
          <p:cNvPr id="53" name="Shape 51"/>
          <p:cNvSpPr/>
          <p:nvPr/>
        </p:nvSpPr>
        <p:spPr>
          <a:xfrm>
            <a:off x="2468880" y="3200400"/>
            <a:ext cx="91" cy="100584"/>
          </a:xfrm>
          <a:prstGeom prst="line">
            <a:avLst/>
          </a:prstGeom>
          <a:noFill/>
          <a:ln w="19050">
            <a:solidFill>
              <a:srgbClr val="4A4A55"/>
            </a:solidFill>
            <a:prstDash val="solid"/>
          </a:ln>
        </p:spPr>
      </p:sp>
      <p:sp>
        <p:nvSpPr>
          <p:cNvPr id="54" name="Shape 52"/>
          <p:cNvSpPr/>
          <p:nvPr/>
        </p:nvSpPr>
        <p:spPr>
          <a:xfrm>
            <a:off x="2468880" y="3300984"/>
            <a:ext cx="174217" cy="50292"/>
          </a:xfrm>
          <a:prstGeom prst="line">
            <a:avLst/>
          </a:prstGeom>
          <a:noFill/>
          <a:ln w="19050">
            <a:solidFill>
              <a:srgbClr val="4A4A55"/>
            </a:solidFill>
            <a:prstDash val="solid"/>
          </a:ln>
        </p:spPr>
      </p:sp>
      <p:sp>
        <p:nvSpPr>
          <p:cNvPr id="55" name="Shape 53"/>
          <p:cNvSpPr/>
          <p:nvPr/>
        </p:nvSpPr>
        <p:spPr>
          <a:xfrm>
            <a:off x="2643097" y="3351276"/>
            <a:ext cx="91" cy="100584"/>
          </a:xfrm>
          <a:prstGeom prst="line">
            <a:avLst/>
          </a:prstGeom>
          <a:noFill/>
          <a:ln w="19050">
            <a:solidFill>
              <a:srgbClr val="4A4A55"/>
            </a:solidFill>
            <a:prstDash val="solid"/>
          </a:ln>
        </p:spPr>
      </p:sp>
      <p:sp>
        <p:nvSpPr>
          <p:cNvPr id="56" name="Shape 54"/>
          <p:cNvSpPr/>
          <p:nvPr/>
        </p:nvSpPr>
        <p:spPr>
          <a:xfrm flipV="1">
            <a:off x="2643097" y="3300984"/>
            <a:ext cx="174217" cy="50292"/>
          </a:xfrm>
          <a:prstGeom prst="line">
            <a:avLst/>
          </a:prstGeom>
          <a:noFill/>
          <a:ln w="19050">
            <a:solidFill>
              <a:srgbClr val="4A4A55"/>
            </a:solidFill>
            <a:prstDash val="solid"/>
          </a:ln>
        </p:spPr>
      </p:sp>
      <p:sp>
        <p:nvSpPr>
          <p:cNvPr id="57" name="Shape 55"/>
          <p:cNvSpPr/>
          <p:nvPr/>
        </p:nvSpPr>
        <p:spPr>
          <a:xfrm>
            <a:off x="2643097" y="3451860"/>
            <a:ext cx="174217" cy="50292"/>
          </a:xfrm>
          <a:prstGeom prst="line">
            <a:avLst/>
          </a:prstGeom>
          <a:noFill/>
          <a:ln w="19050">
            <a:solidFill>
              <a:srgbClr val="4A4A55"/>
            </a:solidFill>
            <a:prstDash val="solid"/>
          </a:ln>
        </p:spPr>
      </p:sp>
      <p:sp>
        <p:nvSpPr>
          <p:cNvPr id="58" name="Shape 56"/>
          <p:cNvSpPr/>
          <p:nvPr/>
        </p:nvSpPr>
        <p:spPr>
          <a:xfrm>
            <a:off x="2817313" y="3502152"/>
            <a:ext cx="91" cy="100584"/>
          </a:xfrm>
          <a:prstGeom prst="line">
            <a:avLst/>
          </a:prstGeom>
          <a:noFill/>
          <a:ln w="19050">
            <a:solidFill>
              <a:srgbClr val="4A4A55"/>
            </a:solidFill>
            <a:prstDash val="solid"/>
          </a:ln>
        </p:spPr>
      </p:sp>
      <p:sp>
        <p:nvSpPr>
          <p:cNvPr id="59" name="Shape 57"/>
          <p:cNvSpPr/>
          <p:nvPr/>
        </p:nvSpPr>
        <p:spPr>
          <a:xfrm flipV="1">
            <a:off x="2817313" y="3451860"/>
            <a:ext cx="174217" cy="50292"/>
          </a:xfrm>
          <a:prstGeom prst="line">
            <a:avLst/>
          </a:prstGeom>
          <a:noFill/>
          <a:ln w="19050">
            <a:solidFill>
              <a:srgbClr val="4A4A55"/>
            </a:solidFill>
            <a:prstDash val="solid"/>
          </a:ln>
        </p:spPr>
      </p:sp>
      <p:sp>
        <p:nvSpPr>
          <p:cNvPr id="60" name="Shape 58"/>
          <p:cNvSpPr/>
          <p:nvPr/>
        </p:nvSpPr>
        <p:spPr>
          <a:xfrm>
            <a:off x="2817313" y="3200400"/>
            <a:ext cx="91" cy="100584"/>
          </a:xfrm>
          <a:prstGeom prst="line">
            <a:avLst/>
          </a:prstGeom>
          <a:noFill/>
          <a:ln w="19050">
            <a:solidFill>
              <a:srgbClr val="4A4A55"/>
            </a:solidFill>
            <a:prstDash val="solid"/>
          </a:ln>
        </p:spPr>
      </p:sp>
      <p:sp>
        <p:nvSpPr>
          <p:cNvPr id="61" name="Shape 59"/>
          <p:cNvSpPr/>
          <p:nvPr/>
        </p:nvSpPr>
        <p:spPr>
          <a:xfrm>
            <a:off x="2817313" y="3300984"/>
            <a:ext cx="174217" cy="50292"/>
          </a:xfrm>
          <a:prstGeom prst="line">
            <a:avLst/>
          </a:prstGeom>
          <a:noFill/>
          <a:ln w="19050">
            <a:solidFill>
              <a:srgbClr val="4A4A55"/>
            </a:solidFill>
            <a:prstDash val="solid"/>
          </a:ln>
        </p:spPr>
      </p:sp>
      <p:sp>
        <p:nvSpPr>
          <p:cNvPr id="62" name="Shape 60"/>
          <p:cNvSpPr/>
          <p:nvPr/>
        </p:nvSpPr>
        <p:spPr>
          <a:xfrm>
            <a:off x="2991530" y="3351276"/>
            <a:ext cx="91" cy="100584"/>
          </a:xfrm>
          <a:prstGeom prst="line">
            <a:avLst/>
          </a:prstGeom>
          <a:noFill/>
          <a:ln w="19050">
            <a:solidFill>
              <a:srgbClr val="4A4A55"/>
            </a:solidFill>
            <a:prstDash val="solid"/>
          </a:ln>
        </p:spPr>
      </p:sp>
      <p:sp>
        <p:nvSpPr>
          <p:cNvPr id="63" name="Shape 61"/>
          <p:cNvSpPr/>
          <p:nvPr/>
        </p:nvSpPr>
        <p:spPr>
          <a:xfrm flipV="1">
            <a:off x="2991530" y="3300984"/>
            <a:ext cx="174217" cy="50292"/>
          </a:xfrm>
          <a:prstGeom prst="line">
            <a:avLst/>
          </a:prstGeom>
          <a:noFill/>
          <a:ln w="19050">
            <a:solidFill>
              <a:srgbClr val="4A4A55"/>
            </a:solidFill>
            <a:prstDash val="solid"/>
          </a:ln>
        </p:spPr>
      </p:sp>
      <p:sp>
        <p:nvSpPr>
          <p:cNvPr id="64" name="Shape 62"/>
          <p:cNvSpPr/>
          <p:nvPr/>
        </p:nvSpPr>
        <p:spPr>
          <a:xfrm>
            <a:off x="2991530" y="3451860"/>
            <a:ext cx="174217" cy="50292"/>
          </a:xfrm>
          <a:prstGeom prst="line">
            <a:avLst/>
          </a:prstGeom>
          <a:noFill/>
          <a:ln w="19050">
            <a:solidFill>
              <a:srgbClr val="4A4A55"/>
            </a:solidFill>
            <a:prstDash val="solid"/>
          </a:ln>
        </p:spPr>
      </p:sp>
      <p:sp>
        <p:nvSpPr>
          <p:cNvPr id="65" name="Shape 63"/>
          <p:cNvSpPr/>
          <p:nvPr/>
        </p:nvSpPr>
        <p:spPr>
          <a:xfrm>
            <a:off x="3165746" y="3502152"/>
            <a:ext cx="91" cy="100584"/>
          </a:xfrm>
          <a:prstGeom prst="line">
            <a:avLst/>
          </a:prstGeom>
          <a:noFill/>
          <a:ln w="19050">
            <a:solidFill>
              <a:srgbClr val="4A4A55"/>
            </a:solidFill>
            <a:prstDash val="solid"/>
          </a:ln>
        </p:spPr>
      </p:sp>
      <p:sp>
        <p:nvSpPr>
          <p:cNvPr id="66" name="Shape 64"/>
          <p:cNvSpPr/>
          <p:nvPr/>
        </p:nvSpPr>
        <p:spPr>
          <a:xfrm flipV="1">
            <a:off x="3165746" y="3451860"/>
            <a:ext cx="174217" cy="50292"/>
          </a:xfrm>
          <a:prstGeom prst="line">
            <a:avLst/>
          </a:prstGeom>
          <a:noFill/>
          <a:ln w="19050">
            <a:solidFill>
              <a:srgbClr val="4A4A55"/>
            </a:solidFill>
            <a:prstDash val="solid"/>
          </a:ln>
        </p:spPr>
      </p:sp>
      <p:sp>
        <p:nvSpPr>
          <p:cNvPr id="67" name="Shape 65"/>
          <p:cNvSpPr/>
          <p:nvPr/>
        </p:nvSpPr>
        <p:spPr>
          <a:xfrm>
            <a:off x="3165746" y="3200400"/>
            <a:ext cx="91" cy="100584"/>
          </a:xfrm>
          <a:prstGeom prst="line">
            <a:avLst/>
          </a:prstGeom>
          <a:noFill/>
          <a:ln w="19050">
            <a:solidFill>
              <a:srgbClr val="4A4A55"/>
            </a:solidFill>
            <a:prstDash val="solid"/>
          </a:ln>
        </p:spPr>
      </p:sp>
      <p:sp>
        <p:nvSpPr>
          <p:cNvPr id="68" name="Shape 66"/>
          <p:cNvSpPr/>
          <p:nvPr/>
        </p:nvSpPr>
        <p:spPr>
          <a:xfrm>
            <a:off x="3165746" y="3300984"/>
            <a:ext cx="174217" cy="50292"/>
          </a:xfrm>
          <a:prstGeom prst="line">
            <a:avLst/>
          </a:prstGeom>
          <a:noFill/>
          <a:ln w="19050">
            <a:solidFill>
              <a:srgbClr val="4A4A55"/>
            </a:solidFill>
            <a:prstDash val="solid"/>
          </a:ln>
        </p:spPr>
      </p:sp>
      <p:sp>
        <p:nvSpPr>
          <p:cNvPr id="69" name="Shape 67"/>
          <p:cNvSpPr/>
          <p:nvPr/>
        </p:nvSpPr>
        <p:spPr>
          <a:xfrm>
            <a:off x="3339963" y="3351276"/>
            <a:ext cx="91" cy="100584"/>
          </a:xfrm>
          <a:prstGeom prst="line">
            <a:avLst/>
          </a:prstGeom>
          <a:noFill/>
          <a:ln w="19050">
            <a:solidFill>
              <a:srgbClr val="4A4A55"/>
            </a:solidFill>
            <a:prstDash val="solid"/>
          </a:ln>
        </p:spPr>
      </p:sp>
      <p:sp>
        <p:nvSpPr>
          <p:cNvPr id="70" name="Shape 68"/>
          <p:cNvSpPr/>
          <p:nvPr/>
        </p:nvSpPr>
        <p:spPr>
          <a:xfrm flipV="1">
            <a:off x="3339963" y="3300984"/>
            <a:ext cx="174217" cy="50292"/>
          </a:xfrm>
          <a:prstGeom prst="line">
            <a:avLst/>
          </a:prstGeom>
          <a:noFill/>
          <a:ln w="19050">
            <a:solidFill>
              <a:srgbClr val="4A4A55"/>
            </a:solidFill>
            <a:prstDash val="solid"/>
          </a:ln>
        </p:spPr>
      </p:sp>
      <p:sp>
        <p:nvSpPr>
          <p:cNvPr id="71" name="Shape 69"/>
          <p:cNvSpPr/>
          <p:nvPr/>
        </p:nvSpPr>
        <p:spPr>
          <a:xfrm>
            <a:off x="3339963" y="3451860"/>
            <a:ext cx="174217" cy="50292"/>
          </a:xfrm>
          <a:prstGeom prst="line">
            <a:avLst/>
          </a:prstGeom>
          <a:noFill/>
          <a:ln w="19050">
            <a:solidFill>
              <a:srgbClr val="4A4A55"/>
            </a:solidFill>
            <a:prstDash val="solid"/>
          </a:ln>
        </p:spPr>
      </p:sp>
      <p:sp>
        <p:nvSpPr>
          <p:cNvPr id="72" name="Shape 70"/>
          <p:cNvSpPr/>
          <p:nvPr/>
        </p:nvSpPr>
        <p:spPr>
          <a:xfrm>
            <a:off x="3514180" y="3502152"/>
            <a:ext cx="91" cy="100584"/>
          </a:xfrm>
          <a:prstGeom prst="line">
            <a:avLst/>
          </a:prstGeom>
          <a:noFill/>
          <a:ln w="19050">
            <a:solidFill>
              <a:srgbClr val="4A4A55"/>
            </a:solidFill>
            <a:prstDash val="solid"/>
          </a:ln>
        </p:spPr>
      </p:sp>
      <p:sp>
        <p:nvSpPr>
          <p:cNvPr id="73" name="Shape 71"/>
          <p:cNvSpPr/>
          <p:nvPr/>
        </p:nvSpPr>
        <p:spPr>
          <a:xfrm flipV="1">
            <a:off x="3514180" y="3451860"/>
            <a:ext cx="174217" cy="50292"/>
          </a:xfrm>
          <a:prstGeom prst="line">
            <a:avLst/>
          </a:prstGeom>
          <a:noFill/>
          <a:ln w="19050">
            <a:solidFill>
              <a:srgbClr val="4A4A55"/>
            </a:solidFill>
            <a:prstDash val="solid"/>
          </a:ln>
        </p:spPr>
      </p:sp>
      <p:sp>
        <p:nvSpPr>
          <p:cNvPr id="74" name="Shape 72"/>
          <p:cNvSpPr/>
          <p:nvPr/>
        </p:nvSpPr>
        <p:spPr>
          <a:xfrm>
            <a:off x="3514180" y="3200400"/>
            <a:ext cx="91" cy="100584"/>
          </a:xfrm>
          <a:prstGeom prst="line">
            <a:avLst/>
          </a:prstGeom>
          <a:noFill/>
          <a:ln w="19050">
            <a:solidFill>
              <a:srgbClr val="4A4A55"/>
            </a:solidFill>
            <a:prstDash val="solid"/>
          </a:ln>
        </p:spPr>
      </p:sp>
      <p:sp>
        <p:nvSpPr>
          <p:cNvPr id="75" name="Shape 73"/>
          <p:cNvSpPr/>
          <p:nvPr/>
        </p:nvSpPr>
        <p:spPr>
          <a:xfrm>
            <a:off x="3514180" y="3300984"/>
            <a:ext cx="174217" cy="50292"/>
          </a:xfrm>
          <a:prstGeom prst="line">
            <a:avLst/>
          </a:prstGeom>
          <a:noFill/>
          <a:ln w="19050">
            <a:solidFill>
              <a:srgbClr val="4A4A55"/>
            </a:solidFill>
            <a:prstDash val="solid"/>
          </a:ln>
        </p:spPr>
      </p:sp>
      <p:sp>
        <p:nvSpPr>
          <p:cNvPr id="76" name="Shape 74"/>
          <p:cNvSpPr/>
          <p:nvPr/>
        </p:nvSpPr>
        <p:spPr>
          <a:xfrm>
            <a:off x="3688396" y="3351276"/>
            <a:ext cx="91" cy="100584"/>
          </a:xfrm>
          <a:prstGeom prst="line">
            <a:avLst/>
          </a:prstGeom>
          <a:noFill/>
          <a:ln w="19050">
            <a:solidFill>
              <a:srgbClr val="4A4A55"/>
            </a:solidFill>
            <a:prstDash val="solid"/>
          </a:ln>
        </p:spPr>
      </p:sp>
      <p:sp>
        <p:nvSpPr>
          <p:cNvPr id="77" name="Shape 75"/>
          <p:cNvSpPr/>
          <p:nvPr/>
        </p:nvSpPr>
        <p:spPr>
          <a:xfrm>
            <a:off x="2441448" y="3474720"/>
            <a:ext cx="54864" cy="54864"/>
          </a:xfrm>
          <a:prstGeom prst="ellipse">
            <a:avLst/>
          </a:prstGeom>
          <a:solidFill>
            <a:srgbClr val="4A4A55"/>
          </a:solidFill>
          <a:ln w="6350">
            <a:solidFill>
              <a:srgbClr val="22222A"/>
            </a:solidFill>
            <a:prstDash val="solid"/>
          </a:ln>
        </p:spPr>
      </p:sp>
      <p:sp>
        <p:nvSpPr>
          <p:cNvPr id="78" name="Shape 76"/>
          <p:cNvSpPr/>
          <p:nvPr/>
        </p:nvSpPr>
        <p:spPr>
          <a:xfrm>
            <a:off x="2441448" y="3575304"/>
            <a:ext cx="54864" cy="54864"/>
          </a:xfrm>
          <a:prstGeom prst="ellipse">
            <a:avLst/>
          </a:prstGeom>
          <a:solidFill>
            <a:srgbClr val="4A4A55"/>
          </a:solidFill>
          <a:ln w="6350">
            <a:solidFill>
              <a:srgbClr val="22222A"/>
            </a:solidFill>
            <a:prstDash val="solid"/>
          </a:ln>
        </p:spPr>
      </p:sp>
      <p:sp>
        <p:nvSpPr>
          <p:cNvPr id="79" name="Shape 77"/>
          <p:cNvSpPr/>
          <p:nvPr/>
        </p:nvSpPr>
        <p:spPr>
          <a:xfrm>
            <a:off x="2441448" y="3172968"/>
            <a:ext cx="54864" cy="54864"/>
          </a:xfrm>
          <a:prstGeom prst="ellipse">
            <a:avLst/>
          </a:prstGeom>
          <a:solidFill>
            <a:srgbClr val="4A4A55"/>
          </a:solidFill>
          <a:ln w="6350">
            <a:solidFill>
              <a:srgbClr val="22222A"/>
            </a:solidFill>
            <a:prstDash val="solid"/>
          </a:ln>
        </p:spPr>
      </p:sp>
      <p:sp>
        <p:nvSpPr>
          <p:cNvPr id="80" name="Shape 78"/>
          <p:cNvSpPr/>
          <p:nvPr/>
        </p:nvSpPr>
        <p:spPr>
          <a:xfrm>
            <a:off x="2441448" y="3273552"/>
            <a:ext cx="54864" cy="54864"/>
          </a:xfrm>
          <a:prstGeom prst="ellipse">
            <a:avLst/>
          </a:prstGeom>
          <a:solidFill>
            <a:srgbClr val="4A4A55"/>
          </a:solidFill>
          <a:ln w="6350">
            <a:solidFill>
              <a:srgbClr val="22222A"/>
            </a:solidFill>
            <a:prstDash val="solid"/>
          </a:ln>
        </p:spPr>
      </p:sp>
      <p:sp>
        <p:nvSpPr>
          <p:cNvPr id="81" name="Shape 79"/>
          <p:cNvSpPr/>
          <p:nvPr/>
        </p:nvSpPr>
        <p:spPr>
          <a:xfrm>
            <a:off x="2615665" y="3323844"/>
            <a:ext cx="54864" cy="54864"/>
          </a:xfrm>
          <a:prstGeom prst="ellipse">
            <a:avLst/>
          </a:prstGeom>
          <a:solidFill>
            <a:srgbClr val="4A4A55"/>
          </a:solidFill>
          <a:ln w="6350">
            <a:solidFill>
              <a:srgbClr val="22222A"/>
            </a:solidFill>
            <a:prstDash val="solid"/>
          </a:ln>
        </p:spPr>
      </p:sp>
      <p:sp>
        <p:nvSpPr>
          <p:cNvPr id="82" name="Shape 80"/>
          <p:cNvSpPr/>
          <p:nvPr/>
        </p:nvSpPr>
        <p:spPr>
          <a:xfrm>
            <a:off x="2615665" y="3424428"/>
            <a:ext cx="54864" cy="54864"/>
          </a:xfrm>
          <a:prstGeom prst="ellipse">
            <a:avLst/>
          </a:prstGeom>
          <a:solidFill>
            <a:srgbClr val="4A4A55"/>
          </a:solidFill>
          <a:ln w="6350">
            <a:solidFill>
              <a:srgbClr val="22222A"/>
            </a:solidFill>
            <a:prstDash val="solid"/>
          </a:ln>
        </p:spPr>
      </p:sp>
      <p:sp>
        <p:nvSpPr>
          <p:cNvPr id="83" name="Shape 81"/>
          <p:cNvSpPr/>
          <p:nvPr/>
        </p:nvSpPr>
        <p:spPr>
          <a:xfrm>
            <a:off x="2789881" y="3474720"/>
            <a:ext cx="54864" cy="54864"/>
          </a:xfrm>
          <a:prstGeom prst="ellipse">
            <a:avLst/>
          </a:prstGeom>
          <a:solidFill>
            <a:srgbClr val="4A4A55"/>
          </a:solidFill>
          <a:ln w="6350">
            <a:solidFill>
              <a:srgbClr val="22222A"/>
            </a:solidFill>
            <a:prstDash val="solid"/>
          </a:ln>
        </p:spPr>
      </p:sp>
      <p:sp>
        <p:nvSpPr>
          <p:cNvPr id="84" name="Shape 82"/>
          <p:cNvSpPr/>
          <p:nvPr/>
        </p:nvSpPr>
        <p:spPr>
          <a:xfrm>
            <a:off x="2789881" y="3575304"/>
            <a:ext cx="54864" cy="54864"/>
          </a:xfrm>
          <a:prstGeom prst="ellipse">
            <a:avLst/>
          </a:prstGeom>
          <a:solidFill>
            <a:srgbClr val="4A4A55"/>
          </a:solidFill>
          <a:ln w="6350">
            <a:solidFill>
              <a:srgbClr val="22222A"/>
            </a:solidFill>
            <a:prstDash val="solid"/>
          </a:ln>
        </p:spPr>
      </p:sp>
      <p:sp>
        <p:nvSpPr>
          <p:cNvPr id="85" name="Shape 83"/>
          <p:cNvSpPr/>
          <p:nvPr/>
        </p:nvSpPr>
        <p:spPr>
          <a:xfrm>
            <a:off x="2789881" y="3172968"/>
            <a:ext cx="54864" cy="54864"/>
          </a:xfrm>
          <a:prstGeom prst="ellipse">
            <a:avLst/>
          </a:prstGeom>
          <a:solidFill>
            <a:srgbClr val="4A4A55"/>
          </a:solidFill>
          <a:ln w="6350">
            <a:solidFill>
              <a:srgbClr val="22222A"/>
            </a:solidFill>
            <a:prstDash val="solid"/>
          </a:ln>
        </p:spPr>
      </p:sp>
      <p:sp>
        <p:nvSpPr>
          <p:cNvPr id="86" name="Shape 84"/>
          <p:cNvSpPr/>
          <p:nvPr/>
        </p:nvSpPr>
        <p:spPr>
          <a:xfrm>
            <a:off x="2789881" y="3273552"/>
            <a:ext cx="54864" cy="54864"/>
          </a:xfrm>
          <a:prstGeom prst="ellipse">
            <a:avLst/>
          </a:prstGeom>
          <a:solidFill>
            <a:srgbClr val="4A4A55"/>
          </a:solidFill>
          <a:ln w="6350">
            <a:solidFill>
              <a:srgbClr val="22222A"/>
            </a:solidFill>
            <a:prstDash val="solid"/>
          </a:ln>
        </p:spPr>
      </p:sp>
      <p:sp>
        <p:nvSpPr>
          <p:cNvPr id="87" name="Shape 85"/>
          <p:cNvSpPr/>
          <p:nvPr/>
        </p:nvSpPr>
        <p:spPr>
          <a:xfrm>
            <a:off x="2964098" y="3323844"/>
            <a:ext cx="54864" cy="54864"/>
          </a:xfrm>
          <a:prstGeom prst="ellipse">
            <a:avLst/>
          </a:prstGeom>
          <a:solidFill>
            <a:srgbClr val="4A4A55"/>
          </a:solidFill>
          <a:ln w="6350">
            <a:solidFill>
              <a:srgbClr val="22222A"/>
            </a:solidFill>
            <a:prstDash val="solid"/>
          </a:ln>
        </p:spPr>
      </p:sp>
      <p:sp>
        <p:nvSpPr>
          <p:cNvPr id="88" name="Shape 86"/>
          <p:cNvSpPr/>
          <p:nvPr/>
        </p:nvSpPr>
        <p:spPr>
          <a:xfrm>
            <a:off x="2964098" y="3424428"/>
            <a:ext cx="54864" cy="54864"/>
          </a:xfrm>
          <a:prstGeom prst="ellipse">
            <a:avLst/>
          </a:prstGeom>
          <a:solidFill>
            <a:srgbClr val="4A4A55"/>
          </a:solidFill>
          <a:ln w="6350">
            <a:solidFill>
              <a:srgbClr val="22222A"/>
            </a:solidFill>
            <a:prstDash val="solid"/>
          </a:ln>
        </p:spPr>
      </p:sp>
      <p:sp>
        <p:nvSpPr>
          <p:cNvPr id="89" name="Shape 87"/>
          <p:cNvSpPr/>
          <p:nvPr/>
        </p:nvSpPr>
        <p:spPr>
          <a:xfrm>
            <a:off x="3138314" y="3474720"/>
            <a:ext cx="54864" cy="54864"/>
          </a:xfrm>
          <a:prstGeom prst="ellipse">
            <a:avLst/>
          </a:prstGeom>
          <a:solidFill>
            <a:srgbClr val="4A4A55"/>
          </a:solidFill>
          <a:ln w="6350">
            <a:solidFill>
              <a:srgbClr val="22222A"/>
            </a:solidFill>
            <a:prstDash val="solid"/>
          </a:ln>
        </p:spPr>
      </p:sp>
      <p:sp>
        <p:nvSpPr>
          <p:cNvPr id="90" name="Shape 88"/>
          <p:cNvSpPr/>
          <p:nvPr/>
        </p:nvSpPr>
        <p:spPr>
          <a:xfrm>
            <a:off x="3138314" y="3575304"/>
            <a:ext cx="54864" cy="54864"/>
          </a:xfrm>
          <a:prstGeom prst="ellipse">
            <a:avLst/>
          </a:prstGeom>
          <a:solidFill>
            <a:srgbClr val="4A4A55"/>
          </a:solidFill>
          <a:ln w="6350">
            <a:solidFill>
              <a:srgbClr val="22222A"/>
            </a:solidFill>
            <a:prstDash val="solid"/>
          </a:ln>
        </p:spPr>
      </p:sp>
      <p:sp>
        <p:nvSpPr>
          <p:cNvPr id="91" name="Shape 89"/>
          <p:cNvSpPr/>
          <p:nvPr/>
        </p:nvSpPr>
        <p:spPr>
          <a:xfrm>
            <a:off x="3138314" y="3172968"/>
            <a:ext cx="54864" cy="54864"/>
          </a:xfrm>
          <a:prstGeom prst="ellipse">
            <a:avLst/>
          </a:prstGeom>
          <a:solidFill>
            <a:srgbClr val="4A4A55"/>
          </a:solidFill>
          <a:ln w="6350">
            <a:solidFill>
              <a:srgbClr val="22222A"/>
            </a:solidFill>
            <a:prstDash val="solid"/>
          </a:ln>
        </p:spPr>
      </p:sp>
      <p:sp>
        <p:nvSpPr>
          <p:cNvPr id="92" name="Shape 90"/>
          <p:cNvSpPr/>
          <p:nvPr/>
        </p:nvSpPr>
        <p:spPr>
          <a:xfrm>
            <a:off x="3138314" y="3273552"/>
            <a:ext cx="54864" cy="54864"/>
          </a:xfrm>
          <a:prstGeom prst="ellipse">
            <a:avLst/>
          </a:prstGeom>
          <a:solidFill>
            <a:srgbClr val="4A4A55"/>
          </a:solidFill>
          <a:ln w="6350">
            <a:solidFill>
              <a:srgbClr val="22222A"/>
            </a:solidFill>
            <a:prstDash val="solid"/>
          </a:ln>
        </p:spPr>
      </p:sp>
      <p:sp>
        <p:nvSpPr>
          <p:cNvPr id="93" name="Shape 91"/>
          <p:cNvSpPr/>
          <p:nvPr/>
        </p:nvSpPr>
        <p:spPr>
          <a:xfrm>
            <a:off x="3312531" y="3323844"/>
            <a:ext cx="54864" cy="54864"/>
          </a:xfrm>
          <a:prstGeom prst="ellipse">
            <a:avLst/>
          </a:prstGeom>
          <a:solidFill>
            <a:srgbClr val="4A4A55"/>
          </a:solidFill>
          <a:ln w="6350">
            <a:solidFill>
              <a:srgbClr val="22222A"/>
            </a:solidFill>
            <a:prstDash val="solid"/>
          </a:ln>
        </p:spPr>
      </p:sp>
      <p:sp>
        <p:nvSpPr>
          <p:cNvPr id="94" name="Shape 92"/>
          <p:cNvSpPr/>
          <p:nvPr/>
        </p:nvSpPr>
        <p:spPr>
          <a:xfrm>
            <a:off x="3312531" y="3424428"/>
            <a:ext cx="54864" cy="54864"/>
          </a:xfrm>
          <a:prstGeom prst="ellipse">
            <a:avLst/>
          </a:prstGeom>
          <a:solidFill>
            <a:srgbClr val="4A4A55"/>
          </a:solidFill>
          <a:ln w="6350">
            <a:solidFill>
              <a:srgbClr val="22222A"/>
            </a:solidFill>
            <a:prstDash val="solid"/>
          </a:ln>
        </p:spPr>
      </p:sp>
      <p:sp>
        <p:nvSpPr>
          <p:cNvPr id="95" name="Shape 93"/>
          <p:cNvSpPr/>
          <p:nvPr/>
        </p:nvSpPr>
        <p:spPr>
          <a:xfrm>
            <a:off x="3486748" y="3474720"/>
            <a:ext cx="54864" cy="54864"/>
          </a:xfrm>
          <a:prstGeom prst="ellipse">
            <a:avLst/>
          </a:prstGeom>
          <a:solidFill>
            <a:srgbClr val="4A4A55"/>
          </a:solidFill>
          <a:ln w="6350">
            <a:solidFill>
              <a:srgbClr val="22222A"/>
            </a:solidFill>
            <a:prstDash val="solid"/>
          </a:ln>
        </p:spPr>
      </p:sp>
      <p:sp>
        <p:nvSpPr>
          <p:cNvPr id="96" name="Shape 94"/>
          <p:cNvSpPr/>
          <p:nvPr/>
        </p:nvSpPr>
        <p:spPr>
          <a:xfrm>
            <a:off x="3486748" y="3575304"/>
            <a:ext cx="54864" cy="54864"/>
          </a:xfrm>
          <a:prstGeom prst="ellipse">
            <a:avLst/>
          </a:prstGeom>
          <a:solidFill>
            <a:srgbClr val="4A4A55"/>
          </a:solidFill>
          <a:ln w="6350">
            <a:solidFill>
              <a:srgbClr val="22222A"/>
            </a:solidFill>
            <a:prstDash val="solid"/>
          </a:ln>
        </p:spPr>
      </p:sp>
      <p:sp>
        <p:nvSpPr>
          <p:cNvPr id="97" name="Shape 95"/>
          <p:cNvSpPr/>
          <p:nvPr/>
        </p:nvSpPr>
        <p:spPr>
          <a:xfrm>
            <a:off x="3486748" y="3172968"/>
            <a:ext cx="54864" cy="54864"/>
          </a:xfrm>
          <a:prstGeom prst="ellipse">
            <a:avLst/>
          </a:prstGeom>
          <a:solidFill>
            <a:srgbClr val="4A4A55"/>
          </a:solidFill>
          <a:ln w="6350">
            <a:solidFill>
              <a:srgbClr val="22222A"/>
            </a:solidFill>
            <a:prstDash val="solid"/>
          </a:ln>
        </p:spPr>
      </p:sp>
      <p:sp>
        <p:nvSpPr>
          <p:cNvPr id="98" name="Shape 96"/>
          <p:cNvSpPr/>
          <p:nvPr/>
        </p:nvSpPr>
        <p:spPr>
          <a:xfrm>
            <a:off x="3486748" y="3273552"/>
            <a:ext cx="54864" cy="54864"/>
          </a:xfrm>
          <a:prstGeom prst="ellipse">
            <a:avLst/>
          </a:prstGeom>
          <a:solidFill>
            <a:srgbClr val="4A4A55"/>
          </a:solidFill>
          <a:ln w="6350">
            <a:solidFill>
              <a:srgbClr val="22222A"/>
            </a:solidFill>
            <a:prstDash val="solid"/>
          </a:ln>
        </p:spPr>
      </p:sp>
      <p:sp>
        <p:nvSpPr>
          <p:cNvPr id="99" name="Shape 97"/>
          <p:cNvSpPr/>
          <p:nvPr/>
        </p:nvSpPr>
        <p:spPr>
          <a:xfrm>
            <a:off x="3660964" y="3323844"/>
            <a:ext cx="54864" cy="54864"/>
          </a:xfrm>
          <a:prstGeom prst="ellipse">
            <a:avLst/>
          </a:prstGeom>
          <a:solidFill>
            <a:srgbClr val="4A4A55"/>
          </a:solidFill>
          <a:ln w="6350">
            <a:solidFill>
              <a:srgbClr val="22222A"/>
            </a:solidFill>
            <a:prstDash val="solid"/>
          </a:ln>
        </p:spPr>
      </p:sp>
      <p:sp>
        <p:nvSpPr>
          <p:cNvPr id="100" name="Shape 98"/>
          <p:cNvSpPr/>
          <p:nvPr/>
        </p:nvSpPr>
        <p:spPr>
          <a:xfrm>
            <a:off x="3660964" y="3424428"/>
            <a:ext cx="54864" cy="54864"/>
          </a:xfrm>
          <a:prstGeom prst="ellipse">
            <a:avLst/>
          </a:prstGeom>
          <a:solidFill>
            <a:srgbClr val="4A4A55"/>
          </a:solidFill>
          <a:ln w="6350">
            <a:solidFill>
              <a:srgbClr val="22222A"/>
            </a:solidFill>
            <a:prstDash val="solid"/>
          </a:ln>
        </p:spPr>
      </p:sp>
      <p:sp>
        <p:nvSpPr>
          <p:cNvPr id="101" name="Shape 99"/>
          <p:cNvSpPr/>
          <p:nvPr/>
        </p:nvSpPr>
        <p:spPr>
          <a:xfrm>
            <a:off x="2642616" y="4050792"/>
            <a:ext cx="91" cy="100584"/>
          </a:xfrm>
          <a:prstGeom prst="line">
            <a:avLst/>
          </a:prstGeom>
          <a:noFill/>
          <a:ln w="19050">
            <a:solidFill>
              <a:srgbClr val="4A4A55"/>
            </a:solidFill>
            <a:prstDash val="solid"/>
          </a:ln>
        </p:spPr>
      </p:sp>
      <p:sp>
        <p:nvSpPr>
          <p:cNvPr id="102" name="Shape 100"/>
          <p:cNvSpPr/>
          <p:nvPr/>
        </p:nvSpPr>
        <p:spPr>
          <a:xfrm flipV="1">
            <a:off x="2642616" y="4000500"/>
            <a:ext cx="174217" cy="50292"/>
          </a:xfrm>
          <a:prstGeom prst="line">
            <a:avLst/>
          </a:prstGeom>
          <a:noFill/>
          <a:ln w="19050">
            <a:solidFill>
              <a:srgbClr val="4A4A55"/>
            </a:solidFill>
            <a:prstDash val="solid"/>
          </a:ln>
        </p:spPr>
      </p:sp>
      <p:sp>
        <p:nvSpPr>
          <p:cNvPr id="103" name="Shape 101"/>
          <p:cNvSpPr/>
          <p:nvPr/>
        </p:nvSpPr>
        <p:spPr>
          <a:xfrm>
            <a:off x="2642616" y="3749040"/>
            <a:ext cx="91" cy="100584"/>
          </a:xfrm>
          <a:prstGeom prst="line">
            <a:avLst/>
          </a:prstGeom>
          <a:noFill/>
          <a:ln w="19050">
            <a:solidFill>
              <a:srgbClr val="4A4A55"/>
            </a:solidFill>
            <a:prstDash val="solid"/>
          </a:ln>
        </p:spPr>
      </p:sp>
      <p:sp>
        <p:nvSpPr>
          <p:cNvPr id="104" name="Shape 102"/>
          <p:cNvSpPr/>
          <p:nvPr/>
        </p:nvSpPr>
        <p:spPr>
          <a:xfrm>
            <a:off x="2642616" y="3849624"/>
            <a:ext cx="174217" cy="50292"/>
          </a:xfrm>
          <a:prstGeom prst="line">
            <a:avLst/>
          </a:prstGeom>
          <a:noFill/>
          <a:ln w="19050">
            <a:solidFill>
              <a:srgbClr val="4A4A55"/>
            </a:solidFill>
            <a:prstDash val="solid"/>
          </a:ln>
        </p:spPr>
      </p:sp>
      <p:sp>
        <p:nvSpPr>
          <p:cNvPr id="105" name="Shape 103"/>
          <p:cNvSpPr/>
          <p:nvPr/>
        </p:nvSpPr>
        <p:spPr>
          <a:xfrm>
            <a:off x="2816833" y="3899916"/>
            <a:ext cx="91" cy="100584"/>
          </a:xfrm>
          <a:prstGeom prst="line">
            <a:avLst/>
          </a:prstGeom>
          <a:noFill/>
          <a:ln w="19050">
            <a:solidFill>
              <a:srgbClr val="4A4A55"/>
            </a:solidFill>
            <a:prstDash val="solid"/>
          </a:ln>
        </p:spPr>
      </p:sp>
      <p:sp>
        <p:nvSpPr>
          <p:cNvPr id="106" name="Shape 104"/>
          <p:cNvSpPr/>
          <p:nvPr/>
        </p:nvSpPr>
        <p:spPr>
          <a:xfrm flipV="1">
            <a:off x="2816833" y="3849624"/>
            <a:ext cx="174217" cy="50292"/>
          </a:xfrm>
          <a:prstGeom prst="line">
            <a:avLst/>
          </a:prstGeom>
          <a:noFill/>
          <a:ln w="19050">
            <a:solidFill>
              <a:srgbClr val="4A4A55"/>
            </a:solidFill>
            <a:prstDash val="solid"/>
          </a:ln>
        </p:spPr>
      </p:sp>
      <p:sp>
        <p:nvSpPr>
          <p:cNvPr id="107" name="Shape 105"/>
          <p:cNvSpPr/>
          <p:nvPr/>
        </p:nvSpPr>
        <p:spPr>
          <a:xfrm>
            <a:off x="2816833" y="4000500"/>
            <a:ext cx="174217" cy="50292"/>
          </a:xfrm>
          <a:prstGeom prst="line">
            <a:avLst/>
          </a:prstGeom>
          <a:noFill/>
          <a:ln w="19050">
            <a:solidFill>
              <a:srgbClr val="4A4A55"/>
            </a:solidFill>
            <a:prstDash val="solid"/>
          </a:ln>
        </p:spPr>
      </p:sp>
      <p:sp>
        <p:nvSpPr>
          <p:cNvPr id="108" name="Shape 106"/>
          <p:cNvSpPr/>
          <p:nvPr/>
        </p:nvSpPr>
        <p:spPr>
          <a:xfrm>
            <a:off x="2991049" y="4050792"/>
            <a:ext cx="91" cy="100584"/>
          </a:xfrm>
          <a:prstGeom prst="line">
            <a:avLst/>
          </a:prstGeom>
          <a:noFill/>
          <a:ln w="19050">
            <a:solidFill>
              <a:srgbClr val="4A4A55"/>
            </a:solidFill>
            <a:prstDash val="solid"/>
          </a:ln>
        </p:spPr>
      </p:sp>
      <p:sp>
        <p:nvSpPr>
          <p:cNvPr id="109" name="Shape 107"/>
          <p:cNvSpPr/>
          <p:nvPr/>
        </p:nvSpPr>
        <p:spPr>
          <a:xfrm flipV="1">
            <a:off x="2991049" y="4000500"/>
            <a:ext cx="174217" cy="50292"/>
          </a:xfrm>
          <a:prstGeom prst="line">
            <a:avLst/>
          </a:prstGeom>
          <a:noFill/>
          <a:ln w="19050">
            <a:solidFill>
              <a:srgbClr val="4A4A55"/>
            </a:solidFill>
            <a:prstDash val="solid"/>
          </a:ln>
        </p:spPr>
      </p:sp>
      <p:sp>
        <p:nvSpPr>
          <p:cNvPr id="110" name="Shape 108"/>
          <p:cNvSpPr/>
          <p:nvPr/>
        </p:nvSpPr>
        <p:spPr>
          <a:xfrm>
            <a:off x="2991049" y="3749040"/>
            <a:ext cx="91" cy="100584"/>
          </a:xfrm>
          <a:prstGeom prst="line">
            <a:avLst/>
          </a:prstGeom>
          <a:noFill/>
          <a:ln w="19050">
            <a:solidFill>
              <a:srgbClr val="4A4A55"/>
            </a:solidFill>
            <a:prstDash val="solid"/>
          </a:ln>
        </p:spPr>
      </p:sp>
      <p:sp>
        <p:nvSpPr>
          <p:cNvPr id="111" name="Shape 109"/>
          <p:cNvSpPr/>
          <p:nvPr/>
        </p:nvSpPr>
        <p:spPr>
          <a:xfrm>
            <a:off x="2991049" y="3849624"/>
            <a:ext cx="174217" cy="50292"/>
          </a:xfrm>
          <a:prstGeom prst="line">
            <a:avLst/>
          </a:prstGeom>
          <a:noFill/>
          <a:ln w="19050">
            <a:solidFill>
              <a:srgbClr val="4A4A55"/>
            </a:solidFill>
            <a:prstDash val="solid"/>
          </a:ln>
        </p:spPr>
      </p:sp>
      <p:sp>
        <p:nvSpPr>
          <p:cNvPr id="112" name="Shape 110"/>
          <p:cNvSpPr/>
          <p:nvPr/>
        </p:nvSpPr>
        <p:spPr>
          <a:xfrm>
            <a:off x="3165266" y="3899916"/>
            <a:ext cx="91" cy="100584"/>
          </a:xfrm>
          <a:prstGeom prst="line">
            <a:avLst/>
          </a:prstGeom>
          <a:noFill/>
          <a:ln w="19050">
            <a:solidFill>
              <a:srgbClr val="4A4A55"/>
            </a:solidFill>
            <a:prstDash val="solid"/>
          </a:ln>
        </p:spPr>
      </p:sp>
      <p:sp>
        <p:nvSpPr>
          <p:cNvPr id="113" name="Shape 111"/>
          <p:cNvSpPr/>
          <p:nvPr/>
        </p:nvSpPr>
        <p:spPr>
          <a:xfrm flipV="1">
            <a:off x="3165266" y="3849624"/>
            <a:ext cx="174217" cy="50292"/>
          </a:xfrm>
          <a:prstGeom prst="line">
            <a:avLst/>
          </a:prstGeom>
          <a:noFill/>
          <a:ln w="19050">
            <a:solidFill>
              <a:srgbClr val="4A4A55"/>
            </a:solidFill>
            <a:prstDash val="solid"/>
          </a:ln>
        </p:spPr>
      </p:sp>
      <p:sp>
        <p:nvSpPr>
          <p:cNvPr id="114" name="Shape 112"/>
          <p:cNvSpPr/>
          <p:nvPr/>
        </p:nvSpPr>
        <p:spPr>
          <a:xfrm>
            <a:off x="3165266" y="4000500"/>
            <a:ext cx="174217" cy="50292"/>
          </a:xfrm>
          <a:prstGeom prst="line">
            <a:avLst/>
          </a:prstGeom>
          <a:noFill/>
          <a:ln w="19050">
            <a:solidFill>
              <a:srgbClr val="4A4A55"/>
            </a:solidFill>
            <a:prstDash val="solid"/>
          </a:ln>
        </p:spPr>
      </p:sp>
      <p:sp>
        <p:nvSpPr>
          <p:cNvPr id="115" name="Shape 113"/>
          <p:cNvSpPr/>
          <p:nvPr/>
        </p:nvSpPr>
        <p:spPr>
          <a:xfrm>
            <a:off x="3339482" y="4050792"/>
            <a:ext cx="91" cy="100584"/>
          </a:xfrm>
          <a:prstGeom prst="line">
            <a:avLst/>
          </a:prstGeom>
          <a:noFill/>
          <a:ln w="19050">
            <a:solidFill>
              <a:srgbClr val="4A4A55"/>
            </a:solidFill>
            <a:prstDash val="solid"/>
          </a:ln>
        </p:spPr>
      </p:sp>
      <p:sp>
        <p:nvSpPr>
          <p:cNvPr id="116" name="Shape 114"/>
          <p:cNvSpPr/>
          <p:nvPr/>
        </p:nvSpPr>
        <p:spPr>
          <a:xfrm flipV="1">
            <a:off x="3339482" y="4000500"/>
            <a:ext cx="174217" cy="50292"/>
          </a:xfrm>
          <a:prstGeom prst="line">
            <a:avLst/>
          </a:prstGeom>
          <a:noFill/>
          <a:ln w="19050">
            <a:solidFill>
              <a:srgbClr val="4A4A55"/>
            </a:solidFill>
            <a:prstDash val="solid"/>
          </a:ln>
        </p:spPr>
      </p:sp>
      <p:sp>
        <p:nvSpPr>
          <p:cNvPr id="117" name="Shape 115"/>
          <p:cNvSpPr/>
          <p:nvPr/>
        </p:nvSpPr>
        <p:spPr>
          <a:xfrm>
            <a:off x="3339482" y="3749040"/>
            <a:ext cx="91" cy="100584"/>
          </a:xfrm>
          <a:prstGeom prst="line">
            <a:avLst/>
          </a:prstGeom>
          <a:noFill/>
          <a:ln w="19050">
            <a:solidFill>
              <a:srgbClr val="4A4A55"/>
            </a:solidFill>
            <a:prstDash val="solid"/>
          </a:ln>
        </p:spPr>
      </p:sp>
      <p:sp>
        <p:nvSpPr>
          <p:cNvPr id="118" name="Shape 116"/>
          <p:cNvSpPr/>
          <p:nvPr/>
        </p:nvSpPr>
        <p:spPr>
          <a:xfrm>
            <a:off x="3339482" y="3849624"/>
            <a:ext cx="174217" cy="50292"/>
          </a:xfrm>
          <a:prstGeom prst="line">
            <a:avLst/>
          </a:prstGeom>
          <a:noFill/>
          <a:ln w="19050">
            <a:solidFill>
              <a:srgbClr val="4A4A55"/>
            </a:solidFill>
            <a:prstDash val="solid"/>
          </a:ln>
        </p:spPr>
      </p:sp>
      <p:sp>
        <p:nvSpPr>
          <p:cNvPr id="119" name="Shape 117"/>
          <p:cNvSpPr/>
          <p:nvPr/>
        </p:nvSpPr>
        <p:spPr>
          <a:xfrm>
            <a:off x="3513699" y="3899916"/>
            <a:ext cx="91" cy="100584"/>
          </a:xfrm>
          <a:prstGeom prst="line">
            <a:avLst/>
          </a:prstGeom>
          <a:noFill/>
          <a:ln w="19050">
            <a:solidFill>
              <a:srgbClr val="4A4A55"/>
            </a:solidFill>
            <a:prstDash val="solid"/>
          </a:ln>
        </p:spPr>
      </p:sp>
      <p:sp>
        <p:nvSpPr>
          <p:cNvPr id="120" name="Shape 118"/>
          <p:cNvSpPr/>
          <p:nvPr/>
        </p:nvSpPr>
        <p:spPr>
          <a:xfrm flipV="1">
            <a:off x="3513699" y="3849624"/>
            <a:ext cx="174217" cy="50292"/>
          </a:xfrm>
          <a:prstGeom prst="line">
            <a:avLst/>
          </a:prstGeom>
          <a:noFill/>
          <a:ln w="19050">
            <a:solidFill>
              <a:srgbClr val="4A4A55"/>
            </a:solidFill>
            <a:prstDash val="solid"/>
          </a:ln>
        </p:spPr>
      </p:sp>
      <p:sp>
        <p:nvSpPr>
          <p:cNvPr id="121" name="Shape 119"/>
          <p:cNvSpPr/>
          <p:nvPr/>
        </p:nvSpPr>
        <p:spPr>
          <a:xfrm>
            <a:off x="3513699" y="4000500"/>
            <a:ext cx="174217" cy="50292"/>
          </a:xfrm>
          <a:prstGeom prst="line">
            <a:avLst/>
          </a:prstGeom>
          <a:noFill/>
          <a:ln w="19050">
            <a:solidFill>
              <a:srgbClr val="4A4A55"/>
            </a:solidFill>
            <a:prstDash val="solid"/>
          </a:ln>
        </p:spPr>
      </p:sp>
      <p:sp>
        <p:nvSpPr>
          <p:cNvPr id="122" name="Shape 120"/>
          <p:cNvSpPr/>
          <p:nvPr/>
        </p:nvSpPr>
        <p:spPr>
          <a:xfrm>
            <a:off x="3687916" y="4050792"/>
            <a:ext cx="91" cy="100584"/>
          </a:xfrm>
          <a:prstGeom prst="line">
            <a:avLst/>
          </a:prstGeom>
          <a:noFill/>
          <a:ln w="19050">
            <a:solidFill>
              <a:srgbClr val="4A4A55"/>
            </a:solidFill>
            <a:prstDash val="solid"/>
          </a:ln>
        </p:spPr>
      </p:sp>
      <p:sp>
        <p:nvSpPr>
          <p:cNvPr id="123" name="Shape 121"/>
          <p:cNvSpPr/>
          <p:nvPr/>
        </p:nvSpPr>
        <p:spPr>
          <a:xfrm flipV="1">
            <a:off x="3687916" y="4000500"/>
            <a:ext cx="174217" cy="50292"/>
          </a:xfrm>
          <a:prstGeom prst="line">
            <a:avLst/>
          </a:prstGeom>
          <a:noFill/>
          <a:ln w="19050">
            <a:solidFill>
              <a:srgbClr val="4A4A55"/>
            </a:solidFill>
            <a:prstDash val="solid"/>
          </a:ln>
        </p:spPr>
      </p:sp>
      <p:sp>
        <p:nvSpPr>
          <p:cNvPr id="124" name="Shape 122"/>
          <p:cNvSpPr/>
          <p:nvPr/>
        </p:nvSpPr>
        <p:spPr>
          <a:xfrm>
            <a:off x="3687916" y="3749040"/>
            <a:ext cx="91" cy="100584"/>
          </a:xfrm>
          <a:prstGeom prst="line">
            <a:avLst/>
          </a:prstGeom>
          <a:noFill/>
          <a:ln w="19050">
            <a:solidFill>
              <a:srgbClr val="4A4A55"/>
            </a:solidFill>
            <a:prstDash val="solid"/>
          </a:ln>
        </p:spPr>
      </p:sp>
      <p:sp>
        <p:nvSpPr>
          <p:cNvPr id="125" name="Shape 123"/>
          <p:cNvSpPr/>
          <p:nvPr/>
        </p:nvSpPr>
        <p:spPr>
          <a:xfrm>
            <a:off x="3687916" y="3849624"/>
            <a:ext cx="174217" cy="50292"/>
          </a:xfrm>
          <a:prstGeom prst="line">
            <a:avLst/>
          </a:prstGeom>
          <a:noFill/>
          <a:ln w="19050">
            <a:solidFill>
              <a:srgbClr val="4A4A55"/>
            </a:solidFill>
            <a:prstDash val="solid"/>
          </a:ln>
        </p:spPr>
      </p:sp>
      <p:sp>
        <p:nvSpPr>
          <p:cNvPr id="126" name="Shape 124"/>
          <p:cNvSpPr/>
          <p:nvPr/>
        </p:nvSpPr>
        <p:spPr>
          <a:xfrm>
            <a:off x="3862132" y="3899916"/>
            <a:ext cx="91" cy="100584"/>
          </a:xfrm>
          <a:prstGeom prst="line">
            <a:avLst/>
          </a:prstGeom>
          <a:noFill/>
          <a:ln w="19050">
            <a:solidFill>
              <a:srgbClr val="4A4A55"/>
            </a:solidFill>
            <a:prstDash val="solid"/>
          </a:ln>
        </p:spPr>
      </p:sp>
      <p:sp>
        <p:nvSpPr>
          <p:cNvPr id="127" name="Shape 125"/>
          <p:cNvSpPr/>
          <p:nvPr/>
        </p:nvSpPr>
        <p:spPr>
          <a:xfrm>
            <a:off x="2615184" y="4023360"/>
            <a:ext cx="54864" cy="54864"/>
          </a:xfrm>
          <a:prstGeom prst="ellipse">
            <a:avLst/>
          </a:prstGeom>
          <a:solidFill>
            <a:srgbClr val="4A4A55"/>
          </a:solidFill>
          <a:ln w="6350">
            <a:solidFill>
              <a:srgbClr val="22222A"/>
            </a:solidFill>
            <a:prstDash val="solid"/>
          </a:ln>
        </p:spPr>
      </p:sp>
      <p:sp>
        <p:nvSpPr>
          <p:cNvPr id="128" name="Shape 126"/>
          <p:cNvSpPr/>
          <p:nvPr/>
        </p:nvSpPr>
        <p:spPr>
          <a:xfrm>
            <a:off x="2615184" y="4123944"/>
            <a:ext cx="54864" cy="54864"/>
          </a:xfrm>
          <a:prstGeom prst="ellipse">
            <a:avLst/>
          </a:prstGeom>
          <a:solidFill>
            <a:srgbClr val="4A4A55"/>
          </a:solidFill>
          <a:ln w="6350">
            <a:solidFill>
              <a:srgbClr val="22222A"/>
            </a:solidFill>
            <a:prstDash val="solid"/>
          </a:ln>
        </p:spPr>
      </p:sp>
      <p:sp>
        <p:nvSpPr>
          <p:cNvPr id="129" name="Shape 127"/>
          <p:cNvSpPr/>
          <p:nvPr/>
        </p:nvSpPr>
        <p:spPr>
          <a:xfrm>
            <a:off x="2615184" y="3721608"/>
            <a:ext cx="54864" cy="54864"/>
          </a:xfrm>
          <a:prstGeom prst="ellipse">
            <a:avLst/>
          </a:prstGeom>
          <a:solidFill>
            <a:srgbClr val="4A4A55"/>
          </a:solidFill>
          <a:ln w="6350">
            <a:solidFill>
              <a:srgbClr val="22222A"/>
            </a:solidFill>
            <a:prstDash val="solid"/>
          </a:ln>
        </p:spPr>
      </p:sp>
      <p:sp>
        <p:nvSpPr>
          <p:cNvPr id="130" name="Shape 128"/>
          <p:cNvSpPr/>
          <p:nvPr/>
        </p:nvSpPr>
        <p:spPr>
          <a:xfrm>
            <a:off x="2615184" y="3822192"/>
            <a:ext cx="54864" cy="54864"/>
          </a:xfrm>
          <a:prstGeom prst="ellipse">
            <a:avLst/>
          </a:prstGeom>
          <a:solidFill>
            <a:srgbClr val="4A4A55"/>
          </a:solidFill>
          <a:ln w="6350">
            <a:solidFill>
              <a:srgbClr val="22222A"/>
            </a:solidFill>
            <a:prstDash val="solid"/>
          </a:ln>
        </p:spPr>
      </p:sp>
      <p:sp>
        <p:nvSpPr>
          <p:cNvPr id="131" name="Shape 129"/>
          <p:cNvSpPr/>
          <p:nvPr/>
        </p:nvSpPr>
        <p:spPr>
          <a:xfrm>
            <a:off x="2789401" y="3872484"/>
            <a:ext cx="54864" cy="54864"/>
          </a:xfrm>
          <a:prstGeom prst="ellipse">
            <a:avLst/>
          </a:prstGeom>
          <a:solidFill>
            <a:srgbClr val="4A4A55"/>
          </a:solidFill>
          <a:ln w="6350">
            <a:solidFill>
              <a:srgbClr val="22222A"/>
            </a:solidFill>
            <a:prstDash val="solid"/>
          </a:ln>
        </p:spPr>
      </p:sp>
      <p:sp>
        <p:nvSpPr>
          <p:cNvPr id="132" name="Shape 130"/>
          <p:cNvSpPr/>
          <p:nvPr/>
        </p:nvSpPr>
        <p:spPr>
          <a:xfrm>
            <a:off x="2789401" y="3973068"/>
            <a:ext cx="54864" cy="54864"/>
          </a:xfrm>
          <a:prstGeom prst="ellipse">
            <a:avLst/>
          </a:prstGeom>
          <a:solidFill>
            <a:srgbClr val="4A4A55"/>
          </a:solidFill>
          <a:ln w="6350">
            <a:solidFill>
              <a:srgbClr val="22222A"/>
            </a:solidFill>
            <a:prstDash val="solid"/>
          </a:ln>
        </p:spPr>
      </p:sp>
      <p:sp>
        <p:nvSpPr>
          <p:cNvPr id="133" name="Shape 131"/>
          <p:cNvSpPr/>
          <p:nvPr/>
        </p:nvSpPr>
        <p:spPr>
          <a:xfrm>
            <a:off x="2963617" y="4023360"/>
            <a:ext cx="54864" cy="54864"/>
          </a:xfrm>
          <a:prstGeom prst="ellipse">
            <a:avLst/>
          </a:prstGeom>
          <a:solidFill>
            <a:srgbClr val="4A4A55"/>
          </a:solidFill>
          <a:ln w="6350">
            <a:solidFill>
              <a:srgbClr val="22222A"/>
            </a:solidFill>
            <a:prstDash val="solid"/>
          </a:ln>
        </p:spPr>
      </p:sp>
      <p:sp>
        <p:nvSpPr>
          <p:cNvPr id="134" name="Shape 132"/>
          <p:cNvSpPr/>
          <p:nvPr/>
        </p:nvSpPr>
        <p:spPr>
          <a:xfrm>
            <a:off x="2963617" y="4123944"/>
            <a:ext cx="54864" cy="54864"/>
          </a:xfrm>
          <a:prstGeom prst="ellipse">
            <a:avLst/>
          </a:prstGeom>
          <a:solidFill>
            <a:srgbClr val="4A4A55"/>
          </a:solidFill>
          <a:ln w="6350">
            <a:solidFill>
              <a:srgbClr val="22222A"/>
            </a:solidFill>
            <a:prstDash val="solid"/>
          </a:ln>
        </p:spPr>
      </p:sp>
      <p:sp>
        <p:nvSpPr>
          <p:cNvPr id="135" name="Shape 133"/>
          <p:cNvSpPr/>
          <p:nvPr/>
        </p:nvSpPr>
        <p:spPr>
          <a:xfrm>
            <a:off x="2963617" y="3721608"/>
            <a:ext cx="54864" cy="54864"/>
          </a:xfrm>
          <a:prstGeom prst="ellipse">
            <a:avLst/>
          </a:prstGeom>
          <a:solidFill>
            <a:srgbClr val="4A4A55"/>
          </a:solidFill>
          <a:ln w="6350">
            <a:solidFill>
              <a:srgbClr val="22222A"/>
            </a:solidFill>
            <a:prstDash val="solid"/>
          </a:ln>
        </p:spPr>
      </p:sp>
      <p:sp>
        <p:nvSpPr>
          <p:cNvPr id="136" name="Shape 134"/>
          <p:cNvSpPr/>
          <p:nvPr/>
        </p:nvSpPr>
        <p:spPr>
          <a:xfrm>
            <a:off x="2963617" y="3822192"/>
            <a:ext cx="54864" cy="54864"/>
          </a:xfrm>
          <a:prstGeom prst="ellipse">
            <a:avLst/>
          </a:prstGeom>
          <a:solidFill>
            <a:srgbClr val="4A4A55"/>
          </a:solidFill>
          <a:ln w="6350">
            <a:solidFill>
              <a:srgbClr val="22222A"/>
            </a:solidFill>
            <a:prstDash val="solid"/>
          </a:ln>
        </p:spPr>
      </p:sp>
      <p:sp>
        <p:nvSpPr>
          <p:cNvPr id="137" name="Shape 135"/>
          <p:cNvSpPr/>
          <p:nvPr/>
        </p:nvSpPr>
        <p:spPr>
          <a:xfrm>
            <a:off x="3137834" y="3872484"/>
            <a:ext cx="54864" cy="54864"/>
          </a:xfrm>
          <a:prstGeom prst="ellipse">
            <a:avLst/>
          </a:prstGeom>
          <a:solidFill>
            <a:srgbClr val="4A4A55"/>
          </a:solidFill>
          <a:ln w="6350">
            <a:solidFill>
              <a:srgbClr val="22222A"/>
            </a:solidFill>
            <a:prstDash val="solid"/>
          </a:ln>
        </p:spPr>
      </p:sp>
      <p:sp>
        <p:nvSpPr>
          <p:cNvPr id="138" name="Shape 136"/>
          <p:cNvSpPr/>
          <p:nvPr/>
        </p:nvSpPr>
        <p:spPr>
          <a:xfrm>
            <a:off x="3137834" y="3973068"/>
            <a:ext cx="54864" cy="54864"/>
          </a:xfrm>
          <a:prstGeom prst="ellipse">
            <a:avLst/>
          </a:prstGeom>
          <a:solidFill>
            <a:srgbClr val="4A4A55"/>
          </a:solidFill>
          <a:ln w="6350">
            <a:solidFill>
              <a:srgbClr val="22222A"/>
            </a:solidFill>
            <a:prstDash val="solid"/>
          </a:ln>
        </p:spPr>
      </p:sp>
      <p:sp>
        <p:nvSpPr>
          <p:cNvPr id="139" name="Shape 137"/>
          <p:cNvSpPr/>
          <p:nvPr/>
        </p:nvSpPr>
        <p:spPr>
          <a:xfrm>
            <a:off x="3312050" y="4023360"/>
            <a:ext cx="54864" cy="54864"/>
          </a:xfrm>
          <a:prstGeom prst="ellipse">
            <a:avLst/>
          </a:prstGeom>
          <a:solidFill>
            <a:srgbClr val="4A4A55"/>
          </a:solidFill>
          <a:ln w="6350">
            <a:solidFill>
              <a:srgbClr val="22222A"/>
            </a:solidFill>
            <a:prstDash val="solid"/>
          </a:ln>
        </p:spPr>
      </p:sp>
      <p:sp>
        <p:nvSpPr>
          <p:cNvPr id="140" name="Shape 138"/>
          <p:cNvSpPr/>
          <p:nvPr/>
        </p:nvSpPr>
        <p:spPr>
          <a:xfrm>
            <a:off x="3312050" y="4123944"/>
            <a:ext cx="54864" cy="54864"/>
          </a:xfrm>
          <a:prstGeom prst="ellipse">
            <a:avLst/>
          </a:prstGeom>
          <a:solidFill>
            <a:srgbClr val="4A4A55"/>
          </a:solidFill>
          <a:ln w="6350">
            <a:solidFill>
              <a:srgbClr val="22222A"/>
            </a:solidFill>
            <a:prstDash val="solid"/>
          </a:ln>
        </p:spPr>
      </p:sp>
      <p:sp>
        <p:nvSpPr>
          <p:cNvPr id="141" name="Shape 139"/>
          <p:cNvSpPr/>
          <p:nvPr/>
        </p:nvSpPr>
        <p:spPr>
          <a:xfrm>
            <a:off x="3312050" y="3721608"/>
            <a:ext cx="54864" cy="54864"/>
          </a:xfrm>
          <a:prstGeom prst="ellipse">
            <a:avLst/>
          </a:prstGeom>
          <a:solidFill>
            <a:srgbClr val="4A4A55"/>
          </a:solidFill>
          <a:ln w="6350">
            <a:solidFill>
              <a:srgbClr val="22222A"/>
            </a:solidFill>
            <a:prstDash val="solid"/>
          </a:ln>
        </p:spPr>
      </p:sp>
      <p:sp>
        <p:nvSpPr>
          <p:cNvPr id="142" name="Shape 140"/>
          <p:cNvSpPr/>
          <p:nvPr/>
        </p:nvSpPr>
        <p:spPr>
          <a:xfrm>
            <a:off x="3312050" y="3822192"/>
            <a:ext cx="54864" cy="54864"/>
          </a:xfrm>
          <a:prstGeom prst="ellipse">
            <a:avLst/>
          </a:prstGeom>
          <a:solidFill>
            <a:srgbClr val="4A4A55"/>
          </a:solidFill>
          <a:ln w="6350">
            <a:solidFill>
              <a:srgbClr val="22222A"/>
            </a:solidFill>
            <a:prstDash val="solid"/>
          </a:ln>
        </p:spPr>
      </p:sp>
      <p:sp>
        <p:nvSpPr>
          <p:cNvPr id="143" name="Shape 141"/>
          <p:cNvSpPr/>
          <p:nvPr/>
        </p:nvSpPr>
        <p:spPr>
          <a:xfrm>
            <a:off x="3486267" y="3872484"/>
            <a:ext cx="54864" cy="54864"/>
          </a:xfrm>
          <a:prstGeom prst="ellipse">
            <a:avLst/>
          </a:prstGeom>
          <a:solidFill>
            <a:srgbClr val="4A4A55"/>
          </a:solidFill>
          <a:ln w="6350">
            <a:solidFill>
              <a:srgbClr val="22222A"/>
            </a:solidFill>
            <a:prstDash val="solid"/>
          </a:ln>
        </p:spPr>
      </p:sp>
      <p:sp>
        <p:nvSpPr>
          <p:cNvPr id="144" name="Shape 142"/>
          <p:cNvSpPr/>
          <p:nvPr/>
        </p:nvSpPr>
        <p:spPr>
          <a:xfrm>
            <a:off x="3486267" y="3973068"/>
            <a:ext cx="54864" cy="54864"/>
          </a:xfrm>
          <a:prstGeom prst="ellipse">
            <a:avLst/>
          </a:prstGeom>
          <a:solidFill>
            <a:srgbClr val="4A4A55"/>
          </a:solidFill>
          <a:ln w="6350">
            <a:solidFill>
              <a:srgbClr val="22222A"/>
            </a:solidFill>
            <a:prstDash val="solid"/>
          </a:ln>
        </p:spPr>
      </p:sp>
      <p:sp>
        <p:nvSpPr>
          <p:cNvPr id="145" name="Shape 143"/>
          <p:cNvSpPr/>
          <p:nvPr/>
        </p:nvSpPr>
        <p:spPr>
          <a:xfrm>
            <a:off x="3660484" y="4023360"/>
            <a:ext cx="54864" cy="54864"/>
          </a:xfrm>
          <a:prstGeom prst="ellipse">
            <a:avLst/>
          </a:prstGeom>
          <a:solidFill>
            <a:srgbClr val="4A4A55"/>
          </a:solidFill>
          <a:ln w="6350">
            <a:solidFill>
              <a:srgbClr val="22222A"/>
            </a:solidFill>
            <a:prstDash val="solid"/>
          </a:ln>
        </p:spPr>
      </p:sp>
      <p:sp>
        <p:nvSpPr>
          <p:cNvPr id="146" name="Shape 144"/>
          <p:cNvSpPr/>
          <p:nvPr/>
        </p:nvSpPr>
        <p:spPr>
          <a:xfrm>
            <a:off x="3660484" y="4123944"/>
            <a:ext cx="54864" cy="54864"/>
          </a:xfrm>
          <a:prstGeom prst="ellipse">
            <a:avLst/>
          </a:prstGeom>
          <a:solidFill>
            <a:srgbClr val="4A4A55"/>
          </a:solidFill>
          <a:ln w="6350">
            <a:solidFill>
              <a:srgbClr val="22222A"/>
            </a:solidFill>
            <a:prstDash val="solid"/>
          </a:ln>
        </p:spPr>
      </p:sp>
      <p:sp>
        <p:nvSpPr>
          <p:cNvPr id="147" name="Shape 145"/>
          <p:cNvSpPr/>
          <p:nvPr/>
        </p:nvSpPr>
        <p:spPr>
          <a:xfrm>
            <a:off x="3660484" y="3721608"/>
            <a:ext cx="54864" cy="54864"/>
          </a:xfrm>
          <a:prstGeom prst="ellipse">
            <a:avLst/>
          </a:prstGeom>
          <a:solidFill>
            <a:srgbClr val="4A4A55"/>
          </a:solidFill>
          <a:ln w="6350">
            <a:solidFill>
              <a:srgbClr val="22222A"/>
            </a:solidFill>
            <a:prstDash val="solid"/>
          </a:ln>
        </p:spPr>
      </p:sp>
      <p:sp>
        <p:nvSpPr>
          <p:cNvPr id="148" name="Shape 146"/>
          <p:cNvSpPr/>
          <p:nvPr/>
        </p:nvSpPr>
        <p:spPr>
          <a:xfrm>
            <a:off x="3660484" y="3822192"/>
            <a:ext cx="54864" cy="54864"/>
          </a:xfrm>
          <a:prstGeom prst="ellipse">
            <a:avLst/>
          </a:prstGeom>
          <a:solidFill>
            <a:srgbClr val="4A4A55"/>
          </a:solidFill>
          <a:ln w="6350">
            <a:solidFill>
              <a:srgbClr val="22222A"/>
            </a:solidFill>
            <a:prstDash val="solid"/>
          </a:ln>
        </p:spPr>
      </p:sp>
      <p:sp>
        <p:nvSpPr>
          <p:cNvPr id="149" name="Shape 147"/>
          <p:cNvSpPr/>
          <p:nvPr/>
        </p:nvSpPr>
        <p:spPr>
          <a:xfrm>
            <a:off x="3834700" y="3872484"/>
            <a:ext cx="54864" cy="54864"/>
          </a:xfrm>
          <a:prstGeom prst="ellipse">
            <a:avLst/>
          </a:prstGeom>
          <a:solidFill>
            <a:srgbClr val="4A4A55"/>
          </a:solidFill>
          <a:ln w="6350">
            <a:solidFill>
              <a:srgbClr val="22222A"/>
            </a:solidFill>
            <a:prstDash val="solid"/>
          </a:ln>
        </p:spPr>
      </p:sp>
      <p:sp>
        <p:nvSpPr>
          <p:cNvPr id="150" name="Shape 148"/>
          <p:cNvSpPr/>
          <p:nvPr/>
        </p:nvSpPr>
        <p:spPr>
          <a:xfrm>
            <a:off x="3834700" y="3973068"/>
            <a:ext cx="54864" cy="54864"/>
          </a:xfrm>
          <a:prstGeom prst="ellipse">
            <a:avLst/>
          </a:prstGeom>
          <a:solidFill>
            <a:srgbClr val="4A4A55"/>
          </a:solidFill>
          <a:ln w="6350">
            <a:solidFill>
              <a:srgbClr val="22222A"/>
            </a:solidFill>
            <a:prstDash val="solid"/>
          </a:ln>
        </p:spPr>
      </p:sp>
      <p:sp>
        <p:nvSpPr>
          <p:cNvPr id="151" name="Shape 149"/>
          <p:cNvSpPr/>
          <p:nvPr/>
        </p:nvSpPr>
        <p:spPr>
          <a:xfrm>
            <a:off x="2834640" y="3429000"/>
            <a:ext cx="45720" cy="384048"/>
          </a:xfrm>
          <a:prstGeom prst="line">
            <a:avLst/>
          </a:prstGeom>
          <a:noFill/>
          <a:ln w="12700">
            <a:solidFill>
              <a:srgbClr val="C8414C"/>
            </a:solidFill>
            <a:prstDash val="dash"/>
          </a:ln>
        </p:spPr>
      </p:sp>
      <p:sp>
        <p:nvSpPr>
          <p:cNvPr id="152" name="Shape 150"/>
          <p:cNvSpPr/>
          <p:nvPr/>
        </p:nvSpPr>
        <p:spPr>
          <a:xfrm>
            <a:off x="3429000" y="3429000"/>
            <a:ext cx="45720" cy="384048"/>
          </a:xfrm>
          <a:prstGeom prst="line">
            <a:avLst/>
          </a:prstGeom>
          <a:noFill/>
          <a:ln w="12700">
            <a:solidFill>
              <a:srgbClr val="C8414C"/>
            </a:solidFill>
            <a:prstDash val="dash"/>
          </a:ln>
        </p:spPr>
      </p:sp>
      <p:sp>
        <p:nvSpPr>
          <p:cNvPr id="153" name="Text 151"/>
          <p:cNvSpPr/>
          <p:nvPr/>
        </p:nvSpPr>
        <p:spPr>
          <a:xfrm>
            <a:off x="4343400" y="3154680"/>
            <a:ext cx="1554480" cy="256032"/>
          </a:xfrm>
          <a:prstGeom prst="rect">
            <a:avLst/>
          </a:prstGeom>
          <a:noFill/>
          <a:ln/>
        </p:spPr>
        <p:txBody>
          <a:bodyPr wrap="square" lIns="0" tIns="0" rIns="0" bIns="0" rtlCol="0" anchor="ctr"/>
          <a:lstStyle/>
          <a:p>
            <a:pPr algn="l" indent="0" marL="0">
              <a:buNone/>
            </a:pPr>
            <a:r>
              <a:rPr lang="en-US" sz="1150" b="1" dirty="0">
                <a:solidFill>
                  <a:srgbClr val="262B3A"/>
                </a:solidFill>
                <a:latin typeface="Calibri" pitchFamily="34" charset="0"/>
                <a:ea typeface="Calibri" pitchFamily="34" charset="-122"/>
                <a:cs typeface="Calibri" pitchFamily="34" charset="-120"/>
              </a:rPr>
              <a:t>Graphite</a:t>
            </a:r>
            <a:endParaRPr lang="en-US" sz="1150" dirty="0"/>
          </a:p>
        </p:txBody>
      </p:sp>
      <p:sp>
        <p:nvSpPr>
          <p:cNvPr id="154" name="Text 152"/>
          <p:cNvSpPr/>
          <p:nvPr/>
        </p:nvSpPr>
        <p:spPr>
          <a:xfrm>
            <a:off x="4343400" y="3429000"/>
            <a:ext cx="1554480" cy="73152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layers of C bonded to </a:t>
            </a:r>
            <a:r>
              <a:rPr lang="en-US" sz="1000" b="1" dirty="0">
                <a:solidFill>
                  <a:srgbClr val="262B3A"/>
                </a:solidFill>
                <a:latin typeface="Calibri" pitchFamily="34" charset="0"/>
                <a:ea typeface="Calibri" pitchFamily="34" charset="-122"/>
                <a:cs typeface="Calibri" pitchFamily="34" charset="-120"/>
              </a:rPr>
              <a:t>3</a:t>
            </a:r>
            <a:r>
              <a:rPr lang="en-US" sz="1000" dirty="0">
                <a:solidFill>
                  <a:srgbClr val="262B3A"/>
                </a:solidFill>
                <a:latin typeface="Calibri" pitchFamily="34" charset="0"/>
                <a:ea typeface="Calibri" pitchFamily="34" charset="-122"/>
                <a:cs typeface="Calibri" pitchFamily="34" charset="-120"/>
              </a:rPr>
              <a:t> others: soft, slippery, conducts</a:t>
            </a:r>
            <a:endParaRPr lang="en-US" sz="1000" dirty="0"/>
          </a:p>
        </p:txBody>
      </p:sp>
      <p:sp>
        <p:nvSpPr>
          <p:cNvPr id="155" name="Shape 153"/>
          <p:cNvSpPr/>
          <p:nvPr/>
        </p:nvSpPr>
        <p:spPr>
          <a:xfrm>
            <a:off x="640080" y="4526280"/>
            <a:ext cx="5120640" cy="731520"/>
          </a:xfrm>
          <a:prstGeom prst="roundRect">
            <a:avLst>
              <a:gd name="adj" fmla="val 7500"/>
            </a:avLst>
          </a:prstGeom>
          <a:solidFill>
            <a:srgbClr val="FFFFFF"/>
          </a:solidFill>
          <a:ln w="12700">
            <a:solidFill>
              <a:srgbClr val="DDD3EC"/>
            </a:solidFill>
            <a:prstDash val="solid"/>
          </a:ln>
        </p:spPr>
      </p:sp>
      <p:sp>
        <p:nvSpPr>
          <p:cNvPr id="156" name="Text 154"/>
          <p:cNvSpPr/>
          <p:nvPr/>
        </p:nvSpPr>
        <p:spPr>
          <a:xfrm>
            <a:off x="731520" y="4553712"/>
            <a:ext cx="493776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Both are </a:t>
            </a:r>
            <a:r>
              <a:rPr lang="en-US" sz="1050" b="1" dirty="0">
                <a:solidFill>
                  <a:srgbClr val="262B3A"/>
                </a:solidFill>
                <a:latin typeface="Calibri" pitchFamily="34" charset="0"/>
                <a:ea typeface="Calibri" pitchFamily="34" charset="-122"/>
                <a:cs typeface="Calibri" pitchFamily="34" charset="-120"/>
              </a:rPr>
              <a:t>carbon</a:t>
            </a:r>
            <a:r>
              <a:rPr lang="en-US" sz="1050" dirty="0">
                <a:solidFill>
                  <a:srgbClr val="262B3A"/>
                </a:solidFill>
                <a:latin typeface="Calibri" pitchFamily="34" charset="0"/>
                <a:ea typeface="Calibri" pitchFamily="34" charset="-122"/>
                <a:cs typeface="Calibri" pitchFamily="34" charset="-120"/>
              </a:rPr>
              <a:t>: both burn to give the same product</a:t>
            </a:r>
            <a:endParaRPr lang="en-US" sz="1050" dirty="0"/>
          </a:p>
        </p:txBody>
      </p:sp>
      <p:sp>
        <p:nvSpPr>
          <p:cNvPr id="157" name="Text 155"/>
          <p:cNvSpPr/>
          <p:nvPr/>
        </p:nvSpPr>
        <p:spPr>
          <a:xfrm>
            <a:off x="731520" y="4846320"/>
            <a:ext cx="4937760" cy="347472"/>
          </a:xfrm>
          <a:prstGeom prst="rect">
            <a:avLst/>
          </a:prstGeom>
          <a:noFill/>
          <a:ln/>
        </p:spPr>
        <p:txBody>
          <a:bodyPr wrap="square" lIns="0" tIns="0" rIns="0" bIns="0" rtlCol="0" anchor="ctr"/>
          <a:lstStyle/>
          <a:p>
            <a:pPr algn="ctr" indent="0" marL="0">
              <a:buNone/>
            </a:pPr>
            <a:r>
              <a:rPr lang="en-US" sz="1300" b="1" dirty="0">
                <a:solidFill>
                  <a:srgbClr val="6A3FA0"/>
                </a:solidFill>
                <a:latin typeface="Calibri" pitchFamily="34" charset="0"/>
                <a:ea typeface="Calibri" pitchFamily="34" charset="-122"/>
                <a:cs typeface="Calibri" pitchFamily="34" charset="-120"/>
              </a:rPr>
              <a:t>C(s) + O₂(g) → CO₂(g)</a:t>
            </a:r>
            <a:endParaRPr lang="en-US" sz="1300" dirty="0"/>
          </a:p>
        </p:txBody>
      </p:sp>
      <p:sp>
        <p:nvSpPr>
          <p:cNvPr id="158" name="Shape 156"/>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59" name="Text 15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Bulk properties</a:t>
            </a:r>
            <a:endParaRPr lang="en-US" sz="1300" dirty="0"/>
          </a:p>
        </p:txBody>
      </p:sp>
      <p:sp>
        <p:nvSpPr>
          <p:cNvPr id="160" name="Text 158"/>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bulk property</a:t>
            </a:r>
            <a:r>
              <a:rPr lang="en-US" sz="1150" dirty="0">
                <a:solidFill>
                  <a:srgbClr val="262B3A"/>
                </a:solidFill>
                <a:latin typeface="Calibri" pitchFamily="34" charset="0"/>
                <a:ea typeface="Calibri" pitchFamily="34" charset="-122"/>
                <a:cs typeface="Calibri" pitchFamily="34" charset="-120"/>
              </a:rPr>
              <a:t> belongs to a large piece of material: </a:t>
            </a:r>
            <a:r>
              <a:rPr lang="en-US" sz="1150" b="1" dirty="0">
                <a:solidFill>
                  <a:srgbClr val="262B3A"/>
                </a:solidFill>
                <a:latin typeface="Calibri" pitchFamily="34" charset="0"/>
                <a:ea typeface="Calibri" pitchFamily="34" charset="-122"/>
                <a:cs typeface="Calibri" pitchFamily="34" charset="-120"/>
              </a:rPr>
              <a:t>strength</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hardness</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melting point</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electrical</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thermal conductivity</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brittleness</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flexibility</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malleability</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single atom does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have these properties. They come from:</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1  the </a:t>
            </a:r>
            <a:r>
              <a:rPr lang="en-US" sz="1150" b="1" dirty="0">
                <a:solidFill>
                  <a:srgbClr val="262B3A"/>
                </a:solidFill>
                <a:latin typeface="Calibri" pitchFamily="34" charset="0"/>
                <a:ea typeface="Calibri" pitchFamily="34" charset="-122"/>
                <a:cs typeface="Calibri" pitchFamily="34" charset="-120"/>
              </a:rPr>
              <a:t>type of bonds</a:t>
            </a:r>
            <a:r>
              <a:rPr lang="en-US" sz="1150" dirty="0">
                <a:solidFill>
                  <a:srgbClr val="262B3A"/>
                </a:solidFill>
                <a:latin typeface="Calibri" pitchFamily="34" charset="0"/>
                <a:ea typeface="Calibri" pitchFamily="34" charset="-122"/>
                <a:cs typeface="Calibri" pitchFamily="34" charset="-120"/>
              </a:rPr>
              <a:t> (ionic, covalent, metallic);</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2  how </a:t>
            </a:r>
            <a:r>
              <a:rPr lang="en-US" sz="1150" b="1" dirty="0">
                <a:solidFill>
                  <a:srgbClr val="262B3A"/>
                </a:solidFill>
                <a:latin typeface="Calibri" pitchFamily="34" charset="0"/>
                <a:ea typeface="Calibri" pitchFamily="34" charset="-122"/>
                <a:cs typeface="Calibri" pitchFamily="34" charset="-120"/>
              </a:rPr>
              <a:t>strong</a:t>
            </a:r>
            <a:r>
              <a:rPr lang="en-US" sz="1150" dirty="0">
                <a:solidFill>
                  <a:srgbClr val="262B3A"/>
                </a:solidFill>
                <a:latin typeface="Calibri" pitchFamily="34" charset="0"/>
                <a:ea typeface="Calibri" pitchFamily="34" charset="-122"/>
                <a:cs typeface="Calibri" pitchFamily="34" charset="-120"/>
              </a:rPr>
              <a:t> the bonds are compared with the </a:t>
            </a:r>
            <a:r>
              <a:rPr lang="en-US" sz="1150" b="1" dirty="0">
                <a:solidFill>
                  <a:srgbClr val="262B3A"/>
                </a:solidFill>
                <a:latin typeface="Calibri" pitchFamily="34" charset="0"/>
                <a:ea typeface="Calibri" pitchFamily="34" charset="-122"/>
                <a:cs typeface="Calibri" pitchFamily="34" charset="-120"/>
              </a:rPr>
              <a:t>forces between molecules</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3  how the bonds are </a:t>
            </a:r>
            <a:r>
              <a:rPr lang="en-US" sz="1150" b="1" dirty="0">
                <a:solidFill>
                  <a:srgbClr val="262B3A"/>
                </a:solidFill>
                <a:latin typeface="Calibri" pitchFamily="34" charset="0"/>
                <a:ea typeface="Calibri" pitchFamily="34" charset="-122"/>
                <a:cs typeface="Calibri" pitchFamily="34" charset="-120"/>
              </a:rPr>
              <a:t>arranged</a:t>
            </a:r>
            <a:r>
              <a:rPr lang="en-US" sz="1150" dirty="0">
                <a:solidFill>
                  <a:srgbClr val="262B3A"/>
                </a:solidFill>
                <a:latin typeface="Calibri" pitchFamily="34" charset="0"/>
                <a:ea typeface="Calibri" pitchFamily="34" charset="-122"/>
                <a:cs typeface="Calibri" pitchFamily="34" charset="-120"/>
              </a:rPr>
              <a:t> (chains, layers, 3D network).</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Same atoms, different structure → different properties (diamond and graphite).</a:t>
            </a:r>
            <a:endParaRPr lang="en-US" sz="1150" dirty="0"/>
          </a:p>
        </p:txBody>
      </p:sp>
      <p:sp>
        <p:nvSpPr>
          <p:cNvPr id="161" name="Shape 159"/>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62" name="Text 160"/>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same atoms, same product</a:t>
            </a:r>
            <a:endParaRPr lang="en-US" sz="1300" dirty="0"/>
          </a:p>
        </p:txBody>
      </p:sp>
      <p:sp>
        <p:nvSpPr>
          <p:cNvPr id="163" name="Text 161"/>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6 g of diamond burns completely. What mass of CO₂ forms? (C = 12, O = 16)</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Mr   </a:t>
            </a:r>
            <a:r>
              <a:rPr lang="en-US" sz="1050" dirty="0">
                <a:solidFill>
                  <a:srgbClr val="262B3A"/>
                </a:solidFill>
                <a:latin typeface="Calibri" pitchFamily="34" charset="0"/>
                <a:ea typeface="Calibri" pitchFamily="34" charset="-122"/>
                <a:cs typeface="Calibri" pitchFamily="34" charset="-120"/>
              </a:rPr>
              <a:t>CO₂ = 12 + 2 × 16 = 44</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Ratio   </a:t>
            </a:r>
            <a:r>
              <a:rPr lang="en-US" sz="1050" dirty="0">
                <a:solidFill>
                  <a:srgbClr val="262B3A"/>
                </a:solidFill>
                <a:latin typeface="Calibri" pitchFamily="34" charset="0"/>
                <a:ea typeface="Calibri" pitchFamily="34" charset="-122"/>
                <a:cs typeface="Calibri" pitchFamily="34" charset="-120"/>
              </a:rPr>
              <a:t>12 g C gives 44 g CO₂</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6 g gives 44 × 6 ÷ 12 = </a:t>
            </a:r>
            <a:r>
              <a:rPr lang="en-US" sz="1050" b="1" dirty="0">
                <a:solidFill>
                  <a:srgbClr val="C8414C"/>
                </a:solidFill>
                <a:latin typeface="Calibri" pitchFamily="34" charset="0"/>
                <a:ea typeface="Calibri" pitchFamily="34" charset="-122"/>
                <a:cs typeface="Calibri" pitchFamily="34" charset="-120"/>
              </a:rPr>
              <a:t>22 g</a:t>
            </a:r>
            <a:r>
              <a:rPr lang="en-US" sz="1050" b="1" dirty="0">
                <a:solidFill>
                  <a:srgbClr val="C8414C"/>
                </a:solidFill>
                <a:latin typeface="Calibri" pitchFamily="34" charset="0"/>
                <a:ea typeface="Calibri" pitchFamily="34" charset="-122"/>
                <a:cs typeface="Calibri" pitchFamily="34" charset="-120"/>
              </a:rPr>
              <a:t> (the same for graphite)</a:t>
            </a:r>
            <a:endParaRPr lang="en-US" sz="1050" dirty="0"/>
          </a:p>
        </p:txBody>
      </p:sp>
      <p:sp>
        <p:nvSpPr>
          <p:cNvPr id="164" name="Shape 162"/>
          <p:cNvSpPr/>
          <p:nvPr/>
        </p:nvSpPr>
        <p:spPr>
          <a:xfrm>
            <a:off x="411480" y="5833872"/>
            <a:ext cx="11368735" cy="530352"/>
          </a:xfrm>
          <a:prstGeom prst="rect">
            <a:avLst/>
          </a:prstGeom>
          <a:solidFill>
            <a:srgbClr val="FFF4E0"/>
          </a:solidFill>
          <a:ln w="6350">
            <a:solidFill>
              <a:srgbClr val="F1D9A8"/>
            </a:solidFill>
            <a:prstDash val="solid"/>
          </a:ln>
        </p:spPr>
      </p:sp>
      <p:sp>
        <p:nvSpPr>
          <p:cNvPr id="165" name="Shape 163"/>
          <p:cNvSpPr/>
          <p:nvPr/>
        </p:nvSpPr>
        <p:spPr>
          <a:xfrm>
            <a:off x="411480" y="5833872"/>
            <a:ext cx="82296" cy="530352"/>
          </a:xfrm>
          <a:prstGeom prst="rect">
            <a:avLst/>
          </a:prstGeom>
          <a:solidFill>
            <a:srgbClr val="E39A2F"/>
          </a:solidFill>
          <a:ln w="12700">
            <a:solidFill>
              <a:srgbClr val="E39A2F"/>
            </a:solidFill>
            <a:prstDash val="solid"/>
          </a:ln>
        </p:spPr>
      </p:sp>
      <p:sp>
        <p:nvSpPr>
          <p:cNvPr id="166" name="Text 16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does it make no sense to say "a carbon atom is hard"? What mass of CO₂ forms when </a:t>
            </a:r>
            <a:r>
              <a:rPr lang="en-US" sz="1150" b="1" dirty="0">
                <a:solidFill>
                  <a:srgbClr val="262B3A"/>
                </a:solidFill>
                <a:latin typeface="Calibri" pitchFamily="34" charset="0"/>
                <a:ea typeface="Calibri" pitchFamily="34" charset="-122"/>
                <a:cs typeface="Calibri" pitchFamily="34" charset="-120"/>
              </a:rPr>
              <a:t>3 g</a:t>
            </a:r>
            <a:r>
              <a:rPr lang="en-US" sz="1150" dirty="0">
                <a:solidFill>
                  <a:srgbClr val="262B3A"/>
                </a:solidFill>
                <a:latin typeface="Calibri" pitchFamily="34" charset="0"/>
                <a:ea typeface="Calibri" pitchFamily="34" charset="-122"/>
                <a:cs typeface="Calibri" pitchFamily="34" charset="-120"/>
              </a:rPr>
              <a:t> of graphite burns?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Four types of structure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particles, bonds and arrangement (recap of C2 and C3.1)</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6</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four structure models; not to scale</a:t>
            </a:r>
            <a:endParaRPr lang="en-US" sz="1000" dirty="0"/>
          </a:p>
        </p:txBody>
      </p:sp>
      <p:sp>
        <p:nvSpPr>
          <p:cNvPr id="10" name="Shape 8"/>
          <p:cNvSpPr/>
          <p:nvPr/>
        </p:nvSpPr>
        <p:spPr>
          <a:xfrm>
            <a:off x="594360" y="1325880"/>
            <a:ext cx="2514600" cy="1920240"/>
          </a:xfrm>
          <a:prstGeom prst="roundRect">
            <a:avLst>
              <a:gd name="adj" fmla="val 2381"/>
            </a:avLst>
          </a:prstGeom>
          <a:solidFill>
            <a:srgbClr val="FFFFFF"/>
          </a:solidFill>
          <a:ln w="12700">
            <a:solidFill>
              <a:srgbClr val="DDD3EC"/>
            </a:solidFill>
            <a:prstDash val="solid"/>
          </a:ln>
        </p:spPr>
      </p:sp>
      <p:sp>
        <p:nvSpPr>
          <p:cNvPr id="11" name="Text 9"/>
          <p:cNvSpPr/>
          <p:nvPr/>
        </p:nvSpPr>
        <p:spPr>
          <a:xfrm>
            <a:off x="667512" y="13624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Ionic lattice</a:t>
            </a:r>
            <a:r>
              <a:rPr lang="en-US" sz="1050" dirty="0">
                <a:solidFill>
                  <a:srgbClr val="2A1F3D"/>
                </a:solidFill>
                <a:latin typeface="Calibri" pitchFamily="34" charset="0"/>
                <a:ea typeface="Calibri" pitchFamily="34" charset="-122"/>
                <a:cs typeface="Calibri" pitchFamily="34" charset="-120"/>
              </a:rPr>
              <a:t>  e.g. NaCl</a:t>
            </a:r>
            <a:endParaRPr lang="en-US" sz="1050" dirty="0"/>
          </a:p>
        </p:txBody>
      </p:sp>
      <p:sp>
        <p:nvSpPr>
          <p:cNvPr id="12" name="Shape 10"/>
          <p:cNvSpPr/>
          <p:nvPr/>
        </p:nvSpPr>
        <p:spPr>
          <a:xfrm>
            <a:off x="3246120" y="1325880"/>
            <a:ext cx="2514600" cy="1920240"/>
          </a:xfrm>
          <a:prstGeom prst="roundRect">
            <a:avLst>
              <a:gd name="adj" fmla="val 2381"/>
            </a:avLst>
          </a:prstGeom>
          <a:solidFill>
            <a:srgbClr val="FFFFFF"/>
          </a:solidFill>
          <a:ln w="12700">
            <a:solidFill>
              <a:srgbClr val="DDD3EC"/>
            </a:solidFill>
            <a:prstDash val="solid"/>
          </a:ln>
        </p:spPr>
      </p:sp>
      <p:sp>
        <p:nvSpPr>
          <p:cNvPr id="13" name="Text 11"/>
          <p:cNvSpPr/>
          <p:nvPr/>
        </p:nvSpPr>
        <p:spPr>
          <a:xfrm>
            <a:off x="3319272" y="13624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Simple molecules</a:t>
            </a:r>
            <a:r>
              <a:rPr lang="en-US" sz="1050" dirty="0">
                <a:solidFill>
                  <a:srgbClr val="2A1F3D"/>
                </a:solidFill>
                <a:latin typeface="Calibri" pitchFamily="34" charset="0"/>
                <a:ea typeface="Calibri" pitchFamily="34" charset="-122"/>
                <a:cs typeface="Calibri" pitchFamily="34" charset="-120"/>
              </a:rPr>
              <a:t>  e.g. Br₂, H₂O, CH₄</a:t>
            </a:r>
            <a:endParaRPr lang="en-US" sz="1050" dirty="0"/>
          </a:p>
        </p:txBody>
      </p:sp>
      <p:sp>
        <p:nvSpPr>
          <p:cNvPr id="14" name="Shape 12"/>
          <p:cNvSpPr/>
          <p:nvPr/>
        </p:nvSpPr>
        <p:spPr>
          <a:xfrm>
            <a:off x="594360" y="3383280"/>
            <a:ext cx="2514600" cy="1920240"/>
          </a:xfrm>
          <a:prstGeom prst="roundRect">
            <a:avLst>
              <a:gd name="adj" fmla="val 2381"/>
            </a:avLst>
          </a:prstGeom>
          <a:solidFill>
            <a:srgbClr val="FFFFFF"/>
          </a:solidFill>
          <a:ln w="12700">
            <a:solidFill>
              <a:srgbClr val="DDD3EC"/>
            </a:solidFill>
            <a:prstDash val="solid"/>
          </a:ln>
        </p:spPr>
      </p:sp>
      <p:sp>
        <p:nvSpPr>
          <p:cNvPr id="15" name="Text 13"/>
          <p:cNvSpPr/>
          <p:nvPr/>
        </p:nvSpPr>
        <p:spPr>
          <a:xfrm>
            <a:off x="667512" y="34198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Giant covalent</a:t>
            </a:r>
            <a:r>
              <a:rPr lang="en-US" sz="1050" dirty="0">
                <a:solidFill>
                  <a:srgbClr val="2A1F3D"/>
                </a:solidFill>
                <a:latin typeface="Calibri" pitchFamily="34" charset="0"/>
                <a:ea typeface="Calibri" pitchFamily="34" charset="-122"/>
                <a:cs typeface="Calibri" pitchFamily="34" charset="-120"/>
              </a:rPr>
              <a:t>  e.g. SiO₂, diamond</a:t>
            </a:r>
            <a:endParaRPr lang="en-US" sz="1050" dirty="0"/>
          </a:p>
        </p:txBody>
      </p:sp>
      <p:sp>
        <p:nvSpPr>
          <p:cNvPr id="16" name="Shape 14"/>
          <p:cNvSpPr/>
          <p:nvPr/>
        </p:nvSpPr>
        <p:spPr>
          <a:xfrm>
            <a:off x="3246120" y="3383280"/>
            <a:ext cx="2514600" cy="1920240"/>
          </a:xfrm>
          <a:prstGeom prst="roundRect">
            <a:avLst>
              <a:gd name="adj" fmla="val 2381"/>
            </a:avLst>
          </a:prstGeom>
          <a:solidFill>
            <a:srgbClr val="FFFFFF"/>
          </a:solidFill>
          <a:ln w="12700">
            <a:solidFill>
              <a:srgbClr val="DDD3EC"/>
            </a:solidFill>
            <a:prstDash val="solid"/>
          </a:ln>
        </p:spPr>
      </p:sp>
      <p:sp>
        <p:nvSpPr>
          <p:cNvPr id="17" name="Text 15"/>
          <p:cNvSpPr/>
          <p:nvPr/>
        </p:nvSpPr>
        <p:spPr>
          <a:xfrm>
            <a:off x="3319272" y="34198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Metallic lattice</a:t>
            </a:r>
            <a:r>
              <a:rPr lang="en-US" sz="1050" dirty="0">
                <a:solidFill>
                  <a:srgbClr val="2A1F3D"/>
                </a:solidFill>
                <a:latin typeface="Calibri" pitchFamily="34" charset="0"/>
                <a:ea typeface="Calibri" pitchFamily="34" charset="-122"/>
                <a:cs typeface="Calibri" pitchFamily="34" charset="-120"/>
              </a:rPr>
              <a:t>  e.g. Cu, Al, Fe</a:t>
            </a:r>
            <a:endParaRPr lang="en-US" sz="1050" dirty="0"/>
          </a:p>
        </p:txBody>
      </p:sp>
      <p:sp>
        <p:nvSpPr>
          <p:cNvPr id="18" name="Shape 16"/>
          <p:cNvSpPr/>
          <p:nvPr/>
        </p:nvSpPr>
        <p:spPr>
          <a:xfrm>
            <a:off x="795528" y="1709928"/>
            <a:ext cx="237744" cy="237744"/>
          </a:xfrm>
          <a:prstGeom prst="ellipse">
            <a:avLst/>
          </a:prstGeom>
          <a:solidFill>
            <a:srgbClr val="8E7CC3"/>
          </a:solidFill>
          <a:ln w="12700">
            <a:solidFill>
              <a:srgbClr val="5B3A8C"/>
            </a:solidFill>
            <a:prstDash val="solid"/>
          </a:ln>
        </p:spPr>
      </p:sp>
      <p:sp>
        <p:nvSpPr>
          <p:cNvPr id="19" name="Text 17"/>
          <p:cNvSpPr/>
          <p:nvPr/>
        </p:nvSpPr>
        <p:spPr>
          <a:xfrm>
            <a:off x="795528"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1133856" y="1664208"/>
            <a:ext cx="329184" cy="329184"/>
          </a:xfrm>
          <a:prstGeom prst="ellipse">
            <a:avLst/>
          </a:prstGeom>
          <a:solidFill>
            <a:srgbClr val="7DBE6A"/>
          </a:solidFill>
          <a:ln w="12700">
            <a:solidFill>
              <a:srgbClr val="3E7F2E"/>
            </a:solidFill>
            <a:prstDash val="solid"/>
          </a:ln>
        </p:spPr>
      </p:sp>
      <p:sp>
        <p:nvSpPr>
          <p:cNvPr id="21" name="Text 19"/>
          <p:cNvSpPr/>
          <p:nvPr/>
        </p:nvSpPr>
        <p:spPr>
          <a:xfrm>
            <a:off x="1133856" y="1664208"/>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2" name="Shape 20"/>
          <p:cNvSpPr/>
          <p:nvPr/>
        </p:nvSpPr>
        <p:spPr>
          <a:xfrm>
            <a:off x="1563624" y="1709928"/>
            <a:ext cx="237744" cy="237744"/>
          </a:xfrm>
          <a:prstGeom prst="ellipse">
            <a:avLst/>
          </a:prstGeom>
          <a:solidFill>
            <a:srgbClr val="8E7CC3"/>
          </a:solidFill>
          <a:ln w="12700">
            <a:solidFill>
              <a:srgbClr val="5B3A8C"/>
            </a:solidFill>
            <a:prstDash val="solid"/>
          </a:ln>
        </p:spPr>
      </p:sp>
      <p:sp>
        <p:nvSpPr>
          <p:cNvPr id="23" name="Text 21"/>
          <p:cNvSpPr/>
          <p:nvPr/>
        </p:nvSpPr>
        <p:spPr>
          <a:xfrm>
            <a:off x="1563624"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4" name="Shape 22"/>
          <p:cNvSpPr/>
          <p:nvPr/>
        </p:nvSpPr>
        <p:spPr>
          <a:xfrm>
            <a:off x="1901952" y="1664208"/>
            <a:ext cx="329184" cy="329184"/>
          </a:xfrm>
          <a:prstGeom prst="ellipse">
            <a:avLst/>
          </a:prstGeom>
          <a:solidFill>
            <a:srgbClr val="7DBE6A"/>
          </a:solidFill>
          <a:ln w="12700">
            <a:solidFill>
              <a:srgbClr val="3E7F2E"/>
            </a:solidFill>
            <a:prstDash val="solid"/>
          </a:ln>
        </p:spPr>
      </p:sp>
      <p:sp>
        <p:nvSpPr>
          <p:cNvPr id="25" name="Text 23"/>
          <p:cNvSpPr/>
          <p:nvPr/>
        </p:nvSpPr>
        <p:spPr>
          <a:xfrm>
            <a:off x="1901952" y="1664208"/>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6" name="Shape 24"/>
          <p:cNvSpPr/>
          <p:nvPr/>
        </p:nvSpPr>
        <p:spPr>
          <a:xfrm>
            <a:off x="2331720" y="1709928"/>
            <a:ext cx="237744" cy="237744"/>
          </a:xfrm>
          <a:prstGeom prst="ellipse">
            <a:avLst/>
          </a:prstGeom>
          <a:solidFill>
            <a:srgbClr val="8E7CC3"/>
          </a:solidFill>
          <a:ln w="12700">
            <a:solidFill>
              <a:srgbClr val="5B3A8C"/>
            </a:solidFill>
            <a:prstDash val="solid"/>
          </a:ln>
        </p:spPr>
      </p:sp>
      <p:sp>
        <p:nvSpPr>
          <p:cNvPr id="27" name="Text 25"/>
          <p:cNvSpPr/>
          <p:nvPr/>
        </p:nvSpPr>
        <p:spPr>
          <a:xfrm>
            <a:off x="2331720"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8" name="Shape 26"/>
          <p:cNvSpPr/>
          <p:nvPr/>
        </p:nvSpPr>
        <p:spPr>
          <a:xfrm>
            <a:off x="749808" y="2048256"/>
            <a:ext cx="329184" cy="329184"/>
          </a:xfrm>
          <a:prstGeom prst="ellipse">
            <a:avLst/>
          </a:prstGeom>
          <a:solidFill>
            <a:srgbClr val="7DBE6A"/>
          </a:solidFill>
          <a:ln w="12700">
            <a:solidFill>
              <a:srgbClr val="3E7F2E"/>
            </a:solidFill>
            <a:prstDash val="solid"/>
          </a:ln>
        </p:spPr>
      </p:sp>
      <p:sp>
        <p:nvSpPr>
          <p:cNvPr id="29" name="Text 27"/>
          <p:cNvSpPr/>
          <p:nvPr/>
        </p:nvSpPr>
        <p:spPr>
          <a:xfrm>
            <a:off x="749808"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0" name="Shape 28"/>
          <p:cNvSpPr/>
          <p:nvPr/>
        </p:nvSpPr>
        <p:spPr>
          <a:xfrm>
            <a:off x="1179576" y="2093976"/>
            <a:ext cx="237744" cy="237744"/>
          </a:xfrm>
          <a:prstGeom prst="ellipse">
            <a:avLst/>
          </a:prstGeom>
          <a:solidFill>
            <a:srgbClr val="8E7CC3"/>
          </a:solidFill>
          <a:ln w="12700">
            <a:solidFill>
              <a:srgbClr val="5B3A8C"/>
            </a:solidFill>
            <a:prstDash val="solid"/>
          </a:ln>
        </p:spPr>
      </p:sp>
      <p:sp>
        <p:nvSpPr>
          <p:cNvPr id="31" name="Text 29"/>
          <p:cNvSpPr/>
          <p:nvPr/>
        </p:nvSpPr>
        <p:spPr>
          <a:xfrm>
            <a:off x="1179576" y="209397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2" name="Shape 30"/>
          <p:cNvSpPr/>
          <p:nvPr/>
        </p:nvSpPr>
        <p:spPr>
          <a:xfrm>
            <a:off x="1517904" y="2048256"/>
            <a:ext cx="329184" cy="329184"/>
          </a:xfrm>
          <a:prstGeom prst="ellipse">
            <a:avLst/>
          </a:prstGeom>
          <a:solidFill>
            <a:srgbClr val="7DBE6A"/>
          </a:solidFill>
          <a:ln w="12700">
            <a:solidFill>
              <a:srgbClr val="3E7F2E"/>
            </a:solidFill>
            <a:prstDash val="solid"/>
          </a:ln>
        </p:spPr>
      </p:sp>
      <p:sp>
        <p:nvSpPr>
          <p:cNvPr id="33" name="Text 31"/>
          <p:cNvSpPr/>
          <p:nvPr/>
        </p:nvSpPr>
        <p:spPr>
          <a:xfrm>
            <a:off x="1517904"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4" name="Shape 32"/>
          <p:cNvSpPr/>
          <p:nvPr/>
        </p:nvSpPr>
        <p:spPr>
          <a:xfrm>
            <a:off x="1947672" y="2093976"/>
            <a:ext cx="237744" cy="237744"/>
          </a:xfrm>
          <a:prstGeom prst="ellipse">
            <a:avLst/>
          </a:prstGeom>
          <a:solidFill>
            <a:srgbClr val="8E7CC3"/>
          </a:solidFill>
          <a:ln w="12700">
            <a:solidFill>
              <a:srgbClr val="5B3A8C"/>
            </a:solidFill>
            <a:prstDash val="solid"/>
          </a:ln>
        </p:spPr>
      </p:sp>
      <p:sp>
        <p:nvSpPr>
          <p:cNvPr id="35" name="Text 33"/>
          <p:cNvSpPr/>
          <p:nvPr/>
        </p:nvSpPr>
        <p:spPr>
          <a:xfrm>
            <a:off x="1947672" y="209397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6" name="Shape 34"/>
          <p:cNvSpPr/>
          <p:nvPr/>
        </p:nvSpPr>
        <p:spPr>
          <a:xfrm>
            <a:off x="2286000" y="2048256"/>
            <a:ext cx="329184" cy="329184"/>
          </a:xfrm>
          <a:prstGeom prst="ellipse">
            <a:avLst/>
          </a:prstGeom>
          <a:solidFill>
            <a:srgbClr val="7DBE6A"/>
          </a:solidFill>
          <a:ln w="12700">
            <a:solidFill>
              <a:srgbClr val="3E7F2E"/>
            </a:solidFill>
            <a:prstDash val="solid"/>
          </a:ln>
        </p:spPr>
      </p:sp>
      <p:sp>
        <p:nvSpPr>
          <p:cNvPr id="37" name="Text 35"/>
          <p:cNvSpPr/>
          <p:nvPr/>
        </p:nvSpPr>
        <p:spPr>
          <a:xfrm>
            <a:off x="2286000"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8" name="Shape 36"/>
          <p:cNvSpPr/>
          <p:nvPr/>
        </p:nvSpPr>
        <p:spPr>
          <a:xfrm>
            <a:off x="795528" y="2478024"/>
            <a:ext cx="237744" cy="237744"/>
          </a:xfrm>
          <a:prstGeom prst="ellipse">
            <a:avLst/>
          </a:prstGeom>
          <a:solidFill>
            <a:srgbClr val="8E7CC3"/>
          </a:solidFill>
          <a:ln w="12700">
            <a:solidFill>
              <a:srgbClr val="5B3A8C"/>
            </a:solidFill>
            <a:prstDash val="solid"/>
          </a:ln>
        </p:spPr>
      </p:sp>
      <p:sp>
        <p:nvSpPr>
          <p:cNvPr id="39" name="Text 37"/>
          <p:cNvSpPr/>
          <p:nvPr/>
        </p:nvSpPr>
        <p:spPr>
          <a:xfrm>
            <a:off x="795528"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0" name="Shape 38"/>
          <p:cNvSpPr/>
          <p:nvPr/>
        </p:nvSpPr>
        <p:spPr>
          <a:xfrm>
            <a:off x="1133856" y="2432304"/>
            <a:ext cx="329184" cy="329184"/>
          </a:xfrm>
          <a:prstGeom prst="ellipse">
            <a:avLst/>
          </a:prstGeom>
          <a:solidFill>
            <a:srgbClr val="7DBE6A"/>
          </a:solidFill>
          <a:ln w="12700">
            <a:solidFill>
              <a:srgbClr val="3E7F2E"/>
            </a:solidFill>
            <a:prstDash val="solid"/>
          </a:ln>
        </p:spPr>
      </p:sp>
      <p:sp>
        <p:nvSpPr>
          <p:cNvPr id="41" name="Text 39"/>
          <p:cNvSpPr/>
          <p:nvPr/>
        </p:nvSpPr>
        <p:spPr>
          <a:xfrm>
            <a:off x="1133856" y="2432304"/>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2" name="Shape 40"/>
          <p:cNvSpPr/>
          <p:nvPr/>
        </p:nvSpPr>
        <p:spPr>
          <a:xfrm>
            <a:off x="1563624" y="2478024"/>
            <a:ext cx="237744" cy="237744"/>
          </a:xfrm>
          <a:prstGeom prst="ellipse">
            <a:avLst/>
          </a:prstGeom>
          <a:solidFill>
            <a:srgbClr val="8E7CC3"/>
          </a:solidFill>
          <a:ln w="12700">
            <a:solidFill>
              <a:srgbClr val="5B3A8C"/>
            </a:solidFill>
            <a:prstDash val="solid"/>
          </a:ln>
        </p:spPr>
      </p:sp>
      <p:sp>
        <p:nvSpPr>
          <p:cNvPr id="43" name="Text 41"/>
          <p:cNvSpPr/>
          <p:nvPr/>
        </p:nvSpPr>
        <p:spPr>
          <a:xfrm>
            <a:off x="1563624"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4" name="Shape 42"/>
          <p:cNvSpPr/>
          <p:nvPr/>
        </p:nvSpPr>
        <p:spPr>
          <a:xfrm>
            <a:off x="1901952" y="2432304"/>
            <a:ext cx="329184" cy="329184"/>
          </a:xfrm>
          <a:prstGeom prst="ellipse">
            <a:avLst/>
          </a:prstGeom>
          <a:solidFill>
            <a:srgbClr val="7DBE6A"/>
          </a:solidFill>
          <a:ln w="12700">
            <a:solidFill>
              <a:srgbClr val="3E7F2E"/>
            </a:solidFill>
            <a:prstDash val="solid"/>
          </a:ln>
        </p:spPr>
      </p:sp>
      <p:sp>
        <p:nvSpPr>
          <p:cNvPr id="45" name="Text 43"/>
          <p:cNvSpPr/>
          <p:nvPr/>
        </p:nvSpPr>
        <p:spPr>
          <a:xfrm>
            <a:off x="1901952" y="2432304"/>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6" name="Shape 44"/>
          <p:cNvSpPr/>
          <p:nvPr/>
        </p:nvSpPr>
        <p:spPr>
          <a:xfrm>
            <a:off x="2331720" y="2478024"/>
            <a:ext cx="237744" cy="237744"/>
          </a:xfrm>
          <a:prstGeom prst="ellipse">
            <a:avLst/>
          </a:prstGeom>
          <a:solidFill>
            <a:srgbClr val="8E7CC3"/>
          </a:solidFill>
          <a:ln w="12700">
            <a:solidFill>
              <a:srgbClr val="5B3A8C"/>
            </a:solidFill>
            <a:prstDash val="solid"/>
          </a:ln>
        </p:spPr>
      </p:sp>
      <p:sp>
        <p:nvSpPr>
          <p:cNvPr id="47" name="Text 45"/>
          <p:cNvSpPr/>
          <p:nvPr/>
        </p:nvSpPr>
        <p:spPr>
          <a:xfrm>
            <a:off x="2331720"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8" name="Shape 46"/>
          <p:cNvSpPr/>
          <p:nvPr/>
        </p:nvSpPr>
        <p:spPr>
          <a:xfrm>
            <a:off x="749808" y="2816352"/>
            <a:ext cx="329184" cy="329184"/>
          </a:xfrm>
          <a:prstGeom prst="ellipse">
            <a:avLst/>
          </a:prstGeom>
          <a:solidFill>
            <a:srgbClr val="7DBE6A"/>
          </a:solidFill>
          <a:ln w="12700">
            <a:solidFill>
              <a:srgbClr val="3E7F2E"/>
            </a:solidFill>
            <a:prstDash val="solid"/>
          </a:ln>
        </p:spPr>
      </p:sp>
      <p:sp>
        <p:nvSpPr>
          <p:cNvPr id="49" name="Text 47"/>
          <p:cNvSpPr/>
          <p:nvPr/>
        </p:nvSpPr>
        <p:spPr>
          <a:xfrm>
            <a:off x="749808"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0" name="Shape 48"/>
          <p:cNvSpPr/>
          <p:nvPr/>
        </p:nvSpPr>
        <p:spPr>
          <a:xfrm>
            <a:off x="1179576" y="2862072"/>
            <a:ext cx="237744" cy="237744"/>
          </a:xfrm>
          <a:prstGeom prst="ellipse">
            <a:avLst/>
          </a:prstGeom>
          <a:solidFill>
            <a:srgbClr val="8E7CC3"/>
          </a:solidFill>
          <a:ln w="12700">
            <a:solidFill>
              <a:srgbClr val="5B3A8C"/>
            </a:solidFill>
            <a:prstDash val="solid"/>
          </a:ln>
        </p:spPr>
      </p:sp>
      <p:sp>
        <p:nvSpPr>
          <p:cNvPr id="51" name="Text 49"/>
          <p:cNvSpPr/>
          <p:nvPr/>
        </p:nvSpPr>
        <p:spPr>
          <a:xfrm>
            <a:off x="1179576" y="2862072"/>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2" name="Shape 50"/>
          <p:cNvSpPr/>
          <p:nvPr/>
        </p:nvSpPr>
        <p:spPr>
          <a:xfrm>
            <a:off x="1517904" y="2816352"/>
            <a:ext cx="329184" cy="329184"/>
          </a:xfrm>
          <a:prstGeom prst="ellipse">
            <a:avLst/>
          </a:prstGeom>
          <a:solidFill>
            <a:srgbClr val="7DBE6A"/>
          </a:solidFill>
          <a:ln w="12700">
            <a:solidFill>
              <a:srgbClr val="3E7F2E"/>
            </a:solidFill>
            <a:prstDash val="solid"/>
          </a:ln>
        </p:spPr>
      </p:sp>
      <p:sp>
        <p:nvSpPr>
          <p:cNvPr id="53" name="Text 51"/>
          <p:cNvSpPr/>
          <p:nvPr/>
        </p:nvSpPr>
        <p:spPr>
          <a:xfrm>
            <a:off x="1517904"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4" name="Shape 52"/>
          <p:cNvSpPr/>
          <p:nvPr/>
        </p:nvSpPr>
        <p:spPr>
          <a:xfrm>
            <a:off x="1947672" y="2862072"/>
            <a:ext cx="237744" cy="237744"/>
          </a:xfrm>
          <a:prstGeom prst="ellipse">
            <a:avLst/>
          </a:prstGeom>
          <a:solidFill>
            <a:srgbClr val="8E7CC3"/>
          </a:solidFill>
          <a:ln w="12700">
            <a:solidFill>
              <a:srgbClr val="5B3A8C"/>
            </a:solidFill>
            <a:prstDash val="solid"/>
          </a:ln>
        </p:spPr>
      </p:sp>
      <p:sp>
        <p:nvSpPr>
          <p:cNvPr id="55" name="Text 53"/>
          <p:cNvSpPr/>
          <p:nvPr/>
        </p:nvSpPr>
        <p:spPr>
          <a:xfrm>
            <a:off x="1947672" y="2862072"/>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6" name="Shape 54"/>
          <p:cNvSpPr/>
          <p:nvPr/>
        </p:nvSpPr>
        <p:spPr>
          <a:xfrm>
            <a:off x="2286000" y="2816352"/>
            <a:ext cx="329184" cy="329184"/>
          </a:xfrm>
          <a:prstGeom prst="ellipse">
            <a:avLst/>
          </a:prstGeom>
          <a:solidFill>
            <a:srgbClr val="7DBE6A"/>
          </a:solidFill>
          <a:ln w="12700">
            <a:solidFill>
              <a:srgbClr val="3E7F2E"/>
            </a:solidFill>
            <a:prstDash val="solid"/>
          </a:ln>
        </p:spPr>
      </p:sp>
      <p:sp>
        <p:nvSpPr>
          <p:cNvPr id="57" name="Text 55"/>
          <p:cNvSpPr/>
          <p:nvPr/>
        </p:nvSpPr>
        <p:spPr>
          <a:xfrm>
            <a:off x="2286000"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8" name="Shape 56"/>
          <p:cNvSpPr/>
          <p:nvPr/>
        </p:nvSpPr>
        <p:spPr>
          <a:xfrm>
            <a:off x="3629296" y="1928193"/>
            <a:ext cx="257776" cy="93823"/>
          </a:xfrm>
          <a:prstGeom prst="line">
            <a:avLst/>
          </a:prstGeom>
          <a:noFill/>
          <a:ln w="38100">
            <a:solidFill>
              <a:srgbClr val="2A1F3D"/>
            </a:solidFill>
            <a:prstDash val="solid"/>
          </a:ln>
        </p:spPr>
      </p:sp>
      <p:sp>
        <p:nvSpPr>
          <p:cNvPr id="59" name="Shape 57"/>
          <p:cNvSpPr/>
          <p:nvPr/>
        </p:nvSpPr>
        <p:spPr>
          <a:xfrm>
            <a:off x="3537856" y="1836753"/>
            <a:ext cx="182880" cy="182880"/>
          </a:xfrm>
          <a:prstGeom prst="ellipse">
            <a:avLst/>
          </a:prstGeom>
          <a:solidFill>
            <a:srgbClr val="B5523B"/>
          </a:solidFill>
          <a:ln w="12700">
            <a:solidFill>
              <a:srgbClr val="6E2A1C"/>
            </a:solidFill>
            <a:prstDash val="solid"/>
          </a:ln>
        </p:spPr>
      </p:sp>
      <p:sp>
        <p:nvSpPr>
          <p:cNvPr id="60" name="Shape 58"/>
          <p:cNvSpPr/>
          <p:nvPr/>
        </p:nvSpPr>
        <p:spPr>
          <a:xfrm>
            <a:off x="3795632" y="1930575"/>
            <a:ext cx="182880" cy="182880"/>
          </a:xfrm>
          <a:prstGeom prst="ellipse">
            <a:avLst/>
          </a:prstGeom>
          <a:solidFill>
            <a:srgbClr val="B5523B"/>
          </a:solidFill>
          <a:ln w="12700">
            <a:solidFill>
              <a:srgbClr val="6E2A1C"/>
            </a:solidFill>
            <a:prstDash val="solid"/>
          </a:ln>
        </p:spPr>
      </p:sp>
      <p:sp>
        <p:nvSpPr>
          <p:cNvPr id="61" name="Shape 59"/>
          <p:cNvSpPr/>
          <p:nvPr/>
        </p:nvSpPr>
        <p:spPr>
          <a:xfrm flipV="1">
            <a:off x="4517224" y="1835658"/>
            <a:ext cx="237568" cy="137160"/>
          </a:xfrm>
          <a:prstGeom prst="line">
            <a:avLst/>
          </a:prstGeom>
          <a:noFill/>
          <a:ln w="38100">
            <a:solidFill>
              <a:srgbClr val="2A1F3D"/>
            </a:solidFill>
            <a:prstDash val="solid"/>
          </a:ln>
        </p:spPr>
      </p:sp>
      <p:sp>
        <p:nvSpPr>
          <p:cNvPr id="62" name="Shape 60"/>
          <p:cNvSpPr/>
          <p:nvPr/>
        </p:nvSpPr>
        <p:spPr>
          <a:xfrm>
            <a:off x="4425784" y="1881378"/>
            <a:ext cx="182880" cy="182880"/>
          </a:xfrm>
          <a:prstGeom prst="ellipse">
            <a:avLst/>
          </a:prstGeom>
          <a:solidFill>
            <a:srgbClr val="B5523B"/>
          </a:solidFill>
          <a:ln w="12700">
            <a:solidFill>
              <a:srgbClr val="6E2A1C"/>
            </a:solidFill>
            <a:prstDash val="solid"/>
          </a:ln>
        </p:spPr>
      </p:sp>
      <p:sp>
        <p:nvSpPr>
          <p:cNvPr id="63" name="Shape 61"/>
          <p:cNvSpPr/>
          <p:nvPr/>
        </p:nvSpPr>
        <p:spPr>
          <a:xfrm>
            <a:off x="4663352" y="1744218"/>
            <a:ext cx="182880" cy="182880"/>
          </a:xfrm>
          <a:prstGeom prst="ellipse">
            <a:avLst/>
          </a:prstGeom>
          <a:solidFill>
            <a:srgbClr val="B5523B"/>
          </a:solidFill>
          <a:ln w="12700">
            <a:solidFill>
              <a:srgbClr val="6E2A1C"/>
            </a:solidFill>
            <a:prstDash val="solid"/>
          </a:ln>
        </p:spPr>
      </p:sp>
      <p:sp>
        <p:nvSpPr>
          <p:cNvPr id="64" name="Shape 62"/>
          <p:cNvSpPr/>
          <p:nvPr/>
        </p:nvSpPr>
        <p:spPr>
          <a:xfrm>
            <a:off x="5225796" y="2068918"/>
            <a:ext cx="137160" cy="237568"/>
          </a:xfrm>
          <a:prstGeom prst="line">
            <a:avLst/>
          </a:prstGeom>
          <a:noFill/>
          <a:ln w="38100">
            <a:solidFill>
              <a:srgbClr val="2A1F3D"/>
            </a:solidFill>
            <a:prstDash val="solid"/>
          </a:ln>
        </p:spPr>
      </p:sp>
      <p:sp>
        <p:nvSpPr>
          <p:cNvPr id="65" name="Shape 63"/>
          <p:cNvSpPr/>
          <p:nvPr/>
        </p:nvSpPr>
        <p:spPr>
          <a:xfrm>
            <a:off x="5134356" y="1977478"/>
            <a:ext cx="182880" cy="182880"/>
          </a:xfrm>
          <a:prstGeom prst="ellipse">
            <a:avLst/>
          </a:prstGeom>
          <a:solidFill>
            <a:srgbClr val="B5523B"/>
          </a:solidFill>
          <a:ln w="12700">
            <a:solidFill>
              <a:srgbClr val="6E2A1C"/>
            </a:solidFill>
            <a:prstDash val="solid"/>
          </a:ln>
        </p:spPr>
      </p:sp>
      <p:sp>
        <p:nvSpPr>
          <p:cNvPr id="66" name="Shape 64"/>
          <p:cNvSpPr/>
          <p:nvPr/>
        </p:nvSpPr>
        <p:spPr>
          <a:xfrm>
            <a:off x="5271516" y="2215046"/>
            <a:ext cx="182880" cy="182880"/>
          </a:xfrm>
          <a:prstGeom prst="ellipse">
            <a:avLst/>
          </a:prstGeom>
          <a:solidFill>
            <a:srgbClr val="B5523B"/>
          </a:solidFill>
          <a:ln w="12700">
            <a:solidFill>
              <a:srgbClr val="6E2A1C"/>
            </a:solidFill>
            <a:prstDash val="solid"/>
          </a:ln>
        </p:spPr>
      </p:sp>
      <p:sp>
        <p:nvSpPr>
          <p:cNvPr id="67" name="Shape 65"/>
          <p:cNvSpPr/>
          <p:nvPr/>
        </p:nvSpPr>
        <p:spPr>
          <a:xfrm flipV="1">
            <a:off x="3952292" y="2518214"/>
            <a:ext cx="270152" cy="47635"/>
          </a:xfrm>
          <a:prstGeom prst="line">
            <a:avLst/>
          </a:prstGeom>
          <a:noFill/>
          <a:ln w="38100">
            <a:solidFill>
              <a:srgbClr val="2A1F3D"/>
            </a:solidFill>
            <a:prstDash val="solid"/>
          </a:ln>
        </p:spPr>
      </p:sp>
      <p:sp>
        <p:nvSpPr>
          <p:cNvPr id="68" name="Shape 66"/>
          <p:cNvSpPr/>
          <p:nvPr/>
        </p:nvSpPr>
        <p:spPr>
          <a:xfrm>
            <a:off x="3860852" y="2474410"/>
            <a:ext cx="182880" cy="182880"/>
          </a:xfrm>
          <a:prstGeom prst="ellipse">
            <a:avLst/>
          </a:prstGeom>
          <a:solidFill>
            <a:srgbClr val="B5523B"/>
          </a:solidFill>
          <a:ln w="12700">
            <a:solidFill>
              <a:srgbClr val="6E2A1C"/>
            </a:solidFill>
            <a:prstDash val="solid"/>
          </a:ln>
        </p:spPr>
      </p:sp>
      <p:sp>
        <p:nvSpPr>
          <p:cNvPr id="69" name="Shape 67"/>
          <p:cNvSpPr/>
          <p:nvPr/>
        </p:nvSpPr>
        <p:spPr>
          <a:xfrm>
            <a:off x="4131004" y="2426774"/>
            <a:ext cx="182880" cy="182880"/>
          </a:xfrm>
          <a:prstGeom prst="ellipse">
            <a:avLst/>
          </a:prstGeom>
          <a:solidFill>
            <a:srgbClr val="B5523B"/>
          </a:solidFill>
          <a:ln w="12700">
            <a:solidFill>
              <a:srgbClr val="6E2A1C"/>
            </a:solidFill>
            <a:prstDash val="solid"/>
          </a:ln>
        </p:spPr>
      </p:sp>
      <p:sp>
        <p:nvSpPr>
          <p:cNvPr id="70" name="Shape 68"/>
          <p:cNvSpPr/>
          <p:nvPr/>
        </p:nvSpPr>
        <p:spPr>
          <a:xfrm>
            <a:off x="4852837" y="2605092"/>
            <a:ext cx="224710" cy="157343"/>
          </a:xfrm>
          <a:prstGeom prst="line">
            <a:avLst/>
          </a:prstGeom>
          <a:noFill/>
          <a:ln w="38100">
            <a:solidFill>
              <a:srgbClr val="2A1F3D"/>
            </a:solidFill>
            <a:prstDash val="solid"/>
          </a:ln>
        </p:spPr>
      </p:sp>
      <p:sp>
        <p:nvSpPr>
          <p:cNvPr id="71" name="Shape 69"/>
          <p:cNvSpPr/>
          <p:nvPr/>
        </p:nvSpPr>
        <p:spPr>
          <a:xfrm>
            <a:off x="4761397" y="2513652"/>
            <a:ext cx="182880" cy="182880"/>
          </a:xfrm>
          <a:prstGeom prst="ellipse">
            <a:avLst/>
          </a:prstGeom>
          <a:solidFill>
            <a:srgbClr val="B5523B"/>
          </a:solidFill>
          <a:ln w="12700">
            <a:solidFill>
              <a:srgbClr val="6E2A1C"/>
            </a:solidFill>
            <a:prstDash val="solid"/>
          </a:ln>
        </p:spPr>
      </p:sp>
      <p:sp>
        <p:nvSpPr>
          <p:cNvPr id="72" name="Shape 70"/>
          <p:cNvSpPr/>
          <p:nvPr/>
        </p:nvSpPr>
        <p:spPr>
          <a:xfrm>
            <a:off x="4986107" y="2670996"/>
            <a:ext cx="182880" cy="182880"/>
          </a:xfrm>
          <a:prstGeom prst="ellipse">
            <a:avLst/>
          </a:prstGeom>
          <a:solidFill>
            <a:srgbClr val="B5523B"/>
          </a:solidFill>
          <a:ln w="12700">
            <a:solidFill>
              <a:srgbClr val="6E2A1C"/>
            </a:solidFill>
            <a:prstDash val="solid"/>
          </a:ln>
        </p:spPr>
      </p:sp>
      <p:sp>
        <p:nvSpPr>
          <p:cNvPr id="73" name="Shape 71"/>
          <p:cNvSpPr/>
          <p:nvPr/>
        </p:nvSpPr>
        <p:spPr>
          <a:xfrm>
            <a:off x="3668530" y="2761286"/>
            <a:ext cx="47635" cy="270152"/>
          </a:xfrm>
          <a:prstGeom prst="line">
            <a:avLst/>
          </a:prstGeom>
          <a:noFill/>
          <a:ln w="38100">
            <a:solidFill>
              <a:srgbClr val="2A1F3D"/>
            </a:solidFill>
            <a:prstDash val="solid"/>
          </a:ln>
        </p:spPr>
      </p:sp>
      <p:sp>
        <p:nvSpPr>
          <p:cNvPr id="74" name="Shape 72"/>
          <p:cNvSpPr/>
          <p:nvPr/>
        </p:nvSpPr>
        <p:spPr>
          <a:xfrm>
            <a:off x="3577090" y="2669846"/>
            <a:ext cx="182880" cy="182880"/>
          </a:xfrm>
          <a:prstGeom prst="ellipse">
            <a:avLst/>
          </a:prstGeom>
          <a:solidFill>
            <a:srgbClr val="B5523B"/>
          </a:solidFill>
          <a:ln w="12700">
            <a:solidFill>
              <a:srgbClr val="6E2A1C"/>
            </a:solidFill>
            <a:prstDash val="solid"/>
          </a:ln>
        </p:spPr>
      </p:sp>
      <p:sp>
        <p:nvSpPr>
          <p:cNvPr id="75" name="Shape 73"/>
          <p:cNvSpPr/>
          <p:nvPr/>
        </p:nvSpPr>
        <p:spPr>
          <a:xfrm>
            <a:off x="3624725" y="2939998"/>
            <a:ext cx="182880" cy="182880"/>
          </a:xfrm>
          <a:prstGeom prst="ellipse">
            <a:avLst/>
          </a:prstGeom>
          <a:solidFill>
            <a:srgbClr val="B5523B"/>
          </a:solidFill>
          <a:ln w="12700">
            <a:solidFill>
              <a:srgbClr val="6E2A1C"/>
            </a:solidFill>
            <a:prstDash val="solid"/>
          </a:ln>
        </p:spPr>
      </p:sp>
      <p:sp>
        <p:nvSpPr>
          <p:cNvPr id="76" name="Shape 74"/>
          <p:cNvSpPr/>
          <p:nvPr/>
        </p:nvSpPr>
        <p:spPr>
          <a:xfrm flipV="1">
            <a:off x="4394224" y="2862157"/>
            <a:ext cx="176329" cy="210141"/>
          </a:xfrm>
          <a:prstGeom prst="line">
            <a:avLst/>
          </a:prstGeom>
          <a:noFill/>
          <a:ln w="38100">
            <a:solidFill>
              <a:srgbClr val="2A1F3D"/>
            </a:solidFill>
            <a:prstDash val="solid"/>
          </a:ln>
        </p:spPr>
      </p:sp>
      <p:sp>
        <p:nvSpPr>
          <p:cNvPr id="77" name="Shape 75"/>
          <p:cNvSpPr/>
          <p:nvPr/>
        </p:nvSpPr>
        <p:spPr>
          <a:xfrm>
            <a:off x="4302784" y="2980859"/>
            <a:ext cx="182880" cy="182880"/>
          </a:xfrm>
          <a:prstGeom prst="ellipse">
            <a:avLst/>
          </a:prstGeom>
          <a:solidFill>
            <a:srgbClr val="B5523B"/>
          </a:solidFill>
          <a:ln w="12700">
            <a:solidFill>
              <a:srgbClr val="6E2A1C"/>
            </a:solidFill>
            <a:prstDash val="solid"/>
          </a:ln>
        </p:spPr>
      </p:sp>
      <p:sp>
        <p:nvSpPr>
          <p:cNvPr id="78" name="Shape 76"/>
          <p:cNvSpPr/>
          <p:nvPr/>
        </p:nvSpPr>
        <p:spPr>
          <a:xfrm>
            <a:off x="4479114" y="2770717"/>
            <a:ext cx="182880" cy="182880"/>
          </a:xfrm>
          <a:prstGeom prst="ellipse">
            <a:avLst/>
          </a:prstGeom>
          <a:solidFill>
            <a:srgbClr val="B5523B"/>
          </a:solidFill>
          <a:ln w="12700">
            <a:solidFill>
              <a:srgbClr val="6E2A1C"/>
            </a:solidFill>
            <a:prstDash val="solid"/>
          </a:ln>
        </p:spPr>
      </p:sp>
      <p:sp>
        <p:nvSpPr>
          <p:cNvPr id="79" name="Shape 77"/>
          <p:cNvSpPr/>
          <p:nvPr/>
        </p:nvSpPr>
        <p:spPr>
          <a:xfrm>
            <a:off x="868680" y="3886200"/>
            <a:ext cx="438912" cy="91"/>
          </a:xfrm>
          <a:prstGeom prst="line">
            <a:avLst/>
          </a:prstGeom>
          <a:noFill/>
          <a:ln w="19050">
            <a:solidFill>
              <a:srgbClr val="2A1F3D"/>
            </a:solidFill>
            <a:prstDash val="solid"/>
          </a:ln>
        </p:spPr>
      </p:sp>
      <p:sp>
        <p:nvSpPr>
          <p:cNvPr id="80" name="Shape 78"/>
          <p:cNvSpPr/>
          <p:nvPr/>
        </p:nvSpPr>
        <p:spPr>
          <a:xfrm>
            <a:off x="868680" y="3886200"/>
            <a:ext cx="91" cy="438912"/>
          </a:xfrm>
          <a:prstGeom prst="line">
            <a:avLst/>
          </a:prstGeom>
          <a:noFill/>
          <a:ln w="19050">
            <a:solidFill>
              <a:srgbClr val="2A1F3D"/>
            </a:solidFill>
            <a:prstDash val="solid"/>
          </a:ln>
        </p:spPr>
      </p:sp>
      <p:sp>
        <p:nvSpPr>
          <p:cNvPr id="81" name="Shape 79"/>
          <p:cNvSpPr/>
          <p:nvPr/>
        </p:nvSpPr>
        <p:spPr>
          <a:xfrm>
            <a:off x="1307592" y="3886200"/>
            <a:ext cx="438912" cy="91"/>
          </a:xfrm>
          <a:prstGeom prst="line">
            <a:avLst/>
          </a:prstGeom>
          <a:noFill/>
          <a:ln w="19050">
            <a:solidFill>
              <a:srgbClr val="2A1F3D"/>
            </a:solidFill>
            <a:prstDash val="solid"/>
          </a:ln>
        </p:spPr>
      </p:sp>
      <p:sp>
        <p:nvSpPr>
          <p:cNvPr id="82" name="Shape 80"/>
          <p:cNvSpPr/>
          <p:nvPr/>
        </p:nvSpPr>
        <p:spPr>
          <a:xfrm>
            <a:off x="1307592" y="3886200"/>
            <a:ext cx="91" cy="438912"/>
          </a:xfrm>
          <a:prstGeom prst="line">
            <a:avLst/>
          </a:prstGeom>
          <a:noFill/>
          <a:ln w="19050">
            <a:solidFill>
              <a:srgbClr val="2A1F3D"/>
            </a:solidFill>
            <a:prstDash val="solid"/>
          </a:ln>
        </p:spPr>
      </p:sp>
      <p:sp>
        <p:nvSpPr>
          <p:cNvPr id="83" name="Shape 81"/>
          <p:cNvSpPr/>
          <p:nvPr/>
        </p:nvSpPr>
        <p:spPr>
          <a:xfrm>
            <a:off x="1746504" y="3886200"/>
            <a:ext cx="438912" cy="91"/>
          </a:xfrm>
          <a:prstGeom prst="line">
            <a:avLst/>
          </a:prstGeom>
          <a:noFill/>
          <a:ln w="19050">
            <a:solidFill>
              <a:srgbClr val="2A1F3D"/>
            </a:solidFill>
            <a:prstDash val="solid"/>
          </a:ln>
        </p:spPr>
      </p:sp>
      <p:sp>
        <p:nvSpPr>
          <p:cNvPr id="84" name="Shape 82"/>
          <p:cNvSpPr/>
          <p:nvPr/>
        </p:nvSpPr>
        <p:spPr>
          <a:xfrm>
            <a:off x="1746504" y="3886200"/>
            <a:ext cx="91" cy="438912"/>
          </a:xfrm>
          <a:prstGeom prst="line">
            <a:avLst/>
          </a:prstGeom>
          <a:noFill/>
          <a:ln w="19050">
            <a:solidFill>
              <a:srgbClr val="2A1F3D"/>
            </a:solidFill>
            <a:prstDash val="solid"/>
          </a:ln>
        </p:spPr>
      </p:sp>
      <p:sp>
        <p:nvSpPr>
          <p:cNvPr id="85" name="Shape 83"/>
          <p:cNvSpPr/>
          <p:nvPr/>
        </p:nvSpPr>
        <p:spPr>
          <a:xfrm>
            <a:off x="2185416" y="3886200"/>
            <a:ext cx="91" cy="438912"/>
          </a:xfrm>
          <a:prstGeom prst="line">
            <a:avLst/>
          </a:prstGeom>
          <a:noFill/>
          <a:ln w="19050">
            <a:solidFill>
              <a:srgbClr val="2A1F3D"/>
            </a:solidFill>
            <a:prstDash val="solid"/>
          </a:ln>
        </p:spPr>
      </p:sp>
      <p:sp>
        <p:nvSpPr>
          <p:cNvPr id="86" name="Shape 84"/>
          <p:cNvSpPr/>
          <p:nvPr/>
        </p:nvSpPr>
        <p:spPr>
          <a:xfrm>
            <a:off x="2185416" y="3886200"/>
            <a:ext cx="197510" cy="91"/>
          </a:xfrm>
          <a:prstGeom prst="line">
            <a:avLst/>
          </a:prstGeom>
          <a:noFill/>
          <a:ln w="19050">
            <a:solidFill>
              <a:srgbClr val="2A1F3D"/>
            </a:solidFill>
            <a:prstDash val="dash"/>
          </a:ln>
        </p:spPr>
      </p:sp>
      <p:sp>
        <p:nvSpPr>
          <p:cNvPr id="87" name="Shape 85"/>
          <p:cNvSpPr/>
          <p:nvPr/>
        </p:nvSpPr>
        <p:spPr>
          <a:xfrm>
            <a:off x="868680" y="4325112"/>
            <a:ext cx="438912" cy="91"/>
          </a:xfrm>
          <a:prstGeom prst="line">
            <a:avLst/>
          </a:prstGeom>
          <a:noFill/>
          <a:ln w="19050">
            <a:solidFill>
              <a:srgbClr val="2A1F3D"/>
            </a:solidFill>
            <a:prstDash val="solid"/>
          </a:ln>
        </p:spPr>
      </p:sp>
      <p:sp>
        <p:nvSpPr>
          <p:cNvPr id="88" name="Shape 86"/>
          <p:cNvSpPr/>
          <p:nvPr/>
        </p:nvSpPr>
        <p:spPr>
          <a:xfrm>
            <a:off x="868680" y="4325112"/>
            <a:ext cx="91" cy="438912"/>
          </a:xfrm>
          <a:prstGeom prst="line">
            <a:avLst/>
          </a:prstGeom>
          <a:noFill/>
          <a:ln w="19050">
            <a:solidFill>
              <a:srgbClr val="2A1F3D"/>
            </a:solidFill>
            <a:prstDash val="solid"/>
          </a:ln>
        </p:spPr>
      </p:sp>
      <p:sp>
        <p:nvSpPr>
          <p:cNvPr id="89" name="Shape 87"/>
          <p:cNvSpPr/>
          <p:nvPr/>
        </p:nvSpPr>
        <p:spPr>
          <a:xfrm>
            <a:off x="1307592" y="4325112"/>
            <a:ext cx="438912" cy="91"/>
          </a:xfrm>
          <a:prstGeom prst="line">
            <a:avLst/>
          </a:prstGeom>
          <a:noFill/>
          <a:ln w="19050">
            <a:solidFill>
              <a:srgbClr val="2A1F3D"/>
            </a:solidFill>
            <a:prstDash val="solid"/>
          </a:ln>
        </p:spPr>
      </p:sp>
      <p:sp>
        <p:nvSpPr>
          <p:cNvPr id="90" name="Shape 88"/>
          <p:cNvSpPr/>
          <p:nvPr/>
        </p:nvSpPr>
        <p:spPr>
          <a:xfrm>
            <a:off x="1307592" y="4325112"/>
            <a:ext cx="91" cy="438912"/>
          </a:xfrm>
          <a:prstGeom prst="line">
            <a:avLst/>
          </a:prstGeom>
          <a:noFill/>
          <a:ln w="19050">
            <a:solidFill>
              <a:srgbClr val="2A1F3D"/>
            </a:solidFill>
            <a:prstDash val="solid"/>
          </a:ln>
        </p:spPr>
      </p:sp>
      <p:sp>
        <p:nvSpPr>
          <p:cNvPr id="91" name="Shape 89"/>
          <p:cNvSpPr/>
          <p:nvPr/>
        </p:nvSpPr>
        <p:spPr>
          <a:xfrm>
            <a:off x="1746504" y="4325112"/>
            <a:ext cx="438912" cy="91"/>
          </a:xfrm>
          <a:prstGeom prst="line">
            <a:avLst/>
          </a:prstGeom>
          <a:noFill/>
          <a:ln w="19050">
            <a:solidFill>
              <a:srgbClr val="2A1F3D"/>
            </a:solidFill>
            <a:prstDash val="solid"/>
          </a:ln>
        </p:spPr>
      </p:sp>
      <p:sp>
        <p:nvSpPr>
          <p:cNvPr id="92" name="Shape 90"/>
          <p:cNvSpPr/>
          <p:nvPr/>
        </p:nvSpPr>
        <p:spPr>
          <a:xfrm>
            <a:off x="1746504" y="4325112"/>
            <a:ext cx="91" cy="438912"/>
          </a:xfrm>
          <a:prstGeom prst="line">
            <a:avLst/>
          </a:prstGeom>
          <a:noFill/>
          <a:ln w="19050">
            <a:solidFill>
              <a:srgbClr val="2A1F3D"/>
            </a:solidFill>
            <a:prstDash val="solid"/>
          </a:ln>
        </p:spPr>
      </p:sp>
      <p:sp>
        <p:nvSpPr>
          <p:cNvPr id="93" name="Shape 91"/>
          <p:cNvSpPr/>
          <p:nvPr/>
        </p:nvSpPr>
        <p:spPr>
          <a:xfrm>
            <a:off x="2185416" y="4325112"/>
            <a:ext cx="91" cy="438912"/>
          </a:xfrm>
          <a:prstGeom prst="line">
            <a:avLst/>
          </a:prstGeom>
          <a:noFill/>
          <a:ln w="19050">
            <a:solidFill>
              <a:srgbClr val="2A1F3D"/>
            </a:solidFill>
            <a:prstDash val="solid"/>
          </a:ln>
        </p:spPr>
      </p:sp>
      <p:sp>
        <p:nvSpPr>
          <p:cNvPr id="94" name="Shape 92"/>
          <p:cNvSpPr/>
          <p:nvPr/>
        </p:nvSpPr>
        <p:spPr>
          <a:xfrm>
            <a:off x="2185416" y="4325112"/>
            <a:ext cx="197510" cy="91"/>
          </a:xfrm>
          <a:prstGeom prst="line">
            <a:avLst/>
          </a:prstGeom>
          <a:noFill/>
          <a:ln w="19050">
            <a:solidFill>
              <a:srgbClr val="2A1F3D"/>
            </a:solidFill>
            <a:prstDash val="dash"/>
          </a:ln>
        </p:spPr>
      </p:sp>
      <p:sp>
        <p:nvSpPr>
          <p:cNvPr id="95" name="Shape 93"/>
          <p:cNvSpPr/>
          <p:nvPr/>
        </p:nvSpPr>
        <p:spPr>
          <a:xfrm>
            <a:off x="868680" y="4764024"/>
            <a:ext cx="438912" cy="91"/>
          </a:xfrm>
          <a:prstGeom prst="line">
            <a:avLst/>
          </a:prstGeom>
          <a:noFill/>
          <a:ln w="19050">
            <a:solidFill>
              <a:srgbClr val="2A1F3D"/>
            </a:solidFill>
            <a:prstDash val="solid"/>
          </a:ln>
        </p:spPr>
      </p:sp>
      <p:sp>
        <p:nvSpPr>
          <p:cNvPr id="96" name="Shape 94"/>
          <p:cNvSpPr/>
          <p:nvPr/>
        </p:nvSpPr>
        <p:spPr>
          <a:xfrm>
            <a:off x="868680" y="4764024"/>
            <a:ext cx="91" cy="197510"/>
          </a:xfrm>
          <a:prstGeom prst="line">
            <a:avLst/>
          </a:prstGeom>
          <a:noFill/>
          <a:ln w="19050">
            <a:solidFill>
              <a:srgbClr val="2A1F3D"/>
            </a:solidFill>
            <a:prstDash val="dash"/>
          </a:ln>
        </p:spPr>
      </p:sp>
      <p:sp>
        <p:nvSpPr>
          <p:cNvPr id="97" name="Shape 95"/>
          <p:cNvSpPr/>
          <p:nvPr/>
        </p:nvSpPr>
        <p:spPr>
          <a:xfrm>
            <a:off x="1307592" y="4764024"/>
            <a:ext cx="438912" cy="91"/>
          </a:xfrm>
          <a:prstGeom prst="line">
            <a:avLst/>
          </a:prstGeom>
          <a:noFill/>
          <a:ln w="19050">
            <a:solidFill>
              <a:srgbClr val="2A1F3D"/>
            </a:solidFill>
            <a:prstDash val="solid"/>
          </a:ln>
        </p:spPr>
      </p:sp>
      <p:sp>
        <p:nvSpPr>
          <p:cNvPr id="98" name="Shape 96"/>
          <p:cNvSpPr/>
          <p:nvPr/>
        </p:nvSpPr>
        <p:spPr>
          <a:xfrm>
            <a:off x="1307592" y="4764024"/>
            <a:ext cx="91" cy="197510"/>
          </a:xfrm>
          <a:prstGeom prst="line">
            <a:avLst/>
          </a:prstGeom>
          <a:noFill/>
          <a:ln w="19050">
            <a:solidFill>
              <a:srgbClr val="2A1F3D"/>
            </a:solidFill>
            <a:prstDash val="dash"/>
          </a:ln>
        </p:spPr>
      </p:sp>
      <p:sp>
        <p:nvSpPr>
          <p:cNvPr id="99" name="Shape 97"/>
          <p:cNvSpPr/>
          <p:nvPr/>
        </p:nvSpPr>
        <p:spPr>
          <a:xfrm>
            <a:off x="1746504" y="4764024"/>
            <a:ext cx="438912" cy="91"/>
          </a:xfrm>
          <a:prstGeom prst="line">
            <a:avLst/>
          </a:prstGeom>
          <a:noFill/>
          <a:ln w="19050">
            <a:solidFill>
              <a:srgbClr val="2A1F3D"/>
            </a:solidFill>
            <a:prstDash val="solid"/>
          </a:ln>
        </p:spPr>
      </p:sp>
      <p:sp>
        <p:nvSpPr>
          <p:cNvPr id="100" name="Shape 98"/>
          <p:cNvSpPr/>
          <p:nvPr/>
        </p:nvSpPr>
        <p:spPr>
          <a:xfrm>
            <a:off x="1746504" y="4764024"/>
            <a:ext cx="91" cy="197510"/>
          </a:xfrm>
          <a:prstGeom prst="line">
            <a:avLst/>
          </a:prstGeom>
          <a:noFill/>
          <a:ln w="19050">
            <a:solidFill>
              <a:srgbClr val="2A1F3D"/>
            </a:solidFill>
            <a:prstDash val="dash"/>
          </a:ln>
        </p:spPr>
      </p:sp>
      <p:sp>
        <p:nvSpPr>
          <p:cNvPr id="101" name="Shape 99"/>
          <p:cNvSpPr/>
          <p:nvPr/>
        </p:nvSpPr>
        <p:spPr>
          <a:xfrm>
            <a:off x="2185416" y="4764024"/>
            <a:ext cx="197510" cy="91"/>
          </a:xfrm>
          <a:prstGeom prst="line">
            <a:avLst/>
          </a:prstGeom>
          <a:noFill/>
          <a:ln w="19050">
            <a:solidFill>
              <a:srgbClr val="2A1F3D"/>
            </a:solidFill>
            <a:prstDash val="dash"/>
          </a:ln>
        </p:spPr>
      </p:sp>
      <p:sp>
        <p:nvSpPr>
          <p:cNvPr id="102" name="Shape 100"/>
          <p:cNvSpPr/>
          <p:nvPr/>
        </p:nvSpPr>
        <p:spPr>
          <a:xfrm>
            <a:off x="2185416" y="4764024"/>
            <a:ext cx="91" cy="197510"/>
          </a:xfrm>
          <a:prstGeom prst="line">
            <a:avLst/>
          </a:prstGeom>
          <a:noFill/>
          <a:ln w="19050">
            <a:solidFill>
              <a:srgbClr val="2A1F3D"/>
            </a:solidFill>
            <a:prstDash val="dash"/>
          </a:ln>
        </p:spPr>
      </p:sp>
      <p:sp>
        <p:nvSpPr>
          <p:cNvPr id="103" name="Shape 101"/>
          <p:cNvSpPr/>
          <p:nvPr/>
        </p:nvSpPr>
        <p:spPr>
          <a:xfrm>
            <a:off x="1031077" y="3829141"/>
            <a:ext cx="114117" cy="114117"/>
          </a:xfrm>
          <a:prstGeom prst="ellipse">
            <a:avLst/>
          </a:prstGeom>
          <a:solidFill>
            <a:srgbClr val="D9534F"/>
          </a:solidFill>
          <a:ln w="12700">
            <a:solidFill>
              <a:srgbClr val="8E2A27"/>
            </a:solidFill>
            <a:prstDash val="solid"/>
          </a:ln>
        </p:spPr>
      </p:sp>
      <p:sp>
        <p:nvSpPr>
          <p:cNvPr id="104" name="Shape 102"/>
          <p:cNvSpPr/>
          <p:nvPr/>
        </p:nvSpPr>
        <p:spPr>
          <a:xfrm>
            <a:off x="811621" y="4048597"/>
            <a:ext cx="114117" cy="114117"/>
          </a:xfrm>
          <a:prstGeom prst="ellipse">
            <a:avLst/>
          </a:prstGeom>
          <a:solidFill>
            <a:srgbClr val="D9534F"/>
          </a:solidFill>
          <a:ln w="12700">
            <a:solidFill>
              <a:srgbClr val="8E2A27"/>
            </a:solidFill>
            <a:prstDash val="solid"/>
          </a:ln>
        </p:spPr>
      </p:sp>
      <p:sp>
        <p:nvSpPr>
          <p:cNvPr id="105" name="Shape 103"/>
          <p:cNvSpPr/>
          <p:nvPr/>
        </p:nvSpPr>
        <p:spPr>
          <a:xfrm>
            <a:off x="1469989" y="3829141"/>
            <a:ext cx="114117" cy="114117"/>
          </a:xfrm>
          <a:prstGeom prst="ellipse">
            <a:avLst/>
          </a:prstGeom>
          <a:solidFill>
            <a:srgbClr val="D9534F"/>
          </a:solidFill>
          <a:ln w="12700">
            <a:solidFill>
              <a:srgbClr val="8E2A27"/>
            </a:solidFill>
            <a:prstDash val="solid"/>
          </a:ln>
        </p:spPr>
      </p:sp>
      <p:sp>
        <p:nvSpPr>
          <p:cNvPr id="106" name="Shape 104"/>
          <p:cNvSpPr/>
          <p:nvPr/>
        </p:nvSpPr>
        <p:spPr>
          <a:xfrm>
            <a:off x="1250533" y="4048597"/>
            <a:ext cx="114117" cy="114117"/>
          </a:xfrm>
          <a:prstGeom prst="ellipse">
            <a:avLst/>
          </a:prstGeom>
          <a:solidFill>
            <a:srgbClr val="D9534F"/>
          </a:solidFill>
          <a:ln w="12700">
            <a:solidFill>
              <a:srgbClr val="8E2A27"/>
            </a:solidFill>
            <a:prstDash val="solid"/>
          </a:ln>
        </p:spPr>
      </p:sp>
      <p:sp>
        <p:nvSpPr>
          <p:cNvPr id="107" name="Shape 105"/>
          <p:cNvSpPr/>
          <p:nvPr/>
        </p:nvSpPr>
        <p:spPr>
          <a:xfrm>
            <a:off x="1908901" y="3829141"/>
            <a:ext cx="114117" cy="114117"/>
          </a:xfrm>
          <a:prstGeom prst="ellipse">
            <a:avLst/>
          </a:prstGeom>
          <a:solidFill>
            <a:srgbClr val="D9534F"/>
          </a:solidFill>
          <a:ln w="12700">
            <a:solidFill>
              <a:srgbClr val="8E2A27"/>
            </a:solidFill>
            <a:prstDash val="solid"/>
          </a:ln>
        </p:spPr>
      </p:sp>
      <p:sp>
        <p:nvSpPr>
          <p:cNvPr id="108" name="Shape 106"/>
          <p:cNvSpPr/>
          <p:nvPr/>
        </p:nvSpPr>
        <p:spPr>
          <a:xfrm>
            <a:off x="1689445" y="4048597"/>
            <a:ext cx="114117" cy="114117"/>
          </a:xfrm>
          <a:prstGeom prst="ellipse">
            <a:avLst/>
          </a:prstGeom>
          <a:solidFill>
            <a:srgbClr val="D9534F"/>
          </a:solidFill>
          <a:ln w="12700">
            <a:solidFill>
              <a:srgbClr val="8E2A27"/>
            </a:solidFill>
            <a:prstDash val="solid"/>
          </a:ln>
        </p:spPr>
      </p:sp>
      <p:sp>
        <p:nvSpPr>
          <p:cNvPr id="109" name="Shape 107"/>
          <p:cNvSpPr/>
          <p:nvPr/>
        </p:nvSpPr>
        <p:spPr>
          <a:xfrm>
            <a:off x="2347813" y="3829141"/>
            <a:ext cx="114117" cy="114117"/>
          </a:xfrm>
          <a:prstGeom prst="ellipse">
            <a:avLst/>
          </a:prstGeom>
          <a:solidFill>
            <a:srgbClr val="D9534F"/>
          </a:solidFill>
          <a:ln w="12700">
            <a:solidFill>
              <a:srgbClr val="8E2A27"/>
            </a:solidFill>
            <a:prstDash val="solid"/>
          </a:ln>
        </p:spPr>
      </p:sp>
      <p:sp>
        <p:nvSpPr>
          <p:cNvPr id="110" name="Shape 108"/>
          <p:cNvSpPr/>
          <p:nvPr/>
        </p:nvSpPr>
        <p:spPr>
          <a:xfrm>
            <a:off x="2128357" y="4048597"/>
            <a:ext cx="114117" cy="114117"/>
          </a:xfrm>
          <a:prstGeom prst="ellipse">
            <a:avLst/>
          </a:prstGeom>
          <a:solidFill>
            <a:srgbClr val="D9534F"/>
          </a:solidFill>
          <a:ln w="12700">
            <a:solidFill>
              <a:srgbClr val="8E2A27"/>
            </a:solidFill>
            <a:prstDash val="solid"/>
          </a:ln>
        </p:spPr>
      </p:sp>
      <p:sp>
        <p:nvSpPr>
          <p:cNvPr id="111" name="Shape 109"/>
          <p:cNvSpPr/>
          <p:nvPr/>
        </p:nvSpPr>
        <p:spPr>
          <a:xfrm>
            <a:off x="1031077" y="4268053"/>
            <a:ext cx="114117" cy="114117"/>
          </a:xfrm>
          <a:prstGeom prst="ellipse">
            <a:avLst/>
          </a:prstGeom>
          <a:solidFill>
            <a:srgbClr val="D9534F"/>
          </a:solidFill>
          <a:ln w="12700">
            <a:solidFill>
              <a:srgbClr val="8E2A27"/>
            </a:solidFill>
            <a:prstDash val="solid"/>
          </a:ln>
        </p:spPr>
      </p:sp>
      <p:sp>
        <p:nvSpPr>
          <p:cNvPr id="112" name="Shape 110"/>
          <p:cNvSpPr/>
          <p:nvPr/>
        </p:nvSpPr>
        <p:spPr>
          <a:xfrm>
            <a:off x="811621" y="4487509"/>
            <a:ext cx="114117" cy="114117"/>
          </a:xfrm>
          <a:prstGeom prst="ellipse">
            <a:avLst/>
          </a:prstGeom>
          <a:solidFill>
            <a:srgbClr val="D9534F"/>
          </a:solidFill>
          <a:ln w="12700">
            <a:solidFill>
              <a:srgbClr val="8E2A27"/>
            </a:solidFill>
            <a:prstDash val="solid"/>
          </a:ln>
        </p:spPr>
      </p:sp>
      <p:sp>
        <p:nvSpPr>
          <p:cNvPr id="113" name="Shape 111"/>
          <p:cNvSpPr/>
          <p:nvPr/>
        </p:nvSpPr>
        <p:spPr>
          <a:xfrm>
            <a:off x="1469989" y="4268053"/>
            <a:ext cx="114117" cy="114117"/>
          </a:xfrm>
          <a:prstGeom prst="ellipse">
            <a:avLst/>
          </a:prstGeom>
          <a:solidFill>
            <a:srgbClr val="D9534F"/>
          </a:solidFill>
          <a:ln w="12700">
            <a:solidFill>
              <a:srgbClr val="8E2A27"/>
            </a:solidFill>
            <a:prstDash val="solid"/>
          </a:ln>
        </p:spPr>
      </p:sp>
      <p:sp>
        <p:nvSpPr>
          <p:cNvPr id="114" name="Shape 112"/>
          <p:cNvSpPr/>
          <p:nvPr/>
        </p:nvSpPr>
        <p:spPr>
          <a:xfrm>
            <a:off x="1250533" y="4487509"/>
            <a:ext cx="114117" cy="114117"/>
          </a:xfrm>
          <a:prstGeom prst="ellipse">
            <a:avLst/>
          </a:prstGeom>
          <a:solidFill>
            <a:srgbClr val="D9534F"/>
          </a:solidFill>
          <a:ln w="12700">
            <a:solidFill>
              <a:srgbClr val="8E2A27"/>
            </a:solidFill>
            <a:prstDash val="solid"/>
          </a:ln>
        </p:spPr>
      </p:sp>
      <p:sp>
        <p:nvSpPr>
          <p:cNvPr id="115" name="Shape 113"/>
          <p:cNvSpPr/>
          <p:nvPr/>
        </p:nvSpPr>
        <p:spPr>
          <a:xfrm>
            <a:off x="1908901" y="4268053"/>
            <a:ext cx="114117" cy="114117"/>
          </a:xfrm>
          <a:prstGeom prst="ellipse">
            <a:avLst/>
          </a:prstGeom>
          <a:solidFill>
            <a:srgbClr val="D9534F"/>
          </a:solidFill>
          <a:ln w="12700">
            <a:solidFill>
              <a:srgbClr val="8E2A27"/>
            </a:solidFill>
            <a:prstDash val="solid"/>
          </a:ln>
        </p:spPr>
      </p:sp>
      <p:sp>
        <p:nvSpPr>
          <p:cNvPr id="116" name="Shape 114"/>
          <p:cNvSpPr/>
          <p:nvPr/>
        </p:nvSpPr>
        <p:spPr>
          <a:xfrm>
            <a:off x="1689445" y="4487509"/>
            <a:ext cx="114117" cy="114117"/>
          </a:xfrm>
          <a:prstGeom prst="ellipse">
            <a:avLst/>
          </a:prstGeom>
          <a:solidFill>
            <a:srgbClr val="D9534F"/>
          </a:solidFill>
          <a:ln w="12700">
            <a:solidFill>
              <a:srgbClr val="8E2A27"/>
            </a:solidFill>
            <a:prstDash val="solid"/>
          </a:ln>
        </p:spPr>
      </p:sp>
      <p:sp>
        <p:nvSpPr>
          <p:cNvPr id="117" name="Shape 115"/>
          <p:cNvSpPr/>
          <p:nvPr/>
        </p:nvSpPr>
        <p:spPr>
          <a:xfrm>
            <a:off x="2347813" y="4268053"/>
            <a:ext cx="114117" cy="114117"/>
          </a:xfrm>
          <a:prstGeom prst="ellipse">
            <a:avLst/>
          </a:prstGeom>
          <a:solidFill>
            <a:srgbClr val="D9534F"/>
          </a:solidFill>
          <a:ln w="12700">
            <a:solidFill>
              <a:srgbClr val="8E2A27"/>
            </a:solidFill>
            <a:prstDash val="solid"/>
          </a:ln>
        </p:spPr>
      </p:sp>
      <p:sp>
        <p:nvSpPr>
          <p:cNvPr id="118" name="Shape 116"/>
          <p:cNvSpPr/>
          <p:nvPr/>
        </p:nvSpPr>
        <p:spPr>
          <a:xfrm>
            <a:off x="2128357" y="4487509"/>
            <a:ext cx="114117" cy="114117"/>
          </a:xfrm>
          <a:prstGeom prst="ellipse">
            <a:avLst/>
          </a:prstGeom>
          <a:solidFill>
            <a:srgbClr val="D9534F"/>
          </a:solidFill>
          <a:ln w="12700">
            <a:solidFill>
              <a:srgbClr val="8E2A27"/>
            </a:solidFill>
            <a:prstDash val="solid"/>
          </a:ln>
        </p:spPr>
      </p:sp>
      <p:sp>
        <p:nvSpPr>
          <p:cNvPr id="119" name="Shape 117"/>
          <p:cNvSpPr/>
          <p:nvPr/>
        </p:nvSpPr>
        <p:spPr>
          <a:xfrm>
            <a:off x="1031077" y="4706965"/>
            <a:ext cx="114117" cy="114117"/>
          </a:xfrm>
          <a:prstGeom prst="ellipse">
            <a:avLst/>
          </a:prstGeom>
          <a:solidFill>
            <a:srgbClr val="D9534F"/>
          </a:solidFill>
          <a:ln w="12700">
            <a:solidFill>
              <a:srgbClr val="8E2A27"/>
            </a:solidFill>
            <a:prstDash val="solid"/>
          </a:ln>
        </p:spPr>
      </p:sp>
      <p:sp>
        <p:nvSpPr>
          <p:cNvPr id="120" name="Shape 118"/>
          <p:cNvSpPr/>
          <p:nvPr/>
        </p:nvSpPr>
        <p:spPr>
          <a:xfrm>
            <a:off x="811621" y="4926421"/>
            <a:ext cx="114117" cy="114117"/>
          </a:xfrm>
          <a:prstGeom prst="ellipse">
            <a:avLst/>
          </a:prstGeom>
          <a:solidFill>
            <a:srgbClr val="D9534F"/>
          </a:solidFill>
          <a:ln w="12700">
            <a:solidFill>
              <a:srgbClr val="8E2A27"/>
            </a:solidFill>
            <a:prstDash val="solid"/>
          </a:ln>
        </p:spPr>
      </p:sp>
      <p:sp>
        <p:nvSpPr>
          <p:cNvPr id="121" name="Shape 119"/>
          <p:cNvSpPr/>
          <p:nvPr/>
        </p:nvSpPr>
        <p:spPr>
          <a:xfrm>
            <a:off x="1469989" y="4706965"/>
            <a:ext cx="114117" cy="114117"/>
          </a:xfrm>
          <a:prstGeom prst="ellipse">
            <a:avLst/>
          </a:prstGeom>
          <a:solidFill>
            <a:srgbClr val="D9534F"/>
          </a:solidFill>
          <a:ln w="12700">
            <a:solidFill>
              <a:srgbClr val="8E2A27"/>
            </a:solidFill>
            <a:prstDash val="solid"/>
          </a:ln>
        </p:spPr>
      </p:sp>
      <p:sp>
        <p:nvSpPr>
          <p:cNvPr id="122" name="Shape 120"/>
          <p:cNvSpPr/>
          <p:nvPr/>
        </p:nvSpPr>
        <p:spPr>
          <a:xfrm>
            <a:off x="1250533" y="4926421"/>
            <a:ext cx="114117" cy="114117"/>
          </a:xfrm>
          <a:prstGeom prst="ellipse">
            <a:avLst/>
          </a:prstGeom>
          <a:solidFill>
            <a:srgbClr val="D9534F"/>
          </a:solidFill>
          <a:ln w="12700">
            <a:solidFill>
              <a:srgbClr val="8E2A27"/>
            </a:solidFill>
            <a:prstDash val="solid"/>
          </a:ln>
        </p:spPr>
      </p:sp>
      <p:sp>
        <p:nvSpPr>
          <p:cNvPr id="123" name="Shape 121"/>
          <p:cNvSpPr/>
          <p:nvPr/>
        </p:nvSpPr>
        <p:spPr>
          <a:xfrm>
            <a:off x="1908901" y="4706965"/>
            <a:ext cx="114117" cy="114117"/>
          </a:xfrm>
          <a:prstGeom prst="ellipse">
            <a:avLst/>
          </a:prstGeom>
          <a:solidFill>
            <a:srgbClr val="D9534F"/>
          </a:solidFill>
          <a:ln w="12700">
            <a:solidFill>
              <a:srgbClr val="8E2A27"/>
            </a:solidFill>
            <a:prstDash val="solid"/>
          </a:ln>
        </p:spPr>
      </p:sp>
      <p:sp>
        <p:nvSpPr>
          <p:cNvPr id="124" name="Shape 122"/>
          <p:cNvSpPr/>
          <p:nvPr/>
        </p:nvSpPr>
        <p:spPr>
          <a:xfrm>
            <a:off x="1689445" y="4926421"/>
            <a:ext cx="114117" cy="114117"/>
          </a:xfrm>
          <a:prstGeom prst="ellipse">
            <a:avLst/>
          </a:prstGeom>
          <a:solidFill>
            <a:srgbClr val="D9534F"/>
          </a:solidFill>
          <a:ln w="12700">
            <a:solidFill>
              <a:srgbClr val="8E2A27"/>
            </a:solidFill>
            <a:prstDash val="solid"/>
          </a:ln>
        </p:spPr>
      </p:sp>
      <p:sp>
        <p:nvSpPr>
          <p:cNvPr id="125" name="Shape 123"/>
          <p:cNvSpPr/>
          <p:nvPr/>
        </p:nvSpPr>
        <p:spPr>
          <a:xfrm>
            <a:off x="2347813" y="4706965"/>
            <a:ext cx="114117" cy="114117"/>
          </a:xfrm>
          <a:prstGeom prst="ellipse">
            <a:avLst/>
          </a:prstGeom>
          <a:solidFill>
            <a:srgbClr val="D9534F"/>
          </a:solidFill>
          <a:ln w="12700">
            <a:solidFill>
              <a:srgbClr val="8E2A27"/>
            </a:solidFill>
            <a:prstDash val="solid"/>
          </a:ln>
        </p:spPr>
      </p:sp>
      <p:sp>
        <p:nvSpPr>
          <p:cNvPr id="126" name="Shape 124"/>
          <p:cNvSpPr/>
          <p:nvPr/>
        </p:nvSpPr>
        <p:spPr>
          <a:xfrm>
            <a:off x="2128357" y="4926421"/>
            <a:ext cx="114117" cy="114117"/>
          </a:xfrm>
          <a:prstGeom prst="ellipse">
            <a:avLst/>
          </a:prstGeom>
          <a:solidFill>
            <a:srgbClr val="D9534F"/>
          </a:solidFill>
          <a:ln w="12700">
            <a:solidFill>
              <a:srgbClr val="8E2A27"/>
            </a:solidFill>
            <a:prstDash val="solid"/>
          </a:ln>
        </p:spPr>
      </p:sp>
      <p:sp>
        <p:nvSpPr>
          <p:cNvPr id="127" name="Shape 125"/>
          <p:cNvSpPr/>
          <p:nvPr/>
        </p:nvSpPr>
        <p:spPr>
          <a:xfrm>
            <a:off x="780898" y="3798418"/>
            <a:ext cx="175565" cy="175565"/>
          </a:xfrm>
          <a:prstGeom prst="ellipse">
            <a:avLst/>
          </a:prstGeom>
          <a:solidFill>
            <a:srgbClr val="E0A458"/>
          </a:solidFill>
          <a:ln w="12700">
            <a:solidFill>
              <a:srgbClr val="9A6420"/>
            </a:solidFill>
            <a:prstDash val="solid"/>
          </a:ln>
        </p:spPr>
      </p:sp>
      <p:sp>
        <p:nvSpPr>
          <p:cNvPr id="128" name="Text 126"/>
          <p:cNvSpPr/>
          <p:nvPr/>
        </p:nvSpPr>
        <p:spPr>
          <a:xfrm>
            <a:off x="780898"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9" name="Shape 127"/>
          <p:cNvSpPr/>
          <p:nvPr/>
        </p:nvSpPr>
        <p:spPr>
          <a:xfrm>
            <a:off x="1219810" y="3798418"/>
            <a:ext cx="175565" cy="175565"/>
          </a:xfrm>
          <a:prstGeom prst="ellipse">
            <a:avLst/>
          </a:prstGeom>
          <a:solidFill>
            <a:srgbClr val="E0A458"/>
          </a:solidFill>
          <a:ln w="12700">
            <a:solidFill>
              <a:srgbClr val="9A6420"/>
            </a:solidFill>
            <a:prstDash val="solid"/>
          </a:ln>
        </p:spPr>
      </p:sp>
      <p:sp>
        <p:nvSpPr>
          <p:cNvPr id="130" name="Text 128"/>
          <p:cNvSpPr/>
          <p:nvPr/>
        </p:nvSpPr>
        <p:spPr>
          <a:xfrm>
            <a:off x="1219810"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1" name="Shape 129"/>
          <p:cNvSpPr/>
          <p:nvPr/>
        </p:nvSpPr>
        <p:spPr>
          <a:xfrm>
            <a:off x="1658722" y="3798418"/>
            <a:ext cx="175565" cy="175565"/>
          </a:xfrm>
          <a:prstGeom prst="ellipse">
            <a:avLst/>
          </a:prstGeom>
          <a:solidFill>
            <a:srgbClr val="E0A458"/>
          </a:solidFill>
          <a:ln w="12700">
            <a:solidFill>
              <a:srgbClr val="9A6420"/>
            </a:solidFill>
            <a:prstDash val="solid"/>
          </a:ln>
        </p:spPr>
      </p:sp>
      <p:sp>
        <p:nvSpPr>
          <p:cNvPr id="132" name="Text 130"/>
          <p:cNvSpPr/>
          <p:nvPr/>
        </p:nvSpPr>
        <p:spPr>
          <a:xfrm>
            <a:off x="1658722"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3" name="Shape 131"/>
          <p:cNvSpPr/>
          <p:nvPr/>
        </p:nvSpPr>
        <p:spPr>
          <a:xfrm>
            <a:off x="2097634" y="3798418"/>
            <a:ext cx="175565" cy="175565"/>
          </a:xfrm>
          <a:prstGeom prst="ellipse">
            <a:avLst/>
          </a:prstGeom>
          <a:solidFill>
            <a:srgbClr val="E0A458"/>
          </a:solidFill>
          <a:ln w="12700">
            <a:solidFill>
              <a:srgbClr val="9A6420"/>
            </a:solidFill>
            <a:prstDash val="solid"/>
          </a:ln>
        </p:spPr>
      </p:sp>
      <p:sp>
        <p:nvSpPr>
          <p:cNvPr id="134" name="Text 132"/>
          <p:cNvSpPr/>
          <p:nvPr/>
        </p:nvSpPr>
        <p:spPr>
          <a:xfrm>
            <a:off x="2097634"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5" name="Shape 133"/>
          <p:cNvSpPr/>
          <p:nvPr/>
        </p:nvSpPr>
        <p:spPr>
          <a:xfrm>
            <a:off x="780898" y="4237330"/>
            <a:ext cx="175565" cy="175565"/>
          </a:xfrm>
          <a:prstGeom prst="ellipse">
            <a:avLst/>
          </a:prstGeom>
          <a:solidFill>
            <a:srgbClr val="E0A458"/>
          </a:solidFill>
          <a:ln w="12700">
            <a:solidFill>
              <a:srgbClr val="9A6420"/>
            </a:solidFill>
            <a:prstDash val="solid"/>
          </a:ln>
        </p:spPr>
      </p:sp>
      <p:sp>
        <p:nvSpPr>
          <p:cNvPr id="136" name="Text 134"/>
          <p:cNvSpPr/>
          <p:nvPr/>
        </p:nvSpPr>
        <p:spPr>
          <a:xfrm>
            <a:off x="780898"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7" name="Shape 135"/>
          <p:cNvSpPr/>
          <p:nvPr/>
        </p:nvSpPr>
        <p:spPr>
          <a:xfrm>
            <a:off x="1219810" y="4237330"/>
            <a:ext cx="175565" cy="175565"/>
          </a:xfrm>
          <a:prstGeom prst="ellipse">
            <a:avLst/>
          </a:prstGeom>
          <a:solidFill>
            <a:srgbClr val="E0A458"/>
          </a:solidFill>
          <a:ln w="12700">
            <a:solidFill>
              <a:srgbClr val="9A6420"/>
            </a:solidFill>
            <a:prstDash val="solid"/>
          </a:ln>
        </p:spPr>
      </p:sp>
      <p:sp>
        <p:nvSpPr>
          <p:cNvPr id="138" name="Text 136"/>
          <p:cNvSpPr/>
          <p:nvPr/>
        </p:nvSpPr>
        <p:spPr>
          <a:xfrm>
            <a:off x="1219810"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9" name="Shape 137"/>
          <p:cNvSpPr/>
          <p:nvPr/>
        </p:nvSpPr>
        <p:spPr>
          <a:xfrm>
            <a:off x="1658722" y="4237330"/>
            <a:ext cx="175565" cy="175565"/>
          </a:xfrm>
          <a:prstGeom prst="ellipse">
            <a:avLst/>
          </a:prstGeom>
          <a:solidFill>
            <a:srgbClr val="E0A458"/>
          </a:solidFill>
          <a:ln w="12700">
            <a:solidFill>
              <a:srgbClr val="9A6420"/>
            </a:solidFill>
            <a:prstDash val="solid"/>
          </a:ln>
        </p:spPr>
      </p:sp>
      <p:sp>
        <p:nvSpPr>
          <p:cNvPr id="140" name="Text 138"/>
          <p:cNvSpPr/>
          <p:nvPr/>
        </p:nvSpPr>
        <p:spPr>
          <a:xfrm>
            <a:off x="1658722"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1" name="Shape 139"/>
          <p:cNvSpPr/>
          <p:nvPr/>
        </p:nvSpPr>
        <p:spPr>
          <a:xfrm>
            <a:off x="2097634" y="4237330"/>
            <a:ext cx="175565" cy="175565"/>
          </a:xfrm>
          <a:prstGeom prst="ellipse">
            <a:avLst/>
          </a:prstGeom>
          <a:solidFill>
            <a:srgbClr val="E0A458"/>
          </a:solidFill>
          <a:ln w="12700">
            <a:solidFill>
              <a:srgbClr val="9A6420"/>
            </a:solidFill>
            <a:prstDash val="solid"/>
          </a:ln>
        </p:spPr>
      </p:sp>
      <p:sp>
        <p:nvSpPr>
          <p:cNvPr id="142" name="Text 140"/>
          <p:cNvSpPr/>
          <p:nvPr/>
        </p:nvSpPr>
        <p:spPr>
          <a:xfrm>
            <a:off x="2097634"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3" name="Shape 141"/>
          <p:cNvSpPr/>
          <p:nvPr/>
        </p:nvSpPr>
        <p:spPr>
          <a:xfrm>
            <a:off x="780898" y="4676242"/>
            <a:ext cx="175565" cy="175565"/>
          </a:xfrm>
          <a:prstGeom prst="ellipse">
            <a:avLst/>
          </a:prstGeom>
          <a:solidFill>
            <a:srgbClr val="E0A458"/>
          </a:solidFill>
          <a:ln w="12700">
            <a:solidFill>
              <a:srgbClr val="9A6420"/>
            </a:solidFill>
            <a:prstDash val="solid"/>
          </a:ln>
        </p:spPr>
      </p:sp>
      <p:sp>
        <p:nvSpPr>
          <p:cNvPr id="144" name="Text 142"/>
          <p:cNvSpPr/>
          <p:nvPr/>
        </p:nvSpPr>
        <p:spPr>
          <a:xfrm>
            <a:off x="780898"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5" name="Shape 143"/>
          <p:cNvSpPr/>
          <p:nvPr/>
        </p:nvSpPr>
        <p:spPr>
          <a:xfrm>
            <a:off x="1219810" y="4676242"/>
            <a:ext cx="175565" cy="175565"/>
          </a:xfrm>
          <a:prstGeom prst="ellipse">
            <a:avLst/>
          </a:prstGeom>
          <a:solidFill>
            <a:srgbClr val="E0A458"/>
          </a:solidFill>
          <a:ln w="12700">
            <a:solidFill>
              <a:srgbClr val="9A6420"/>
            </a:solidFill>
            <a:prstDash val="solid"/>
          </a:ln>
        </p:spPr>
      </p:sp>
      <p:sp>
        <p:nvSpPr>
          <p:cNvPr id="146" name="Text 144"/>
          <p:cNvSpPr/>
          <p:nvPr/>
        </p:nvSpPr>
        <p:spPr>
          <a:xfrm>
            <a:off x="1219810"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7" name="Shape 145"/>
          <p:cNvSpPr/>
          <p:nvPr/>
        </p:nvSpPr>
        <p:spPr>
          <a:xfrm>
            <a:off x="1658722" y="4676242"/>
            <a:ext cx="175565" cy="175565"/>
          </a:xfrm>
          <a:prstGeom prst="ellipse">
            <a:avLst/>
          </a:prstGeom>
          <a:solidFill>
            <a:srgbClr val="E0A458"/>
          </a:solidFill>
          <a:ln w="12700">
            <a:solidFill>
              <a:srgbClr val="9A6420"/>
            </a:solidFill>
            <a:prstDash val="solid"/>
          </a:ln>
        </p:spPr>
      </p:sp>
      <p:sp>
        <p:nvSpPr>
          <p:cNvPr id="148" name="Text 146"/>
          <p:cNvSpPr/>
          <p:nvPr/>
        </p:nvSpPr>
        <p:spPr>
          <a:xfrm>
            <a:off x="1658722"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9" name="Shape 147"/>
          <p:cNvSpPr/>
          <p:nvPr/>
        </p:nvSpPr>
        <p:spPr>
          <a:xfrm>
            <a:off x="2097634" y="4676242"/>
            <a:ext cx="175565" cy="175565"/>
          </a:xfrm>
          <a:prstGeom prst="ellipse">
            <a:avLst/>
          </a:prstGeom>
          <a:solidFill>
            <a:srgbClr val="E0A458"/>
          </a:solidFill>
          <a:ln w="12700">
            <a:solidFill>
              <a:srgbClr val="9A6420"/>
            </a:solidFill>
            <a:prstDash val="solid"/>
          </a:ln>
        </p:spPr>
      </p:sp>
      <p:sp>
        <p:nvSpPr>
          <p:cNvPr id="150" name="Text 148"/>
          <p:cNvSpPr/>
          <p:nvPr/>
        </p:nvSpPr>
        <p:spPr>
          <a:xfrm>
            <a:off x="2097634"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51" name="Shape 149"/>
          <p:cNvSpPr/>
          <p:nvPr/>
        </p:nvSpPr>
        <p:spPr>
          <a:xfrm>
            <a:off x="3429000" y="3703320"/>
            <a:ext cx="274320" cy="274320"/>
          </a:xfrm>
          <a:prstGeom prst="ellipse">
            <a:avLst/>
          </a:prstGeom>
          <a:solidFill>
            <a:srgbClr val="D7A15E"/>
          </a:solidFill>
          <a:ln w="12700">
            <a:solidFill>
              <a:srgbClr val="8A5A2B"/>
            </a:solidFill>
            <a:prstDash val="solid"/>
          </a:ln>
        </p:spPr>
      </p:sp>
      <p:sp>
        <p:nvSpPr>
          <p:cNvPr id="152" name="Text 150"/>
          <p:cNvSpPr/>
          <p:nvPr/>
        </p:nvSpPr>
        <p:spPr>
          <a:xfrm>
            <a:off x="3429000"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3" name="Shape 151"/>
          <p:cNvSpPr/>
          <p:nvPr/>
        </p:nvSpPr>
        <p:spPr>
          <a:xfrm>
            <a:off x="3813048" y="3703320"/>
            <a:ext cx="274320" cy="274320"/>
          </a:xfrm>
          <a:prstGeom prst="ellipse">
            <a:avLst/>
          </a:prstGeom>
          <a:solidFill>
            <a:srgbClr val="D7A15E"/>
          </a:solidFill>
          <a:ln w="12700">
            <a:solidFill>
              <a:srgbClr val="8A5A2B"/>
            </a:solidFill>
            <a:prstDash val="solid"/>
          </a:ln>
        </p:spPr>
      </p:sp>
      <p:sp>
        <p:nvSpPr>
          <p:cNvPr id="154" name="Text 152"/>
          <p:cNvSpPr/>
          <p:nvPr/>
        </p:nvSpPr>
        <p:spPr>
          <a:xfrm>
            <a:off x="3813048"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5" name="Shape 153"/>
          <p:cNvSpPr/>
          <p:nvPr/>
        </p:nvSpPr>
        <p:spPr>
          <a:xfrm>
            <a:off x="4197096" y="3703320"/>
            <a:ext cx="274320" cy="274320"/>
          </a:xfrm>
          <a:prstGeom prst="ellipse">
            <a:avLst/>
          </a:prstGeom>
          <a:solidFill>
            <a:srgbClr val="D7A15E"/>
          </a:solidFill>
          <a:ln w="12700">
            <a:solidFill>
              <a:srgbClr val="8A5A2B"/>
            </a:solidFill>
            <a:prstDash val="solid"/>
          </a:ln>
        </p:spPr>
      </p:sp>
      <p:sp>
        <p:nvSpPr>
          <p:cNvPr id="156" name="Text 154"/>
          <p:cNvSpPr/>
          <p:nvPr/>
        </p:nvSpPr>
        <p:spPr>
          <a:xfrm>
            <a:off x="4197096"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7" name="Shape 155"/>
          <p:cNvSpPr/>
          <p:nvPr/>
        </p:nvSpPr>
        <p:spPr>
          <a:xfrm>
            <a:off x="4581144" y="3703320"/>
            <a:ext cx="274320" cy="274320"/>
          </a:xfrm>
          <a:prstGeom prst="ellipse">
            <a:avLst/>
          </a:prstGeom>
          <a:solidFill>
            <a:srgbClr val="D7A15E"/>
          </a:solidFill>
          <a:ln w="12700">
            <a:solidFill>
              <a:srgbClr val="8A5A2B"/>
            </a:solidFill>
            <a:prstDash val="solid"/>
          </a:ln>
        </p:spPr>
      </p:sp>
      <p:sp>
        <p:nvSpPr>
          <p:cNvPr id="158" name="Text 156"/>
          <p:cNvSpPr/>
          <p:nvPr/>
        </p:nvSpPr>
        <p:spPr>
          <a:xfrm>
            <a:off x="4581144"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9" name="Shape 157"/>
          <p:cNvSpPr/>
          <p:nvPr/>
        </p:nvSpPr>
        <p:spPr>
          <a:xfrm>
            <a:off x="4965192" y="3703320"/>
            <a:ext cx="274320" cy="274320"/>
          </a:xfrm>
          <a:prstGeom prst="ellipse">
            <a:avLst/>
          </a:prstGeom>
          <a:solidFill>
            <a:srgbClr val="D7A15E"/>
          </a:solidFill>
          <a:ln w="12700">
            <a:solidFill>
              <a:srgbClr val="8A5A2B"/>
            </a:solidFill>
            <a:prstDash val="solid"/>
          </a:ln>
        </p:spPr>
      </p:sp>
      <p:sp>
        <p:nvSpPr>
          <p:cNvPr id="160" name="Text 158"/>
          <p:cNvSpPr/>
          <p:nvPr/>
        </p:nvSpPr>
        <p:spPr>
          <a:xfrm>
            <a:off x="4965192"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1" name="Shape 159"/>
          <p:cNvSpPr/>
          <p:nvPr/>
        </p:nvSpPr>
        <p:spPr>
          <a:xfrm>
            <a:off x="3429000" y="4087368"/>
            <a:ext cx="274320" cy="274320"/>
          </a:xfrm>
          <a:prstGeom prst="ellipse">
            <a:avLst/>
          </a:prstGeom>
          <a:solidFill>
            <a:srgbClr val="D7A15E"/>
          </a:solidFill>
          <a:ln w="12700">
            <a:solidFill>
              <a:srgbClr val="8A5A2B"/>
            </a:solidFill>
            <a:prstDash val="solid"/>
          </a:ln>
        </p:spPr>
      </p:sp>
      <p:sp>
        <p:nvSpPr>
          <p:cNvPr id="162" name="Text 160"/>
          <p:cNvSpPr/>
          <p:nvPr/>
        </p:nvSpPr>
        <p:spPr>
          <a:xfrm>
            <a:off x="3429000"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3" name="Shape 161"/>
          <p:cNvSpPr/>
          <p:nvPr/>
        </p:nvSpPr>
        <p:spPr>
          <a:xfrm>
            <a:off x="3813048" y="4087368"/>
            <a:ext cx="274320" cy="274320"/>
          </a:xfrm>
          <a:prstGeom prst="ellipse">
            <a:avLst/>
          </a:prstGeom>
          <a:solidFill>
            <a:srgbClr val="D7A15E"/>
          </a:solidFill>
          <a:ln w="12700">
            <a:solidFill>
              <a:srgbClr val="8A5A2B"/>
            </a:solidFill>
            <a:prstDash val="solid"/>
          </a:ln>
        </p:spPr>
      </p:sp>
      <p:sp>
        <p:nvSpPr>
          <p:cNvPr id="164" name="Text 162"/>
          <p:cNvSpPr/>
          <p:nvPr/>
        </p:nvSpPr>
        <p:spPr>
          <a:xfrm>
            <a:off x="3813048"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5" name="Shape 163"/>
          <p:cNvSpPr/>
          <p:nvPr/>
        </p:nvSpPr>
        <p:spPr>
          <a:xfrm>
            <a:off x="4197096" y="4087368"/>
            <a:ext cx="274320" cy="274320"/>
          </a:xfrm>
          <a:prstGeom prst="ellipse">
            <a:avLst/>
          </a:prstGeom>
          <a:solidFill>
            <a:srgbClr val="D7A15E"/>
          </a:solidFill>
          <a:ln w="12700">
            <a:solidFill>
              <a:srgbClr val="8A5A2B"/>
            </a:solidFill>
            <a:prstDash val="solid"/>
          </a:ln>
        </p:spPr>
      </p:sp>
      <p:sp>
        <p:nvSpPr>
          <p:cNvPr id="166" name="Text 164"/>
          <p:cNvSpPr/>
          <p:nvPr/>
        </p:nvSpPr>
        <p:spPr>
          <a:xfrm>
            <a:off x="4197096"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7" name="Shape 165"/>
          <p:cNvSpPr/>
          <p:nvPr/>
        </p:nvSpPr>
        <p:spPr>
          <a:xfrm>
            <a:off x="4581144" y="4087368"/>
            <a:ext cx="274320" cy="274320"/>
          </a:xfrm>
          <a:prstGeom prst="ellipse">
            <a:avLst/>
          </a:prstGeom>
          <a:solidFill>
            <a:srgbClr val="D7A15E"/>
          </a:solidFill>
          <a:ln w="12700">
            <a:solidFill>
              <a:srgbClr val="8A5A2B"/>
            </a:solidFill>
            <a:prstDash val="solid"/>
          </a:ln>
        </p:spPr>
      </p:sp>
      <p:sp>
        <p:nvSpPr>
          <p:cNvPr id="168" name="Text 166"/>
          <p:cNvSpPr/>
          <p:nvPr/>
        </p:nvSpPr>
        <p:spPr>
          <a:xfrm>
            <a:off x="4581144"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9" name="Shape 167"/>
          <p:cNvSpPr/>
          <p:nvPr/>
        </p:nvSpPr>
        <p:spPr>
          <a:xfrm>
            <a:off x="4965192" y="4087368"/>
            <a:ext cx="274320" cy="274320"/>
          </a:xfrm>
          <a:prstGeom prst="ellipse">
            <a:avLst/>
          </a:prstGeom>
          <a:solidFill>
            <a:srgbClr val="D7A15E"/>
          </a:solidFill>
          <a:ln w="12700">
            <a:solidFill>
              <a:srgbClr val="8A5A2B"/>
            </a:solidFill>
            <a:prstDash val="solid"/>
          </a:ln>
        </p:spPr>
      </p:sp>
      <p:sp>
        <p:nvSpPr>
          <p:cNvPr id="170" name="Text 168"/>
          <p:cNvSpPr/>
          <p:nvPr/>
        </p:nvSpPr>
        <p:spPr>
          <a:xfrm>
            <a:off x="4965192"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1" name="Shape 169"/>
          <p:cNvSpPr/>
          <p:nvPr/>
        </p:nvSpPr>
        <p:spPr>
          <a:xfrm>
            <a:off x="3429000" y="4471416"/>
            <a:ext cx="274320" cy="274320"/>
          </a:xfrm>
          <a:prstGeom prst="ellipse">
            <a:avLst/>
          </a:prstGeom>
          <a:solidFill>
            <a:srgbClr val="D7A15E"/>
          </a:solidFill>
          <a:ln w="12700">
            <a:solidFill>
              <a:srgbClr val="8A5A2B"/>
            </a:solidFill>
            <a:prstDash val="solid"/>
          </a:ln>
        </p:spPr>
      </p:sp>
      <p:sp>
        <p:nvSpPr>
          <p:cNvPr id="172" name="Text 170"/>
          <p:cNvSpPr/>
          <p:nvPr/>
        </p:nvSpPr>
        <p:spPr>
          <a:xfrm>
            <a:off x="3429000"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3" name="Shape 171"/>
          <p:cNvSpPr/>
          <p:nvPr/>
        </p:nvSpPr>
        <p:spPr>
          <a:xfrm>
            <a:off x="3813048" y="4471416"/>
            <a:ext cx="274320" cy="274320"/>
          </a:xfrm>
          <a:prstGeom prst="ellipse">
            <a:avLst/>
          </a:prstGeom>
          <a:solidFill>
            <a:srgbClr val="D7A15E"/>
          </a:solidFill>
          <a:ln w="12700">
            <a:solidFill>
              <a:srgbClr val="8A5A2B"/>
            </a:solidFill>
            <a:prstDash val="solid"/>
          </a:ln>
        </p:spPr>
      </p:sp>
      <p:sp>
        <p:nvSpPr>
          <p:cNvPr id="174" name="Text 172"/>
          <p:cNvSpPr/>
          <p:nvPr/>
        </p:nvSpPr>
        <p:spPr>
          <a:xfrm>
            <a:off x="3813048"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5" name="Shape 173"/>
          <p:cNvSpPr/>
          <p:nvPr/>
        </p:nvSpPr>
        <p:spPr>
          <a:xfrm>
            <a:off x="4197096" y="4471416"/>
            <a:ext cx="274320" cy="274320"/>
          </a:xfrm>
          <a:prstGeom prst="ellipse">
            <a:avLst/>
          </a:prstGeom>
          <a:solidFill>
            <a:srgbClr val="D7A15E"/>
          </a:solidFill>
          <a:ln w="12700">
            <a:solidFill>
              <a:srgbClr val="8A5A2B"/>
            </a:solidFill>
            <a:prstDash val="solid"/>
          </a:ln>
        </p:spPr>
      </p:sp>
      <p:sp>
        <p:nvSpPr>
          <p:cNvPr id="176" name="Text 174"/>
          <p:cNvSpPr/>
          <p:nvPr/>
        </p:nvSpPr>
        <p:spPr>
          <a:xfrm>
            <a:off x="4197096"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7" name="Shape 175"/>
          <p:cNvSpPr/>
          <p:nvPr/>
        </p:nvSpPr>
        <p:spPr>
          <a:xfrm>
            <a:off x="4581144" y="4471416"/>
            <a:ext cx="274320" cy="274320"/>
          </a:xfrm>
          <a:prstGeom prst="ellipse">
            <a:avLst/>
          </a:prstGeom>
          <a:solidFill>
            <a:srgbClr val="D7A15E"/>
          </a:solidFill>
          <a:ln w="12700">
            <a:solidFill>
              <a:srgbClr val="8A5A2B"/>
            </a:solidFill>
            <a:prstDash val="solid"/>
          </a:ln>
        </p:spPr>
      </p:sp>
      <p:sp>
        <p:nvSpPr>
          <p:cNvPr id="178" name="Text 176"/>
          <p:cNvSpPr/>
          <p:nvPr/>
        </p:nvSpPr>
        <p:spPr>
          <a:xfrm>
            <a:off x="4581144"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9" name="Shape 177"/>
          <p:cNvSpPr/>
          <p:nvPr/>
        </p:nvSpPr>
        <p:spPr>
          <a:xfrm>
            <a:off x="4965192" y="4471416"/>
            <a:ext cx="274320" cy="274320"/>
          </a:xfrm>
          <a:prstGeom prst="ellipse">
            <a:avLst/>
          </a:prstGeom>
          <a:solidFill>
            <a:srgbClr val="D7A15E"/>
          </a:solidFill>
          <a:ln w="12700">
            <a:solidFill>
              <a:srgbClr val="8A5A2B"/>
            </a:solidFill>
            <a:prstDash val="solid"/>
          </a:ln>
        </p:spPr>
      </p:sp>
      <p:sp>
        <p:nvSpPr>
          <p:cNvPr id="180" name="Text 178"/>
          <p:cNvSpPr/>
          <p:nvPr/>
        </p:nvSpPr>
        <p:spPr>
          <a:xfrm>
            <a:off x="4965192"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1" name="Shape 179"/>
          <p:cNvSpPr/>
          <p:nvPr/>
        </p:nvSpPr>
        <p:spPr>
          <a:xfrm>
            <a:off x="3429000" y="4855464"/>
            <a:ext cx="274320" cy="274320"/>
          </a:xfrm>
          <a:prstGeom prst="ellipse">
            <a:avLst/>
          </a:prstGeom>
          <a:solidFill>
            <a:srgbClr val="D7A15E"/>
          </a:solidFill>
          <a:ln w="12700">
            <a:solidFill>
              <a:srgbClr val="8A5A2B"/>
            </a:solidFill>
            <a:prstDash val="solid"/>
          </a:ln>
        </p:spPr>
      </p:sp>
      <p:sp>
        <p:nvSpPr>
          <p:cNvPr id="182" name="Text 180"/>
          <p:cNvSpPr/>
          <p:nvPr/>
        </p:nvSpPr>
        <p:spPr>
          <a:xfrm>
            <a:off x="3429000"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3" name="Shape 181"/>
          <p:cNvSpPr/>
          <p:nvPr/>
        </p:nvSpPr>
        <p:spPr>
          <a:xfrm>
            <a:off x="3813048" y="4855464"/>
            <a:ext cx="274320" cy="274320"/>
          </a:xfrm>
          <a:prstGeom prst="ellipse">
            <a:avLst/>
          </a:prstGeom>
          <a:solidFill>
            <a:srgbClr val="D7A15E"/>
          </a:solidFill>
          <a:ln w="12700">
            <a:solidFill>
              <a:srgbClr val="8A5A2B"/>
            </a:solidFill>
            <a:prstDash val="solid"/>
          </a:ln>
        </p:spPr>
      </p:sp>
      <p:sp>
        <p:nvSpPr>
          <p:cNvPr id="184" name="Text 182"/>
          <p:cNvSpPr/>
          <p:nvPr/>
        </p:nvSpPr>
        <p:spPr>
          <a:xfrm>
            <a:off x="3813048"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5" name="Shape 183"/>
          <p:cNvSpPr/>
          <p:nvPr/>
        </p:nvSpPr>
        <p:spPr>
          <a:xfrm>
            <a:off x="4197096" y="4855464"/>
            <a:ext cx="274320" cy="274320"/>
          </a:xfrm>
          <a:prstGeom prst="ellipse">
            <a:avLst/>
          </a:prstGeom>
          <a:solidFill>
            <a:srgbClr val="D7A15E"/>
          </a:solidFill>
          <a:ln w="12700">
            <a:solidFill>
              <a:srgbClr val="8A5A2B"/>
            </a:solidFill>
            <a:prstDash val="solid"/>
          </a:ln>
        </p:spPr>
      </p:sp>
      <p:sp>
        <p:nvSpPr>
          <p:cNvPr id="186" name="Text 184"/>
          <p:cNvSpPr/>
          <p:nvPr/>
        </p:nvSpPr>
        <p:spPr>
          <a:xfrm>
            <a:off x="4197096"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7" name="Shape 185"/>
          <p:cNvSpPr/>
          <p:nvPr/>
        </p:nvSpPr>
        <p:spPr>
          <a:xfrm>
            <a:off x="4581144" y="4855464"/>
            <a:ext cx="274320" cy="274320"/>
          </a:xfrm>
          <a:prstGeom prst="ellipse">
            <a:avLst/>
          </a:prstGeom>
          <a:solidFill>
            <a:srgbClr val="D7A15E"/>
          </a:solidFill>
          <a:ln w="12700">
            <a:solidFill>
              <a:srgbClr val="8A5A2B"/>
            </a:solidFill>
            <a:prstDash val="solid"/>
          </a:ln>
        </p:spPr>
      </p:sp>
      <p:sp>
        <p:nvSpPr>
          <p:cNvPr id="188" name="Text 186"/>
          <p:cNvSpPr/>
          <p:nvPr/>
        </p:nvSpPr>
        <p:spPr>
          <a:xfrm>
            <a:off x="4581144"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9" name="Shape 187"/>
          <p:cNvSpPr/>
          <p:nvPr/>
        </p:nvSpPr>
        <p:spPr>
          <a:xfrm>
            <a:off x="4965192" y="4855464"/>
            <a:ext cx="274320" cy="274320"/>
          </a:xfrm>
          <a:prstGeom prst="ellipse">
            <a:avLst/>
          </a:prstGeom>
          <a:solidFill>
            <a:srgbClr val="D7A15E"/>
          </a:solidFill>
          <a:ln w="12700">
            <a:solidFill>
              <a:srgbClr val="8A5A2B"/>
            </a:solidFill>
            <a:prstDash val="solid"/>
          </a:ln>
        </p:spPr>
      </p:sp>
      <p:sp>
        <p:nvSpPr>
          <p:cNvPr id="190" name="Text 188"/>
          <p:cNvSpPr/>
          <p:nvPr/>
        </p:nvSpPr>
        <p:spPr>
          <a:xfrm>
            <a:off x="4965192"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91" name="Shape 189"/>
          <p:cNvSpPr/>
          <p:nvPr/>
        </p:nvSpPr>
        <p:spPr>
          <a:xfrm>
            <a:off x="3693993" y="3974074"/>
            <a:ext cx="82296" cy="82296"/>
          </a:xfrm>
          <a:prstGeom prst="ellipse">
            <a:avLst/>
          </a:prstGeom>
          <a:solidFill>
            <a:srgbClr val="2F7FC1"/>
          </a:solidFill>
          <a:ln w="6350">
            <a:solidFill>
              <a:srgbClr val="1B4F7A"/>
            </a:solidFill>
            <a:prstDash val="solid"/>
          </a:ln>
        </p:spPr>
      </p:sp>
      <p:sp>
        <p:nvSpPr>
          <p:cNvPr id="192" name="Shape 190"/>
          <p:cNvSpPr/>
          <p:nvPr/>
        </p:nvSpPr>
        <p:spPr>
          <a:xfrm>
            <a:off x="4101084" y="4008638"/>
            <a:ext cx="82296" cy="82296"/>
          </a:xfrm>
          <a:prstGeom prst="ellipse">
            <a:avLst/>
          </a:prstGeom>
          <a:solidFill>
            <a:srgbClr val="2F7FC1"/>
          </a:solidFill>
          <a:ln w="6350">
            <a:solidFill>
              <a:srgbClr val="1B4F7A"/>
            </a:solidFill>
            <a:prstDash val="solid"/>
          </a:ln>
        </p:spPr>
      </p:sp>
      <p:sp>
        <p:nvSpPr>
          <p:cNvPr id="193" name="Shape 191"/>
          <p:cNvSpPr/>
          <p:nvPr/>
        </p:nvSpPr>
        <p:spPr>
          <a:xfrm>
            <a:off x="4508175" y="3997117"/>
            <a:ext cx="82296" cy="82296"/>
          </a:xfrm>
          <a:prstGeom prst="ellipse">
            <a:avLst/>
          </a:prstGeom>
          <a:solidFill>
            <a:srgbClr val="2F7FC1"/>
          </a:solidFill>
          <a:ln w="6350">
            <a:solidFill>
              <a:srgbClr val="1B4F7A"/>
            </a:solidFill>
            <a:prstDash val="solid"/>
          </a:ln>
        </p:spPr>
      </p:sp>
      <p:sp>
        <p:nvSpPr>
          <p:cNvPr id="194" name="Shape 192"/>
          <p:cNvSpPr/>
          <p:nvPr/>
        </p:nvSpPr>
        <p:spPr>
          <a:xfrm>
            <a:off x="4857659" y="3985595"/>
            <a:ext cx="82296" cy="82296"/>
          </a:xfrm>
          <a:prstGeom prst="ellipse">
            <a:avLst/>
          </a:prstGeom>
          <a:solidFill>
            <a:srgbClr val="2F7FC1"/>
          </a:solidFill>
          <a:ln w="6350">
            <a:solidFill>
              <a:srgbClr val="1B4F7A"/>
            </a:solidFill>
            <a:prstDash val="solid"/>
          </a:ln>
        </p:spPr>
      </p:sp>
      <p:sp>
        <p:nvSpPr>
          <p:cNvPr id="195" name="Shape 193"/>
          <p:cNvSpPr/>
          <p:nvPr/>
        </p:nvSpPr>
        <p:spPr>
          <a:xfrm>
            <a:off x="3728557" y="4369643"/>
            <a:ext cx="82296" cy="82296"/>
          </a:xfrm>
          <a:prstGeom prst="ellipse">
            <a:avLst/>
          </a:prstGeom>
          <a:solidFill>
            <a:srgbClr val="2F7FC1"/>
          </a:solidFill>
          <a:ln w="6350">
            <a:solidFill>
              <a:srgbClr val="1B4F7A"/>
            </a:solidFill>
            <a:prstDash val="solid"/>
          </a:ln>
        </p:spPr>
      </p:sp>
      <p:sp>
        <p:nvSpPr>
          <p:cNvPr id="196" name="Shape 194"/>
          <p:cNvSpPr/>
          <p:nvPr/>
        </p:nvSpPr>
        <p:spPr>
          <a:xfrm>
            <a:off x="4078041" y="4358122"/>
            <a:ext cx="82296" cy="82296"/>
          </a:xfrm>
          <a:prstGeom prst="ellipse">
            <a:avLst/>
          </a:prstGeom>
          <a:solidFill>
            <a:srgbClr val="2F7FC1"/>
          </a:solidFill>
          <a:ln w="6350">
            <a:solidFill>
              <a:srgbClr val="1B4F7A"/>
            </a:solidFill>
            <a:prstDash val="solid"/>
          </a:ln>
        </p:spPr>
      </p:sp>
      <p:sp>
        <p:nvSpPr>
          <p:cNvPr id="197" name="Shape 195"/>
          <p:cNvSpPr/>
          <p:nvPr/>
        </p:nvSpPr>
        <p:spPr>
          <a:xfrm>
            <a:off x="4485132" y="4392686"/>
            <a:ext cx="82296" cy="82296"/>
          </a:xfrm>
          <a:prstGeom prst="ellipse">
            <a:avLst/>
          </a:prstGeom>
          <a:solidFill>
            <a:srgbClr val="2F7FC1"/>
          </a:solidFill>
          <a:ln w="6350">
            <a:solidFill>
              <a:srgbClr val="1B4F7A"/>
            </a:solidFill>
            <a:prstDash val="solid"/>
          </a:ln>
        </p:spPr>
      </p:sp>
      <p:sp>
        <p:nvSpPr>
          <p:cNvPr id="198" name="Shape 196"/>
          <p:cNvSpPr/>
          <p:nvPr/>
        </p:nvSpPr>
        <p:spPr>
          <a:xfrm>
            <a:off x="4892223" y="4381165"/>
            <a:ext cx="82296" cy="82296"/>
          </a:xfrm>
          <a:prstGeom prst="ellipse">
            <a:avLst/>
          </a:prstGeom>
          <a:solidFill>
            <a:srgbClr val="2F7FC1"/>
          </a:solidFill>
          <a:ln w="6350">
            <a:solidFill>
              <a:srgbClr val="1B4F7A"/>
            </a:solidFill>
            <a:prstDash val="solid"/>
          </a:ln>
        </p:spPr>
      </p:sp>
      <p:sp>
        <p:nvSpPr>
          <p:cNvPr id="199" name="Shape 197"/>
          <p:cNvSpPr/>
          <p:nvPr/>
        </p:nvSpPr>
        <p:spPr>
          <a:xfrm>
            <a:off x="3705515" y="4765213"/>
            <a:ext cx="82296" cy="82296"/>
          </a:xfrm>
          <a:prstGeom prst="ellipse">
            <a:avLst/>
          </a:prstGeom>
          <a:solidFill>
            <a:srgbClr val="2F7FC1"/>
          </a:solidFill>
          <a:ln w="6350">
            <a:solidFill>
              <a:srgbClr val="1B4F7A"/>
            </a:solidFill>
            <a:prstDash val="solid"/>
          </a:ln>
        </p:spPr>
      </p:sp>
      <p:sp>
        <p:nvSpPr>
          <p:cNvPr id="200" name="Shape 198"/>
          <p:cNvSpPr/>
          <p:nvPr/>
        </p:nvSpPr>
        <p:spPr>
          <a:xfrm>
            <a:off x="4112605" y="4753691"/>
            <a:ext cx="82296" cy="82296"/>
          </a:xfrm>
          <a:prstGeom prst="ellipse">
            <a:avLst/>
          </a:prstGeom>
          <a:solidFill>
            <a:srgbClr val="2F7FC1"/>
          </a:solidFill>
          <a:ln w="6350">
            <a:solidFill>
              <a:srgbClr val="1B4F7A"/>
            </a:solidFill>
            <a:prstDash val="solid"/>
          </a:ln>
        </p:spPr>
      </p:sp>
      <p:sp>
        <p:nvSpPr>
          <p:cNvPr id="201" name="Shape 199"/>
          <p:cNvSpPr/>
          <p:nvPr/>
        </p:nvSpPr>
        <p:spPr>
          <a:xfrm>
            <a:off x="4462089" y="4742170"/>
            <a:ext cx="82296" cy="82296"/>
          </a:xfrm>
          <a:prstGeom prst="ellipse">
            <a:avLst/>
          </a:prstGeom>
          <a:solidFill>
            <a:srgbClr val="2F7FC1"/>
          </a:solidFill>
          <a:ln w="6350">
            <a:solidFill>
              <a:srgbClr val="1B4F7A"/>
            </a:solidFill>
            <a:prstDash val="solid"/>
          </a:ln>
        </p:spPr>
      </p:sp>
      <p:sp>
        <p:nvSpPr>
          <p:cNvPr id="202" name="Shape 200"/>
          <p:cNvSpPr/>
          <p:nvPr/>
        </p:nvSpPr>
        <p:spPr>
          <a:xfrm>
            <a:off x="4869180" y="4776734"/>
            <a:ext cx="82296" cy="82296"/>
          </a:xfrm>
          <a:prstGeom prst="ellipse">
            <a:avLst/>
          </a:prstGeom>
          <a:solidFill>
            <a:srgbClr val="2F7FC1"/>
          </a:solidFill>
          <a:ln w="6350">
            <a:solidFill>
              <a:srgbClr val="1B4F7A"/>
            </a:solidFill>
            <a:prstDash val="solid"/>
          </a:ln>
        </p:spPr>
      </p:sp>
      <p:sp>
        <p:nvSpPr>
          <p:cNvPr id="203" name="Shape 201"/>
          <p:cNvSpPr/>
          <p:nvPr/>
        </p:nvSpPr>
        <p:spPr>
          <a:xfrm>
            <a:off x="3740079" y="5160782"/>
            <a:ext cx="82296" cy="82296"/>
          </a:xfrm>
          <a:prstGeom prst="ellipse">
            <a:avLst/>
          </a:prstGeom>
          <a:solidFill>
            <a:srgbClr val="2F7FC1"/>
          </a:solidFill>
          <a:ln w="6350">
            <a:solidFill>
              <a:srgbClr val="1B4F7A"/>
            </a:solidFill>
            <a:prstDash val="solid"/>
          </a:ln>
        </p:spPr>
      </p:sp>
      <p:sp>
        <p:nvSpPr>
          <p:cNvPr id="204" name="Shape 202"/>
          <p:cNvSpPr/>
          <p:nvPr/>
        </p:nvSpPr>
        <p:spPr>
          <a:xfrm>
            <a:off x="4089563" y="5149261"/>
            <a:ext cx="82296" cy="82296"/>
          </a:xfrm>
          <a:prstGeom prst="ellipse">
            <a:avLst/>
          </a:prstGeom>
          <a:solidFill>
            <a:srgbClr val="2F7FC1"/>
          </a:solidFill>
          <a:ln w="6350">
            <a:solidFill>
              <a:srgbClr val="1B4F7A"/>
            </a:solidFill>
            <a:prstDash val="solid"/>
          </a:ln>
        </p:spPr>
      </p:sp>
      <p:sp>
        <p:nvSpPr>
          <p:cNvPr id="205" name="Shape 203"/>
          <p:cNvSpPr/>
          <p:nvPr/>
        </p:nvSpPr>
        <p:spPr>
          <a:xfrm>
            <a:off x="4496653" y="5137739"/>
            <a:ext cx="82296" cy="82296"/>
          </a:xfrm>
          <a:prstGeom prst="ellipse">
            <a:avLst/>
          </a:prstGeom>
          <a:solidFill>
            <a:srgbClr val="2F7FC1"/>
          </a:solidFill>
          <a:ln w="6350">
            <a:solidFill>
              <a:srgbClr val="1B4F7A"/>
            </a:solidFill>
            <a:prstDash val="solid"/>
          </a:ln>
        </p:spPr>
      </p:sp>
      <p:sp>
        <p:nvSpPr>
          <p:cNvPr id="206" name="Shape 204"/>
          <p:cNvSpPr/>
          <p:nvPr/>
        </p:nvSpPr>
        <p:spPr>
          <a:xfrm>
            <a:off x="4846137" y="5126218"/>
            <a:ext cx="82296" cy="82296"/>
          </a:xfrm>
          <a:prstGeom prst="ellipse">
            <a:avLst/>
          </a:prstGeom>
          <a:solidFill>
            <a:srgbClr val="2F7FC1"/>
          </a:solidFill>
          <a:ln w="6350">
            <a:solidFill>
              <a:srgbClr val="1B4F7A"/>
            </a:solidFill>
            <a:prstDash val="solid"/>
          </a:ln>
        </p:spPr>
      </p:sp>
      <p:sp>
        <p:nvSpPr>
          <p:cNvPr id="207" name="Text 205"/>
          <p:cNvSpPr/>
          <p:nvPr/>
        </p:nvSpPr>
        <p:spPr>
          <a:xfrm>
            <a:off x="594360" y="5330952"/>
            <a:ext cx="5212080" cy="91440"/>
          </a:xfrm>
          <a:prstGeom prst="rect">
            <a:avLst/>
          </a:prstGeom>
          <a:noFill/>
          <a:ln/>
        </p:spPr>
        <p:txBody>
          <a:bodyPr wrap="square" lIns="0" tIns="0" rIns="0" bIns="0" rtlCol="0" anchor="ctr"/>
          <a:lstStyle/>
          <a:p>
            <a:pPr algn="l" indent="0" marL="0">
              <a:buNone/>
            </a:pPr>
            <a:r>
              <a:rPr lang="en-US" sz="1000" i="1" dirty="0">
                <a:solidFill>
                  <a:srgbClr val="6B7385"/>
                </a:solidFill>
                <a:latin typeface="Calibri" pitchFamily="34" charset="0"/>
                <a:ea typeface="Calibri" pitchFamily="34" charset="-122"/>
                <a:cs typeface="Calibri" pitchFamily="34" charset="-120"/>
              </a:rPr>
              <a:t>Si (orange) and O (red) in silicon dioxide</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234440"/>
                <a:gridCol w="2221992"/>
                <a:gridCol w="210312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Structure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Bonds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Typical properties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Ionic</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 and − ions; strong attraction in all directions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high m.p.; brittle; conducts only molten or dissolved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Simple molecular</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strong covalent bonds in molecules; weak forces between</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low m.p. and b.p.; soft; does not conduct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Giant covalent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every atom joined by covalent bonds in a huge network</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 m.p.; hard; usually does not conduct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Metallic</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 ions in a sea of delocalised electrons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high m.p.; malleable; conducts heat and electricity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209" name="Shape 206"/>
          <p:cNvSpPr/>
          <p:nvPr/>
        </p:nvSpPr>
        <p:spPr>
          <a:xfrm>
            <a:off x="6217920" y="3657600"/>
            <a:ext cx="5559552" cy="1371600"/>
          </a:xfrm>
          <a:prstGeom prst="roundRect">
            <a:avLst>
              <a:gd name="adj" fmla="val 4000"/>
            </a:avLst>
          </a:prstGeom>
          <a:solidFill>
            <a:srgbClr val="FFF4E0"/>
          </a:solidFill>
          <a:ln w="9525">
            <a:solidFill>
              <a:srgbClr val="F1D9A8"/>
            </a:solidFill>
            <a:prstDash val="solid"/>
          </a:ln>
        </p:spPr>
      </p:sp>
      <p:sp>
        <p:nvSpPr>
          <p:cNvPr id="210" name="Text 207"/>
          <p:cNvSpPr/>
          <p:nvPr/>
        </p:nvSpPr>
        <p:spPr>
          <a:xfrm>
            <a:off x="6382512" y="373075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identify the structure</a:t>
            </a:r>
            <a:endParaRPr lang="en-US" sz="1300" dirty="0"/>
          </a:p>
        </p:txBody>
      </p:sp>
      <p:sp>
        <p:nvSpPr>
          <p:cNvPr id="211" name="Text 208"/>
          <p:cNvSpPr/>
          <p:nvPr/>
        </p:nvSpPr>
        <p:spPr>
          <a:xfrm>
            <a:off x="6382512" y="4041648"/>
            <a:ext cx="5230368"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Substance X melts at 1600 °C. It does not conduct when solid or when molten.</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High m.p.   </a:t>
            </a:r>
            <a:r>
              <a:rPr lang="en-US" sz="1050" dirty="0">
                <a:solidFill>
                  <a:srgbClr val="262B3A"/>
                </a:solidFill>
                <a:latin typeface="Calibri" pitchFamily="34" charset="0"/>
                <a:ea typeface="Calibri" pitchFamily="34" charset="-122"/>
                <a:cs typeface="Calibri" pitchFamily="34" charset="-120"/>
              </a:rPr>
              <a:t>many strong bonds must break: a </a:t>
            </a:r>
            <a:r>
              <a:rPr lang="en-US" sz="1050" b="1" dirty="0">
                <a:solidFill>
                  <a:srgbClr val="262B3A"/>
                </a:solidFill>
                <a:latin typeface="Calibri" pitchFamily="34" charset="0"/>
                <a:ea typeface="Calibri" pitchFamily="34" charset="-122"/>
                <a:cs typeface="Calibri" pitchFamily="34" charset="-120"/>
              </a:rPr>
              <a:t>giant</a:t>
            </a:r>
            <a:r>
              <a:rPr lang="en-US" sz="1050" dirty="0">
                <a:solidFill>
                  <a:srgbClr val="262B3A"/>
                </a:solidFill>
                <a:latin typeface="Calibri" pitchFamily="34" charset="0"/>
                <a:ea typeface="Calibri" pitchFamily="34" charset="-122"/>
                <a:cs typeface="Calibri" pitchFamily="34" charset="-120"/>
              </a:rPr>
              <a:t> structure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No conduction   </a:t>
            </a:r>
            <a:r>
              <a:rPr lang="en-US" sz="1050" dirty="0">
                <a:solidFill>
                  <a:srgbClr val="262B3A"/>
                </a:solidFill>
                <a:latin typeface="Calibri" pitchFamily="34" charset="0"/>
                <a:ea typeface="Calibri" pitchFamily="34" charset="-122"/>
                <a:cs typeface="Calibri" pitchFamily="34" charset="-120"/>
              </a:rPr>
              <a:t>not a metal (solid) and not ionic (molten)</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X is </a:t>
            </a:r>
            <a:r>
              <a:rPr lang="en-US" sz="1050" b="1" dirty="0">
                <a:solidFill>
                  <a:srgbClr val="C8414C"/>
                </a:solidFill>
                <a:latin typeface="Calibri" pitchFamily="34" charset="0"/>
                <a:ea typeface="Calibri" pitchFamily="34" charset="-122"/>
                <a:cs typeface="Calibri" pitchFamily="34" charset="-120"/>
              </a:rPr>
              <a:t>giant covalent</a:t>
            </a:r>
            <a:r>
              <a:rPr lang="en-US" sz="1050" b="1" dirty="0">
                <a:solidFill>
                  <a:srgbClr val="C8414C"/>
                </a:solidFill>
                <a:latin typeface="Calibri" pitchFamily="34" charset="0"/>
                <a:ea typeface="Calibri" pitchFamily="34" charset="-122"/>
                <a:cs typeface="Calibri" pitchFamily="34" charset="-120"/>
              </a:rPr>
              <a:t> (e.g. silicon dioxide)</a:t>
            </a:r>
            <a:endParaRPr lang="en-US" sz="1050" dirty="0"/>
          </a:p>
        </p:txBody>
      </p:sp>
      <p:sp>
        <p:nvSpPr>
          <p:cNvPr id="212" name="Shape 209"/>
          <p:cNvSpPr/>
          <p:nvPr/>
        </p:nvSpPr>
        <p:spPr>
          <a:xfrm>
            <a:off x="6217920" y="5138928"/>
            <a:ext cx="5559552" cy="576072"/>
          </a:xfrm>
          <a:prstGeom prst="roundRect">
            <a:avLst>
              <a:gd name="adj" fmla="val 9524"/>
            </a:avLst>
          </a:prstGeom>
          <a:solidFill>
            <a:srgbClr val="F8F5FC"/>
          </a:solidFill>
          <a:ln w="9525">
            <a:solidFill>
              <a:srgbClr val="DDD3EC"/>
            </a:solidFill>
            <a:prstDash val="solid"/>
          </a:ln>
        </p:spPr>
      </p:sp>
      <p:sp>
        <p:nvSpPr>
          <p:cNvPr id="213" name="Text 210"/>
          <p:cNvSpPr/>
          <p:nvPr/>
        </p:nvSpPr>
        <p:spPr>
          <a:xfrm>
            <a:off x="6382512" y="5230368"/>
            <a:ext cx="5230368" cy="411480"/>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Exception</a:t>
            </a:r>
            <a:r>
              <a:rPr lang="en-US" sz="1100" dirty="0">
                <a:solidFill>
                  <a:srgbClr val="262B3A"/>
                </a:solidFill>
                <a:latin typeface="Calibri" pitchFamily="34" charset="0"/>
                <a:ea typeface="Calibri" pitchFamily="34" charset="-122"/>
                <a:cs typeface="Calibri" pitchFamily="34" charset="-120"/>
              </a:rPr>
              <a:t>: graphite is giant covalent but </a:t>
            </a:r>
            <a:r>
              <a:rPr lang="en-US" sz="1100" b="1" dirty="0">
                <a:solidFill>
                  <a:srgbClr val="262B3A"/>
                </a:solidFill>
                <a:latin typeface="Calibri" pitchFamily="34" charset="0"/>
                <a:ea typeface="Calibri" pitchFamily="34" charset="-122"/>
                <a:cs typeface="Calibri" pitchFamily="34" charset="-120"/>
              </a:rPr>
              <a:t>conducts</a:t>
            </a:r>
            <a:r>
              <a:rPr lang="en-US" sz="1100" dirty="0">
                <a:solidFill>
                  <a:srgbClr val="262B3A"/>
                </a:solidFill>
                <a:latin typeface="Calibri" pitchFamily="34" charset="0"/>
                <a:ea typeface="Calibri" pitchFamily="34" charset="-122"/>
                <a:cs typeface="Calibri" pitchFamily="34" charset="-120"/>
              </a:rPr>
              <a:t> (slide 13).</a:t>
            </a:r>
            <a:endParaRPr lang="en-US" sz="1100" dirty="0"/>
          </a:p>
        </p:txBody>
      </p:sp>
      <p:sp>
        <p:nvSpPr>
          <p:cNvPr id="214" name="Shape 211"/>
          <p:cNvSpPr/>
          <p:nvPr/>
        </p:nvSpPr>
        <p:spPr>
          <a:xfrm>
            <a:off x="411480" y="5833872"/>
            <a:ext cx="11368735" cy="530352"/>
          </a:xfrm>
          <a:prstGeom prst="rect">
            <a:avLst/>
          </a:prstGeom>
          <a:solidFill>
            <a:srgbClr val="FFF4E0"/>
          </a:solidFill>
          <a:ln w="6350">
            <a:solidFill>
              <a:srgbClr val="F1D9A8"/>
            </a:solidFill>
            <a:prstDash val="solid"/>
          </a:ln>
        </p:spPr>
      </p:sp>
      <p:sp>
        <p:nvSpPr>
          <p:cNvPr id="215" name="Shape 212"/>
          <p:cNvSpPr/>
          <p:nvPr/>
        </p:nvSpPr>
        <p:spPr>
          <a:xfrm>
            <a:off x="411480" y="5833872"/>
            <a:ext cx="82296" cy="530352"/>
          </a:xfrm>
          <a:prstGeom prst="rect">
            <a:avLst/>
          </a:prstGeom>
          <a:solidFill>
            <a:srgbClr val="E39A2F"/>
          </a:solidFill>
          <a:ln w="12700">
            <a:solidFill>
              <a:srgbClr val="E39A2F"/>
            </a:solidFill>
            <a:prstDash val="solid"/>
          </a:ln>
        </p:spPr>
      </p:sp>
      <p:sp>
        <p:nvSpPr>
          <p:cNvPr id="216" name="Text 21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Y melts at </a:t>
            </a:r>
            <a:r>
              <a:rPr lang="en-US" sz="1150" b="1" dirty="0">
                <a:solidFill>
                  <a:srgbClr val="262B3A"/>
                </a:solidFill>
                <a:latin typeface="Calibri" pitchFamily="34" charset="0"/>
                <a:ea typeface="Calibri" pitchFamily="34" charset="-122"/>
                <a:cs typeface="Calibri" pitchFamily="34" charset="-120"/>
              </a:rPr>
              <a:t>−7 °C</a:t>
            </a:r>
            <a:r>
              <a:rPr lang="en-US" sz="1150" dirty="0">
                <a:solidFill>
                  <a:srgbClr val="262B3A"/>
                </a:solidFill>
                <a:latin typeface="Calibri" pitchFamily="34" charset="0"/>
                <a:ea typeface="Calibri" pitchFamily="34" charset="-122"/>
                <a:cs typeface="Calibri" pitchFamily="34" charset="-120"/>
              </a:rPr>
              <a:t> and does not conduct. Z conducts when </a:t>
            </a:r>
            <a:r>
              <a:rPr lang="en-US" sz="1150" b="1" dirty="0">
                <a:solidFill>
                  <a:srgbClr val="262B3A"/>
                </a:solidFill>
                <a:latin typeface="Calibri" pitchFamily="34" charset="0"/>
                <a:ea typeface="Calibri" pitchFamily="34" charset="-122"/>
                <a:cs typeface="Calibri" pitchFamily="34" charset="-120"/>
              </a:rPr>
              <a:t>solid</a:t>
            </a:r>
            <a:r>
              <a:rPr lang="en-US" sz="1150" dirty="0">
                <a:solidFill>
                  <a:srgbClr val="262B3A"/>
                </a:solidFill>
                <a:latin typeface="Calibri" pitchFamily="34" charset="0"/>
                <a:ea typeface="Calibri" pitchFamily="34" charset="-122"/>
                <a:cs typeface="Calibri" pitchFamily="34" charset="-120"/>
              </a:rPr>
              <a:t> and can be hammered flat. Name the structure of Y and Z.</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bonds, structure and bulk properties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7</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Diamond and graphite both contain only </a:t>
            </a:r>
            <a:r>
              <a:rPr lang="en-US" sz="1250" b="1" dirty="0">
                <a:solidFill>
                  <a:srgbClr val="262B3A"/>
                </a:solidFill>
                <a:latin typeface="Calibri" pitchFamily="34" charset="0"/>
                <a:ea typeface="Calibri" pitchFamily="34" charset="-122"/>
                <a:cs typeface="Calibri" pitchFamily="34" charset="-120"/>
              </a:rPr>
              <a:t>carbon</a:t>
            </a:r>
            <a:r>
              <a:rPr lang="en-US" sz="1250" dirty="0">
                <a:solidFill>
                  <a:srgbClr val="262B3A"/>
                </a:solidFill>
                <a:latin typeface="Calibri" pitchFamily="34" charset="0"/>
                <a:ea typeface="Calibri" pitchFamily="34" charset="-122"/>
                <a:cs typeface="Calibri" pitchFamily="34" charset="-120"/>
              </a:rPr>
              <a:t> atoms. Explain why they have </a:t>
            </a:r>
            <a:r>
              <a:rPr lang="en-US" sz="1250" b="1" dirty="0">
                <a:solidFill>
                  <a:srgbClr val="262B3A"/>
                </a:solidFill>
                <a:latin typeface="Calibri" pitchFamily="34" charset="0"/>
                <a:ea typeface="Calibri" pitchFamily="34" charset="-122"/>
                <a:cs typeface="Calibri" pitchFamily="34" charset="-120"/>
              </a:rPr>
              <a:t>different</a:t>
            </a:r>
            <a:r>
              <a:rPr lang="en-US" sz="1250" dirty="0">
                <a:solidFill>
                  <a:srgbClr val="262B3A"/>
                </a:solidFill>
                <a:latin typeface="Calibri" pitchFamily="34" charset="0"/>
                <a:ea typeface="Calibri" pitchFamily="34" charset="-122"/>
                <a:cs typeface="Calibri" pitchFamily="34" charset="-120"/>
              </a:rPr>
              <a:t> properties.</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solid melts at </a:t>
            </a:r>
            <a:r>
              <a:rPr lang="en-US" sz="1250" b="1" dirty="0">
                <a:solidFill>
                  <a:srgbClr val="262B3A"/>
                </a:solidFill>
                <a:latin typeface="Calibri" pitchFamily="34" charset="0"/>
                <a:ea typeface="Calibri" pitchFamily="34" charset="-122"/>
                <a:cs typeface="Calibri" pitchFamily="34" charset="-120"/>
              </a:rPr>
              <a:t>1610 °C</a:t>
            </a:r>
            <a:r>
              <a:rPr lang="en-US" sz="1250" dirty="0">
                <a:solidFill>
                  <a:srgbClr val="262B3A"/>
                </a:solidFill>
                <a:latin typeface="Calibri" pitchFamily="34" charset="0"/>
                <a:ea typeface="Calibri" pitchFamily="34" charset="-122"/>
                <a:cs typeface="Calibri" pitchFamily="34" charset="-120"/>
              </a:rPr>
              <a:t> and does not conduct electricity when solid or molten. Name its type of structure and give a reason.</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Write a balanced equation, with </a:t>
            </a:r>
            <a:r>
              <a:rPr lang="en-US" sz="1250" b="1" dirty="0">
                <a:solidFill>
                  <a:srgbClr val="262B3A"/>
                </a:solidFill>
                <a:latin typeface="Calibri" pitchFamily="34" charset="0"/>
                <a:ea typeface="Calibri" pitchFamily="34" charset="-122"/>
                <a:cs typeface="Calibri" pitchFamily="34" charset="-120"/>
              </a:rPr>
              <a:t>state symbols</a:t>
            </a:r>
            <a:r>
              <a:rPr lang="en-US" sz="1250" dirty="0">
                <a:solidFill>
                  <a:srgbClr val="262B3A"/>
                </a:solidFill>
                <a:latin typeface="Calibri" pitchFamily="34" charset="0"/>
                <a:ea typeface="Calibri" pitchFamily="34" charset="-122"/>
                <a:cs typeface="Calibri" pitchFamily="34" charset="-120"/>
              </a:rPr>
              <a:t>, for carbon burning completely in oxygen.</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Calculate the mass of carbon dioxide made when </a:t>
            </a:r>
            <a:r>
              <a:rPr lang="en-US" sz="1250" b="1" dirty="0">
                <a:solidFill>
                  <a:srgbClr val="262B3A"/>
                </a:solidFill>
                <a:latin typeface="Calibri" pitchFamily="34" charset="0"/>
                <a:ea typeface="Calibri" pitchFamily="34" charset="-122"/>
                <a:cs typeface="Calibri" pitchFamily="34" charset="-120"/>
              </a:rPr>
              <a:t>6 g</a:t>
            </a:r>
            <a:r>
              <a:rPr lang="en-US" sz="1250" dirty="0">
                <a:solidFill>
                  <a:srgbClr val="262B3A"/>
                </a:solidFill>
                <a:latin typeface="Calibri" pitchFamily="34" charset="0"/>
                <a:ea typeface="Calibri" pitchFamily="34" charset="-122"/>
                <a:cs typeface="Calibri" pitchFamily="34" charset="-120"/>
              </a:rPr>
              <a:t> of carbon burns completely. (C = 12, O = 16)</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Bonds versus intermolecular forces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bond strength compared with the forces between molecules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8</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bar chart drawn to scale from approximate data-book melting points</a:t>
            </a:r>
            <a:endParaRPr lang="en-US" sz="1000" dirty="0"/>
          </a:p>
        </p:txBody>
      </p:sp>
      <p:sp>
        <p:nvSpPr>
          <p:cNvPr id="10" name="Shape 8"/>
          <p:cNvSpPr/>
          <p:nvPr/>
        </p:nvSpPr>
        <p:spPr>
          <a:xfrm>
            <a:off x="1234440" y="1371600"/>
            <a:ext cx="4572000" cy="3063240"/>
          </a:xfrm>
          <a:prstGeom prst="rect">
            <a:avLst/>
          </a:prstGeom>
          <a:solidFill>
            <a:srgbClr val="FFFFFF"/>
          </a:solidFill>
          <a:ln/>
        </p:spPr>
      </p:sp>
      <p:sp>
        <p:nvSpPr>
          <p:cNvPr id="11" name="Shape 9"/>
          <p:cNvSpPr/>
          <p:nvPr/>
        </p:nvSpPr>
        <p:spPr>
          <a:xfrm>
            <a:off x="1234440" y="1371600"/>
            <a:ext cx="91" cy="3063240"/>
          </a:xfrm>
          <a:prstGeom prst="line">
            <a:avLst/>
          </a:prstGeom>
          <a:noFill/>
          <a:ln w="6350">
            <a:solidFill>
              <a:srgbClr val="D6CBE8"/>
            </a:solidFill>
            <a:prstDash val="solid"/>
          </a:ln>
        </p:spPr>
      </p:sp>
      <p:sp>
        <p:nvSpPr>
          <p:cNvPr id="12" name="Shape 10"/>
          <p:cNvSpPr/>
          <p:nvPr/>
        </p:nvSpPr>
        <p:spPr>
          <a:xfrm>
            <a:off x="5806440" y="1371600"/>
            <a:ext cx="91" cy="3063240"/>
          </a:xfrm>
          <a:prstGeom prst="line">
            <a:avLst/>
          </a:prstGeom>
          <a:noFill/>
          <a:ln w="6350">
            <a:solidFill>
              <a:srgbClr val="D6CBE8"/>
            </a:solidFill>
            <a:prstDash val="solid"/>
          </a:ln>
        </p:spPr>
      </p:sp>
      <p:sp>
        <p:nvSpPr>
          <p:cNvPr id="13" name="Shape 11"/>
          <p:cNvSpPr/>
          <p:nvPr/>
        </p:nvSpPr>
        <p:spPr>
          <a:xfrm>
            <a:off x="1234440" y="4434840"/>
            <a:ext cx="4572000" cy="91"/>
          </a:xfrm>
          <a:prstGeom prst="line">
            <a:avLst/>
          </a:prstGeom>
          <a:noFill/>
          <a:ln w="6350">
            <a:solidFill>
              <a:srgbClr val="D6CBE8"/>
            </a:solidFill>
            <a:prstDash val="solid"/>
          </a:ln>
        </p:spPr>
      </p:sp>
      <p:sp>
        <p:nvSpPr>
          <p:cNvPr id="14" name="Shape 12"/>
          <p:cNvSpPr/>
          <p:nvPr/>
        </p:nvSpPr>
        <p:spPr>
          <a:xfrm>
            <a:off x="1234440" y="4094480"/>
            <a:ext cx="4572000" cy="91"/>
          </a:xfrm>
          <a:prstGeom prst="line">
            <a:avLst/>
          </a:prstGeom>
          <a:noFill/>
          <a:ln w="6350">
            <a:solidFill>
              <a:srgbClr val="D6CBE8"/>
            </a:solidFill>
            <a:prstDash val="solid"/>
          </a:ln>
        </p:spPr>
      </p:sp>
      <p:sp>
        <p:nvSpPr>
          <p:cNvPr id="15" name="Shape 13"/>
          <p:cNvSpPr/>
          <p:nvPr/>
        </p:nvSpPr>
        <p:spPr>
          <a:xfrm>
            <a:off x="1234440" y="3754120"/>
            <a:ext cx="4572000" cy="91"/>
          </a:xfrm>
          <a:prstGeom prst="line">
            <a:avLst/>
          </a:prstGeom>
          <a:noFill/>
          <a:ln w="6350">
            <a:solidFill>
              <a:srgbClr val="D6CBE8"/>
            </a:solidFill>
            <a:prstDash val="solid"/>
          </a:ln>
        </p:spPr>
      </p:sp>
      <p:sp>
        <p:nvSpPr>
          <p:cNvPr id="16" name="Shape 14"/>
          <p:cNvSpPr/>
          <p:nvPr/>
        </p:nvSpPr>
        <p:spPr>
          <a:xfrm>
            <a:off x="1234440" y="3413760"/>
            <a:ext cx="4572000" cy="91"/>
          </a:xfrm>
          <a:prstGeom prst="line">
            <a:avLst/>
          </a:prstGeom>
          <a:noFill/>
          <a:ln w="6350">
            <a:solidFill>
              <a:srgbClr val="D6CBE8"/>
            </a:solidFill>
            <a:prstDash val="solid"/>
          </a:ln>
        </p:spPr>
      </p:sp>
      <p:sp>
        <p:nvSpPr>
          <p:cNvPr id="17" name="Shape 15"/>
          <p:cNvSpPr/>
          <p:nvPr/>
        </p:nvSpPr>
        <p:spPr>
          <a:xfrm>
            <a:off x="1234440" y="3073400"/>
            <a:ext cx="4572000" cy="91"/>
          </a:xfrm>
          <a:prstGeom prst="line">
            <a:avLst/>
          </a:prstGeom>
          <a:noFill/>
          <a:ln w="6350">
            <a:solidFill>
              <a:srgbClr val="D6CBE8"/>
            </a:solidFill>
            <a:prstDash val="solid"/>
          </a:ln>
        </p:spPr>
      </p:sp>
      <p:sp>
        <p:nvSpPr>
          <p:cNvPr id="18" name="Shape 16"/>
          <p:cNvSpPr/>
          <p:nvPr/>
        </p:nvSpPr>
        <p:spPr>
          <a:xfrm>
            <a:off x="1234440" y="2733040"/>
            <a:ext cx="4572000" cy="91"/>
          </a:xfrm>
          <a:prstGeom prst="line">
            <a:avLst/>
          </a:prstGeom>
          <a:noFill/>
          <a:ln w="6350">
            <a:solidFill>
              <a:srgbClr val="D6CBE8"/>
            </a:solidFill>
            <a:prstDash val="solid"/>
          </a:ln>
        </p:spPr>
      </p:sp>
      <p:sp>
        <p:nvSpPr>
          <p:cNvPr id="19" name="Shape 17"/>
          <p:cNvSpPr/>
          <p:nvPr/>
        </p:nvSpPr>
        <p:spPr>
          <a:xfrm>
            <a:off x="1234440" y="2392680"/>
            <a:ext cx="4572000" cy="91"/>
          </a:xfrm>
          <a:prstGeom prst="line">
            <a:avLst/>
          </a:prstGeom>
          <a:noFill/>
          <a:ln w="6350">
            <a:solidFill>
              <a:srgbClr val="D6CBE8"/>
            </a:solidFill>
            <a:prstDash val="solid"/>
          </a:ln>
        </p:spPr>
      </p:sp>
      <p:sp>
        <p:nvSpPr>
          <p:cNvPr id="20" name="Shape 18"/>
          <p:cNvSpPr/>
          <p:nvPr/>
        </p:nvSpPr>
        <p:spPr>
          <a:xfrm>
            <a:off x="1234440" y="2052320"/>
            <a:ext cx="4572000" cy="91"/>
          </a:xfrm>
          <a:prstGeom prst="line">
            <a:avLst/>
          </a:prstGeom>
          <a:noFill/>
          <a:ln w="6350">
            <a:solidFill>
              <a:srgbClr val="D6CBE8"/>
            </a:solidFill>
            <a:prstDash val="solid"/>
          </a:ln>
        </p:spPr>
      </p:sp>
      <p:sp>
        <p:nvSpPr>
          <p:cNvPr id="21" name="Shape 19"/>
          <p:cNvSpPr/>
          <p:nvPr/>
        </p:nvSpPr>
        <p:spPr>
          <a:xfrm>
            <a:off x="1234440" y="1711960"/>
            <a:ext cx="4572000" cy="91"/>
          </a:xfrm>
          <a:prstGeom prst="line">
            <a:avLst/>
          </a:prstGeom>
          <a:noFill/>
          <a:ln w="6350">
            <a:solidFill>
              <a:srgbClr val="D6CBE8"/>
            </a:solidFill>
            <a:prstDash val="solid"/>
          </a:ln>
        </p:spPr>
      </p:sp>
      <p:sp>
        <p:nvSpPr>
          <p:cNvPr id="22" name="Shape 20"/>
          <p:cNvSpPr/>
          <p:nvPr/>
        </p:nvSpPr>
        <p:spPr>
          <a:xfrm>
            <a:off x="1234440" y="1371600"/>
            <a:ext cx="4572000" cy="91"/>
          </a:xfrm>
          <a:prstGeom prst="line">
            <a:avLst/>
          </a:prstGeom>
          <a:noFill/>
          <a:ln w="6350">
            <a:solidFill>
              <a:srgbClr val="D6CBE8"/>
            </a:solidFill>
            <a:prstDash val="solid"/>
          </a:ln>
        </p:spPr>
      </p:sp>
      <p:sp>
        <p:nvSpPr>
          <p:cNvPr id="23" name="Shape 21"/>
          <p:cNvSpPr/>
          <p:nvPr/>
        </p:nvSpPr>
        <p:spPr>
          <a:xfrm>
            <a:off x="1234440" y="4434840"/>
            <a:ext cx="4572000" cy="91"/>
          </a:xfrm>
          <a:prstGeom prst="line">
            <a:avLst/>
          </a:prstGeom>
          <a:noFill/>
          <a:ln w="19050">
            <a:solidFill>
              <a:srgbClr val="2A1F3D"/>
            </a:solidFill>
            <a:prstDash val="solid"/>
          </a:ln>
        </p:spPr>
      </p:sp>
      <p:sp>
        <p:nvSpPr>
          <p:cNvPr id="24" name="Shape 22"/>
          <p:cNvSpPr/>
          <p:nvPr/>
        </p:nvSpPr>
        <p:spPr>
          <a:xfrm flipV="1">
            <a:off x="1234440" y="1371600"/>
            <a:ext cx="91" cy="3063240"/>
          </a:xfrm>
          <a:prstGeom prst="line">
            <a:avLst/>
          </a:prstGeom>
          <a:noFill/>
          <a:ln w="19050">
            <a:solidFill>
              <a:srgbClr val="2A1F3D"/>
            </a:solidFill>
            <a:prstDash val="solid"/>
          </a:ln>
        </p:spPr>
      </p:sp>
      <p:sp>
        <p:nvSpPr>
          <p:cNvPr id="25" name="Shape 23"/>
          <p:cNvSpPr/>
          <p:nvPr/>
        </p:nvSpPr>
        <p:spPr>
          <a:xfrm>
            <a:off x="1234440" y="4434840"/>
            <a:ext cx="91" cy="54864"/>
          </a:xfrm>
          <a:prstGeom prst="line">
            <a:avLst/>
          </a:prstGeom>
          <a:noFill/>
          <a:ln w="12700">
            <a:solidFill>
              <a:srgbClr val="2A1F3D"/>
            </a:solidFill>
            <a:prstDash val="solid"/>
          </a:ln>
        </p:spPr>
      </p:sp>
      <p:sp>
        <p:nvSpPr>
          <p:cNvPr id="26" name="Text 24"/>
          <p:cNvSpPr/>
          <p:nvPr/>
        </p:nvSpPr>
        <p:spPr>
          <a:xfrm>
            <a:off x="96012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27" name="Shape 25"/>
          <p:cNvSpPr/>
          <p:nvPr/>
        </p:nvSpPr>
        <p:spPr>
          <a:xfrm>
            <a:off x="5806440" y="4434840"/>
            <a:ext cx="91" cy="54864"/>
          </a:xfrm>
          <a:prstGeom prst="line">
            <a:avLst/>
          </a:prstGeom>
          <a:noFill/>
          <a:ln w="12700">
            <a:solidFill>
              <a:srgbClr val="2A1F3D"/>
            </a:solidFill>
            <a:prstDash val="solid"/>
          </a:ln>
        </p:spPr>
      </p:sp>
      <p:sp>
        <p:nvSpPr>
          <p:cNvPr id="28" name="Text 26"/>
          <p:cNvSpPr/>
          <p:nvPr/>
        </p:nvSpPr>
        <p:spPr>
          <a:xfrm>
            <a:off x="553212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29" name="Shape 27"/>
          <p:cNvSpPr/>
          <p:nvPr/>
        </p:nvSpPr>
        <p:spPr>
          <a:xfrm>
            <a:off x="1179576" y="4434840"/>
            <a:ext cx="54864" cy="91"/>
          </a:xfrm>
          <a:prstGeom prst="line">
            <a:avLst/>
          </a:prstGeom>
          <a:noFill/>
          <a:ln w="12700">
            <a:solidFill>
              <a:srgbClr val="2A1F3D"/>
            </a:solidFill>
            <a:prstDash val="solid"/>
          </a:ln>
        </p:spPr>
      </p:sp>
      <p:sp>
        <p:nvSpPr>
          <p:cNvPr id="30" name="Text 28"/>
          <p:cNvSpPr/>
          <p:nvPr/>
        </p:nvSpPr>
        <p:spPr>
          <a:xfrm>
            <a:off x="795528" y="43434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−500</a:t>
            </a:r>
            <a:endParaRPr lang="en-US" sz="1000" dirty="0"/>
          </a:p>
        </p:txBody>
      </p:sp>
      <p:sp>
        <p:nvSpPr>
          <p:cNvPr id="31" name="Shape 29"/>
          <p:cNvSpPr/>
          <p:nvPr/>
        </p:nvSpPr>
        <p:spPr>
          <a:xfrm>
            <a:off x="1179576" y="4094480"/>
            <a:ext cx="54864" cy="91"/>
          </a:xfrm>
          <a:prstGeom prst="line">
            <a:avLst/>
          </a:prstGeom>
          <a:noFill/>
          <a:ln w="12700">
            <a:solidFill>
              <a:srgbClr val="2A1F3D"/>
            </a:solidFill>
            <a:prstDash val="solid"/>
          </a:ln>
        </p:spPr>
      </p:sp>
      <p:sp>
        <p:nvSpPr>
          <p:cNvPr id="32" name="Text 30"/>
          <p:cNvSpPr/>
          <p:nvPr/>
        </p:nvSpPr>
        <p:spPr>
          <a:xfrm>
            <a:off x="795528" y="40030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3" name="Shape 31"/>
          <p:cNvSpPr/>
          <p:nvPr/>
        </p:nvSpPr>
        <p:spPr>
          <a:xfrm>
            <a:off x="1179576" y="3754120"/>
            <a:ext cx="54864" cy="91"/>
          </a:xfrm>
          <a:prstGeom prst="line">
            <a:avLst/>
          </a:prstGeom>
          <a:noFill/>
          <a:ln w="12700">
            <a:solidFill>
              <a:srgbClr val="2A1F3D"/>
            </a:solidFill>
            <a:prstDash val="solid"/>
          </a:ln>
        </p:spPr>
      </p:sp>
      <p:sp>
        <p:nvSpPr>
          <p:cNvPr id="34" name="Text 32"/>
          <p:cNvSpPr/>
          <p:nvPr/>
        </p:nvSpPr>
        <p:spPr>
          <a:xfrm>
            <a:off x="795528" y="36626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500</a:t>
            </a:r>
            <a:endParaRPr lang="en-US" sz="1000" dirty="0"/>
          </a:p>
        </p:txBody>
      </p:sp>
      <p:sp>
        <p:nvSpPr>
          <p:cNvPr id="35" name="Shape 33"/>
          <p:cNvSpPr/>
          <p:nvPr/>
        </p:nvSpPr>
        <p:spPr>
          <a:xfrm>
            <a:off x="1179576" y="3413760"/>
            <a:ext cx="54864" cy="91"/>
          </a:xfrm>
          <a:prstGeom prst="line">
            <a:avLst/>
          </a:prstGeom>
          <a:noFill/>
          <a:ln w="12700">
            <a:solidFill>
              <a:srgbClr val="2A1F3D"/>
            </a:solidFill>
            <a:prstDash val="solid"/>
          </a:ln>
        </p:spPr>
      </p:sp>
      <p:sp>
        <p:nvSpPr>
          <p:cNvPr id="36" name="Text 34"/>
          <p:cNvSpPr/>
          <p:nvPr/>
        </p:nvSpPr>
        <p:spPr>
          <a:xfrm>
            <a:off x="795528" y="33223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1000</a:t>
            </a:r>
            <a:endParaRPr lang="en-US" sz="1000" dirty="0"/>
          </a:p>
        </p:txBody>
      </p:sp>
      <p:sp>
        <p:nvSpPr>
          <p:cNvPr id="37" name="Shape 35"/>
          <p:cNvSpPr/>
          <p:nvPr/>
        </p:nvSpPr>
        <p:spPr>
          <a:xfrm>
            <a:off x="1179576" y="3073400"/>
            <a:ext cx="54864" cy="91"/>
          </a:xfrm>
          <a:prstGeom prst="line">
            <a:avLst/>
          </a:prstGeom>
          <a:noFill/>
          <a:ln w="12700">
            <a:solidFill>
              <a:srgbClr val="2A1F3D"/>
            </a:solidFill>
            <a:prstDash val="solid"/>
          </a:ln>
        </p:spPr>
      </p:sp>
      <p:sp>
        <p:nvSpPr>
          <p:cNvPr id="38" name="Text 36"/>
          <p:cNvSpPr/>
          <p:nvPr/>
        </p:nvSpPr>
        <p:spPr>
          <a:xfrm>
            <a:off x="795528" y="29819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1500</a:t>
            </a:r>
            <a:endParaRPr lang="en-US" sz="1000" dirty="0"/>
          </a:p>
        </p:txBody>
      </p:sp>
      <p:sp>
        <p:nvSpPr>
          <p:cNvPr id="39" name="Shape 37"/>
          <p:cNvSpPr/>
          <p:nvPr/>
        </p:nvSpPr>
        <p:spPr>
          <a:xfrm>
            <a:off x="1179576" y="2733040"/>
            <a:ext cx="54864" cy="91"/>
          </a:xfrm>
          <a:prstGeom prst="line">
            <a:avLst/>
          </a:prstGeom>
          <a:noFill/>
          <a:ln w="12700">
            <a:solidFill>
              <a:srgbClr val="2A1F3D"/>
            </a:solidFill>
            <a:prstDash val="solid"/>
          </a:ln>
        </p:spPr>
      </p:sp>
      <p:sp>
        <p:nvSpPr>
          <p:cNvPr id="40" name="Text 38"/>
          <p:cNvSpPr/>
          <p:nvPr/>
        </p:nvSpPr>
        <p:spPr>
          <a:xfrm>
            <a:off x="795528" y="26416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2000</a:t>
            </a:r>
            <a:endParaRPr lang="en-US" sz="1000" dirty="0"/>
          </a:p>
        </p:txBody>
      </p:sp>
      <p:sp>
        <p:nvSpPr>
          <p:cNvPr id="41" name="Shape 39"/>
          <p:cNvSpPr/>
          <p:nvPr/>
        </p:nvSpPr>
        <p:spPr>
          <a:xfrm>
            <a:off x="1179576" y="2392680"/>
            <a:ext cx="54864" cy="91"/>
          </a:xfrm>
          <a:prstGeom prst="line">
            <a:avLst/>
          </a:prstGeom>
          <a:noFill/>
          <a:ln w="12700">
            <a:solidFill>
              <a:srgbClr val="2A1F3D"/>
            </a:solidFill>
            <a:prstDash val="solid"/>
          </a:ln>
        </p:spPr>
      </p:sp>
      <p:sp>
        <p:nvSpPr>
          <p:cNvPr id="42" name="Text 40"/>
          <p:cNvSpPr/>
          <p:nvPr/>
        </p:nvSpPr>
        <p:spPr>
          <a:xfrm>
            <a:off x="795528" y="23012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2500</a:t>
            </a:r>
            <a:endParaRPr lang="en-US" sz="1000" dirty="0"/>
          </a:p>
        </p:txBody>
      </p:sp>
      <p:sp>
        <p:nvSpPr>
          <p:cNvPr id="43" name="Shape 41"/>
          <p:cNvSpPr/>
          <p:nvPr/>
        </p:nvSpPr>
        <p:spPr>
          <a:xfrm>
            <a:off x="1179576" y="2052320"/>
            <a:ext cx="54864" cy="91"/>
          </a:xfrm>
          <a:prstGeom prst="line">
            <a:avLst/>
          </a:prstGeom>
          <a:noFill/>
          <a:ln w="12700">
            <a:solidFill>
              <a:srgbClr val="2A1F3D"/>
            </a:solidFill>
            <a:prstDash val="solid"/>
          </a:ln>
        </p:spPr>
      </p:sp>
      <p:sp>
        <p:nvSpPr>
          <p:cNvPr id="44" name="Text 42"/>
          <p:cNvSpPr/>
          <p:nvPr/>
        </p:nvSpPr>
        <p:spPr>
          <a:xfrm>
            <a:off x="795528" y="1960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3000</a:t>
            </a:r>
            <a:endParaRPr lang="en-US" sz="1000" dirty="0"/>
          </a:p>
        </p:txBody>
      </p:sp>
      <p:sp>
        <p:nvSpPr>
          <p:cNvPr id="45" name="Shape 43"/>
          <p:cNvSpPr/>
          <p:nvPr/>
        </p:nvSpPr>
        <p:spPr>
          <a:xfrm>
            <a:off x="1179576" y="1711960"/>
            <a:ext cx="54864" cy="91"/>
          </a:xfrm>
          <a:prstGeom prst="line">
            <a:avLst/>
          </a:prstGeom>
          <a:noFill/>
          <a:ln w="12700">
            <a:solidFill>
              <a:srgbClr val="2A1F3D"/>
            </a:solidFill>
            <a:prstDash val="solid"/>
          </a:ln>
        </p:spPr>
      </p:sp>
      <p:sp>
        <p:nvSpPr>
          <p:cNvPr id="46" name="Text 44"/>
          <p:cNvSpPr/>
          <p:nvPr/>
        </p:nvSpPr>
        <p:spPr>
          <a:xfrm>
            <a:off x="795528" y="16205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3500</a:t>
            </a:r>
            <a:endParaRPr lang="en-US" sz="1000" dirty="0"/>
          </a:p>
        </p:txBody>
      </p:sp>
      <p:sp>
        <p:nvSpPr>
          <p:cNvPr id="47" name="Shape 45"/>
          <p:cNvSpPr/>
          <p:nvPr/>
        </p:nvSpPr>
        <p:spPr>
          <a:xfrm>
            <a:off x="1179576" y="1371600"/>
            <a:ext cx="54864" cy="91"/>
          </a:xfrm>
          <a:prstGeom prst="line">
            <a:avLst/>
          </a:prstGeom>
          <a:noFill/>
          <a:ln w="12700">
            <a:solidFill>
              <a:srgbClr val="2A1F3D"/>
            </a:solidFill>
            <a:prstDash val="solid"/>
          </a:ln>
        </p:spPr>
      </p:sp>
      <p:sp>
        <p:nvSpPr>
          <p:cNvPr id="48" name="Text 46"/>
          <p:cNvSpPr/>
          <p:nvPr/>
        </p:nvSpPr>
        <p:spPr>
          <a:xfrm>
            <a:off x="795528" y="1280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4000</a:t>
            </a:r>
            <a:endParaRPr lang="en-US" sz="1000" dirty="0"/>
          </a:p>
        </p:txBody>
      </p:sp>
      <p:sp>
        <p:nvSpPr>
          <p:cNvPr id="49" name="Text 47"/>
          <p:cNvSpPr/>
          <p:nvPr/>
        </p:nvSpPr>
        <p:spPr>
          <a:xfrm rot="16200000">
            <a:off x="-864108" y="2775204"/>
            <a:ext cx="30632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Melting point / °C</a:t>
            </a:r>
            <a:endParaRPr lang="en-US" sz="1050" dirty="0"/>
          </a:p>
        </p:txBody>
      </p:sp>
      <p:sp>
        <p:nvSpPr>
          <p:cNvPr id="50" name="Shape 48"/>
          <p:cNvSpPr/>
          <p:nvPr/>
        </p:nvSpPr>
        <p:spPr>
          <a:xfrm>
            <a:off x="1234440" y="4094480"/>
            <a:ext cx="4572000" cy="91"/>
          </a:xfrm>
          <a:prstGeom prst="line">
            <a:avLst/>
          </a:prstGeom>
          <a:noFill/>
          <a:ln w="12700">
            <a:solidFill>
              <a:srgbClr val="2A1F3D"/>
            </a:solidFill>
            <a:prstDash val="solid"/>
          </a:ln>
        </p:spPr>
      </p:sp>
      <p:sp>
        <p:nvSpPr>
          <p:cNvPr id="51" name="Shape 49"/>
          <p:cNvSpPr/>
          <p:nvPr/>
        </p:nvSpPr>
        <p:spPr>
          <a:xfrm>
            <a:off x="1368987" y="4094480"/>
            <a:ext cx="384048" cy="123891"/>
          </a:xfrm>
          <a:prstGeom prst="rect">
            <a:avLst/>
          </a:prstGeom>
          <a:solidFill>
            <a:srgbClr val="7DBE6A"/>
          </a:solidFill>
          <a:ln w="9525">
            <a:solidFill>
              <a:srgbClr val="2A1F3D"/>
            </a:solidFill>
            <a:prstDash val="solid"/>
          </a:ln>
        </p:spPr>
      </p:sp>
      <p:sp>
        <p:nvSpPr>
          <p:cNvPr id="52" name="Text 50"/>
          <p:cNvSpPr/>
          <p:nvPr/>
        </p:nvSpPr>
        <p:spPr>
          <a:xfrm>
            <a:off x="1231827" y="4227515"/>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−182</a:t>
            </a:r>
            <a:endParaRPr lang="en-US" sz="1000" dirty="0"/>
          </a:p>
        </p:txBody>
      </p:sp>
      <p:sp>
        <p:nvSpPr>
          <p:cNvPr id="53" name="Text 51"/>
          <p:cNvSpPr/>
          <p:nvPr/>
        </p:nvSpPr>
        <p:spPr>
          <a:xfrm>
            <a:off x="1222683"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CH₄</a:t>
            </a:r>
            <a:endParaRPr lang="en-US" sz="1000" dirty="0"/>
          </a:p>
        </p:txBody>
      </p:sp>
      <p:sp>
        <p:nvSpPr>
          <p:cNvPr id="54" name="Shape 52"/>
          <p:cNvSpPr/>
          <p:nvPr/>
        </p:nvSpPr>
        <p:spPr>
          <a:xfrm>
            <a:off x="2022130" y="4094480"/>
            <a:ext cx="384048" cy="18288"/>
          </a:xfrm>
          <a:prstGeom prst="rect">
            <a:avLst/>
          </a:prstGeom>
          <a:solidFill>
            <a:srgbClr val="7DBE6A"/>
          </a:solidFill>
          <a:ln w="9525">
            <a:solidFill>
              <a:srgbClr val="2A1F3D"/>
            </a:solidFill>
            <a:prstDash val="solid"/>
          </a:ln>
        </p:spPr>
      </p:sp>
      <p:sp>
        <p:nvSpPr>
          <p:cNvPr id="55" name="Text 53"/>
          <p:cNvSpPr/>
          <p:nvPr/>
        </p:nvSpPr>
        <p:spPr>
          <a:xfrm>
            <a:off x="1884970" y="3893312"/>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0</a:t>
            </a:r>
            <a:endParaRPr lang="en-US" sz="1000" dirty="0"/>
          </a:p>
        </p:txBody>
      </p:sp>
      <p:sp>
        <p:nvSpPr>
          <p:cNvPr id="56" name="Text 54"/>
          <p:cNvSpPr/>
          <p:nvPr/>
        </p:nvSpPr>
        <p:spPr>
          <a:xfrm>
            <a:off x="1875826"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H₂O</a:t>
            </a:r>
            <a:endParaRPr lang="en-US" sz="1000" dirty="0"/>
          </a:p>
        </p:txBody>
      </p:sp>
      <p:sp>
        <p:nvSpPr>
          <p:cNvPr id="57" name="Shape 55"/>
          <p:cNvSpPr/>
          <p:nvPr/>
        </p:nvSpPr>
        <p:spPr>
          <a:xfrm>
            <a:off x="2675273" y="4019601"/>
            <a:ext cx="384048" cy="74879"/>
          </a:xfrm>
          <a:prstGeom prst="rect">
            <a:avLst/>
          </a:prstGeom>
          <a:solidFill>
            <a:srgbClr val="8EC3E6"/>
          </a:solidFill>
          <a:ln w="9525">
            <a:solidFill>
              <a:srgbClr val="2A1F3D"/>
            </a:solidFill>
            <a:prstDash val="solid"/>
          </a:ln>
        </p:spPr>
      </p:sp>
      <p:sp>
        <p:nvSpPr>
          <p:cNvPr id="58" name="Text 56"/>
          <p:cNvSpPr/>
          <p:nvPr/>
        </p:nvSpPr>
        <p:spPr>
          <a:xfrm>
            <a:off x="2538113" y="3818433"/>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110</a:t>
            </a:r>
            <a:endParaRPr lang="en-US" sz="1000" dirty="0"/>
          </a:p>
        </p:txBody>
      </p:sp>
      <p:sp>
        <p:nvSpPr>
          <p:cNvPr id="59" name="Text 57"/>
          <p:cNvSpPr/>
          <p:nvPr/>
        </p:nvSpPr>
        <p:spPr>
          <a:xfrm>
            <a:off x="2528969"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poly-</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(ethene)</a:t>
            </a:r>
            <a:endParaRPr lang="en-US" sz="1000" dirty="0"/>
          </a:p>
        </p:txBody>
      </p:sp>
      <p:sp>
        <p:nvSpPr>
          <p:cNvPr id="60" name="Shape 58"/>
          <p:cNvSpPr/>
          <p:nvPr/>
        </p:nvSpPr>
        <p:spPr>
          <a:xfrm>
            <a:off x="3328416" y="3549223"/>
            <a:ext cx="384048" cy="545257"/>
          </a:xfrm>
          <a:prstGeom prst="rect">
            <a:avLst/>
          </a:prstGeom>
          <a:solidFill>
            <a:srgbClr val="8E7CC3"/>
          </a:solidFill>
          <a:ln w="9525">
            <a:solidFill>
              <a:srgbClr val="2A1F3D"/>
            </a:solidFill>
            <a:prstDash val="solid"/>
          </a:ln>
        </p:spPr>
      </p:sp>
      <p:sp>
        <p:nvSpPr>
          <p:cNvPr id="61" name="Text 59"/>
          <p:cNvSpPr/>
          <p:nvPr/>
        </p:nvSpPr>
        <p:spPr>
          <a:xfrm>
            <a:off x="3191256" y="3348055"/>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801</a:t>
            </a:r>
            <a:endParaRPr lang="en-US" sz="1000" dirty="0"/>
          </a:p>
        </p:txBody>
      </p:sp>
      <p:sp>
        <p:nvSpPr>
          <p:cNvPr id="62" name="Text 60"/>
          <p:cNvSpPr/>
          <p:nvPr/>
        </p:nvSpPr>
        <p:spPr>
          <a:xfrm>
            <a:off x="3182112"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NaCl</a:t>
            </a:r>
            <a:endParaRPr lang="en-US" sz="1000" dirty="0"/>
          </a:p>
        </p:txBody>
      </p:sp>
      <p:sp>
        <p:nvSpPr>
          <p:cNvPr id="63" name="Shape 61"/>
          <p:cNvSpPr/>
          <p:nvPr/>
        </p:nvSpPr>
        <p:spPr>
          <a:xfrm>
            <a:off x="3981559" y="3355899"/>
            <a:ext cx="384048" cy="738581"/>
          </a:xfrm>
          <a:prstGeom prst="rect">
            <a:avLst/>
          </a:prstGeom>
          <a:solidFill>
            <a:srgbClr val="D7A15E"/>
          </a:solidFill>
          <a:ln w="9525">
            <a:solidFill>
              <a:srgbClr val="2A1F3D"/>
            </a:solidFill>
            <a:prstDash val="solid"/>
          </a:ln>
        </p:spPr>
      </p:sp>
      <p:sp>
        <p:nvSpPr>
          <p:cNvPr id="64" name="Text 62"/>
          <p:cNvSpPr/>
          <p:nvPr/>
        </p:nvSpPr>
        <p:spPr>
          <a:xfrm>
            <a:off x="3844399" y="3154731"/>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1085</a:t>
            </a:r>
            <a:endParaRPr lang="en-US" sz="1000" dirty="0"/>
          </a:p>
        </p:txBody>
      </p:sp>
      <p:sp>
        <p:nvSpPr>
          <p:cNvPr id="65" name="Text 63"/>
          <p:cNvSpPr/>
          <p:nvPr/>
        </p:nvSpPr>
        <p:spPr>
          <a:xfrm>
            <a:off x="3835255"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Cu</a:t>
            </a:r>
            <a:endParaRPr lang="en-US" sz="1000" dirty="0"/>
          </a:p>
        </p:txBody>
      </p:sp>
      <p:sp>
        <p:nvSpPr>
          <p:cNvPr id="66" name="Shape 64"/>
          <p:cNvSpPr/>
          <p:nvPr/>
        </p:nvSpPr>
        <p:spPr>
          <a:xfrm>
            <a:off x="4634702" y="2930449"/>
            <a:ext cx="384048" cy="1164031"/>
          </a:xfrm>
          <a:prstGeom prst="rect">
            <a:avLst/>
          </a:prstGeom>
          <a:solidFill>
            <a:srgbClr val="4A4A55"/>
          </a:solidFill>
          <a:ln w="9525">
            <a:solidFill>
              <a:srgbClr val="2A1F3D"/>
            </a:solidFill>
            <a:prstDash val="solid"/>
          </a:ln>
        </p:spPr>
      </p:sp>
      <p:sp>
        <p:nvSpPr>
          <p:cNvPr id="67" name="Text 65"/>
          <p:cNvSpPr/>
          <p:nvPr/>
        </p:nvSpPr>
        <p:spPr>
          <a:xfrm>
            <a:off x="4497542" y="2729281"/>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1710</a:t>
            </a:r>
            <a:endParaRPr lang="en-US" sz="1000" dirty="0"/>
          </a:p>
        </p:txBody>
      </p:sp>
      <p:sp>
        <p:nvSpPr>
          <p:cNvPr id="68" name="Text 66"/>
          <p:cNvSpPr/>
          <p:nvPr/>
        </p:nvSpPr>
        <p:spPr>
          <a:xfrm>
            <a:off x="4488398"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SiO₂</a:t>
            </a:r>
            <a:endParaRPr lang="en-US" sz="1000" dirty="0"/>
          </a:p>
        </p:txBody>
      </p:sp>
      <p:sp>
        <p:nvSpPr>
          <p:cNvPr id="69" name="Shape 67"/>
          <p:cNvSpPr/>
          <p:nvPr/>
        </p:nvSpPr>
        <p:spPr>
          <a:xfrm>
            <a:off x="5287845" y="1677924"/>
            <a:ext cx="384048" cy="2416556"/>
          </a:xfrm>
          <a:prstGeom prst="rect">
            <a:avLst/>
          </a:prstGeom>
          <a:solidFill>
            <a:srgbClr val="4A4A55"/>
          </a:solidFill>
          <a:ln w="9525">
            <a:solidFill>
              <a:srgbClr val="2A1F3D"/>
            </a:solidFill>
            <a:prstDash val="solid"/>
          </a:ln>
        </p:spPr>
      </p:sp>
      <p:sp>
        <p:nvSpPr>
          <p:cNvPr id="70" name="Text 68"/>
          <p:cNvSpPr/>
          <p:nvPr/>
        </p:nvSpPr>
        <p:spPr>
          <a:xfrm>
            <a:off x="5150685" y="1476756"/>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3550</a:t>
            </a:r>
            <a:endParaRPr lang="en-US" sz="1000" dirty="0"/>
          </a:p>
        </p:txBody>
      </p:sp>
      <p:sp>
        <p:nvSpPr>
          <p:cNvPr id="71" name="Text 69"/>
          <p:cNvSpPr/>
          <p:nvPr/>
        </p:nvSpPr>
        <p:spPr>
          <a:xfrm>
            <a:off x="5141541"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diamond</a:t>
            </a:r>
            <a:endParaRPr lang="en-US" sz="1000" dirty="0"/>
          </a:p>
        </p:txBody>
      </p:sp>
      <p:sp>
        <p:nvSpPr>
          <p:cNvPr id="72" name="Shape 70"/>
          <p:cNvSpPr/>
          <p:nvPr/>
        </p:nvSpPr>
        <p:spPr>
          <a:xfrm>
            <a:off x="685800" y="4956048"/>
            <a:ext cx="182880" cy="182880"/>
          </a:xfrm>
          <a:prstGeom prst="rect">
            <a:avLst/>
          </a:prstGeom>
          <a:solidFill>
            <a:srgbClr val="7DBE6A"/>
          </a:solidFill>
          <a:ln w="6350">
            <a:solidFill>
              <a:srgbClr val="2A1F3D"/>
            </a:solidFill>
            <a:prstDash val="solid"/>
          </a:ln>
        </p:spPr>
      </p:sp>
      <p:sp>
        <p:nvSpPr>
          <p:cNvPr id="73" name="Text 71"/>
          <p:cNvSpPr/>
          <p:nvPr/>
        </p:nvSpPr>
        <p:spPr>
          <a:xfrm>
            <a:off x="90525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simple molecular</a:t>
            </a:r>
            <a:endParaRPr lang="en-US" sz="1000" dirty="0"/>
          </a:p>
        </p:txBody>
      </p:sp>
      <p:sp>
        <p:nvSpPr>
          <p:cNvPr id="74" name="Shape 72"/>
          <p:cNvSpPr/>
          <p:nvPr/>
        </p:nvSpPr>
        <p:spPr>
          <a:xfrm>
            <a:off x="1737360" y="4956048"/>
            <a:ext cx="182880" cy="182880"/>
          </a:xfrm>
          <a:prstGeom prst="rect">
            <a:avLst/>
          </a:prstGeom>
          <a:solidFill>
            <a:srgbClr val="8EC3E6"/>
          </a:solidFill>
          <a:ln w="6350">
            <a:solidFill>
              <a:srgbClr val="2A1F3D"/>
            </a:solidFill>
            <a:prstDash val="solid"/>
          </a:ln>
        </p:spPr>
      </p:sp>
      <p:sp>
        <p:nvSpPr>
          <p:cNvPr id="75" name="Text 73"/>
          <p:cNvSpPr/>
          <p:nvPr/>
        </p:nvSpPr>
        <p:spPr>
          <a:xfrm>
            <a:off x="195681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polymer</a:t>
            </a:r>
            <a:endParaRPr lang="en-US" sz="1000" dirty="0"/>
          </a:p>
        </p:txBody>
      </p:sp>
      <p:sp>
        <p:nvSpPr>
          <p:cNvPr id="76" name="Shape 74"/>
          <p:cNvSpPr/>
          <p:nvPr/>
        </p:nvSpPr>
        <p:spPr>
          <a:xfrm>
            <a:off x="2788920" y="4956048"/>
            <a:ext cx="182880" cy="182880"/>
          </a:xfrm>
          <a:prstGeom prst="rect">
            <a:avLst/>
          </a:prstGeom>
          <a:solidFill>
            <a:srgbClr val="8E7CC3"/>
          </a:solidFill>
          <a:ln w="6350">
            <a:solidFill>
              <a:srgbClr val="2A1F3D"/>
            </a:solidFill>
            <a:prstDash val="solid"/>
          </a:ln>
        </p:spPr>
      </p:sp>
      <p:sp>
        <p:nvSpPr>
          <p:cNvPr id="77" name="Text 75"/>
          <p:cNvSpPr/>
          <p:nvPr/>
        </p:nvSpPr>
        <p:spPr>
          <a:xfrm>
            <a:off x="300837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ionic</a:t>
            </a:r>
            <a:endParaRPr lang="en-US" sz="1000" dirty="0"/>
          </a:p>
        </p:txBody>
      </p:sp>
      <p:sp>
        <p:nvSpPr>
          <p:cNvPr id="78" name="Shape 76"/>
          <p:cNvSpPr/>
          <p:nvPr/>
        </p:nvSpPr>
        <p:spPr>
          <a:xfrm>
            <a:off x="3840480" y="4956048"/>
            <a:ext cx="182880" cy="182880"/>
          </a:xfrm>
          <a:prstGeom prst="rect">
            <a:avLst/>
          </a:prstGeom>
          <a:solidFill>
            <a:srgbClr val="D7A15E"/>
          </a:solidFill>
          <a:ln w="6350">
            <a:solidFill>
              <a:srgbClr val="2A1F3D"/>
            </a:solidFill>
            <a:prstDash val="solid"/>
          </a:ln>
        </p:spPr>
      </p:sp>
      <p:sp>
        <p:nvSpPr>
          <p:cNvPr id="79" name="Text 77"/>
          <p:cNvSpPr/>
          <p:nvPr/>
        </p:nvSpPr>
        <p:spPr>
          <a:xfrm>
            <a:off x="405993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metal</a:t>
            </a:r>
            <a:endParaRPr lang="en-US" sz="1000" dirty="0"/>
          </a:p>
        </p:txBody>
      </p:sp>
      <p:sp>
        <p:nvSpPr>
          <p:cNvPr id="80" name="Shape 78"/>
          <p:cNvSpPr/>
          <p:nvPr/>
        </p:nvSpPr>
        <p:spPr>
          <a:xfrm>
            <a:off x="4892040" y="4956048"/>
            <a:ext cx="182880" cy="182880"/>
          </a:xfrm>
          <a:prstGeom prst="rect">
            <a:avLst/>
          </a:prstGeom>
          <a:solidFill>
            <a:srgbClr val="4A4A55"/>
          </a:solidFill>
          <a:ln w="6350">
            <a:solidFill>
              <a:srgbClr val="2A1F3D"/>
            </a:solidFill>
            <a:prstDash val="solid"/>
          </a:ln>
        </p:spPr>
      </p:sp>
      <p:sp>
        <p:nvSpPr>
          <p:cNvPr id="81" name="Text 79"/>
          <p:cNvSpPr/>
          <p:nvPr/>
        </p:nvSpPr>
        <p:spPr>
          <a:xfrm>
            <a:off x="511149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giant covalent</a:t>
            </a:r>
            <a:endParaRPr lang="en-US" sz="1000" dirty="0"/>
          </a:p>
        </p:txBody>
      </p:sp>
      <p:sp>
        <p:nvSpPr>
          <p:cNvPr id="82" name="Shape 80"/>
          <p:cNvSpPr/>
          <p:nvPr/>
        </p:nvSpPr>
        <p:spPr>
          <a:xfrm>
            <a:off x="6217920" y="1188720"/>
            <a:ext cx="5559552" cy="2697480"/>
          </a:xfrm>
          <a:prstGeom prst="roundRect">
            <a:avLst>
              <a:gd name="adj" fmla="val 2034"/>
            </a:avLst>
          </a:prstGeom>
          <a:solidFill>
            <a:srgbClr val="F8F5FC"/>
          </a:solidFill>
          <a:ln w="9525">
            <a:solidFill>
              <a:srgbClr val="DDD3EC"/>
            </a:solidFill>
            <a:prstDash val="solid"/>
          </a:ln>
        </p:spPr>
      </p:sp>
      <p:sp>
        <p:nvSpPr>
          <p:cNvPr id="83" name="Text 81"/>
          <p:cNvSpPr/>
          <p:nvPr/>
        </p:nvSpPr>
        <p:spPr>
          <a:xfrm>
            <a:off x="6382512" y="1280160"/>
            <a:ext cx="52303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What has to be overcome when it melts?</a:t>
            </a:r>
            <a:endParaRPr lang="en-US" sz="1300" dirty="0"/>
          </a:p>
        </p:txBody>
      </p:sp>
      <p:sp>
        <p:nvSpPr>
          <p:cNvPr id="84" name="Text 82"/>
          <p:cNvSpPr/>
          <p:nvPr/>
        </p:nvSpPr>
        <p:spPr>
          <a:xfrm>
            <a:off x="6382512" y="1609344"/>
            <a:ext cx="5230368" cy="220370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Simple molecules</a:t>
            </a:r>
            <a:r>
              <a:rPr lang="en-US" sz="1200" dirty="0">
                <a:solidFill>
                  <a:srgbClr val="262B3A"/>
                </a:solidFill>
                <a:latin typeface="Calibri" pitchFamily="34" charset="0"/>
                <a:ea typeface="Calibri" pitchFamily="34" charset="-122"/>
                <a:cs typeface="Calibri" pitchFamily="34" charset="-120"/>
              </a:rPr>
              <a:t>: the covalent bonds </a:t>
            </a:r>
            <a:r>
              <a:rPr lang="en-US" sz="1200" b="1" dirty="0">
                <a:solidFill>
                  <a:srgbClr val="262B3A"/>
                </a:solidFill>
                <a:latin typeface="Calibri" pitchFamily="34" charset="0"/>
                <a:ea typeface="Calibri" pitchFamily="34" charset="-122"/>
                <a:cs typeface="Calibri" pitchFamily="34" charset="-120"/>
              </a:rPr>
              <a:t>inside</a:t>
            </a:r>
            <a:r>
              <a:rPr lang="en-US" sz="1200" dirty="0">
                <a:solidFill>
                  <a:srgbClr val="262B3A"/>
                </a:solidFill>
                <a:latin typeface="Calibri" pitchFamily="34" charset="0"/>
                <a:ea typeface="Calibri" pitchFamily="34" charset="-122"/>
                <a:cs typeface="Calibri" pitchFamily="34" charset="-120"/>
              </a:rPr>
              <a:t> each molecule are strong, but the </a:t>
            </a:r>
            <a:r>
              <a:rPr lang="en-US" sz="1200" b="1" dirty="0">
                <a:solidFill>
                  <a:srgbClr val="262B3A"/>
                </a:solidFill>
                <a:latin typeface="Calibri" pitchFamily="34" charset="0"/>
                <a:ea typeface="Calibri" pitchFamily="34" charset="-122"/>
                <a:cs typeface="Calibri" pitchFamily="34" charset="-120"/>
              </a:rPr>
              <a:t>intermolecular forces</a:t>
            </a:r>
            <a:r>
              <a:rPr lang="en-US" sz="1200" dirty="0">
                <a:solidFill>
                  <a:srgbClr val="262B3A"/>
                </a:solidFill>
                <a:latin typeface="Calibri" pitchFamily="34" charset="0"/>
                <a:ea typeface="Calibri" pitchFamily="34" charset="-122"/>
                <a:cs typeface="Calibri" pitchFamily="34" charset="-120"/>
              </a:rPr>
              <a:t> between molecules are </a:t>
            </a:r>
            <a:r>
              <a:rPr lang="en-US" sz="1200" b="1" dirty="0">
                <a:solidFill>
                  <a:srgbClr val="262B3A"/>
                </a:solidFill>
                <a:latin typeface="Calibri" pitchFamily="34" charset="0"/>
                <a:ea typeface="Calibri" pitchFamily="34" charset="-122"/>
                <a:cs typeface="Calibri" pitchFamily="34" charset="-120"/>
              </a:rPr>
              <a:t>weak</a:t>
            </a:r>
            <a:r>
              <a:rPr lang="en-US" sz="1200" dirty="0">
                <a:solidFill>
                  <a:srgbClr val="262B3A"/>
                </a:solidFill>
                <a:latin typeface="Calibri" pitchFamily="34" charset="0"/>
                <a:ea typeface="Calibri" pitchFamily="34" charset="-122"/>
                <a:cs typeface="Calibri" pitchFamily="34" charset="-120"/>
              </a:rPr>
              <a:t>. Melting or boiling only overcomes these weak forces: </a:t>
            </a:r>
            <a:r>
              <a:rPr lang="en-US" sz="1200" b="1" dirty="0">
                <a:solidFill>
                  <a:srgbClr val="262B3A"/>
                </a:solidFill>
                <a:latin typeface="Calibri" pitchFamily="34" charset="0"/>
                <a:ea typeface="Calibri" pitchFamily="34" charset="-122"/>
                <a:cs typeface="Calibri" pitchFamily="34" charset="-120"/>
              </a:rPr>
              <a:t>low</a:t>
            </a:r>
            <a:r>
              <a:rPr lang="en-US" sz="1200" dirty="0">
                <a:solidFill>
                  <a:srgbClr val="262B3A"/>
                </a:solidFill>
                <a:latin typeface="Calibri" pitchFamily="34" charset="0"/>
                <a:ea typeface="Calibri" pitchFamily="34" charset="-122"/>
                <a:cs typeface="Calibri" pitchFamily="34" charset="-120"/>
              </a:rPr>
              <a:t>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Giant</a:t>
            </a:r>
            <a:r>
              <a:rPr lang="en-US" sz="1200" dirty="0">
                <a:solidFill>
                  <a:srgbClr val="262B3A"/>
                </a:solidFill>
                <a:latin typeface="Calibri" pitchFamily="34" charset="0"/>
                <a:ea typeface="Calibri" pitchFamily="34" charset="-122"/>
                <a:cs typeface="Calibri" pitchFamily="34" charset="-120"/>
              </a:rPr>
              <a:t> structures (ionic, giant covalent, metallic): melting must break </a:t>
            </a:r>
            <a:r>
              <a:rPr lang="en-US" sz="1200" b="1" dirty="0">
                <a:solidFill>
                  <a:srgbClr val="262B3A"/>
                </a:solidFill>
                <a:latin typeface="Calibri" pitchFamily="34" charset="0"/>
                <a:ea typeface="Calibri" pitchFamily="34" charset="-122"/>
                <a:cs typeface="Calibri" pitchFamily="34" charset="-120"/>
              </a:rPr>
              <a:t>many strong bonds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high</a:t>
            </a:r>
            <a:r>
              <a:rPr lang="en-US" sz="1200" dirty="0">
                <a:solidFill>
                  <a:srgbClr val="262B3A"/>
                </a:solidFill>
                <a:latin typeface="Calibri" pitchFamily="34" charset="0"/>
                <a:ea typeface="Calibri" pitchFamily="34" charset="-122"/>
                <a:cs typeface="Calibri" pitchFamily="34" charset="-120"/>
              </a:rPr>
              <a:t>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Polymers</a:t>
            </a:r>
            <a:r>
              <a:rPr lang="en-US" sz="1200" dirty="0">
                <a:solidFill>
                  <a:srgbClr val="262B3A"/>
                </a:solidFill>
                <a:latin typeface="Calibri" pitchFamily="34" charset="0"/>
                <a:ea typeface="Calibri" pitchFamily="34" charset="-122"/>
                <a:cs typeface="Calibri" pitchFamily="34" charset="-120"/>
              </a:rPr>
              <a:t> are in between: chains are long, so the forces between them add up.</a:t>
            </a:r>
            <a:endParaRPr lang="en-US" sz="1200" dirty="0"/>
          </a:p>
        </p:txBody>
      </p:sp>
      <p:sp>
        <p:nvSpPr>
          <p:cNvPr id="85" name="Shape 83"/>
          <p:cNvSpPr/>
          <p:nvPr/>
        </p:nvSpPr>
        <p:spPr>
          <a:xfrm>
            <a:off x="6217920" y="4023360"/>
            <a:ext cx="5559552" cy="1691640"/>
          </a:xfrm>
          <a:prstGeom prst="roundRect">
            <a:avLst>
              <a:gd name="adj" fmla="val 3243"/>
            </a:avLst>
          </a:prstGeom>
          <a:solidFill>
            <a:srgbClr val="FFF4E0"/>
          </a:solidFill>
          <a:ln w="9525">
            <a:solidFill>
              <a:srgbClr val="F1D9A8"/>
            </a:solidFill>
            <a:prstDash val="solid"/>
          </a:ln>
        </p:spPr>
      </p:sp>
      <p:sp>
        <p:nvSpPr>
          <p:cNvPr id="86" name="Text 84"/>
          <p:cNvSpPr/>
          <p:nvPr/>
        </p:nvSpPr>
        <p:spPr>
          <a:xfrm>
            <a:off x="6382512" y="409651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reading the chart</a:t>
            </a:r>
            <a:endParaRPr lang="en-US" sz="1300" dirty="0"/>
          </a:p>
        </p:txBody>
      </p:sp>
      <p:sp>
        <p:nvSpPr>
          <p:cNvPr id="87" name="Text 85"/>
          <p:cNvSpPr/>
          <p:nvPr/>
        </p:nvSpPr>
        <p:spPr>
          <a:xfrm>
            <a:off x="6382512" y="4407408"/>
            <a:ext cx="5230368" cy="12344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How much higher is the melting point of NaCl than CH₄?</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Values   </a:t>
            </a:r>
            <a:r>
              <a:rPr lang="en-US" sz="1050" dirty="0">
                <a:solidFill>
                  <a:srgbClr val="262B3A"/>
                </a:solidFill>
                <a:latin typeface="Calibri" pitchFamily="34" charset="0"/>
                <a:ea typeface="Calibri" pitchFamily="34" charset="-122"/>
                <a:cs typeface="Calibri" pitchFamily="34" charset="-120"/>
              </a:rPr>
              <a:t>NaCl 801 °C; CH₄ −182 °C</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Subtract   </a:t>
            </a:r>
            <a:r>
              <a:rPr lang="en-US" sz="1050" dirty="0">
                <a:solidFill>
                  <a:srgbClr val="262B3A"/>
                </a:solidFill>
                <a:latin typeface="Calibri" pitchFamily="34" charset="0"/>
                <a:ea typeface="Calibri" pitchFamily="34" charset="-122"/>
                <a:cs typeface="Calibri" pitchFamily="34" charset="-120"/>
              </a:rPr>
              <a:t>801 − (−182) = 801 + 182</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983 °C</a:t>
            </a:r>
            <a:r>
              <a:rPr lang="en-US" sz="1050" b="1" dirty="0">
                <a:solidFill>
                  <a:srgbClr val="C8414C"/>
                </a:solidFill>
                <a:latin typeface="Calibri" pitchFamily="34" charset="0"/>
                <a:ea typeface="Calibri" pitchFamily="34" charset="-122"/>
                <a:cs typeface="Calibri" pitchFamily="34" charset="-120"/>
              </a:rPr>
              <a:t> higher</a:t>
            </a:r>
            <a:endParaRPr lang="en-US" sz="1050" dirty="0"/>
          </a:p>
        </p:txBody>
      </p:sp>
      <p:sp>
        <p:nvSpPr>
          <p:cNvPr id="88" name="Shape 86"/>
          <p:cNvSpPr/>
          <p:nvPr/>
        </p:nvSpPr>
        <p:spPr>
          <a:xfrm>
            <a:off x="411480" y="5833872"/>
            <a:ext cx="11368735" cy="530352"/>
          </a:xfrm>
          <a:prstGeom prst="rect">
            <a:avLst/>
          </a:prstGeom>
          <a:solidFill>
            <a:srgbClr val="FFF4E0"/>
          </a:solidFill>
          <a:ln w="6350">
            <a:solidFill>
              <a:srgbClr val="F1D9A8"/>
            </a:solidFill>
            <a:prstDash val="solid"/>
          </a:ln>
        </p:spPr>
      </p:sp>
      <p:sp>
        <p:nvSpPr>
          <p:cNvPr id="89" name="Shape 87"/>
          <p:cNvSpPr/>
          <p:nvPr/>
        </p:nvSpPr>
        <p:spPr>
          <a:xfrm>
            <a:off x="411480" y="5833872"/>
            <a:ext cx="82296" cy="530352"/>
          </a:xfrm>
          <a:prstGeom prst="rect">
            <a:avLst/>
          </a:prstGeom>
          <a:solidFill>
            <a:srgbClr val="E39A2F"/>
          </a:solidFill>
          <a:ln w="12700">
            <a:solidFill>
              <a:srgbClr val="E39A2F"/>
            </a:solidFill>
            <a:prstDash val="solid"/>
          </a:ln>
        </p:spPr>
      </p:sp>
      <p:sp>
        <p:nvSpPr>
          <p:cNvPr id="90" name="Text 8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When water </a:t>
            </a:r>
            <a:r>
              <a:rPr lang="en-US" sz="1150" b="1" dirty="0">
                <a:solidFill>
                  <a:srgbClr val="262B3A"/>
                </a:solidFill>
                <a:latin typeface="Calibri" pitchFamily="34" charset="0"/>
                <a:ea typeface="Calibri" pitchFamily="34" charset="-122"/>
                <a:cs typeface="Calibri" pitchFamily="34" charset="-120"/>
              </a:rPr>
              <a:t>boils</a:t>
            </a:r>
            <a:r>
              <a:rPr lang="en-US" sz="1150" dirty="0">
                <a:solidFill>
                  <a:srgbClr val="262B3A"/>
                </a:solidFill>
                <a:latin typeface="Calibri" pitchFamily="34" charset="0"/>
                <a:ea typeface="Calibri" pitchFamily="34" charset="-122"/>
                <a:cs typeface="Calibri" pitchFamily="34" charset="-120"/>
              </a:rPr>
              <a:t>, are the O–H bonds broken? Explain. How much higher is the melting point of SiO₂ than NaCl?</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Polymers: bonds in and between chains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the nature and arrangement of bonds in polymers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C4.2.2  |  9</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poly(ethene): one chain (top) and many tangled chains (bottom); not to scale</a:t>
            </a:r>
            <a:endParaRPr lang="en-US" sz="1000" dirty="0"/>
          </a:p>
        </p:txBody>
      </p:sp>
      <p:sp>
        <p:nvSpPr>
          <p:cNvPr id="10" name="Text 8"/>
          <p:cNvSpPr/>
          <p:nvPr/>
        </p:nvSpPr>
        <p:spPr>
          <a:xfrm>
            <a:off x="73152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11" name="Text 9"/>
          <p:cNvSpPr/>
          <p:nvPr/>
        </p:nvSpPr>
        <p:spPr>
          <a:xfrm>
            <a:off x="73152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2" name="Shape 10"/>
          <p:cNvSpPr/>
          <p:nvPr/>
        </p:nvSpPr>
        <p:spPr>
          <a:xfrm>
            <a:off x="868680" y="1435608"/>
            <a:ext cx="91" cy="201168"/>
          </a:xfrm>
          <a:prstGeom prst="line">
            <a:avLst/>
          </a:prstGeom>
          <a:noFill/>
          <a:ln w="15875">
            <a:solidFill>
              <a:srgbClr val="2A1F3D"/>
            </a:solidFill>
            <a:prstDash val="solid"/>
          </a:ln>
        </p:spPr>
      </p:sp>
      <p:sp>
        <p:nvSpPr>
          <p:cNvPr id="13" name="Text 11"/>
          <p:cNvSpPr/>
          <p:nvPr/>
        </p:nvSpPr>
        <p:spPr>
          <a:xfrm>
            <a:off x="73152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4" name="Shape 12"/>
          <p:cNvSpPr/>
          <p:nvPr/>
        </p:nvSpPr>
        <p:spPr>
          <a:xfrm>
            <a:off x="868680" y="1929384"/>
            <a:ext cx="91" cy="201168"/>
          </a:xfrm>
          <a:prstGeom prst="line">
            <a:avLst/>
          </a:prstGeom>
          <a:noFill/>
          <a:ln w="15875">
            <a:solidFill>
              <a:srgbClr val="2A1F3D"/>
            </a:solidFill>
            <a:prstDash val="solid"/>
          </a:ln>
        </p:spPr>
      </p:sp>
      <p:sp>
        <p:nvSpPr>
          <p:cNvPr id="15" name="Shape 13"/>
          <p:cNvSpPr/>
          <p:nvPr/>
        </p:nvSpPr>
        <p:spPr>
          <a:xfrm>
            <a:off x="1005840" y="1783080"/>
            <a:ext cx="365760" cy="91"/>
          </a:xfrm>
          <a:prstGeom prst="line">
            <a:avLst/>
          </a:prstGeom>
          <a:noFill/>
          <a:ln w="15875">
            <a:solidFill>
              <a:srgbClr val="2A1F3D"/>
            </a:solidFill>
            <a:prstDash val="solid"/>
          </a:ln>
        </p:spPr>
      </p:sp>
      <p:sp>
        <p:nvSpPr>
          <p:cNvPr id="16" name="Text 14"/>
          <p:cNvSpPr/>
          <p:nvPr/>
        </p:nvSpPr>
        <p:spPr>
          <a:xfrm>
            <a:off x="137160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37160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8" name="Shape 16"/>
          <p:cNvSpPr/>
          <p:nvPr/>
        </p:nvSpPr>
        <p:spPr>
          <a:xfrm>
            <a:off x="1508760" y="1435608"/>
            <a:ext cx="91" cy="201168"/>
          </a:xfrm>
          <a:prstGeom prst="line">
            <a:avLst/>
          </a:prstGeom>
          <a:noFill/>
          <a:ln w="15875">
            <a:solidFill>
              <a:srgbClr val="2A1F3D"/>
            </a:solidFill>
            <a:prstDash val="solid"/>
          </a:ln>
        </p:spPr>
      </p:sp>
      <p:sp>
        <p:nvSpPr>
          <p:cNvPr id="19" name="Text 17"/>
          <p:cNvSpPr/>
          <p:nvPr/>
        </p:nvSpPr>
        <p:spPr>
          <a:xfrm>
            <a:off x="137160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0" name="Shape 18"/>
          <p:cNvSpPr/>
          <p:nvPr/>
        </p:nvSpPr>
        <p:spPr>
          <a:xfrm>
            <a:off x="1508760" y="1929384"/>
            <a:ext cx="91" cy="201168"/>
          </a:xfrm>
          <a:prstGeom prst="line">
            <a:avLst/>
          </a:prstGeom>
          <a:noFill/>
          <a:ln w="15875">
            <a:solidFill>
              <a:srgbClr val="2A1F3D"/>
            </a:solidFill>
            <a:prstDash val="solid"/>
          </a:ln>
        </p:spPr>
      </p:sp>
      <p:sp>
        <p:nvSpPr>
          <p:cNvPr id="21" name="Shape 19"/>
          <p:cNvSpPr/>
          <p:nvPr/>
        </p:nvSpPr>
        <p:spPr>
          <a:xfrm>
            <a:off x="1645920" y="1783080"/>
            <a:ext cx="365760" cy="91"/>
          </a:xfrm>
          <a:prstGeom prst="line">
            <a:avLst/>
          </a:prstGeom>
          <a:noFill/>
          <a:ln w="15875">
            <a:solidFill>
              <a:srgbClr val="2A1F3D"/>
            </a:solidFill>
            <a:prstDash val="solid"/>
          </a:ln>
        </p:spPr>
      </p:sp>
      <p:sp>
        <p:nvSpPr>
          <p:cNvPr id="22" name="Text 20"/>
          <p:cNvSpPr/>
          <p:nvPr/>
        </p:nvSpPr>
        <p:spPr>
          <a:xfrm>
            <a:off x="201168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23" name="Text 21"/>
          <p:cNvSpPr/>
          <p:nvPr/>
        </p:nvSpPr>
        <p:spPr>
          <a:xfrm>
            <a:off x="201168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4" name="Shape 22"/>
          <p:cNvSpPr/>
          <p:nvPr/>
        </p:nvSpPr>
        <p:spPr>
          <a:xfrm>
            <a:off x="2148840" y="1435608"/>
            <a:ext cx="91" cy="201168"/>
          </a:xfrm>
          <a:prstGeom prst="line">
            <a:avLst/>
          </a:prstGeom>
          <a:noFill/>
          <a:ln w="15875">
            <a:solidFill>
              <a:srgbClr val="2A1F3D"/>
            </a:solidFill>
            <a:prstDash val="solid"/>
          </a:ln>
        </p:spPr>
      </p:sp>
      <p:sp>
        <p:nvSpPr>
          <p:cNvPr id="25" name="Text 23"/>
          <p:cNvSpPr/>
          <p:nvPr/>
        </p:nvSpPr>
        <p:spPr>
          <a:xfrm>
            <a:off x="201168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6" name="Shape 24"/>
          <p:cNvSpPr/>
          <p:nvPr/>
        </p:nvSpPr>
        <p:spPr>
          <a:xfrm>
            <a:off x="2148840" y="1929384"/>
            <a:ext cx="91" cy="201168"/>
          </a:xfrm>
          <a:prstGeom prst="line">
            <a:avLst/>
          </a:prstGeom>
          <a:noFill/>
          <a:ln w="15875">
            <a:solidFill>
              <a:srgbClr val="2A1F3D"/>
            </a:solidFill>
            <a:prstDash val="solid"/>
          </a:ln>
        </p:spPr>
      </p:sp>
      <p:sp>
        <p:nvSpPr>
          <p:cNvPr id="27" name="Shape 25"/>
          <p:cNvSpPr/>
          <p:nvPr/>
        </p:nvSpPr>
        <p:spPr>
          <a:xfrm>
            <a:off x="2286000" y="1783080"/>
            <a:ext cx="365760" cy="91"/>
          </a:xfrm>
          <a:prstGeom prst="line">
            <a:avLst/>
          </a:prstGeom>
          <a:noFill/>
          <a:ln w="15875">
            <a:solidFill>
              <a:srgbClr val="2A1F3D"/>
            </a:solidFill>
            <a:prstDash val="solid"/>
          </a:ln>
        </p:spPr>
      </p:sp>
      <p:sp>
        <p:nvSpPr>
          <p:cNvPr id="28" name="Text 26"/>
          <p:cNvSpPr/>
          <p:nvPr/>
        </p:nvSpPr>
        <p:spPr>
          <a:xfrm>
            <a:off x="265176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29" name="Text 27"/>
          <p:cNvSpPr/>
          <p:nvPr/>
        </p:nvSpPr>
        <p:spPr>
          <a:xfrm>
            <a:off x="265176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0" name="Shape 28"/>
          <p:cNvSpPr/>
          <p:nvPr/>
        </p:nvSpPr>
        <p:spPr>
          <a:xfrm>
            <a:off x="2788920" y="1435608"/>
            <a:ext cx="91" cy="201168"/>
          </a:xfrm>
          <a:prstGeom prst="line">
            <a:avLst/>
          </a:prstGeom>
          <a:noFill/>
          <a:ln w="15875">
            <a:solidFill>
              <a:srgbClr val="2A1F3D"/>
            </a:solidFill>
            <a:prstDash val="solid"/>
          </a:ln>
        </p:spPr>
      </p:sp>
      <p:sp>
        <p:nvSpPr>
          <p:cNvPr id="31" name="Text 29"/>
          <p:cNvSpPr/>
          <p:nvPr/>
        </p:nvSpPr>
        <p:spPr>
          <a:xfrm>
            <a:off x="265176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2" name="Shape 30"/>
          <p:cNvSpPr/>
          <p:nvPr/>
        </p:nvSpPr>
        <p:spPr>
          <a:xfrm>
            <a:off x="2788920" y="1929384"/>
            <a:ext cx="91" cy="201168"/>
          </a:xfrm>
          <a:prstGeom prst="line">
            <a:avLst/>
          </a:prstGeom>
          <a:noFill/>
          <a:ln w="15875">
            <a:solidFill>
              <a:srgbClr val="2A1F3D"/>
            </a:solidFill>
            <a:prstDash val="solid"/>
          </a:ln>
        </p:spPr>
      </p:sp>
      <p:sp>
        <p:nvSpPr>
          <p:cNvPr id="33" name="Shape 31"/>
          <p:cNvSpPr/>
          <p:nvPr/>
        </p:nvSpPr>
        <p:spPr>
          <a:xfrm>
            <a:off x="2926080" y="1783080"/>
            <a:ext cx="365760" cy="91"/>
          </a:xfrm>
          <a:prstGeom prst="line">
            <a:avLst/>
          </a:prstGeom>
          <a:noFill/>
          <a:ln w="15875">
            <a:solidFill>
              <a:srgbClr val="2A1F3D"/>
            </a:solidFill>
            <a:prstDash val="solid"/>
          </a:ln>
        </p:spPr>
      </p:sp>
      <p:sp>
        <p:nvSpPr>
          <p:cNvPr id="34" name="Text 32"/>
          <p:cNvSpPr/>
          <p:nvPr/>
        </p:nvSpPr>
        <p:spPr>
          <a:xfrm>
            <a:off x="329184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35" name="Text 33"/>
          <p:cNvSpPr/>
          <p:nvPr/>
        </p:nvSpPr>
        <p:spPr>
          <a:xfrm>
            <a:off x="329184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6" name="Shape 34"/>
          <p:cNvSpPr/>
          <p:nvPr/>
        </p:nvSpPr>
        <p:spPr>
          <a:xfrm>
            <a:off x="3429000" y="1435608"/>
            <a:ext cx="91" cy="201168"/>
          </a:xfrm>
          <a:prstGeom prst="line">
            <a:avLst/>
          </a:prstGeom>
          <a:noFill/>
          <a:ln w="15875">
            <a:solidFill>
              <a:srgbClr val="2A1F3D"/>
            </a:solidFill>
            <a:prstDash val="solid"/>
          </a:ln>
        </p:spPr>
      </p:sp>
      <p:sp>
        <p:nvSpPr>
          <p:cNvPr id="37" name="Text 35"/>
          <p:cNvSpPr/>
          <p:nvPr/>
        </p:nvSpPr>
        <p:spPr>
          <a:xfrm>
            <a:off x="329184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8" name="Shape 36"/>
          <p:cNvSpPr/>
          <p:nvPr/>
        </p:nvSpPr>
        <p:spPr>
          <a:xfrm>
            <a:off x="3429000" y="1929384"/>
            <a:ext cx="91" cy="201168"/>
          </a:xfrm>
          <a:prstGeom prst="line">
            <a:avLst/>
          </a:prstGeom>
          <a:noFill/>
          <a:ln w="15875">
            <a:solidFill>
              <a:srgbClr val="2A1F3D"/>
            </a:solidFill>
            <a:prstDash val="solid"/>
          </a:ln>
        </p:spPr>
      </p:sp>
      <p:sp>
        <p:nvSpPr>
          <p:cNvPr id="39" name="Shape 37"/>
          <p:cNvSpPr/>
          <p:nvPr/>
        </p:nvSpPr>
        <p:spPr>
          <a:xfrm>
            <a:off x="3566160" y="1783080"/>
            <a:ext cx="365760" cy="91"/>
          </a:xfrm>
          <a:prstGeom prst="line">
            <a:avLst/>
          </a:prstGeom>
          <a:noFill/>
          <a:ln w="15875">
            <a:solidFill>
              <a:srgbClr val="2A1F3D"/>
            </a:solidFill>
            <a:prstDash val="solid"/>
          </a:ln>
        </p:spPr>
      </p:sp>
      <p:sp>
        <p:nvSpPr>
          <p:cNvPr id="40" name="Text 38"/>
          <p:cNvSpPr/>
          <p:nvPr/>
        </p:nvSpPr>
        <p:spPr>
          <a:xfrm>
            <a:off x="393192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41" name="Text 39"/>
          <p:cNvSpPr/>
          <p:nvPr/>
        </p:nvSpPr>
        <p:spPr>
          <a:xfrm>
            <a:off x="393192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2" name="Shape 40"/>
          <p:cNvSpPr/>
          <p:nvPr/>
        </p:nvSpPr>
        <p:spPr>
          <a:xfrm>
            <a:off x="4069080" y="1435608"/>
            <a:ext cx="91" cy="201168"/>
          </a:xfrm>
          <a:prstGeom prst="line">
            <a:avLst/>
          </a:prstGeom>
          <a:noFill/>
          <a:ln w="15875">
            <a:solidFill>
              <a:srgbClr val="2A1F3D"/>
            </a:solidFill>
            <a:prstDash val="solid"/>
          </a:ln>
        </p:spPr>
      </p:sp>
      <p:sp>
        <p:nvSpPr>
          <p:cNvPr id="43" name="Text 41"/>
          <p:cNvSpPr/>
          <p:nvPr/>
        </p:nvSpPr>
        <p:spPr>
          <a:xfrm>
            <a:off x="393192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4" name="Shape 42"/>
          <p:cNvSpPr/>
          <p:nvPr/>
        </p:nvSpPr>
        <p:spPr>
          <a:xfrm>
            <a:off x="4069080" y="1929384"/>
            <a:ext cx="91" cy="201168"/>
          </a:xfrm>
          <a:prstGeom prst="line">
            <a:avLst/>
          </a:prstGeom>
          <a:noFill/>
          <a:ln w="15875">
            <a:solidFill>
              <a:srgbClr val="2A1F3D"/>
            </a:solidFill>
            <a:prstDash val="solid"/>
          </a:ln>
        </p:spPr>
      </p:sp>
      <p:sp>
        <p:nvSpPr>
          <p:cNvPr id="45" name="Shape 43"/>
          <p:cNvSpPr/>
          <p:nvPr/>
        </p:nvSpPr>
        <p:spPr>
          <a:xfrm>
            <a:off x="4206240" y="1783080"/>
            <a:ext cx="365760" cy="91"/>
          </a:xfrm>
          <a:prstGeom prst="line">
            <a:avLst/>
          </a:prstGeom>
          <a:noFill/>
          <a:ln w="15875">
            <a:solidFill>
              <a:srgbClr val="2A1F3D"/>
            </a:solidFill>
            <a:prstDash val="solid"/>
          </a:ln>
        </p:spPr>
      </p:sp>
      <p:sp>
        <p:nvSpPr>
          <p:cNvPr id="46" name="Text 44"/>
          <p:cNvSpPr/>
          <p:nvPr/>
        </p:nvSpPr>
        <p:spPr>
          <a:xfrm>
            <a:off x="457200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47" name="Text 45"/>
          <p:cNvSpPr/>
          <p:nvPr/>
        </p:nvSpPr>
        <p:spPr>
          <a:xfrm>
            <a:off x="457200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8" name="Shape 46"/>
          <p:cNvSpPr/>
          <p:nvPr/>
        </p:nvSpPr>
        <p:spPr>
          <a:xfrm>
            <a:off x="4709160" y="1435608"/>
            <a:ext cx="91" cy="201168"/>
          </a:xfrm>
          <a:prstGeom prst="line">
            <a:avLst/>
          </a:prstGeom>
          <a:noFill/>
          <a:ln w="15875">
            <a:solidFill>
              <a:srgbClr val="2A1F3D"/>
            </a:solidFill>
            <a:prstDash val="solid"/>
          </a:ln>
        </p:spPr>
      </p:sp>
      <p:sp>
        <p:nvSpPr>
          <p:cNvPr id="49" name="Text 47"/>
          <p:cNvSpPr/>
          <p:nvPr/>
        </p:nvSpPr>
        <p:spPr>
          <a:xfrm>
            <a:off x="457200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50" name="Shape 48"/>
          <p:cNvSpPr/>
          <p:nvPr/>
        </p:nvSpPr>
        <p:spPr>
          <a:xfrm>
            <a:off x="4709160" y="1929384"/>
            <a:ext cx="91" cy="201168"/>
          </a:xfrm>
          <a:prstGeom prst="line">
            <a:avLst/>
          </a:prstGeom>
          <a:noFill/>
          <a:ln w="15875">
            <a:solidFill>
              <a:srgbClr val="2A1F3D"/>
            </a:solidFill>
            <a:prstDash val="solid"/>
          </a:ln>
        </p:spPr>
      </p:sp>
      <p:sp>
        <p:nvSpPr>
          <p:cNvPr id="51" name="Shape 49"/>
          <p:cNvSpPr/>
          <p:nvPr/>
        </p:nvSpPr>
        <p:spPr>
          <a:xfrm>
            <a:off x="457200" y="1783080"/>
            <a:ext cx="274320" cy="91"/>
          </a:xfrm>
          <a:prstGeom prst="line">
            <a:avLst/>
          </a:prstGeom>
          <a:noFill/>
          <a:ln w="15875">
            <a:solidFill>
              <a:srgbClr val="2A1F3D"/>
            </a:solidFill>
            <a:prstDash val="dash"/>
          </a:ln>
        </p:spPr>
      </p:sp>
      <p:sp>
        <p:nvSpPr>
          <p:cNvPr id="52" name="Shape 50"/>
          <p:cNvSpPr/>
          <p:nvPr/>
        </p:nvSpPr>
        <p:spPr>
          <a:xfrm>
            <a:off x="4846320" y="1783080"/>
            <a:ext cx="274320" cy="91"/>
          </a:xfrm>
          <a:prstGeom prst="line">
            <a:avLst/>
          </a:prstGeom>
          <a:noFill/>
          <a:ln w="15875">
            <a:solidFill>
              <a:srgbClr val="2A1F3D"/>
            </a:solidFill>
            <a:prstDash val="dash"/>
          </a:ln>
        </p:spPr>
      </p:sp>
      <p:sp>
        <p:nvSpPr>
          <p:cNvPr id="53" name="Shape 51"/>
          <p:cNvSpPr/>
          <p:nvPr/>
        </p:nvSpPr>
        <p:spPr>
          <a:xfrm>
            <a:off x="1828800" y="1216152"/>
            <a:ext cx="91" cy="1133856"/>
          </a:xfrm>
          <a:prstGeom prst="line">
            <a:avLst/>
          </a:prstGeom>
          <a:noFill/>
          <a:ln w="22225">
            <a:solidFill>
              <a:srgbClr val="C8414C"/>
            </a:solidFill>
            <a:prstDash val="solid"/>
          </a:ln>
        </p:spPr>
      </p:sp>
      <p:sp>
        <p:nvSpPr>
          <p:cNvPr id="54" name="Shape 52"/>
          <p:cNvSpPr/>
          <p:nvPr/>
        </p:nvSpPr>
        <p:spPr>
          <a:xfrm>
            <a:off x="1828800" y="1216152"/>
            <a:ext cx="73152" cy="91"/>
          </a:xfrm>
          <a:prstGeom prst="line">
            <a:avLst/>
          </a:prstGeom>
          <a:noFill/>
          <a:ln w="22225">
            <a:solidFill>
              <a:srgbClr val="C8414C"/>
            </a:solidFill>
            <a:prstDash val="solid"/>
          </a:ln>
        </p:spPr>
      </p:sp>
      <p:sp>
        <p:nvSpPr>
          <p:cNvPr id="55" name="Shape 53"/>
          <p:cNvSpPr/>
          <p:nvPr/>
        </p:nvSpPr>
        <p:spPr>
          <a:xfrm>
            <a:off x="1828800" y="2350008"/>
            <a:ext cx="73152" cy="91"/>
          </a:xfrm>
          <a:prstGeom prst="line">
            <a:avLst/>
          </a:prstGeom>
          <a:noFill/>
          <a:ln w="22225">
            <a:solidFill>
              <a:srgbClr val="C8414C"/>
            </a:solidFill>
            <a:prstDash val="solid"/>
          </a:ln>
        </p:spPr>
      </p:sp>
      <p:sp>
        <p:nvSpPr>
          <p:cNvPr id="56" name="Shape 54"/>
          <p:cNvSpPr/>
          <p:nvPr/>
        </p:nvSpPr>
        <p:spPr>
          <a:xfrm>
            <a:off x="3108960" y="1216152"/>
            <a:ext cx="91" cy="1133856"/>
          </a:xfrm>
          <a:prstGeom prst="line">
            <a:avLst/>
          </a:prstGeom>
          <a:noFill/>
          <a:ln w="22225">
            <a:solidFill>
              <a:srgbClr val="C8414C"/>
            </a:solidFill>
            <a:prstDash val="solid"/>
          </a:ln>
        </p:spPr>
      </p:sp>
      <p:sp>
        <p:nvSpPr>
          <p:cNvPr id="57" name="Shape 55"/>
          <p:cNvSpPr/>
          <p:nvPr/>
        </p:nvSpPr>
        <p:spPr>
          <a:xfrm flipH="1">
            <a:off x="3035808" y="1216152"/>
            <a:ext cx="73152" cy="91"/>
          </a:xfrm>
          <a:prstGeom prst="line">
            <a:avLst/>
          </a:prstGeom>
          <a:noFill/>
          <a:ln w="22225">
            <a:solidFill>
              <a:srgbClr val="C8414C"/>
            </a:solidFill>
            <a:prstDash val="solid"/>
          </a:ln>
        </p:spPr>
      </p:sp>
      <p:sp>
        <p:nvSpPr>
          <p:cNvPr id="58" name="Shape 56"/>
          <p:cNvSpPr/>
          <p:nvPr/>
        </p:nvSpPr>
        <p:spPr>
          <a:xfrm flipH="1">
            <a:off x="3035808" y="2350008"/>
            <a:ext cx="73152" cy="91"/>
          </a:xfrm>
          <a:prstGeom prst="line">
            <a:avLst/>
          </a:prstGeom>
          <a:noFill/>
          <a:ln w="22225">
            <a:solidFill>
              <a:srgbClr val="C8414C"/>
            </a:solidFill>
            <a:prstDash val="solid"/>
          </a:ln>
        </p:spPr>
      </p:sp>
      <p:sp>
        <p:nvSpPr>
          <p:cNvPr id="59" name="Text 57"/>
          <p:cNvSpPr/>
          <p:nvPr/>
        </p:nvSpPr>
        <p:spPr>
          <a:xfrm>
            <a:off x="3136392" y="2194560"/>
            <a:ext cx="164592" cy="228600"/>
          </a:xfrm>
          <a:prstGeom prst="rect">
            <a:avLst/>
          </a:prstGeom>
          <a:noFill/>
          <a:ln/>
        </p:spPr>
        <p:txBody>
          <a:bodyPr wrap="square" lIns="0" tIns="0" rIns="0" bIns="0" rtlCol="0" anchor="ctr"/>
          <a:lstStyle/>
          <a:p>
            <a:pPr algn="ctr" indent="0" marL="0">
              <a:buNone/>
            </a:pPr>
            <a:r>
              <a:rPr lang="en-US" sz="1200" b="1" dirty="0">
                <a:solidFill>
                  <a:srgbClr val="C8414C"/>
                </a:solidFill>
                <a:latin typeface="Calibri" pitchFamily="34" charset="0"/>
                <a:ea typeface="Calibri" pitchFamily="34" charset="-122"/>
                <a:cs typeface="Calibri" pitchFamily="34" charset="-120"/>
              </a:rPr>
              <a:t>n</a:t>
            </a:r>
            <a:endParaRPr lang="en-US" sz="1200" dirty="0"/>
          </a:p>
        </p:txBody>
      </p:sp>
      <p:sp>
        <p:nvSpPr>
          <p:cNvPr id="60" name="Text 58"/>
          <p:cNvSpPr/>
          <p:nvPr/>
        </p:nvSpPr>
        <p:spPr>
          <a:xfrm>
            <a:off x="594360" y="2514600"/>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repeat unit</a:t>
            </a:r>
            <a:r>
              <a:rPr lang="en-US" sz="1050" dirty="0">
                <a:solidFill>
                  <a:srgbClr val="262B3A"/>
                </a:solidFill>
                <a:latin typeface="Calibri" pitchFamily="34" charset="0"/>
                <a:ea typeface="Calibri" pitchFamily="34" charset="-122"/>
                <a:cs typeface="Calibri" pitchFamily="34" charset="-120"/>
              </a:rPr>
              <a:t> –CH₂–CH₂–   • strong </a:t>
            </a:r>
            <a:r>
              <a:rPr lang="en-US" sz="1050" b="1" dirty="0">
                <a:solidFill>
                  <a:srgbClr val="262B3A"/>
                </a:solidFill>
                <a:latin typeface="Calibri" pitchFamily="34" charset="0"/>
                <a:ea typeface="Calibri" pitchFamily="34" charset="-122"/>
                <a:cs typeface="Calibri" pitchFamily="34" charset="-120"/>
              </a:rPr>
              <a:t>covalent</a:t>
            </a:r>
            <a:r>
              <a:rPr lang="en-US" sz="1050" dirty="0">
                <a:solidFill>
                  <a:srgbClr val="262B3A"/>
                </a:solidFill>
                <a:latin typeface="Calibri" pitchFamily="34" charset="0"/>
                <a:ea typeface="Calibri" pitchFamily="34" charset="-122"/>
                <a:cs typeface="Calibri" pitchFamily="34" charset="-120"/>
              </a:rPr>
              <a:t> bonds along the chain</a:t>
            </a:r>
            <a:endParaRPr lang="en-US" sz="1050" dirty="0"/>
          </a:p>
        </p:txBody>
      </p:sp>
      <p:sp>
        <p:nvSpPr>
          <p:cNvPr id="61" name="Shape 59"/>
          <p:cNvSpPr/>
          <p:nvPr/>
        </p:nvSpPr>
        <p:spPr>
          <a:xfrm>
            <a:off x="594360" y="2852928"/>
            <a:ext cx="5212080" cy="91"/>
          </a:xfrm>
          <a:prstGeom prst="line">
            <a:avLst/>
          </a:prstGeom>
          <a:noFill/>
          <a:ln w="12700">
            <a:solidFill>
              <a:srgbClr val="DDD3EC"/>
            </a:solidFill>
            <a:prstDash val="dash"/>
          </a:ln>
        </p:spPr>
      </p:sp>
      <p:sp>
        <p:nvSpPr>
          <p:cNvPr id="62" name="Shape 60"/>
          <p:cNvSpPr/>
          <p:nvPr/>
        </p:nvSpPr>
        <p:spPr>
          <a:xfrm>
            <a:off x="777240" y="3154680"/>
            <a:ext cx="256032" cy="164108"/>
          </a:xfrm>
          <a:prstGeom prst="line">
            <a:avLst/>
          </a:prstGeom>
          <a:noFill/>
          <a:ln w="25400">
            <a:solidFill>
              <a:srgbClr val="4A4A55"/>
            </a:solidFill>
            <a:prstDash val="solid"/>
          </a:ln>
        </p:spPr>
      </p:sp>
      <p:sp>
        <p:nvSpPr>
          <p:cNvPr id="63" name="Shape 61"/>
          <p:cNvSpPr/>
          <p:nvPr/>
        </p:nvSpPr>
        <p:spPr>
          <a:xfrm flipV="1">
            <a:off x="1033272" y="3187478"/>
            <a:ext cx="256032" cy="131311"/>
          </a:xfrm>
          <a:prstGeom prst="line">
            <a:avLst/>
          </a:prstGeom>
          <a:noFill/>
          <a:ln w="25400">
            <a:solidFill>
              <a:srgbClr val="4A4A55"/>
            </a:solidFill>
            <a:prstDash val="solid"/>
          </a:ln>
        </p:spPr>
      </p:sp>
      <p:sp>
        <p:nvSpPr>
          <p:cNvPr id="64" name="Shape 62"/>
          <p:cNvSpPr/>
          <p:nvPr/>
        </p:nvSpPr>
        <p:spPr>
          <a:xfrm>
            <a:off x="1289304" y="3187478"/>
            <a:ext cx="256032" cy="156119"/>
          </a:xfrm>
          <a:prstGeom prst="line">
            <a:avLst/>
          </a:prstGeom>
          <a:noFill/>
          <a:ln w="25400">
            <a:solidFill>
              <a:srgbClr val="4A4A55"/>
            </a:solidFill>
            <a:prstDash val="solid"/>
          </a:ln>
        </p:spPr>
      </p:sp>
      <p:sp>
        <p:nvSpPr>
          <p:cNvPr id="65" name="Shape 63"/>
          <p:cNvSpPr/>
          <p:nvPr/>
        </p:nvSpPr>
        <p:spPr>
          <a:xfrm flipV="1">
            <a:off x="1545336" y="3200381"/>
            <a:ext cx="256032" cy="143216"/>
          </a:xfrm>
          <a:prstGeom prst="line">
            <a:avLst/>
          </a:prstGeom>
          <a:noFill/>
          <a:ln w="25400">
            <a:solidFill>
              <a:srgbClr val="4A4A55"/>
            </a:solidFill>
            <a:prstDash val="solid"/>
          </a:ln>
        </p:spPr>
      </p:sp>
      <p:sp>
        <p:nvSpPr>
          <p:cNvPr id="66" name="Shape 64"/>
          <p:cNvSpPr/>
          <p:nvPr/>
        </p:nvSpPr>
        <p:spPr>
          <a:xfrm>
            <a:off x="1801368" y="3200381"/>
            <a:ext cx="256032" cy="142177"/>
          </a:xfrm>
          <a:prstGeom prst="line">
            <a:avLst/>
          </a:prstGeom>
          <a:noFill/>
          <a:ln w="25400">
            <a:solidFill>
              <a:srgbClr val="4A4A55"/>
            </a:solidFill>
            <a:prstDash val="solid"/>
          </a:ln>
        </p:spPr>
      </p:sp>
      <p:sp>
        <p:nvSpPr>
          <p:cNvPr id="67" name="Shape 65"/>
          <p:cNvSpPr/>
          <p:nvPr/>
        </p:nvSpPr>
        <p:spPr>
          <a:xfrm flipV="1">
            <a:off x="2057400" y="3185562"/>
            <a:ext cx="256032" cy="156995"/>
          </a:xfrm>
          <a:prstGeom prst="line">
            <a:avLst/>
          </a:prstGeom>
          <a:noFill/>
          <a:ln w="25400">
            <a:solidFill>
              <a:srgbClr val="4A4A55"/>
            </a:solidFill>
            <a:prstDash val="solid"/>
          </a:ln>
        </p:spPr>
      </p:sp>
      <p:sp>
        <p:nvSpPr>
          <p:cNvPr id="68" name="Shape 66"/>
          <p:cNvSpPr/>
          <p:nvPr/>
        </p:nvSpPr>
        <p:spPr>
          <a:xfrm>
            <a:off x="2313432" y="3185562"/>
            <a:ext cx="256032" cy="130737"/>
          </a:xfrm>
          <a:prstGeom prst="line">
            <a:avLst/>
          </a:prstGeom>
          <a:noFill/>
          <a:ln w="25400">
            <a:solidFill>
              <a:srgbClr val="4A4A55"/>
            </a:solidFill>
            <a:prstDash val="solid"/>
          </a:ln>
        </p:spPr>
      </p:sp>
      <p:sp>
        <p:nvSpPr>
          <p:cNvPr id="69" name="Shape 67"/>
          <p:cNvSpPr/>
          <p:nvPr/>
        </p:nvSpPr>
        <p:spPr>
          <a:xfrm flipV="1">
            <a:off x="2569464" y="3152011"/>
            <a:ext cx="256032" cy="164289"/>
          </a:xfrm>
          <a:prstGeom prst="line">
            <a:avLst/>
          </a:prstGeom>
          <a:noFill/>
          <a:ln w="25400">
            <a:solidFill>
              <a:srgbClr val="4A4A55"/>
            </a:solidFill>
            <a:prstDash val="solid"/>
          </a:ln>
        </p:spPr>
      </p:sp>
      <p:sp>
        <p:nvSpPr>
          <p:cNvPr id="70" name="Shape 68"/>
          <p:cNvSpPr/>
          <p:nvPr/>
        </p:nvSpPr>
        <p:spPr>
          <a:xfrm>
            <a:off x="2825496" y="3152011"/>
            <a:ext cx="256032" cy="128741"/>
          </a:xfrm>
          <a:prstGeom prst="line">
            <a:avLst/>
          </a:prstGeom>
          <a:noFill/>
          <a:ln w="25400">
            <a:solidFill>
              <a:srgbClr val="4A4A55"/>
            </a:solidFill>
            <a:prstDash val="solid"/>
          </a:ln>
        </p:spPr>
      </p:sp>
      <p:sp>
        <p:nvSpPr>
          <p:cNvPr id="71" name="Shape 69"/>
          <p:cNvSpPr/>
          <p:nvPr/>
        </p:nvSpPr>
        <p:spPr>
          <a:xfrm flipV="1">
            <a:off x="3081528" y="3120079"/>
            <a:ext cx="256032" cy="160673"/>
          </a:xfrm>
          <a:prstGeom prst="line">
            <a:avLst/>
          </a:prstGeom>
          <a:noFill/>
          <a:ln w="25400">
            <a:solidFill>
              <a:srgbClr val="4A4A55"/>
            </a:solidFill>
            <a:prstDash val="solid"/>
          </a:ln>
        </p:spPr>
      </p:sp>
      <p:sp>
        <p:nvSpPr>
          <p:cNvPr id="72" name="Shape 70"/>
          <p:cNvSpPr/>
          <p:nvPr/>
        </p:nvSpPr>
        <p:spPr>
          <a:xfrm>
            <a:off x="3337560" y="3120079"/>
            <a:ext cx="256032" cy="137398"/>
          </a:xfrm>
          <a:prstGeom prst="line">
            <a:avLst/>
          </a:prstGeom>
          <a:noFill/>
          <a:ln w="25400">
            <a:solidFill>
              <a:srgbClr val="4A4A55"/>
            </a:solidFill>
            <a:prstDash val="solid"/>
          </a:ln>
        </p:spPr>
      </p:sp>
      <p:sp>
        <p:nvSpPr>
          <p:cNvPr id="73" name="Shape 71"/>
          <p:cNvSpPr/>
          <p:nvPr/>
        </p:nvSpPr>
        <p:spPr>
          <a:xfrm flipV="1">
            <a:off x="3593592" y="3109135"/>
            <a:ext cx="256032" cy="148341"/>
          </a:xfrm>
          <a:prstGeom prst="line">
            <a:avLst/>
          </a:prstGeom>
          <a:noFill/>
          <a:ln w="25400">
            <a:solidFill>
              <a:srgbClr val="4A4A55"/>
            </a:solidFill>
            <a:prstDash val="solid"/>
          </a:ln>
        </p:spPr>
      </p:sp>
      <p:sp>
        <p:nvSpPr>
          <p:cNvPr id="74" name="Shape 72"/>
          <p:cNvSpPr/>
          <p:nvPr/>
        </p:nvSpPr>
        <p:spPr>
          <a:xfrm>
            <a:off x="3849624" y="3109135"/>
            <a:ext cx="256032" cy="151457"/>
          </a:xfrm>
          <a:prstGeom prst="line">
            <a:avLst/>
          </a:prstGeom>
          <a:noFill/>
          <a:ln w="25400">
            <a:solidFill>
              <a:srgbClr val="4A4A55"/>
            </a:solidFill>
            <a:prstDash val="solid"/>
          </a:ln>
        </p:spPr>
      </p:sp>
      <p:sp>
        <p:nvSpPr>
          <p:cNvPr id="75" name="Shape 73"/>
          <p:cNvSpPr/>
          <p:nvPr/>
        </p:nvSpPr>
        <p:spPr>
          <a:xfrm flipV="1">
            <a:off x="4105656" y="3125818"/>
            <a:ext cx="256032" cy="134774"/>
          </a:xfrm>
          <a:prstGeom prst="line">
            <a:avLst/>
          </a:prstGeom>
          <a:noFill/>
          <a:ln w="25400">
            <a:solidFill>
              <a:srgbClr val="4A4A55"/>
            </a:solidFill>
            <a:prstDash val="solid"/>
          </a:ln>
        </p:spPr>
      </p:sp>
      <p:sp>
        <p:nvSpPr>
          <p:cNvPr id="76" name="Shape 74"/>
          <p:cNvSpPr/>
          <p:nvPr/>
        </p:nvSpPr>
        <p:spPr>
          <a:xfrm>
            <a:off x="4361688" y="3125818"/>
            <a:ext cx="256032" cy="162391"/>
          </a:xfrm>
          <a:prstGeom prst="line">
            <a:avLst/>
          </a:prstGeom>
          <a:noFill/>
          <a:ln w="25400">
            <a:solidFill>
              <a:srgbClr val="4A4A55"/>
            </a:solidFill>
            <a:prstDash val="solid"/>
          </a:ln>
        </p:spPr>
      </p:sp>
      <p:sp>
        <p:nvSpPr>
          <p:cNvPr id="77" name="Shape 75"/>
          <p:cNvSpPr/>
          <p:nvPr/>
        </p:nvSpPr>
        <p:spPr>
          <a:xfrm flipV="1">
            <a:off x="4617720" y="3160009"/>
            <a:ext cx="256032" cy="128200"/>
          </a:xfrm>
          <a:prstGeom prst="line">
            <a:avLst/>
          </a:prstGeom>
          <a:noFill/>
          <a:ln w="25400">
            <a:solidFill>
              <a:srgbClr val="4A4A55"/>
            </a:solidFill>
            <a:prstDash val="solid"/>
          </a:ln>
        </p:spPr>
      </p:sp>
      <p:sp>
        <p:nvSpPr>
          <p:cNvPr id="78" name="Shape 76"/>
          <p:cNvSpPr/>
          <p:nvPr/>
        </p:nvSpPr>
        <p:spPr>
          <a:xfrm>
            <a:off x="4873752" y="3160009"/>
            <a:ext cx="256032" cy="163566"/>
          </a:xfrm>
          <a:prstGeom prst="line">
            <a:avLst/>
          </a:prstGeom>
          <a:noFill/>
          <a:ln w="25400">
            <a:solidFill>
              <a:srgbClr val="4A4A55"/>
            </a:solidFill>
            <a:prstDash val="solid"/>
          </a:ln>
        </p:spPr>
      </p:sp>
      <p:sp>
        <p:nvSpPr>
          <p:cNvPr id="79" name="Shape 77"/>
          <p:cNvSpPr/>
          <p:nvPr/>
        </p:nvSpPr>
        <p:spPr>
          <a:xfrm flipV="1">
            <a:off x="5129784" y="3190966"/>
            <a:ext cx="256032" cy="132608"/>
          </a:xfrm>
          <a:prstGeom prst="line">
            <a:avLst/>
          </a:prstGeom>
          <a:noFill/>
          <a:ln w="25400">
            <a:solidFill>
              <a:srgbClr val="4A4A55"/>
            </a:solidFill>
            <a:prstDash val="solid"/>
          </a:ln>
        </p:spPr>
      </p:sp>
      <p:sp>
        <p:nvSpPr>
          <p:cNvPr id="80" name="Shape 78"/>
          <p:cNvSpPr/>
          <p:nvPr/>
        </p:nvSpPr>
        <p:spPr>
          <a:xfrm>
            <a:off x="745236" y="3122676"/>
            <a:ext cx="64008" cy="64008"/>
          </a:xfrm>
          <a:prstGeom prst="ellipse">
            <a:avLst/>
          </a:prstGeom>
          <a:solidFill>
            <a:srgbClr val="4A4A55"/>
          </a:solidFill>
          <a:ln w="6350">
            <a:solidFill>
              <a:srgbClr val="22222A"/>
            </a:solidFill>
            <a:prstDash val="solid"/>
          </a:ln>
        </p:spPr>
      </p:sp>
      <p:sp>
        <p:nvSpPr>
          <p:cNvPr id="81" name="Shape 79"/>
          <p:cNvSpPr/>
          <p:nvPr/>
        </p:nvSpPr>
        <p:spPr>
          <a:xfrm>
            <a:off x="1001268" y="3286784"/>
            <a:ext cx="64008" cy="64008"/>
          </a:xfrm>
          <a:prstGeom prst="ellipse">
            <a:avLst/>
          </a:prstGeom>
          <a:solidFill>
            <a:srgbClr val="4A4A55"/>
          </a:solidFill>
          <a:ln w="6350">
            <a:solidFill>
              <a:srgbClr val="22222A"/>
            </a:solidFill>
            <a:prstDash val="solid"/>
          </a:ln>
        </p:spPr>
      </p:sp>
      <p:sp>
        <p:nvSpPr>
          <p:cNvPr id="82" name="Shape 80"/>
          <p:cNvSpPr/>
          <p:nvPr/>
        </p:nvSpPr>
        <p:spPr>
          <a:xfrm>
            <a:off x="1257300" y="3155474"/>
            <a:ext cx="64008" cy="64008"/>
          </a:xfrm>
          <a:prstGeom prst="ellipse">
            <a:avLst/>
          </a:prstGeom>
          <a:solidFill>
            <a:srgbClr val="4A4A55"/>
          </a:solidFill>
          <a:ln w="6350">
            <a:solidFill>
              <a:srgbClr val="22222A"/>
            </a:solidFill>
            <a:prstDash val="solid"/>
          </a:ln>
        </p:spPr>
      </p:sp>
      <p:sp>
        <p:nvSpPr>
          <p:cNvPr id="83" name="Shape 81"/>
          <p:cNvSpPr/>
          <p:nvPr/>
        </p:nvSpPr>
        <p:spPr>
          <a:xfrm>
            <a:off x="1513332" y="3311593"/>
            <a:ext cx="64008" cy="64008"/>
          </a:xfrm>
          <a:prstGeom prst="ellipse">
            <a:avLst/>
          </a:prstGeom>
          <a:solidFill>
            <a:srgbClr val="4A4A55"/>
          </a:solidFill>
          <a:ln w="6350">
            <a:solidFill>
              <a:srgbClr val="22222A"/>
            </a:solidFill>
            <a:prstDash val="solid"/>
          </a:ln>
        </p:spPr>
      </p:sp>
      <p:sp>
        <p:nvSpPr>
          <p:cNvPr id="84" name="Shape 82"/>
          <p:cNvSpPr/>
          <p:nvPr/>
        </p:nvSpPr>
        <p:spPr>
          <a:xfrm>
            <a:off x="1769364" y="3168377"/>
            <a:ext cx="64008" cy="64008"/>
          </a:xfrm>
          <a:prstGeom prst="ellipse">
            <a:avLst/>
          </a:prstGeom>
          <a:solidFill>
            <a:srgbClr val="4A4A55"/>
          </a:solidFill>
          <a:ln w="6350">
            <a:solidFill>
              <a:srgbClr val="22222A"/>
            </a:solidFill>
            <a:prstDash val="solid"/>
          </a:ln>
        </p:spPr>
      </p:sp>
      <p:sp>
        <p:nvSpPr>
          <p:cNvPr id="85" name="Shape 83"/>
          <p:cNvSpPr/>
          <p:nvPr/>
        </p:nvSpPr>
        <p:spPr>
          <a:xfrm>
            <a:off x="2025396" y="3310553"/>
            <a:ext cx="64008" cy="64008"/>
          </a:xfrm>
          <a:prstGeom prst="ellipse">
            <a:avLst/>
          </a:prstGeom>
          <a:solidFill>
            <a:srgbClr val="4A4A55"/>
          </a:solidFill>
          <a:ln w="6350">
            <a:solidFill>
              <a:srgbClr val="22222A"/>
            </a:solidFill>
            <a:prstDash val="solid"/>
          </a:ln>
        </p:spPr>
      </p:sp>
      <p:sp>
        <p:nvSpPr>
          <p:cNvPr id="86" name="Shape 84"/>
          <p:cNvSpPr/>
          <p:nvPr/>
        </p:nvSpPr>
        <p:spPr>
          <a:xfrm>
            <a:off x="2281428" y="3153558"/>
            <a:ext cx="64008" cy="64008"/>
          </a:xfrm>
          <a:prstGeom prst="ellipse">
            <a:avLst/>
          </a:prstGeom>
          <a:solidFill>
            <a:srgbClr val="4A4A55"/>
          </a:solidFill>
          <a:ln w="6350">
            <a:solidFill>
              <a:srgbClr val="22222A"/>
            </a:solidFill>
            <a:prstDash val="solid"/>
          </a:ln>
        </p:spPr>
      </p:sp>
      <p:sp>
        <p:nvSpPr>
          <p:cNvPr id="87" name="Shape 85"/>
          <p:cNvSpPr/>
          <p:nvPr/>
        </p:nvSpPr>
        <p:spPr>
          <a:xfrm>
            <a:off x="2537460" y="3284296"/>
            <a:ext cx="64008" cy="64008"/>
          </a:xfrm>
          <a:prstGeom prst="ellipse">
            <a:avLst/>
          </a:prstGeom>
          <a:solidFill>
            <a:srgbClr val="4A4A55"/>
          </a:solidFill>
          <a:ln w="6350">
            <a:solidFill>
              <a:srgbClr val="22222A"/>
            </a:solidFill>
            <a:prstDash val="solid"/>
          </a:ln>
        </p:spPr>
      </p:sp>
      <p:sp>
        <p:nvSpPr>
          <p:cNvPr id="88" name="Shape 86"/>
          <p:cNvSpPr/>
          <p:nvPr/>
        </p:nvSpPr>
        <p:spPr>
          <a:xfrm>
            <a:off x="2793492" y="3120007"/>
            <a:ext cx="64008" cy="64008"/>
          </a:xfrm>
          <a:prstGeom prst="ellipse">
            <a:avLst/>
          </a:prstGeom>
          <a:solidFill>
            <a:srgbClr val="4A4A55"/>
          </a:solidFill>
          <a:ln w="6350">
            <a:solidFill>
              <a:srgbClr val="22222A"/>
            </a:solidFill>
            <a:prstDash val="solid"/>
          </a:ln>
        </p:spPr>
      </p:sp>
      <p:sp>
        <p:nvSpPr>
          <p:cNvPr id="89" name="Shape 87"/>
          <p:cNvSpPr/>
          <p:nvPr/>
        </p:nvSpPr>
        <p:spPr>
          <a:xfrm>
            <a:off x="3049524" y="3248748"/>
            <a:ext cx="64008" cy="64008"/>
          </a:xfrm>
          <a:prstGeom prst="ellipse">
            <a:avLst/>
          </a:prstGeom>
          <a:solidFill>
            <a:srgbClr val="4A4A55"/>
          </a:solidFill>
          <a:ln w="6350">
            <a:solidFill>
              <a:srgbClr val="22222A"/>
            </a:solidFill>
            <a:prstDash val="solid"/>
          </a:ln>
        </p:spPr>
      </p:sp>
      <p:sp>
        <p:nvSpPr>
          <p:cNvPr id="90" name="Shape 88"/>
          <p:cNvSpPr/>
          <p:nvPr/>
        </p:nvSpPr>
        <p:spPr>
          <a:xfrm>
            <a:off x="3305556" y="3088075"/>
            <a:ext cx="64008" cy="64008"/>
          </a:xfrm>
          <a:prstGeom prst="ellipse">
            <a:avLst/>
          </a:prstGeom>
          <a:solidFill>
            <a:srgbClr val="4A4A55"/>
          </a:solidFill>
          <a:ln w="6350">
            <a:solidFill>
              <a:srgbClr val="22222A"/>
            </a:solidFill>
            <a:prstDash val="solid"/>
          </a:ln>
        </p:spPr>
      </p:sp>
      <p:sp>
        <p:nvSpPr>
          <p:cNvPr id="91" name="Shape 89"/>
          <p:cNvSpPr/>
          <p:nvPr/>
        </p:nvSpPr>
        <p:spPr>
          <a:xfrm>
            <a:off x="3561588" y="3225473"/>
            <a:ext cx="64008" cy="64008"/>
          </a:xfrm>
          <a:prstGeom prst="ellipse">
            <a:avLst/>
          </a:prstGeom>
          <a:solidFill>
            <a:srgbClr val="4A4A55"/>
          </a:solidFill>
          <a:ln w="6350">
            <a:solidFill>
              <a:srgbClr val="22222A"/>
            </a:solidFill>
            <a:prstDash val="solid"/>
          </a:ln>
        </p:spPr>
      </p:sp>
      <p:sp>
        <p:nvSpPr>
          <p:cNvPr id="92" name="Shape 90"/>
          <p:cNvSpPr/>
          <p:nvPr/>
        </p:nvSpPr>
        <p:spPr>
          <a:xfrm>
            <a:off x="3817620" y="3077131"/>
            <a:ext cx="64008" cy="64008"/>
          </a:xfrm>
          <a:prstGeom prst="ellipse">
            <a:avLst/>
          </a:prstGeom>
          <a:solidFill>
            <a:srgbClr val="4A4A55"/>
          </a:solidFill>
          <a:ln w="6350">
            <a:solidFill>
              <a:srgbClr val="22222A"/>
            </a:solidFill>
            <a:prstDash val="solid"/>
          </a:ln>
        </p:spPr>
      </p:sp>
      <p:sp>
        <p:nvSpPr>
          <p:cNvPr id="93" name="Shape 91"/>
          <p:cNvSpPr/>
          <p:nvPr/>
        </p:nvSpPr>
        <p:spPr>
          <a:xfrm>
            <a:off x="4073652" y="3228588"/>
            <a:ext cx="64008" cy="64008"/>
          </a:xfrm>
          <a:prstGeom prst="ellipse">
            <a:avLst/>
          </a:prstGeom>
          <a:solidFill>
            <a:srgbClr val="4A4A55"/>
          </a:solidFill>
          <a:ln w="6350">
            <a:solidFill>
              <a:srgbClr val="22222A"/>
            </a:solidFill>
            <a:prstDash val="solid"/>
          </a:ln>
        </p:spPr>
      </p:sp>
      <p:sp>
        <p:nvSpPr>
          <p:cNvPr id="94" name="Shape 92"/>
          <p:cNvSpPr/>
          <p:nvPr/>
        </p:nvSpPr>
        <p:spPr>
          <a:xfrm>
            <a:off x="4329684" y="3093814"/>
            <a:ext cx="64008" cy="64008"/>
          </a:xfrm>
          <a:prstGeom prst="ellipse">
            <a:avLst/>
          </a:prstGeom>
          <a:solidFill>
            <a:srgbClr val="4A4A55"/>
          </a:solidFill>
          <a:ln w="6350">
            <a:solidFill>
              <a:srgbClr val="22222A"/>
            </a:solidFill>
            <a:prstDash val="solid"/>
          </a:ln>
        </p:spPr>
      </p:sp>
      <p:sp>
        <p:nvSpPr>
          <p:cNvPr id="95" name="Shape 93"/>
          <p:cNvSpPr/>
          <p:nvPr/>
        </p:nvSpPr>
        <p:spPr>
          <a:xfrm>
            <a:off x="4585716" y="3256205"/>
            <a:ext cx="64008" cy="64008"/>
          </a:xfrm>
          <a:prstGeom prst="ellipse">
            <a:avLst/>
          </a:prstGeom>
          <a:solidFill>
            <a:srgbClr val="4A4A55"/>
          </a:solidFill>
          <a:ln w="6350">
            <a:solidFill>
              <a:srgbClr val="22222A"/>
            </a:solidFill>
            <a:prstDash val="solid"/>
          </a:ln>
        </p:spPr>
      </p:sp>
      <p:sp>
        <p:nvSpPr>
          <p:cNvPr id="96" name="Shape 94"/>
          <p:cNvSpPr/>
          <p:nvPr/>
        </p:nvSpPr>
        <p:spPr>
          <a:xfrm>
            <a:off x="4841748" y="3128005"/>
            <a:ext cx="64008" cy="64008"/>
          </a:xfrm>
          <a:prstGeom prst="ellipse">
            <a:avLst/>
          </a:prstGeom>
          <a:solidFill>
            <a:srgbClr val="4A4A55"/>
          </a:solidFill>
          <a:ln w="6350">
            <a:solidFill>
              <a:srgbClr val="22222A"/>
            </a:solidFill>
            <a:prstDash val="solid"/>
          </a:ln>
        </p:spPr>
      </p:sp>
      <p:sp>
        <p:nvSpPr>
          <p:cNvPr id="97" name="Shape 95"/>
          <p:cNvSpPr/>
          <p:nvPr/>
        </p:nvSpPr>
        <p:spPr>
          <a:xfrm>
            <a:off x="5097780" y="3291571"/>
            <a:ext cx="64008" cy="64008"/>
          </a:xfrm>
          <a:prstGeom prst="ellipse">
            <a:avLst/>
          </a:prstGeom>
          <a:solidFill>
            <a:srgbClr val="4A4A55"/>
          </a:solidFill>
          <a:ln w="6350">
            <a:solidFill>
              <a:srgbClr val="22222A"/>
            </a:solidFill>
            <a:prstDash val="solid"/>
          </a:ln>
        </p:spPr>
      </p:sp>
      <p:sp>
        <p:nvSpPr>
          <p:cNvPr id="98" name="Shape 96"/>
          <p:cNvSpPr/>
          <p:nvPr/>
        </p:nvSpPr>
        <p:spPr>
          <a:xfrm>
            <a:off x="5353812" y="3158962"/>
            <a:ext cx="64008" cy="64008"/>
          </a:xfrm>
          <a:prstGeom prst="ellipse">
            <a:avLst/>
          </a:prstGeom>
          <a:solidFill>
            <a:srgbClr val="4A4A55"/>
          </a:solidFill>
          <a:ln w="6350">
            <a:solidFill>
              <a:srgbClr val="22222A"/>
            </a:solidFill>
            <a:prstDash val="solid"/>
          </a:ln>
        </p:spPr>
      </p:sp>
      <p:sp>
        <p:nvSpPr>
          <p:cNvPr id="99" name="Shape 97"/>
          <p:cNvSpPr/>
          <p:nvPr/>
        </p:nvSpPr>
        <p:spPr>
          <a:xfrm>
            <a:off x="886968" y="3520440"/>
            <a:ext cx="256032" cy="159190"/>
          </a:xfrm>
          <a:prstGeom prst="line">
            <a:avLst/>
          </a:prstGeom>
          <a:noFill/>
          <a:ln w="25400">
            <a:solidFill>
              <a:srgbClr val="5B3A8C"/>
            </a:solidFill>
            <a:prstDash val="solid"/>
          </a:ln>
        </p:spPr>
      </p:sp>
      <p:sp>
        <p:nvSpPr>
          <p:cNvPr id="100" name="Shape 98"/>
          <p:cNvSpPr/>
          <p:nvPr/>
        </p:nvSpPr>
        <p:spPr>
          <a:xfrm flipV="1">
            <a:off x="1143000" y="3545167"/>
            <a:ext cx="256032" cy="134463"/>
          </a:xfrm>
          <a:prstGeom prst="line">
            <a:avLst/>
          </a:prstGeom>
          <a:noFill/>
          <a:ln w="25400">
            <a:solidFill>
              <a:srgbClr val="5B3A8C"/>
            </a:solidFill>
            <a:prstDash val="solid"/>
          </a:ln>
        </p:spPr>
      </p:sp>
      <p:sp>
        <p:nvSpPr>
          <p:cNvPr id="101" name="Shape 99"/>
          <p:cNvSpPr/>
          <p:nvPr/>
        </p:nvSpPr>
        <p:spPr>
          <a:xfrm>
            <a:off x="1399032" y="3545167"/>
            <a:ext cx="256032" cy="156140"/>
          </a:xfrm>
          <a:prstGeom prst="line">
            <a:avLst/>
          </a:prstGeom>
          <a:noFill/>
          <a:ln w="25400">
            <a:solidFill>
              <a:srgbClr val="5B3A8C"/>
            </a:solidFill>
            <a:prstDash val="solid"/>
          </a:ln>
        </p:spPr>
      </p:sp>
      <p:sp>
        <p:nvSpPr>
          <p:cNvPr id="102" name="Shape 100"/>
          <p:cNvSpPr/>
          <p:nvPr/>
        </p:nvSpPr>
        <p:spPr>
          <a:xfrm flipV="1">
            <a:off x="1655064" y="3562037"/>
            <a:ext cx="256032" cy="139270"/>
          </a:xfrm>
          <a:prstGeom prst="line">
            <a:avLst/>
          </a:prstGeom>
          <a:noFill/>
          <a:ln w="25400">
            <a:solidFill>
              <a:srgbClr val="5B3A8C"/>
            </a:solidFill>
            <a:prstDash val="solid"/>
          </a:ln>
        </p:spPr>
      </p:sp>
      <p:sp>
        <p:nvSpPr>
          <p:cNvPr id="103" name="Shape 101"/>
          <p:cNvSpPr/>
          <p:nvPr/>
        </p:nvSpPr>
        <p:spPr>
          <a:xfrm>
            <a:off x="1911096" y="3562037"/>
            <a:ext cx="256032" cy="149965"/>
          </a:xfrm>
          <a:prstGeom prst="line">
            <a:avLst/>
          </a:prstGeom>
          <a:noFill/>
          <a:ln w="25400">
            <a:solidFill>
              <a:srgbClr val="5B3A8C"/>
            </a:solidFill>
            <a:prstDash val="solid"/>
          </a:ln>
        </p:spPr>
      </p:sp>
      <p:sp>
        <p:nvSpPr>
          <p:cNvPr id="104" name="Shape 102"/>
          <p:cNvSpPr/>
          <p:nvPr/>
        </p:nvSpPr>
        <p:spPr>
          <a:xfrm flipV="1">
            <a:off x="2167128" y="3565690"/>
            <a:ext cx="256032" cy="146312"/>
          </a:xfrm>
          <a:prstGeom prst="line">
            <a:avLst/>
          </a:prstGeom>
          <a:noFill/>
          <a:ln w="25400">
            <a:solidFill>
              <a:srgbClr val="5B3A8C"/>
            </a:solidFill>
            <a:prstDash val="solid"/>
          </a:ln>
        </p:spPr>
      </p:sp>
      <p:sp>
        <p:nvSpPr>
          <p:cNvPr id="105" name="Shape 103"/>
          <p:cNvSpPr/>
          <p:nvPr/>
        </p:nvSpPr>
        <p:spPr>
          <a:xfrm>
            <a:off x="2423160" y="3565690"/>
            <a:ext cx="256032" cy="142627"/>
          </a:xfrm>
          <a:prstGeom prst="line">
            <a:avLst/>
          </a:prstGeom>
          <a:noFill/>
          <a:ln w="25400">
            <a:solidFill>
              <a:srgbClr val="5B3A8C"/>
            </a:solidFill>
            <a:prstDash val="solid"/>
          </a:ln>
        </p:spPr>
      </p:sp>
      <p:sp>
        <p:nvSpPr>
          <p:cNvPr id="106" name="Shape 104"/>
          <p:cNvSpPr/>
          <p:nvPr/>
        </p:nvSpPr>
        <p:spPr>
          <a:xfrm flipV="1">
            <a:off x="2679192" y="3554965"/>
            <a:ext cx="256032" cy="153352"/>
          </a:xfrm>
          <a:prstGeom prst="line">
            <a:avLst/>
          </a:prstGeom>
          <a:noFill/>
          <a:ln w="25400">
            <a:solidFill>
              <a:srgbClr val="5B3A8C"/>
            </a:solidFill>
            <a:prstDash val="solid"/>
          </a:ln>
        </p:spPr>
      </p:sp>
      <p:sp>
        <p:nvSpPr>
          <p:cNvPr id="107" name="Shape 105"/>
          <p:cNvSpPr/>
          <p:nvPr/>
        </p:nvSpPr>
        <p:spPr>
          <a:xfrm>
            <a:off x="2935224" y="3554965"/>
            <a:ext cx="256032" cy="136457"/>
          </a:xfrm>
          <a:prstGeom prst="line">
            <a:avLst/>
          </a:prstGeom>
          <a:noFill/>
          <a:ln w="25400">
            <a:solidFill>
              <a:srgbClr val="5B3A8C"/>
            </a:solidFill>
            <a:prstDash val="solid"/>
          </a:ln>
        </p:spPr>
      </p:sp>
      <p:sp>
        <p:nvSpPr>
          <p:cNvPr id="108" name="Shape 106"/>
          <p:cNvSpPr/>
          <p:nvPr/>
        </p:nvSpPr>
        <p:spPr>
          <a:xfrm flipV="1">
            <a:off x="3191256" y="3533270"/>
            <a:ext cx="256032" cy="158152"/>
          </a:xfrm>
          <a:prstGeom prst="line">
            <a:avLst/>
          </a:prstGeom>
          <a:noFill/>
          <a:ln w="25400">
            <a:solidFill>
              <a:srgbClr val="5B3A8C"/>
            </a:solidFill>
            <a:prstDash val="solid"/>
          </a:ln>
        </p:spPr>
      </p:sp>
      <p:sp>
        <p:nvSpPr>
          <p:cNvPr id="109" name="Shape 107"/>
          <p:cNvSpPr/>
          <p:nvPr/>
        </p:nvSpPr>
        <p:spPr>
          <a:xfrm>
            <a:off x="3447288" y="3533270"/>
            <a:ext cx="256032" cy="133416"/>
          </a:xfrm>
          <a:prstGeom prst="line">
            <a:avLst/>
          </a:prstGeom>
          <a:noFill/>
          <a:ln w="25400">
            <a:solidFill>
              <a:srgbClr val="5B3A8C"/>
            </a:solidFill>
            <a:prstDash val="solid"/>
          </a:ln>
        </p:spPr>
      </p:sp>
      <p:sp>
        <p:nvSpPr>
          <p:cNvPr id="110" name="Shape 108"/>
          <p:cNvSpPr/>
          <p:nvPr/>
        </p:nvSpPr>
        <p:spPr>
          <a:xfrm flipV="1">
            <a:off x="3703320" y="3507499"/>
            <a:ext cx="256032" cy="159188"/>
          </a:xfrm>
          <a:prstGeom prst="line">
            <a:avLst/>
          </a:prstGeom>
          <a:noFill/>
          <a:ln w="25400">
            <a:solidFill>
              <a:srgbClr val="5B3A8C"/>
            </a:solidFill>
            <a:prstDash val="solid"/>
          </a:ln>
        </p:spPr>
      </p:sp>
      <p:sp>
        <p:nvSpPr>
          <p:cNvPr id="111" name="Shape 109"/>
          <p:cNvSpPr/>
          <p:nvPr/>
        </p:nvSpPr>
        <p:spPr>
          <a:xfrm>
            <a:off x="3959352" y="3507499"/>
            <a:ext cx="256032" cy="134470"/>
          </a:xfrm>
          <a:prstGeom prst="line">
            <a:avLst/>
          </a:prstGeom>
          <a:noFill/>
          <a:ln w="25400">
            <a:solidFill>
              <a:srgbClr val="5B3A8C"/>
            </a:solidFill>
            <a:prstDash val="solid"/>
          </a:ln>
        </p:spPr>
      </p:sp>
      <p:sp>
        <p:nvSpPr>
          <p:cNvPr id="112" name="Shape 110"/>
          <p:cNvSpPr/>
          <p:nvPr/>
        </p:nvSpPr>
        <p:spPr>
          <a:xfrm flipV="1">
            <a:off x="4215384" y="3485839"/>
            <a:ext cx="256032" cy="156129"/>
          </a:xfrm>
          <a:prstGeom prst="line">
            <a:avLst/>
          </a:prstGeom>
          <a:noFill/>
          <a:ln w="25400">
            <a:solidFill>
              <a:srgbClr val="5B3A8C"/>
            </a:solidFill>
            <a:prstDash val="solid"/>
          </a:ln>
        </p:spPr>
      </p:sp>
      <p:sp>
        <p:nvSpPr>
          <p:cNvPr id="113" name="Shape 111"/>
          <p:cNvSpPr/>
          <p:nvPr/>
        </p:nvSpPr>
        <p:spPr>
          <a:xfrm>
            <a:off x="4471416" y="3485839"/>
            <a:ext cx="256032" cy="139284"/>
          </a:xfrm>
          <a:prstGeom prst="line">
            <a:avLst/>
          </a:prstGeom>
          <a:noFill/>
          <a:ln w="25400">
            <a:solidFill>
              <a:srgbClr val="5B3A8C"/>
            </a:solidFill>
            <a:prstDash val="solid"/>
          </a:ln>
        </p:spPr>
      </p:sp>
      <p:sp>
        <p:nvSpPr>
          <p:cNvPr id="114" name="Shape 112"/>
          <p:cNvSpPr/>
          <p:nvPr/>
        </p:nvSpPr>
        <p:spPr>
          <a:xfrm flipV="1">
            <a:off x="4727448" y="3475173"/>
            <a:ext cx="256032" cy="149949"/>
          </a:xfrm>
          <a:prstGeom prst="line">
            <a:avLst/>
          </a:prstGeom>
          <a:noFill/>
          <a:ln w="25400">
            <a:solidFill>
              <a:srgbClr val="5B3A8C"/>
            </a:solidFill>
            <a:prstDash val="solid"/>
          </a:ln>
        </p:spPr>
      </p:sp>
      <p:sp>
        <p:nvSpPr>
          <p:cNvPr id="115" name="Shape 113"/>
          <p:cNvSpPr/>
          <p:nvPr/>
        </p:nvSpPr>
        <p:spPr>
          <a:xfrm>
            <a:off x="4983480" y="3475173"/>
            <a:ext cx="256032" cy="146329"/>
          </a:xfrm>
          <a:prstGeom prst="line">
            <a:avLst/>
          </a:prstGeom>
          <a:noFill/>
          <a:ln w="25400">
            <a:solidFill>
              <a:srgbClr val="5B3A8C"/>
            </a:solidFill>
            <a:prstDash val="solid"/>
          </a:ln>
        </p:spPr>
      </p:sp>
      <p:sp>
        <p:nvSpPr>
          <p:cNvPr id="116" name="Shape 114"/>
          <p:cNvSpPr/>
          <p:nvPr/>
        </p:nvSpPr>
        <p:spPr>
          <a:xfrm flipV="1">
            <a:off x="5239512" y="3478891"/>
            <a:ext cx="256032" cy="142611"/>
          </a:xfrm>
          <a:prstGeom prst="line">
            <a:avLst/>
          </a:prstGeom>
          <a:noFill/>
          <a:ln w="25400">
            <a:solidFill>
              <a:srgbClr val="5B3A8C"/>
            </a:solidFill>
            <a:prstDash val="solid"/>
          </a:ln>
        </p:spPr>
      </p:sp>
      <p:sp>
        <p:nvSpPr>
          <p:cNvPr id="117" name="Shape 115"/>
          <p:cNvSpPr/>
          <p:nvPr/>
        </p:nvSpPr>
        <p:spPr>
          <a:xfrm>
            <a:off x="854964" y="3488436"/>
            <a:ext cx="64008" cy="64008"/>
          </a:xfrm>
          <a:prstGeom prst="ellipse">
            <a:avLst/>
          </a:prstGeom>
          <a:solidFill>
            <a:srgbClr val="4A4A55"/>
          </a:solidFill>
          <a:ln w="6350">
            <a:solidFill>
              <a:srgbClr val="22222A"/>
            </a:solidFill>
            <a:prstDash val="solid"/>
          </a:ln>
        </p:spPr>
      </p:sp>
      <p:sp>
        <p:nvSpPr>
          <p:cNvPr id="118" name="Shape 116"/>
          <p:cNvSpPr/>
          <p:nvPr/>
        </p:nvSpPr>
        <p:spPr>
          <a:xfrm>
            <a:off x="1110996" y="3647626"/>
            <a:ext cx="64008" cy="64008"/>
          </a:xfrm>
          <a:prstGeom prst="ellipse">
            <a:avLst/>
          </a:prstGeom>
          <a:solidFill>
            <a:srgbClr val="4A4A55"/>
          </a:solidFill>
          <a:ln w="6350">
            <a:solidFill>
              <a:srgbClr val="22222A"/>
            </a:solidFill>
            <a:prstDash val="solid"/>
          </a:ln>
        </p:spPr>
      </p:sp>
      <p:sp>
        <p:nvSpPr>
          <p:cNvPr id="119" name="Shape 117"/>
          <p:cNvSpPr/>
          <p:nvPr/>
        </p:nvSpPr>
        <p:spPr>
          <a:xfrm>
            <a:off x="1367028" y="3513163"/>
            <a:ext cx="64008" cy="64008"/>
          </a:xfrm>
          <a:prstGeom prst="ellipse">
            <a:avLst/>
          </a:prstGeom>
          <a:solidFill>
            <a:srgbClr val="4A4A55"/>
          </a:solidFill>
          <a:ln w="6350">
            <a:solidFill>
              <a:srgbClr val="22222A"/>
            </a:solidFill>
            <a:prstDash val="solid"/>
          </a:ln>
        </p:spPr>
      </p:sp>
      <p:sp>
        <p:nvSpPr>
          <p:cNvPr id="120" name="Shape 118"/>
          <p:cNvSpPr/>
          <p:nvPr/>
        </p:nvSpPr>
        <p:spPr>
          <a:xfrm>
            <a:off x="1623060" y="3669303"/>
            <a:ext cx="64008" cy="64008"/>
          </a:xfrm>
          <a:prstGeom prst="ellipse">
            <a:avLst/>
          </a:prstGeom>
          <a:solidFill>
            <a:srgbClr val="4A4A55"/>
          </a:solidFill>
          <a:ln w="6350">
            <a:solidFill>
              <a:srgbClr val="22222A"/>
            </a:solidFill>
            <a:prstDash val="solid"/>
          </a:ln>
        </p:spPr>
      </p:sp>
      <p:sp>
        <p:nvSpPr>
          <p:cNvPr id="121" name="Shape 119"/>
          <p:cNvSpPr/>
          <p:nvPr/>
        </p:nvSpPr>
        <p:spPr>
          <a:xfrm>
            <a:off x="1879092" y="3530033"/>
            <a:ext cx="64008" cy="64008"/>
          </a:xfrm>
          <a:prstGeom prst="ellipse">
            <a:avLst/>
          </a:prstGeom>
          <a:solidFill>
            <a:srgbClr val="4A4A55"/>
          </a:solidFill>
          <a:ln w="6350">
            <a:solidFill>
              <a:srgbClr val="22222A"/>
            </a:solidFill>
            <a:prstDash val="solid"/>
          </a:ln>
        </p:spPr>
      </p:sp>
      <p:sp>
        <p:nvSpPr>
          <p:cNvPr id="122" name="Shape 120"/>
          <p:cNvSpPr/>
          <p:nvPr/>
        </p:nvSpPr>
        <p:spPr>
          <a:xfrm>
            <a:off x="2135124" y="3679998"/>
            <a:ext cx="64008" cy="64008"/>
          </a:xfrm>
          <a:prstGeom prst="ellipse">
            <a:avLst/>
          </a:prstGeom>
          <a:solidFill>
            <a:srgbClr val="4A4A55"/>
          </a:solidFill>
          <a:ln w="6350">
            <a:solidFill>
              <a:srgbClr val="22222A"/>
            </a:solidFill>
            <a:prstDash val="solid"/>
          </a:ln>
        </p:spPr>
      </p:sp>
      <p:sp>
        <p:nvSpPr>
          <p:cNvPr id="123" name="Shape 121"/>
          <p:cNvSpPr/>
          <p:nvPr/>
        </p:nvSpPr>
        <p:spPr>
          <a:xfrm>
            <a:off x="2391156" y="3533686"/>
            <a:ext cx="64008" cy="64008"/>
          </a:xfrm>
          <a:prstGeom prst="ellipse">
            <a:avLst/>
          </a:prstGeom>
          <a:solidFill>
            <a:srgbClr val="4A4A55"/>
          </a:solidFill>
          <a:ln w="6350">
            <a:solidFill>
              <a:srgbClr val="22222A"/>
            </a:solidFill>
            <a:prstDash val="solid"/>
          </a:ln>
        </p:spPr>
      </p:sp>
      <p:sp>
        <p:nvSpPr>
          <p:cNvPr id="124" name="Shape 122"/>
          <p:cNvSpPr/>
          <p:nvPr/>
        </p:nvSpPr>
        <p:spPr>
          <a:xfrm>
            <a:off x="2647188" y="3676313"/>
            <a:ext cx="64008" cy="64008"/>
          </a:xfrm>
          <a:prstGeom prst="ellipse">
            <a:avLst/>
          </a:prstGeom>
          <a:solidFill>
            <a:srgbClr val="4A4A55"/>
          </a:solidFill>
          <a:ln w="6350">
            <a:solidFill>
              <a:srgbClr val="22222A"/>
            </a:solidFill>
            <a:prstDash val="solid"/>
          </a:ln>
        </p:spPr>
      </p:sp>
      <p:sp>
        <p:nvSpPr>
          <p:cNvPr id="125" name="Shape 123"/>
          <p:cNvSpPr/>
          <p:nvPr/>
        </p:nvSpPr>
        <p:spPr>
          <a:xfrm>
            <a:off x="2903220" y="3522961"/>
            <a:ext cx="64008" cy="64008"/>
          </a:xfrm>
          <a:prstGeom prst="ellipse">
            <a:avLst/>
          </a:prstGeom>
          <a:solidFill>
            <a:srgbClr val="4A4A55"/>
          </a:solidFill>
          <a:ln w="6350">
            <a:solidFill>
              <a:srgbClr val="22222A"/>
            </a:solidFill>
            <a:prstDash val="solid"/>
          </a:ln>
        </p:spPr>
      </p:sp>
      <p:sp>
        <p:nvSpPr>
          <p:cNvPr id="126" name="Shape 124"/>
          <p:cNvSpPr/>
          <p:nvPr/>
        </p:nvSpPr>
        <p:spPr>
          <a:xfrm>
            <a:off x="3159252" y="3659418"/>
            <a:ext cx="64008" cy="64008"/>
          </a:xfrm>
          <a:prstGeom prst="ellipse">
            <a:avLst/>
          </a:prstGeom>
          <a:solidFill>
            <a:srgbClr val="4A4A55"/>
          </a:solidFill>
          <a:ln w="6350">
            <a:solidFill>
              <a:srgbClr val="22222A"/>
            </a:solidFill>
            <a:prstDash val="solid"/>
          </a:ln>
        </p:spPr>
      </p:sp>
      <p:sp>
        <p:nvSpPr>
          <p:cNvPr id="127" name="Shape 125"/>
          <p:cNvSpPr/>
          <p:nvPr/>
        </p:nvSpPr>
        <p:spPr>
          <a:xfrm>
            <a:off x="3415284" y="3501266"/>
            <a:ext cx="64008" cy="64008"/>
          </a:xfrm>
          <a:prstGeom prst="ellipse">
            <a:avLst/>
          </a:prstGeom>
          <a:solidFill>
            <a:srgbClr val="4A4A55"/>
          </a:solidFill>
          <a:ln w="6350">
            <a:solidFill>
              <a:srgbClr val="22222A"/>
            </a:solidFill>
            <a:prstDash val="solid"/>
          </a:ln>
        </p:spPr>
      </p:sp>
      <p:sp>
        <p:nvSpPr>
          <p:cNvPr id="128" name="Shape 126"/>
          <p:cNvSpPr/>
          <p:nvPr/>
        </p:nvSpPr>
        <p:spPr>
          <a:xfrm>
            <a:off x="3671316" y="3634682"/>
            <a:ext cx="64008" cy="64008"/>
          </a:xfrm>
          <a:prstGeom prst="ellipse">
            <a:avLst/>
          </a:prstGeom>
          <a:solidFill>
            <a:srgbClr val="4A4A55"/>
          </a:solidFill>
          <a:ln w="6350">
            <a:solidFill>
              <a:srgbClr val="22222A"/>
            </a:solidFill>
            <a:prstDash val="solid"/>
          </a:ln>
        </p:spPr>
      </p:sp>
      <p:sp>
        <p:nvSpPr>
          <p:cNvPr id="129" name="Shape 127"/>
          <p:cNvSpPr/>
          <p:nvPr/>
        </p:nvSpPr>
        <p:spPr>
          <a:xfrm>
            <a:off x="3927348" y="3475495"/>
            <a:ext cx="64008" cy="64008"/>
          </a:xfrm>
          <a:prstGeom prst="ellipse">
            <a:avLst/>
          </a:prstGeom>
          <a:solidFill>
            <a:srgbClr val="4A4A55"/>
          </a:solidFill>
          <a:ln w="6350">
            <a:solidFill>
              <a:srgbClr val="22222A"/>
            </a:solidFill>
            <a:prstDash val="solid"/>
          </a:ln>
        </p:spPr>
      </p:sp>
      <p:sp>
        <p:nvSpPr>
          <p:cNvPr id="130" name="Shape 128"/>
          <p:cNvSpPr/>
          <p:nvPr/>
        </p:nvSpPr>
        <p:spPr>
          <a:xfrm>
            <a:off x="4183380" y="3609964"/>
            <a:ext cx="64008" cy="64008"/>
          </a:xfrm>
          <a:prstGeom prst="ellipse">
            <a:avLst/>
          </a:prstGeom>
          <a:solidFill>
            <a:srgbClr val="4A4A55"/>
          </a:solidFill>
          <a:ln w="6350">
            <a:solidFill>
              <a:srgbClr val="22222A"/>
            </a:solidFill>
            <a:prstDash val="solid"/>
          </a:ln>
        </p:spPr>
      </p:sp>
      <p:sp>
        <p:nvSpPr>
          <p:cNvPr id="131" name="Shape 129"/>
          <p:cNvSpPr/>
          <p:nvPr/>
        </p:nvSpPr>
        <p:spPr>
          <a:xfrm>
            <a:off x="4439412" y="3453835"/>
            <a:ext cx="64008" cy="64008"/>
          </a:xfrm>
          <a:prstGeom prst="ellipse">
            <a:avLst/>
          </a:prstGeom>
          <a:solidFill>
            <a:srgbClr val="4A4A55"/>
          </a:solidFill>
          <a:ln w="6350">
            <a:solidFill>
              <a:srgbClr val="22222A"/>
            </a:solidFill>
            <a:prstDash val="solid"/>
          </a:ln>
        </p:spPr>
      </p:sp>
      <p:sp>
        <p:nvSpPr>
          <p:cNvPr id="132" name="Shape 130"/>
          <p:cNvSpPr/>
          <p:nvPr/>
        </p:nvSpPr>
        <p:spPr>
          <a:xfrm>
            <a:off x="4695444" y="3593119"/>
            <a:ext cx="64008" cy="64008"/>
          </a:xfrm>
          <a:prstGeom prst="ellipse">
            <a:avLst/>
          </a:prstGeom>
          <a:solidFill>
            <a:srgbClr val="4A4A55"/>
          </a:solidFill>
          <a:ln w="6350">
            <a:solidFill>
              <a:srgbClr val="22222A"/>
            </a:solidFill>
            <a:prstDash val="solid"/>
          </a:ln>
        </p:spPr>
      </p:sp>
      <p:sp>
        <p:nvSpPr>
          <p:cNvPr id="133" name="Shape 131"/>
          <p:cNvSpPr/>
          <p:nvPr/>
        </p:nvSpPr>
        <p:spPr>
          <a:xfrm>
            <a:off x="4951476" y="3443169"/>
            <a:ext cx="64008" cy="64008"/>
          </a:xfrm>
          <a:prstGeom prst="ellipse">
            <a:avLst/>
          </a:prstGeom>
          <a:solidFill>
            <a:srgbClr val="4A4A55"/>
          </a:solidFill>
          <a:ln w="6350">
            <a:solidFill>
              <a:srgbClr val="22222A"/>
            </a:solidFill>
            <a:prstDash val="solid"/>
          </a:ln>
        </p:spPr>
      </p:sp>
      <p:sp>
        <p:nvSpPr>
          <p:cNvPr id="134" name="Shape 132"/>
          <p:cNvSpPr/>
          <p:nvPr/>
        </p:nvSpPr>
        <p:spPr>
          <a:xfrm>
            <a:off x="5207508" y="3589498"/>
            <a:ext cx="64008" cy="64008"/>
          </a:xfrm>
          <a:prstGeom prst="ellipse">
            <a:avLst/>
          </a:prstGeom>
          <a:solidFill>
            <a:srgbClr val="4A4A55"/>
          </a:solidFill>
          <a:ln w="6350">
            <a:solidFill>
              <a:srgbClr val="22222A"/>
            </a:solidFill>
            <a:prstDash val="solid"/>
          </a:ln>
        </p:spPr>
      </p:sp>
      <p:sp>
        <p:nvSpPr>
          <p:cNvPr id="135" name="Shape 133"/>
          <p:cNvSpPr/>
          <p:nvPr/>
        </p:nvSpPr>
        <p:spPr>
          <a:xfrm>
            <a:off x="5463540" y="3446887"/>
            <a:ext cx="64008" cy="64008"/>
          </a:xfrm>
          <a:prstGeom prst="ellipse">
            <a:avLst/>
          </a:prstGeom>
          <a:solidFill>
            <a:srgbClr val="4A4A55"/>
          </a:solidFill>
          <a:ln w="6350">
            <a:solidFill>
              <a:srgbClr val="22222A"/>
            </a:solidFill>
            <a:prstDash val="solid"/>
          </a:ln>
        </p:spPr>
      </p:sp>
      <p:sp>
        <p:nvSpPr>
          <p:cNvPr id="136" name="Shape 134"/>
          <p:cNvSpPr/>
          <p:nvPr/>
        </p:nvSpPr>
        <p:spPr>
          <a:xfrm>
            <a:off x="777240" y="3886200"/>
            <a:ext cx="256032" cy="156381"/>
          </a:xfrm>
          <a:prstGeom prst="line">
            <a:avLst/>
          </a:prstGeom>
          <a:noFill/>
          <a:ln w="25400">
            <a:solidFill>
              <a:srgbClr val="2F6B8F"/>
            </a:solidFill>
            <a:prstDash val="solid"/>
          </a:ln>
        </p:spPr>
      </p:sp>
      <p:sp>
        <p:nvSpPr>
          <p:cNvPr id="137" name="Shape 135"/>
          <p:cNvSpPr/>
          <p:nvPr/>
        </p:nvSpPr>
        <p:spPr>
          <a:xfrm flipV="1">
            <a:off x="1033272" y="3905858"/>
            <a:ext cx="256032" cy="136723"/>
          </a:xfrm>
          <a:prstGeom prst="line">
            <a:avLst/>
          </a:prstGeom>
          <a:noFill/>
          <a:ln w="25400">
            <a:solidFill>
              <a:srgbClr val="2F6B8F"/>
            </a:solidFill>
            <a:prstDash val="solid"/>
          </a:ln>
        </p:spPr>
      </p:sp>
      <p:sp>
        <p:nvSpPr>
          <p:cNvPr id="138" name="Shape 136"/>
          <p:cNvSpPr/>
          <p:nvPr/>
        </p:nvSpPr>
        <p:spPr>
          <a:xfrm>
            <a:off x="1289304" y="3905858"/>
            <a:ext cx="256032" cy="154918"/>
          </a:xfrm>
          <a:prstGeom prst="line">
            <a:avLst/>
          </a:prstGeom>
          <a:noFill/>
          <a:ln w="25400">
            <a:solidFill>
              <a:srgbClr val="2F6B8F"/>
            </a:solidFill>
            <a:prstDash val="solid"/>
          </a:ln>
        </p:spPr>
      </p:sp>
      <p:sp>
        <p:nvSpPr>
          <p:cNvPr id="139" name="Shape 137"/>
          <p:cNvSpPr/>
          <p:nvPr/>
        </p:nvSpPr>
        <p:spPr>
          <a:xfrm flipV="1">
            <a:off x="1545336" y="3921696"/>
            <a:ext cx="256032" cy="139080"/>
          </a:xfrm>
          <a:prstGeom prst="line">
            <a:avLst/>
          </a:prstGeom>
          <a:noFill/>
          <a:ln w="25400">
            <a:solidFill>
              <a:srgbClr val="2F6B8F"/>
            </a:solidFill>
            <a:prstDash val="solid"/>
          </a:ln>
        </p:spPr>
      </p:sp>
      <p:sp>
        <p:nvSpPr>
          <p:cNvPr id="140" name="Shape 138"/>
          <p:cNvSpPr/>
          <p:nvPr/>
        </p:nvSpPr>
        <p:spPr>
          <a:xfrm>
            <a:off x="1801368" y="3921696"/>
            <a:ext cx="256032" cy="151782"/>
          </a:xfrm>
          <a:prstGeom prst="line">
            <a:avLst/>
          </a:prstGeom>
          <a:noFill/>
          <a:ln w="25400">
            <a:solidFill>
              <a:srgbClr val="2F6B8F"/>
            </a:solidFill>
            <a:prstDash val="solid"/>
          </a:ln>
        </p:spPr>
      </p:sp>
      <p:sp>
        <p:nvSpPr>
          <p:cNvPr id="141" name="Shape 139"/>
          <p:cNvSpPr/>
          <p:nvPr/>
        </p:nvSpPr>
        <p:spPr>
          <a:xfrm flipV="1">
            <a:off x="2057400" y="3930637"/>
            <a:ext cx="256032" cy="142841"/>
          </a:xfrm>
          <a:prstGeom prst="line">
            <a:avLst/>
          </a:prstGeom>
          <a:noFill/>
          <a:ln w="25400">
            <a:solidFill>
              <a:srgbClr val="2F6B8F"/>
            </a:solidFill>
            <a:prstDash val="solid"/>
          </a:ln>
        </p:spPr>
      </p:sp>
      <p:sp>
        <p:nvSpPr>
          <p:cNvPr id="142" name="Shape 140"/>
          <p:cNvSpPr/>
          <p:nvPr/>
        </p:nvSpPr>
        <p:spPr>
          <a:xfrm>
            <a:off x="2313432" y="3930637"/>
            <a:ext cx="256032" cy="147582"/>
          </a:xfrm>
          <a:prstGeom prst="line">
            <a:avLst/>
          </a:prstGeom>
          <a:noFill/>
          <a:ln w="25400">
            <a:solidFill>
              <a:srgbClr val="2F6B8F"/>
            </a:solidFill>
            <a:prstDash val="solid"/>
          </a:ln>
        </p:spPr>
      </p:sp>
      <p:sp>
        <p:nvSpPr>
          <p:cNvPr id="143" name="Shape 141"/>
          <p:cNvSpPr/>
          <p:nvPr/>
        </p:nvSpPr>
        <p:spPr>
          <a:xfrm flipV="1">
            <a:off x="2569464" y="3930944"/>
            <a:ext cx="256032" cy="147275"/>
          </a:xfrm>
          <a:prstGeom prst="line">
            <a:avLst/>
          </a:prstGeom>
          <a:noFill/>
          <a:ln w="25400">
            <a:solidFill>
              <a:srgbClr val="2F6B8F"/>
            </a:solidFill>
            <a:prstDash val="solid"/>
          </a:ln>
        </p:spPr>
      </p:sp>
      <p:sp>
        <p:nvSpPr>
          <p:cNvPr id="144" name="Shape 142"/>
          <p:cNvSpPr/>
          <p:nvPr/>
        </p:nvSpPr>
        <p:spPr>
          <a:xfrm>
            <a:off x="2825496" y="3930944"/>
            <a:ext cx="256032" cy="143133"/>
          </a:xfrm>
          <a:prstGeom prst="line">
            <a:avLst/>
          </a:prstGeom>
          <a:noFill/>
          <a:ln w="25400">
            <a:solidFill>
              <a:srgbClr val="2F6B8F"/>
            </a:solidFill>
            <a:prstDash val="solid"/>
          </a:ln>
        </p:spPr>
      </p:sp>
      <p:sp>
        <p:nvSpPr>
          <p:cNvPr id="145" name="Shape 143"/>
          <p:cNvSpPr/>
          <p:nvPr/>
        </p:nvSpPr>
        <p:spPr>
          <a:xfrm flipV="1">
            <a:off x="3081528" y="3922557"/>
            <a:ext cx="256032" cy="151520"/>
          </a:xfrm>
          <a:prstGeom prst="line">
            <a:avLst/>
          </a:prstGeom>
          <a:noFill/>
          <a:ln w="25400">
            <a:solidFill>
              <a:srgbClr val="2F6B8F"/>
            </a:solidFill>
            <a:prstDash val="solid"/>
          </a:ln>
        </p:spPr>
      </p:sp>
      <p:sp>
        <p:nvSpPr>
          <p:cNvPr id="146" name="Shape 144"/>
          <p:cNvSpPr/>
          <p:nvPr/>
        </p:nvSpPr>
        <p:spPr>
          <a:xfrm>
            <a:off x="3337560" y="3922557"/>
            <a:ext cx="256032" cy="139300"/>
          </a:xfrm>
          <a:prstGeom prst="line">
            <a:avLst/>
          </a:prstGeom>
          <a:noFill/>
          <a:ln w="25400">
            <a:solidFill>
              <a:srgbClr val="2F6B8F"/>
            </a:solidFill>
            <a:prstDash val="solid"/>
          </a:ln>
        </p:spPr>
      </p:sp>
      <p:sp>
        <p:nvSpPr>
          <p:cNvPr id="147" name="Shape 145"/>
          <p:cNvSpPr/>
          <p:nvPr/>
        </p:nvSpPr>
        <p:spPr>
          <a:xfrm flipV="1">
            <a:off x="3593592" y="3907107"/>
            <a:ext cx="256032" cy="154751"/>
          </a:xfrm>
          <a:prstGeom prst="line">
            <a:avLst/>
          </a:prstGeom>
          <a:noFill/>
          <a:ln w="25400">
            <a:solidFill>
              <a:srgbClr val="2F6B8F"/>
            </a:solidFill>
            <a:prstDash val="solid"/>
          </a:ln>
        </p:spPr>
      </p:sp>
      <p:sp>
        <p:nvSpPr>
          <p:cNvPr id="148" name="Shape 146"/>
          <p:cNvSpPr/>
          <p:nvPr/>
        </p:nvSpPr>
        <p:spPr>
          <a:xfrm>
            <a:off x="3849624" y="3907107"/>
            <a:ext cx="256032" cy="136829"/>
          </a:xfrm>
          <a:prstGeom prst="line">
            <a:avLst/>
          </a:prstGeom>
          <a:noFill/>
          <a:ln w="25400">
            <a:solidFill>
              <a:srgbClr val="2F6B8F"/>
            </a:solidFill>
            <a:prstDash val="solid"/>
          </a:ln>
        </p:spPr>
      </p:sp>
      <p:sp>
        <p:nvSpPr>
          <p:cNvPr id="149" name="Shape 147"/>
          <p:cNvSpPr/>
          <p:nvPr/>
        </p:nvSpPr>
        <p:spPr>
          <a:xfrm flipV="1">
            <a:off x="4105656" y="3887593"/>
            <a:ext cx="256032" cy="156342"/>
          </a:xfrm>
          <a:prstGeom prst="line">
            <a:avLst/>
          </a:prstGeom>
          <a:noFill/>
          <a:ln w="25400">
            <a:solidFill>
              <a:srgbClr val="2F6B8F"/>
            </a:solidFill>
            <a:prstDash val="solid"/>
          </a:ln>
        </p:spPr>
      </p:sp>
      <p:sp>
        <p:nvSpPr>
          <p:cNvPr id="150" name="Shape 148"/>
          <p:cNvSpPr/>
          <p:nvPr/>
        </p:nvSpPr>
        <p:spPr>
          <a:xfrm>
            <a:off x="4361688" y="3887593"/>
            <a:ext cx="256032" cy="136198"/>
          </a:xfrm>
          <a:prstGeom prst="line">
            <a:avLst/>
          </a:prstGeom>
          <a:noFill/>
          <a:ln w="25400">
            <a:solidFill>
              <a:srgbClr val="2F6B8F"/>
            </a:solidFill>
            <a:prstDash val="solid"/>
          </a:ln>
        </p:spPr>
      </p:sp>
      <p:sp>
        <p:nvSpPr>
          <p:cNvPr id="151" name="Shape 149"/>
          <p:cNvSpPr/>
          <p:nvPr/>
        </p:nvSpPr>
        <p:spPr>
          <a:xfrm flipV="1">
            <a:off x="4617720" y="3867810"/>
            <a:ext cx="256032" cy="155982"/>
          </a:xfrm>
          <a:prstGeom prst="line">
            <a:avLst/>
          </a:prstGeom>
          <a:noFill/>
          <a:ln w="25400">
            <a:solidFill>
              <a:srgbClr val="2F6B8F"/>
            </a:solidFill>
            <a:prstDash val="solid"/>
          </a:ln>
        </p:spPr>
      </p:sp>
      <p:sp>
        <p:nvSpPr>
          <p:cNvPr id="152" name="Shape 150"/>
          <p:cNvSpPr/>
          <p:nvPr/>
        </p:nvSpPr>
        <p:spPr>
          <a:xfrm>
            <a:off x="4873752" y="3867810"/>
            <a:ext cx="256032" cy="137531"/>
          </a:xfrm>
          <a:prstGeom prst="line">
            <a:avLst/>
          </a:prstGeom>
          <a:noFill/>
          <a:ln w="25400">
            <a:solidFill>
              <a:srgbClr val="2F6B8F"/>
            </a:solidFill>
            <a:prstDash val="solid"/>
          </a:ln>
        </p:spPr>
      </p:sp>
      <p:sp>
        <p:nvSpPr>
          <p:cNvPr id="153" name="Shape 151"/>
          <p:cNvSpPr/>
          <p:nvPr/>
        </p:nvSpPr>
        <p:spPr>
          <a:xfrm flipV="1">
            <a:off x="5129784" y="3851599"/>
            <a:ext cx="256032" cy="153741"/>
          </a:xfrm>
          <a:prstGeom prst="line">
            <a:avLst/>
          </a:prstGeom>
          <a:noFill/>
          <a:ln w="25400">
            <a:solidFill>
              <a:srgbClr val="2F6B8F"/>
            </a:solidFill>
            <a:prstDash val="solid"/>
          </a:ln>
        </p:spPr>
      </p:sp>
      <p:sp>
        <p:nvSpPr>
          <p:cNvPr id="154" name="Shape 152"/>
          <p:cNvSpPr/>
          <p:nvPr/>
        </p:nvSpPr>
        <p:spPr>
          <a:xfrm>
            <a:off x="745236" y="3854196"/>
            <a:ext cx="64008" cy="64008"/>
          </a:xfrm>
          <a:prstGeom prst="ellipse">
            <a:avLst/>
          </a:prstGeom>
          <a:solidFill>
            <a:srgbClr val="4A4A55"/>
          </a:solidFill>
          <a:ln w="6350">
            <a:solidFill>
              <a:srgbClr val="22222A"/>
            </a:solidFill>
            <a:prstDash val="solid"/>
          </a:ln>
        </p:spPr>
      </p:sp>
      <p:sp>
        <p:nvSpPr>
          <p:cNvPr id="155" name="Shape 153"/>
          <p:cNvSpPr/>
          <p:nvPr/>
        </p:nvSpPr>
        <p:spPr>
          <a:xfrm>
            <a:off x="1001268" y="4010577"/>
            <a:ext cx="64008" cy="64008"/>
          </a:xfrm>
          <a:prstGeom prst="ellipse">
            <a:avLst/>
          </a:prstGeom>
          <a:solidFill>
            <a:srgbClr val="4A4A55"/>
          </a:solidFill>
          <a:ln w="6350">
            <a:solidFill>
              <a:srgbClr val="22222A"/>
            </a:solidFill>
            <a:prstDash val="solid"/>
          </a:ln>
        </p:spPr>
      </p:sp>
      <p:sp>
        <p:nvSpPr>
          <p:cNvPr id="156" name="Shape 154"/>
          <p:cNvSpPr/>
          <p:nvPr/>
        </p:nvSpPr>
        <p:spPr>
          <a:xfrm>
            <a:off x="1257300" y="3873854"/>
            <a:ext cx="64008" cy="64008"/>
          </a:xfrm>
          <a:prstGeom prst="ellipse">
            <a:avLst/>
          </a:prstGeom>
          <a:solidFill>
            <a:srgbClr val="4A4A55"/>
          </a:solidFill>
          <a:ln w="6350">
            <a:solidFill>
              <a:srgbClr val="22222A"/>
            </a:solidFill>
            <a:prstDash val="solid"/>
          </a:ln>
        </p:spPr>
      </p:sp>
      <p:sp>
        <p:nvSpPr>
          <p:cNvPr id="157" name="Shape 155"/>
          <p:cNvSpPr/>
          <p:nvPr/>
        </p:nvSpPr>
        <p:spPr>
          <a:xfrm>
            <a:off x="1513332" y="4028772"/>
            <a:ext cx="64008" cy="64008"/>
          </a:xfrm>
          <a:prstGeom prst="ellipse">
            <a:avLst/>
          </a:prstGeom>
          <a:solidFill>
            <a:srgbClr val="4A4A55"/>
          </a:solidFill>
          <a:ln w="6350">
            <a:solidFill>
              <a:srgbClr val="22222A"/>
            </a:solidFill>
            <a:prstDash val="solid"/>
          </a:ln>
        </p:spPr>
      </p:sp>
      <p:sp>
        <p:nvSpPr>
          <p:cNvPr id="158" name="Shape 156"/>
          <p:cNvSpPr/>
          <p:nvPr/>
        </p:nvSpPr>
        <p:spPr>
          <a:xfrm>
            <a:off x="1769364" y="3889692"/>
            <a:ext cx="64008" cy="64008"/>
          </a:xfrm>
          <a:prstGeom prst="ellipse">
            <a:avLst/>
          </a:prstGeom>
          <a:solidFill>
            <a:srgbClr val="4A4A55"/>
          </a:solidFill>
          <a:ln w="6350">
            <a:solidFill>
              <a:srgbClr val="22222A"/>
            </a:solidFill>
            <a:prstDash val="solid"/>
          </a:ln>
        </p:spPr>
      </p:sp>
      <p:sp>
        <p:nvSpPr>
          <p:cNvPr id="159" name="Shape 157"/>
          <p:cNvSpPr/>
          <p:nvPr/>
        </p:nvSpPr>
        <p:spPr>
          <a:xfrm>
            <a:off x="2025396" y="4041474"/>
            <a:ext cx="64008" cy="64008"/>
          </a:xfrm>
          <a:prstGeom prst="ellipse">
            <a:avLst/>
          </a:prstGeom>
          <a:solidFill>
            <a:srgbClr val="4A4A55"/>
          </a:solidFill>
          <a:ln w="6350">
            <a:solidFill>
              <a:srgbClr val="22222A"/>
            </a:solidFill>
            <a:prstDash val="solid"/>
          </a:ln>
        </p:spPr>
      </p:sp>
      <p:sp>
        <p:nvSpPr>
          <p:cNvPr id="160" name="Shape 158"/>
          <p:cNvSpPr/>
          <p:nvPr/>
        </p:nvSpPr>
        <p:spPr>
          <a:xfrm>
            <a:off x="2281428" y="3898633"/>
            <a:ext cx="64008" cy="64008"/>
          </a:xfrm>
          <a:prstGeom prst="ellipse">
            <a:avLst/>
          </a:prstGeom>
          <a:solidFill>
            <a:srgbClr val="4A4A55"/>
          </a:solidFill>
          <a:ln w="6350">
            <a:solidFill>
              <a:srgbClr val="22222A"/>
            </a:solidFill>
            <a:prstDash val="solid"/>
          </a:ln>
        </p:spPr>
      </p:sp>
      <p:sp>
        <p:nvSpPr>
          <p:cNvPr id="161" name="Shape 159"/>
          <p:cNvSpPr/>
          <p:nvPr/>
        </p:nvSpPr>
        <p:spPr>
          <a:xfrm>
            <a:off x="2537460" y="4046215"/>
            <a:ext cx="64008" cy="64008"/>
          </a:xfrm>
          <a:prstGeom prst="ellipse">
            <a:avLst/>
          </a:prstGeom>
          <a:solidFill>
            <a:srgbClr val="4A4A55"/>
          </a:solidFill>
          <a:ln w="6350">
            <a:solidFill>
              <a:srgbClr val="22222A"/>
            </a:solidFill>
            <a:prstDash val="solid"/>
          </a:ln>
        </p:spPr>
      </p:sp>
      <p:sp>
        <p:nvSpPr>
          <p:cNvPr id="162" name="Shape 160"/>
          <p:cNvSpPr/>
          <p:nvPr/>
        </p:nvSpPr>
        <p:spPr>
          <a:xfrm>
            <a:off x="2793492" y="3898940"/>
            <a:ext cx="64008" cy="64008"/>
          </a:xfrm>
          <a:prstGeom prst="ellipse">
            <a:avLst/>
          </a:prstGeom>
          <a:solidFill>
            <a:srgbClr val="4A4A55"/>
          </a:solidFill>
          <a:ln w="6350">
            <a:solidFill>
              <a:srgbClr val="22222A"/>
            </a:solidFill>
            <a:prstDash val="solid"/>
          </a:ln>
        </p:spPr>
      </p:sp>
      <p:sp>
        <p:nvSpPr>
          <p:cNvPr id="163" name="Shape 161"/>
          <p:cNvSpPr/>
          <p:nvPr/>
        </p:nvSpPr>
        <p:spPr>
          <a:xfrm>
            <a:off x="3049524" y="4042073"/>
            <a:ext cx="64008" cy="64008"/>
          </a:xfrm>
          <a:prstGeom prst="ellipse">
            <a:avLst/>
          </a:prstGeom>
          <a:solidFill>
            <a:srgbClr val="4A4A55"/>
          </a:solidFill>
          <a:ln w="6350">
            <a:solidFill>
              <a:srgbClr val="22222A"/>
            </a:solidFill>
            <a:prstDash val="solid"/>
          </a:ln>
        </p:spPr>
      </p:sp>
      <p:sp>
        <p:nvSpPr>
          <p:cNvPr id="164" name="Shape 162"/>
          <p:cNvSpPr/>
          <p:nvPr/>
        </p:nvSpPr>
        <p:spPr>
          <a:xfrm>
            <a:off x="3305556" y="3890553"/>
            <a:ext cx="64008" cy="64008"/>
          </a:xfrm>
          <a:prstGeom prst="ellipse">
            <a:avLst/>
          </a:prstGeom>
          <a:solidFill>
            <a:srgbClr val="4A4A55"/>
          </a:solidFill>
          <a:ln w="6350">
            <a:solidFill>
              <a:srgbClr val="22222A"/>
            </a:solidFill>
            <a:prstDash val="solid"/>
          </a:ln>
        </p:spPr>
      </p:sp>
      <p:sp>
        <p:nvSpPr>
          <p:cNvPr id="165" name="Shape 163"/>
          <p:cNvSpPr/>
          <p:nvPr/>
        </p:nvSpPr>
        <p:spPr>
          <a:xfrm>
            <a:off x="3561588" y="4029854"/>
            <a:ext cx="64008" cy="64008"/>
          </a:xfrm>
          <a:prstGeom prst="ellipse">
            <a:avLst/>
          </a:prstGeom>
          <a:solidFill>
            <a:srgbClr val="4A4A55"/>
          </a:solidFill>
          <a:ln w="6350">
            <a:solidFill>
              <a:srgbClr val="22222A"/>
            </a:solidFill>
            <a:prstDash val="solid"/>
          </a:ln>
        </p:spPr>
      </p:sp>
      <p:sp>
        <p:nvSpPr>
          <p:cNvPr id="166" name="Shape 164"/>
          <p:cNvSpPr/>
          <p:nvPr/>
        </p:nvSpPr>
        <p:spPr>
          <a:xfrm>
            <a:off x="3817620" y="3875103"/>
            <a:ext cx="64008" cy="64008"/>
          </a:xfrm>
          <a:prstGeom prst="ellipse">
            <a:avLst/>
          </a:prstGeom>
          <a:solidFill>
            <a:srgbClr val="4A4A55"/>
          </a:solidFill>
          <a:ln w="6350">
            <a:solidFill>
              <a:srgbClr val="22222A"/>
            </a:solidFill>
            <a:prstDash val="solid"/>
          </a:ln>
        </p:spPr>
      </p:sp>
      <p:sp>
        <p:nvSpPr>
          <p:cNvPr id="167" name="Shape 165"/>
          <p:cNvSpPr/>
          <p:nvPr/>
        </p:nvSpPr>
        <p:spPr>
          <a:xfrm>
            <a:off x="4073652" y="4011931"/>
            <a:ext cx="64008" cy="64008"/>
          </a:xfrm>
          <a:prstGeom prst="ellipse">
            <a:avLst/>
          </a:prstGeom>
          <a:solidFill>
            <a:srgbClr val="4A4A55"/>
          </a:solidFill>
          <a:ln w="6350">
            <a:solidFill>
              <a:srgbClr val="22222A"/>
            </a:solidFill>
            <a:prstDash val="solid"/>
          </a:ln>
        </p:spPr>
      </p:sp>
      <p:sp>
        <p:nvSpPr>
          <p:cNvPr id="168" name="Shape 166"/>
          <p:cNvSpPr/>
          <p:nvPr/>
        </p:nvSpPr>
        <p:spPr>
          <a:xfrm>
            <a:off x="4329684" y="3855589"/>
            <a:ext cx="64008" cy="64008"/>
          </a:xfrm>
          <a:prstGeom prst="ellipse">
            <a:avLst/>
          </a:prstGeom>
          <a:solidFill>
            <a:srgbClr val="4A4A55"/>
          </a:solidFill>
          <a:ln w="6350">
            <a:solidFill>
              <a:srgbClr val="22222A"/>
            </a:solidFill>
            <a:prstDash val="solid"/>
          </a:ln>
        </p:spPr>
      </p:sp>
      <p:sp>
        <p:nvSpPr>
          <p:cNvPr id="169" name="Shape 167"/>
          <p:cNvSpPr/>
          <p:nvPr/>
        </p:nvSpPr>
        <p:spPr>
          <a:xfrm>
            <a:off x="4585716" y="3991787"/>
            <a:ext cx="64008" cy="64008"/>
          </a:xfrm>
          <a:prstGeom prst="ellipse">
            <a:avLst/>
          </a:prstGeom>
          <a:solidFill>
            <a:srgbClr val="4A4A55"/>
          </a:solidFill>
          <a:ln w="6350">
            <a:solidFill>
              <a:srgbClr val="22222A"/>
            </a:solidFill>
            <a:prstDash val="solid"/>
          </a:ln>
        </p:spPr>
      </p:sp>
      <p:sp>
        <p:nvSpPr>
          <p:cNvPr id="170" name="Shape 168"/>
          <p:cNvSpPr/>
          <p:nvPr/>
        </p:nvSpPr>
        <p:spPr>
          <a:xfrm>
            <a:off x="4841748" y="3835806"/>
            <a:ext cx="64008" cy="64008"/>
          </a:xfrm>
          <a:prstGeom prst="ellipse">
            <a:avLst/>
          </a:prstGeom>
          <a:solidFill>
            <a:srgbClr val="4A4A55"/>
          </a:solidFill>
          <a:ln w="6350">
            <a:solidFill>
              <a:srgbClr val="22222A"/>
            </a:solidFill>
            <a:prstDash val="solid"/>
          </a:ln>
        </p:spPr>
      </p:sp>
      <p:sp>
        <p:nvSpPr>
          <p:cNvPr id="171" name="Shape 169"/>
          <p:cNvSpPr/>
          <p:nvPr/>
        </p:nvSpPr>
        <p:spPr>
          <a:xfrm>
            <a:off x="5097780" y="3973336"/>
            <a:ext cx="64008" cy="64008"/>
          </a:xfrm>
          <a:prstGeom prst="ellipse">
            <a:avLst/>
          </a:prstGeom>
          <a:solidFill>
            <a:srgbClr val="4A4A55"/>
          </a:solidFill>
          <a:ln w="6350">
            <a:solidFill>
              <a:srgbClr val="22222A"/>
            </a:solidFill>
            <a:prstDash val="solid"/>
          </a:ln>
        </p:spPr>
      </p:sp>
      <p:sp>
        <p:nvSpPr>
          <p:cNvPr id="172" name="Shape 170"/>
          <p:cNvSpPr/>
          <p:nvPr/>
        </p:nvSpPr>
        <p:spPr>
          <a:xfrm>
            <a:off x="5353812" y="3819595"/>
            <a:ext cx="64008" cy="64008"/>
          </a:xfrm>
          <a:prstGeom prst="ellipse">
            <a:avLst/>
          </a:prstGeom>
          <a:solidFill>
            <a:srgbClr val="4A4A55"/>
          </a:solidFill>
          <a:ln w="6350">
            <a:solidFill>
              <a:srgbClr val="22222A"/>
            </a:solidFill>
            <a:prstDash val="solid"/>
          </a:ln>
        </p:spPr>
      </p:sp>
      <p:sp>
        <p:nvSpPr>
          <p:cNvPr id="173" name="Shape 171"/>
          <p:cNvSpPr/>
          <p:nvPr/>
        </p:nvSpPr>
        <p:spPr>
          <a:xfrm>
            <a:off x="886968" y="4251960"/>
            <a:ext cx="256032" cy="154571"/>
          </a:xfrm>
          <a:prstGeom prst="line">
            <a:avLst/>
          </a:prstGeom>
          <a:noFill/>
          <a:ln w="25400">
            <a:solidFill>
              <a:srgbClr val="6B4F2A"/>
            </a:solidFill>
            <a:prstDash val="solid"/>
          </a:ln>
        </p:spPr>
      </p:sp>
      <p:sp>
        <p:nvSpPr>
          <p:cNvPr id="174" name="Shape 172"/>
          <p:cNvSpPr/>
          <p:nvPr/>
        </p:nvSpPr>
        <p:spPr>
          <a:xfrm flipV="1">
            <a:off x="1143000" y="4268221"/>
            <a:ext cx="256032" cy="138310"/>
          </a:xfrm>
          <a:prstGeom prst="line">
            <a:avLst/>
          </a:prstGeom>
          <a:noFill/>
          <a:ln w="25400">
            <a:solidFill>
              <a:srgbClr val="6B4F2A"/>
            </a:solidFill>
            <a:prstDash val="solid"/>
          </a:ln>
        </p:spPr>
      </p:sp>
      <p:sp>
        <p:nvSpPr>
          <p:cNvPr id="175" name="Shape 173"/>
          <p:cNvSpPr/>
          <p:nvPr/>
        </p:nvSpPr>
        <p:spPr>
          <a:xfrm>
            <a:off x="1399032" y="4268221"/>
            <a:ext cx="256032" cy="153762"/>
          </a:xfrm>
          <a:prstGeom prst="line">
            <a:avLst/>
          </a:prstGeom>
          <a:noFill/>
          <a:ln w="25400">
            <a:solidFill>
              <a:srgbClr val="6B4F2A"/>
            </a:solidFill>
            <a:prstDash val="solid"/>
          </a:ln>
        </p:spPr>
      </p:sp>
      <p:sp>
        <p:nvSpPr>
          <p:cNvPr id="176" name="Shape 174"/>
          <p:cNvSpPr/>
          <p:nvPr/>
        </p:nvSpPr>
        <p:spPr>
          <a:xfrm flipV="1">
            <a:off x="1655064" y="4282356"/>
            <a:ext cx="256032" cy="139628"/>
          </a:xfrm>
          <a:prstGeom prst="line">
            <a:avLst/>
          </a:prstGeom>
          <a:noFill/>
          <a:ln w="25400">
            <a:solidFill>
              <a:srgbClr val="6B4F2A"/>
            </a:solidFill>
            <a:prstDash val="solid"/>
          </a:ln>
        </p:spPr>
      </p:sp>
      <p:sp>
        <p:nvSpPr>
          <p:cNvPr id="177" name="Shape 175"/>
          <p:cNvSpPr/>
          <p:nvPr/>
        </p:nvSpPr>
        <p:spPr>
          <a:xfrm>
            <a:off x="1911096" y="4282356"/>
            <a:ext cx="256032" cy="151978"/>
          </a:xfrm>
          <a:prstGeom prst="line">
            <a:avLst/>
          </a:prstGeom>
          <a:noFill/>
          <a:ln w="25400">
            <a:solidFill>
              <a:srgbClr val="6B4F2A"/>
            </a:solidFill>
            <a:prstDash val="solid"/>
          </a:ln>
        </p:spPr>
      </p:sp>
      <p:sp>
        <p:nvSpPr>
          <p:cNvPr id="178" name="Shape 176"/>
          <p:cNvSpPr/>
          <p:nvPr/>
        </p:nvSpPr>
        <p:spPr>
          <a:xfrm flipV="1">
            <a:off x="2167128" y="4292516"/>
            <a:ext cx="256032" cy="141819"/>
          </a:xfrm>
          <a:prstGeom prst="line">
            <a:avLst/>
          </a:prstGeom>
          <a:noFill/>
          <a:ln w="25400">
            <a:solidFill>
              <a:srgbClr val="6B4F2A"/>
            </a:solidFill>
            <a:prstDash val="solid"/>
          </a:ln>
        </p:spPr>
      </p:sp>
      <p:sp>
        <p:nvSpPr>
          <p:cNvPr id="179" name="Shape 177"/>
          <p:cNvSpPr/>
          <p:nvPr/>
        </p:nvSpPr>
        <p:spPr>
          <a:xfrm>
            <a:off x="2423160" y="4292516"/>
            <a:ext cx="256032" cy="149452"/>
          </a:xfrm>
          <a:prstGeom prst="line">
            <a:avLst/>
          </a:prstGeom>
          <a:noFill/>
          <a:ln w="25400">
            <a:solidFill>
              <a:srgbClr val="6B4F2A"/>
            </a:solidFill>
            <a:prstDash val="solid"/>
          </a:ln>
        </p:spPr>
      </p:sp>
      <p:sp>
        <p:nvSpPr>
          <p:cNvPr id="180" name="Shape 178"/>
          <p:cNvSpPr/>
          <p:nvPr/>
        </p:nvSpPr>
        <p:spPr>
          <a:xfrm flipV="1">
            <a:off x="2679192" y="4297371"/>
            <a:ext cx="256032" cy="144597"/>
          </a:xfrm>
          <a:prstGeom prst="line">
            <a:avLst/>
          </a:prstGeom>
          <a:noFill/>
          <a:ln w="25400">
            <a:solidFill>
              <a:srgbClr val="6B4F2A"/>
            </a:solidFill>
            <a:prstDash val="solid"/>
          </a:ln>
        </p:spPr>
      </p:sp>
      <p:sp>
        <p:nvSpPr>
          <p:cNvPr id="181" name="Shape 179"/>
          <p:cNvSpPr/>
          <p:nvPr/>
        </p:nvSpPr>
        <p:spPr>
          <a:xfrm>
            <a:off x="2935224" y="4297371"/>
            <a:ext cx="256032" cy="146514"/>
          </a:xfrm>
          <a:prstGeom prst="line">
            <a:avLst/>
          </a:prstGeom>
          <a:noFill/>
          <a:ln w="25400">
            <a:solidFill>
              <a:srgbClr val="6B4F2A"/>
            </a:solidFill>
            <a:prstDash val="solid"/>
          </a:ln>
        </p:spPr>
      </p:sp>
      <p:sp>
        <p:nvSpPr>
          <p:cNvPr id="182" name="Shape 180"/>
          <p:cNvSpPr/>
          <p:nvPr/>
        </p:nvSpPr>
        <p:spPr>
          <a:xfrm flipV="1">
            <a:off x="3191256" y="4296288"/>
            <a:ext cx="256032" cy="147598"/>
          </a:xfrm>
          <a:prstGeom prst="line">
            <a:avLst/>
          </a:prstGeom>
          <a:noFill/>
          <a:ln w="25400">
            <a:solidFill>
              <a:srgbClr val="6B4F2A"/>
            </a:solidFill>
            <a:prstDash val="solid"/>
          </a:ln>
        </p:spPr>
      </p:sp>
      <p:sp>
        <p:nvSpPr>
          <p:cNvPr id="183" name="Shape 181"/>
          <p:cNvSpPr/>
          <p:nvPr/>
        </p:nvSpPr>
        <p:spPr>
          <a:xfrm>
            <a:off x="3447288" y="4296288"/>
            <a:ext cx="256032" cy="143549"/>
          </a:xfrm>
          <a:prstGeom prst="line">
            <a:avLst/>
          </a:prstGeom>
          <a:noFill/>
          <a:ln w="25400">
            <a:solidFill>
              <a:srgbClr val="6B4F2A"/>
            </a:solidFill>
            <a:prstDash val="solid"/>
          </a:ln>
        </p:spPr>
      </p:sp>
      <p:sp>
        <p:nvSpPr>
          <p:cNvPr id="184" name="Shape 182"/>
          <p:cNvSpPr/>
          <p:nvPr/>
        </p:nvSpPr>
        <p:spPr>
          <a:xfrm flipV="1">
            <a:off x="3703320" y="4289408"/>
            <a:ext cx="256032" cy="150430"/>
          </a:xfrm>
          <a:prstGeom prst="line">
            <a:avLst/>
          </a:prstGeom>
          <a:noFill/>
          <a:ln w="25400">
            <a:solidFill>
              <a:srgbClr val="6B4F2A"/>
            </a:solidFill>
            <a:prstDash val="solid"/>
          </a:ln>
        </p:spPr>
      </p:sp>
      <p:sp>
        <p:nvSpPr>
          <p:cNvPr id="185" name="Shape 183"/>
          <p:cNvSpPr/>
          <p:nvPr/>
        </p:nvSpPr>
        <p:spPr>
          <a:xfrm>
            <a:off x="3959352" y="4289408"/>
            <a:ext cx="256032" cy="140944"/>
          </a:xfrm>
          <a:prstGeom prst="line">
            <a:avLst/>
          </a:prstGeom>
          <a:noFill/>
          <a:ln w="25400">
            <a:solidFill>
              <a:srgbClr val="6B4F2A"/>
            </a:solidFill>
            <a:prstDash val="solid"/>
          </a:ln>
        </p:spPr>
      </p:sp>
      <p:sp>
        <p:nvSpPr>
          <p:cNvPr id="186" name="Shape 184"/>
          <p:cNvSpPr/>
          <p:nvPr/>
        </p:nvSpPr>
        <p:spPr>
          <a:xfrm flipV="1">
            <a:off x="4215384" y="4277630"/>
            <a:ext cx="256032" cy="152722"/>
          </a:xfrm>
          <a:prstGeom prst="line">
            <a:avLst/>
          </a:prstGeom>
          <a:noFill/>
          <a:ln w="25400">
            <a:solidFill>
              <a:srgbClr val="6B4F2A"/>
            </a:solidFill>
            <a:prstDash val="solid"/>
          </a:ln>
        </p:spPr>
      </p:sp>
      <p:sp>
        <p:nvSpPr>
          <p:cNvPr id="187" name="Shape 185"/>
          <p:cNvSpPr/>
          <p:nvPr/>
        </p:nvSpPr>
        <p:spPr>
          <a:xfrm>
            <a:off x="4471416" y="4277630"/>
            <a:ext cx="256032" cy="139040"/>
          </a:xfrm>
          <a:prstGeom prst="line">
            <a:avLst/>
          </a:prstGeom>
          <a:noFill/>
          <a:ln w="25400">
            <a:solidFill>
              <a:srgbClr val="6B4F2A"/>
            </a:solidFill>
            <a:prstDash val="solid"/>
          </a:ln>
        </p:spPr>
      </p:sp>
      <p:sp>
        <p:nvSpPr>
          <p:cNvPr id="188" name="Shape 186"/>
          <p:cNvSpPr/>
          <p:nvPr/>
        </p:nvSpPr>
        <p:spPr>
          <a:xfrm flipV="1">
            <a:off x="4727448" y="4262494"/>
            <a:ext cx="256032" cy="154175"/>
          </a:xfrm>
          <a:prstGeom prst="line">
            <a:avLst/>
          </a:prstGeom>
          <a:noFill/>
          <a:ln w="25400">
            <a:solidFill>
              <a:srgbClr val="6B4F2A"/>
            </a:solidFill>
            <a:prstDash val="solid"/>
          </a:ln>
        </p:spPr>
      </p:sp>
      <p:sp>
        <p:nvSpPr>
          <p:cNvPr id="189" name="Shape 187"/>
          <p:cNvSpPr/>
          <p:nvPr/>
        </p:nvSpPr>
        <p:spPr>
          <a:xfrm>
            <a:off x="4983480" y="4262494"/>
            <a:ext cx="256032" cy="138086"/>
          </a:xfrm>
          <a:prstGeom prst="line">
            <a:avLst/>
          </a:prstGeom>
          <a:noFill/>
          <a:ln w="25400">
            <a:solidFill>
              <a:srgbClr val="6B4F2A"/>
            </a:solidFill>
            <a:prstDash val="solid"/>
          </a:ln>
        </p:spPr>
      </p:sp>
      <p:sp>
        <p:nvSpPr>
          <p:cNvPr id="190" name="Shape 188"/>
          <p:cNvSpPr/>
          <p:nvPr/>
        </p:nvSpPr>
        <p:spPr>
          <a:xfrm flipV="1">
            <a:off x="5239512" y="4245982"/>
            <a:ext cx="256032" cy="154599"/>
          </a:xfrm>
          <a:prstGeom prst="line">
            <a:avLst/>
          </a:prstGeom>
          <a:noFill/>
          <a:ln w="25400">
            <a:solidFill>
              <a:srgbClr val="6B4F2A"/>
            </a:solidFill>
            <a:prstDash val="solid"/>
          </a:ln>
        </p:spPr>
      </p:sp>
      <p:sp>
        <p:nvSpPr>
          <p:cNvPr id="191" name="Shape 189"/>
          <p:cNvSpPr/>
          <p:nvPr/>
        </p:nvSpPr>
        <p:spPr>
          <a:xfrm>
            <a:off x="854964" y="4219956"/>
            <a:ext cx="64008" cy="64008"/>
          </a:xfrm>
          <a:prstGeom prst="ellipse">
            <a:avLst/>
          </a:prstGeom>
          <a:solidFill>
            <a:srgbClr val="4A4A55"/>
          </a:solidFill>
          <a:ln w="6350">
            <a:solidFill>
              <a:srgbClr val="22222A"/>
            </a:solidFill>
            <a:prstDash val="solid"/>
          </a:ln>
        </p:spPr>
      </p:sp>
      <p:sp>
        <p:nvSpPr>
          <p:cNvPr id="192" name="Shape 190"/>
          <p:cNvSpPr/>
          <p:nvPr/>
        </p:nvSpPr>
        <p:spPr>
          <a:xfrm>
            <a:off x="1110996" y="4374527"/>
            <a:ext cx="64008" cy="64008"/>
          </a:xfrm>
          <a:prstGeom prst="ellipse">
            <a:avLst/>
          </a:prstGeom>
          <a:solidFill>
            <a:srgbClr val="4A4A55"/>
          </a:solidFill>
          <a:ln w="6350">
            <a:solidFill>
              <a:srgbClr val="22222A"/>
            </a:solidFill>
            <a:prstDash val="solid"/>
          </a:ln>
        </p:spPr>
      </p:sp>
      <p:sp>
        <p:nvSpPr>
          <p:cNvPr id="193" name="Shape 191"/>
          <p:cNvSpPr/>
          <p:nvPr/>
        </p:nvSpPr>
        <p:spPr>
          <a:xfrm>
            <a:off x="1367028" y="4236217"/>
            <a:ext cx="64008" cy="64008"/>
          </a:xfrm>
          <a:prstGeom prst="ellipse">
            <a:avLst/>
          </a:prstGeom>
          <a:solidFill>
            <a:srgbClr val="4A4A55"/>
          </a:solidFill>
          <a:ln w="6350">
            <a:solidFill>
              <a:srgbClr val="22222A"/>
            </a:solidFill>
            <a:prstDash val="solid"/>
          </a:ln>
        </p:spPr>
      </p:sp>
      <p:sp>
        <p:nvSpPr>
          <p:cNvPr id="194" name="Shape 192"/>
          <p:cNvSpPr/>
          <p:nvPr/>
        </p:nvSpPr>
        <p:spPr>
          <a:xfrm>
            <a:off x="1623060" y="4389980"/>
            <a:ext cx="64008" cy="64008"/>
          </a:xfrm>
          <a:prstGeom prst="ellipse">
            <a:avLst/>
          </a:prstGeom>
          <a:solidFill>
            <a:srgbClr val="4A4A55"/>
          </a:solidFill>
          <a:ln w="6350">
            <a:solidFill>
              <a:srgbClr val="22222A"/>
            </a:solidFill>
            <a:prstDash val="solid"/>
          </a:ln>
        </p:spPr>
      </p:sp>
      <p:sp>
        <p:nvSpPr>
          <p:cNvPr id="195" name="Shape 193"/>
          <p:cNvSpPr/>
          <p:nvPr/>
        </p:nvSpPr>
        <p:spPr>
          <a:xfrm>
            <a:off x="1879092" y="4250352"/>
            <a:ext cx="64008" cy="64008"/>
          </a:xfrm>
          <a:prstGeom prst="ellipse">
            <a:avLst/>
          </a:prstGeom>
          <a:solidFill>
            <a:srgbClr val="4A4A55"/>
          </a:solidFill>
          <a:ln w="6350">
            <a:solidFill>
              <a:srgbClr val="22222A"/>
            </a:solidFill>
            <a:prstDash val="solid"/>
          </a:ln>
        </p:spPr>
      </p:sp>
      <p:sp>
        <p:nvSpPr>
          <p:cNvPr id="196" name="Shape 194"/>
          <p:cNvSpPr/>
          <p:nvPr/>
        </p:nvSpPr>
        <p:spPr>
          <a:xfrm>
            <a:off x="2135124" y="4402331"/>
            <a:ext cx="64008" cy="64008"/>
          </a:xfrm>
          <a:prstGeom prst="ellipse">
            <a:avLst/>
          </a:prstGeom>
          <a:solidFill>
            <a:srgbClr val="4A4A55"/>
          </a:solidFill>
          <a:ln w="6350">
            <a:solidFill>
              <a:srgbClr val="22222A"/>
            </a:solidFill>
            <a:prstDash val="solid"/>
          </a:ln>
        </p:spPr>
      </p:sp>
      <p:sp>
        <p:nvSpPr>
          <p:cNvPr id="197" name="Shape 195"/>
          <p:cNvSpPr/>
          <p:nvPr/>
        </p:nvSpPr>
        <p:spPr>
          <a:xfrm>
            <a:off x="2391156" y="4260512"/>
            <a:ext cx="64008" cy="64008"/>
          </a:xfrm>
          <a:prstGeom prst="ellipse">
            <a:avLst/>
          </a:prstGeom>
          <a:solidFill>
            <a:srgbClr val="4A4A55"/>
          </a:solidFill>
          <a:ln w="6350">
            <a:solidFill>
              <a:srgbClr val="22222A"/>
            </a:solidFill>
            <a:prstDash val="solid"/>
          </a:ln>
        </p:spPr>
      </p:sp>
      <p:sp>
        <p:nvSpPr>
          <p:cNvPr id="198" name="Shape 196"/>
          <p:cNvSpPr/>
          <p:nvPr/>
        </p:nvSpPr>
        <p:spPr>
          <a:xfrm>
            <a:off x="2647188" y="4409964"/>
            <a:ext cx="64008" cy="64008"/>
          </a:xfrm>
          <a:prstGeom prst="ellipse">
            <a:avLst/>
          </a:prstGeom>
          <a:solidFill>
            <a:srgbClr val="4A4A55"/>
          </a:solidFill>
          <a:ln w="6350">
            <a:solidFill>
              <a:srgbClr val="22222A"/>
            </a:solidFill>
            <a:prstDash val="solid"/>
          </a:ln>
        </p:spPr>
      </p:sp>
      <p:sp>
        <p:nvSpPr>
          <p:cNvPr id="199" name="Shape 197"/>
          <p:cNvSpPr/>
          <p:nvPr/>
        </p:nvSpPr>
        <p:spPr>
          <a:xfrm>
            <a:off x="2903220" y="4265367"/>
            <a:ext cx="64008" cy="64008"/>
          </a:xfrm>
          <a:prstGeom prst="ellipse">
            <a:avLst/>
          </a:prstGeom>
          <a:solidFill>
            <a:srgbClr val="4A4A55"/>
          </a:solidFill>
          <a:ln w="6350">
            <a:solidFill>
              <a:srgbClr val="22222A"/>
            </a:solidFill>
            <a:prstDash val="solid"/>
          </a:ln>
        </p:spPr>
      </p:sp>
      <p:sp>
        <p:nvSpPr>
          <p:cNvPr id="200" name="Shape 198"/>
          <p:cNvSpPr/>
          <p:nvPr/>
        </p:nvSpPr>
        <p:spPr>
          <a:xfrm>
            <a:off x="3159252" y="4411882"/>
            <a:ext cx="64008" cy="64008"/>
          </a:xfrm>
          <a:prstGeom prst="ellipse">
            <a:avLst/>
          </a:prstGeom>
          <a:solidFill>
            <a:srgbClr val="4A4A55"/>
          </a:solidFill>
          <a:ln w="6350">
            <a:solidFill>
              <a:srgbClr val="22222A"/>
            </a:solidFill>
            <a:prstDash val="solid"/>
          </a:ln>
        </p:spPr>
      </p:sp>
      <p:sp>
        <p:nvSpPr>
          <p:cNvPr id="201" name="Shape 199"/>
          <p:cNvSpPr/>
          <p:nvPr/>
        </p:nvSpPr>
        <p:spPr>
          <a:xfrm>
            <a:off x="3415284" y="4264284"/>
            <a:ext cx="64008" cy="64008"/>
          </a:xfrm>
          <a:prstGeom prst="ellipse">
            <a:avLst/>
          </a:prstGeom>
          <a:solidFill>
            <a:srgbClr val="4A4A55"/>
          </a:solidFill>
          <a:ln w="6350">
            <a:solidFill>
              <a:srgbClr val="22222A"/>
            </a:solidFill>
            <a:prstDash val="solid"/>
          </a:ln>
        </p:spPr>
      </p:sp>
      <p:sp>
        <p:nvSpPr>
          <p:cNvPr id="202" name="Shape 200"/>
          <p:cNvSpPr/>
          <p:nvPr/>
        </p:nvSpPr>
        <p:spPr>
          <a:xfrm>
            <a:off x="3671316" y="4407833"/>
            <a:ext cx="64008" cy="64008"/>
          </a:xfrm>
          <a:prstGeom prst="ellipse">
            <a:avLst/>
          </a:prstGeom>
          <a:solidFill>
            <a:srgbClr val="4A4A55"/>
          </a:solidFill>
          <a:ln w="6350">
            <a:solidFill>
              <a:srgbClr val="22222A"/>
            </a:solidFill>
            <a:prstDash val="solid"/>
          </a:ln>
        </p:spPr>
      </p:sp>
      <p:sp>
        <p:nvSpPr>
          <p:cNvPr id="203" name="Shape 201"/>
          <p:cNvSpPr/>
          <p:nvPr/>
        </p:nvSpPr>
        <p:spPr>
          <a:xfrm>
            <a:off x="3927348" y="4257404"/>
            <a:ext cx="64008" cy="64008"/>
          </a:xfrm>
          <a:prstGeom prst="ellipse">
            <a:avLst/>
          </a:prstGeom>
          <a:solidFill>
            <a:srgbClr val="4A4A55"/>
          </a:solidFill>
          <a:ln w="6350">
            <a:solidFill>
              <a:srgbClr val="22222A"/>
            </a:solidFill>
            <a:prstDash val="solid"/>
          </a:ln>
        </p:spPr>
      </p:sp>
      <p:sp>
        <p:nvSpPr>
          <p:cNvPr id="204" name="Shape 202"/>
          <p:cNvSpPr/>
          <p:nvPr/>
        </p:nvSpPr>
        <p:spPr>
          <a:xfrm>
            <a:off x="4183380" y="4398347"/>
            <a:ext cx="64008" cy="64008"/>
          </a:xfrm>
          <a:prstGeom prst="ellipse">
            <a:avLst/>
          </a:prstGeom>
          <a:solidFill>
            <a:srgbClr val="4A4A55"/>
          </a:solidFill>
          <a:ln w="6350">
            <a:solidFill>
              <a:srgbClr val="22222A"/>
            </a:solidFill>
            <a:prstDash val="solid"/>
          </a:ln>
        </p:spPr>
      </p:sp>
      <p:sp>
        <p:nvSpPr>
          <p:cNvPr id="205" name="Shape 203"/>
          <p:cNvSpPr/>
          <p:nvPr/>
        </p:nvSpPr>
        <p:spPr>
          <a:xfrm>
            <a:off x="4439412" y="4245626"/>
            <a:ext cx="64008" cy="64008"/>
          </a:xfrm>
          <a:prstGeom prst="ellipse">
            <a:avLst/>
          </a:prstGeom>
          <a:solidFill>
            <a:srgbClr val="4A4A55"/>
          </a:solidFill>
          <a:ln w="6350">
            <a:solidFill>
              <a:srgbClr val="22222A"/>
            </a:solidFill>
            <a:prstDash val="solid"/>
          </a:ln>
        </p:spPr>
      </p:sp>
      <p:sp>
        <p:nvSpPr>
          <p:cNvPr id="206" name="Shape 204"/>
          <p:cNvSpPr/>
          <p:nvPr/>
        </p:nvSpPr>
        <p:spPr>
          <a:xfrm>
            <a:off x="4695444" y="4384665"/>
            <a:ext cx="64008" cy="64008"/>
          </a:xfrm>
          <a:prstGeom prst="ellipse">
            <a:avLst/>
          </a:prstGeom>
          <a:solidFill>
            <a:srgbClr val="4A4A55"/>
          </a:solidFill>
          <a:ln w="6350">
            <a:solidFill>
              <a:srgbClr val="22222A"/>
            </a:solidFill>
            <a:prstDash val="solid"/>
          </a:ln>
        </p:spPr>
      </p:sp>
      <p:sp>
        <p:nvSpPr>
          <p:cNvPr id="207" name="Shape 205"/>
          <p:cNvSpPr/>
          <p:nvPr/>
        </p:nvSpPr>
        <p:spPr>
          <a:xfrm>
            <a:off x="4951476" y="4230490"/>
            <a:ext cx="64008" cy="64008"/>
          </a:xfrm>
          <a:prstGeom prst="ellipse">
            <a:avLst/>
          </a:prstGeom>
          <a:solidFill>
            <a:srgbClr val="4A4A55"/>
          </a:solidFill>
          <a:ln w="6350">
            <a:solidFill>
              <a:srgbClr val="22222A"/>
            </a:solidFill>
            <a:prstDash val="solid"/>
          </a:ln>
        </p:spPr>
      </p:sp>
      <p:sp>
        <p:nvSpPr>
          <p:cNvPr id="208" name="Shape 206"/>
          <p:cNvSpPr/>
          <p:nvPr/>
        </p:nvSpPr>
        <p:spPr>
          <a:xfrm>
            <a:off x="5207508" y="4368576"/>
            <a:ext cx="64008" cy="64008"/>
          </a:xfrm>
          <a:prstGeom prst="ellipse">
            <a:avLst/>
          </a:prstGeom>
          <a:solidFill>
            <a:srgbClr val="4A4A55"/>
          </a:solidFill>
          <a:ln w="6350">
            <a:solidFill>
              <a:srgbClr val="22222A"/>
            </a:solidFill>
            <a:prstDash val="solid"/>
          </a:ln>
        </p:spPr>
      </p:sp>
      <p:sp>
        <p:nvSpPr>
          <p:cNvPr id="209" name="Shape 207"/>
          <p:cNvSpPr/>
          <p:nvPr/>
        </p:nvSpPr>
        <p:spPr>
          <a:xfrm>
            <a:off x="5463540" y="4213978"/>
            <a:ext cx="64008" cy="64008"/>
          </a:xfrm>
          <a:prstGeom prst="ellipse">
            <a:avLst/>
          </a:prstGeom>
          <a:solidFill>
            <a:srgbClr val="4A4A55"/>
          </a:solidFill>
          <a:ln w="6350">
            <a:solidFill>
              <a:srgbClr val="22222A"/>
            </a:solidFill>
            <a:prstDash val="solid"/>
          </a:ln>
        </p:spPr>
      </p:sp>
      <p:sp>
        <p:nvSpPr>
          <p:cNvPr id="210" name="Shape 208"/>
          <p:cNvSpPr/>
          <p:nvPr/>
        </p:nvSpPr>
        <p:spPr>
          <a:xfrm>
            <a:off x="1371600" y="3310128"/>
            <a:ext cx="91" cy="182880"/>
          </a:xfrm>
          <a:prstGeom prst="line">
            <a:avLst/>
          </a:prstGeom>
          <a:noFill/>
          <a:ln w="15875">
            <a:solidFill>
              <a:srgbClr val="C8414C"/>
            </a:solidFill>
            <a:prstDash val="sysDot"/>
          </a:ln>
        </p:spPr>
      </p:sp>
      <p:sp>
        <p:nvSpPr>
          <p:cNvPr id="211" name="Shape 209"/>
          <p:cNvSpPr/>
          <p:nvPr/>
        </p:nvSpPr>
        <p:spPr>
          <a:xfrm>
            <a:off x="2468880" y="3675888"/>
            <a:ext cx="91" cy="182880"/>
          </a:xfrm>
          <a:prstGeom prst="line">
            <a:avLst/>
          </a:prstGeom>
          <a:noFill/>
          <a:ln w="15875">
            <a:solidFill>
              <a:srgbClr val="C8414C"/>
            </a:solidFill>
            <a:prstDash val="sysDot"/>
          </a:ln>
        </p:spPr>
      </p:sp>
      <p:sp>
        <p:nvSpPr>
          <p:cNvPr id="212" name="Shape 210"/>
          <p:cNvSpPr/>
          <p:nvPr/>
        </p:nvSpPr>
        <p:spPr>
          <a:xfrm>
            <a:off x="3566160" y="3310128"/>
            <a:ext cx="91" cy="182880"/>
          </a:xfrm>
          <a:prstGeom prst="line">
            <a:avLst/>
          </a:prstGeom>
          <a:noFill/>
          <a:ln w="15875">
            <a:solidFill>
              <a:srgbClr val="C8414C"/>
            </a:solidFill>
            <a:prstDash val="sysDot"/>
          </a:ln>
        </p:spPr>
      </p:sp>
      <p:sp>
        <p:nvSpPr>
          <p:cNvPr id="213" name="Shape 211"/>
          <p:cNvSpPr/>
          <p:nvPr/>
        </p:nvSpPr>
        <p:spPr>
          <a:xfrm>
            <a:off x="4206240" y="4041648"/>
            <a:ext cx="91" cy="182880"/>
          </a:xfrm>
          <a:prstGeom prst="line">
            <a:avLst/>
          </a:prstGeom>
          <a:noFill/>
          <a:ln w="15875">
            <a:solidFill>
              <a:srgbClr val="C8414C"/>
            </a:solidFill>
            <a:prstDash val="sysDot"/>
          </a:ln>
        </p:spPr>
      </p:sp>
      <p:sp>
        <p:nvSpPr>
          <p:cNvPr id="214" name="Shape 212"/>
          <p:cNvSpPr/>
          <p:nvPr/>
        </p:nvSpPr>
        <p:spPr>
          <a:xfrm>
            <a:off x="1920240" y="4041648"/>
            <a:ext cx="91" cy="182880"/>
          </a:xfrm>
          <a:prstGeom prst="line">
            <a:avLst/>
          </a:prstGeom>
          <a:noFill/>
          <a:ln w="15875">
            <a:solidFill>
              <a:srgbClr val="C8414C"/>
            </a:solidFill>
            <a:prstDash val="sysDot"/>
          </a:ln>
        </p:spPr>
      </p:sp>
      <p:sp>
        <p:nvSpPr>
          <p:cNvPr id="215" name="Shape 213"/>
          <p:cNvSpPr/>
          <p:nvPr/>
        </p:nvSpPr>
        <p:spPr>
          <a:xfrm>
            <a:off x="4937760" y="3675888"/>
            <a:ext cx="91" cy="182880"/>
          </a:xfrm>
          <a:prstGeom prst="line">
            <a:avLst/>
          </a:prstGeom>
          <a:noFill/>
          <a:ln w="15875">
            <a:solidFill>
              <a:srgbClr val="C8414C"/>
            </a:solidFill>
            <a:prstDash val="sysDot"/>
          </a:ln>
        </p:spPr>
      </p:sp>
      <p:sp>
        <p:nvSpPr>
          <p:cNvPr id="216" name="Text 214"/>
          <p:cNvSpPr/>
          <p:nvPr/>
        </p:nvSpPr>
        <p:spPr>
          <a:xfrm>
            <a:off x="594360" y="4526280"/>
            <a:ext cx="5212080" cy="256032"/>
          </a:xfrm>
          <a:prstGeom prst="rect">
            <a:avLst/>
          </a:prstGeom>
          <a:noFill/>
          <a:ln/>
        </p:spPr>
        <p:txBody>
          <a:bodyPr wrap="square" lIns="0" tIns="0" rIns="0" bIns="0" rtlCol="0" anchor="ctr"/>
          <a:lstStyle/>
          <a:p>
            <a:pPr algn="ctr" indent="0" marL="0">
              <a:buNone/>
            </a:pPr>
            <a:r>
              <a:rPr lang="en-US" sz="1050" dirty="0">
                <a:solidFill>
                  <a:srgbClr val="C8414C"/>
                </a:solidFill>
                <a:latin typeface="Calibri" pitchFamily="34" charset="0"/>
                <a:ea typeface="Calibri" pitchFamily="34" charset="-122"/>
                <a:cs typeface="Calibri" pitchFamily="34" charset="-120"/>
              </a:rPr>
              <a:t>red dotted lines: </a:t>
            </a:r>
            <a:r>
              <a:rPr lang="en-US" sz="1050" b="1" dirty="0">
                <a:solidFill>
                  <a:srgbClr val="C8414C"/>
                </a:solidFill>
                <a:latin typeface="Calibri" pitchFamily="34" charset="0"/>
                <a:ea typeface="Calibri" pitchFamily="34" charset="-122"/>
                <a:cs typeface="Calibri" pitchFamily="34" charset="-120"/>
              </a:rPr>
              <a:t>weak intermolecular forces</a:t>
            </a:r>
            <a:r>
              <a:rPr lang="en-US" sz="1050" dirty="0">
                <a:solidFill>
                  <a:srgbClr val="C8414C"/>
                </a:solidFill>
                <a:latin typeface="Calibri" pitchFamily="34" charset="0"/>
                <a:ea typeface="Calibri" pitchFamily="34" charset="-122"/>
                <a:cs typeface="Calibri" pitchFamily="34" charset="-120"/>
              </a:rPr>
              <a:t> between chains</a:t>
            </a:r>
            <a:endParaRPr lang="en-US" sz="1050" dirty="0"/>
          </a:p>
        </p:txBody>
      </p:sp>
      <p:sp>
        <p:nvSpPr>
          <p:cNvPr id="217" name="Text 215"/>
          <p:cNvSpPr/>
          <p:nvPr/>
        </p:nvSpPr>
        <p:spPr>
          <a:xfrm>
            <a:off x="594360" y="4800600"/>
            <a:ext cx="521208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n C₂H₄(g) → (C₂H₄)ₙ(s)   (addition polymerisation, recap only)</a:t>
            </a:r>
            <a:endParaRPr lang="en-US" sz="1050" dirty="0"/>
          </a:p>
        </p:txBody>
      </p:sp>
      <p:sp>
        <p:nvSpPr>
          <p:cNvPr id="218" name="Shape 216"/>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219" name="Text 21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Bonds in polymers</a:t>
            </a:r>
            <a:endParaRPr lang="en-US" sz="1300" dirty="0"/>
          </a:p>
        </p:txBody>
      </p:sp>
      <p:sp>
        <p:nvSpPr>
          <p:cNvPr id="220" name="Text 218"/>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A </a:t>
            </a:r>
            <a:r>
              <a:rPr lang="en-US" sz="1200" b="1" dirty="0">
                <a:solidFill>
                  <a:srgbClr val="262B3A"/>
                </a:solidFill>
                <a:latin typeface="Calibri" pitchFamily="34" charset="0"/>
                <a:ea typeface="Calibri" pitchFamily="34" charset="-122"/>
                <a:cs typeface="Calibri" pitchFamily="34" charset="-120"/>
              </a:rPr>
              <a:t>polymer</a:t>
            </a:r>
            <a:r>
              <a:rPr lang="en-US" sz="1200" dirty="0">
                <a:solidFill>
                  <a:srgbClr val="262B3A"/>
                </a:solidFill>
                <a:latin typeface="Calibri" pitchFamily="34" charset="0"/>
                <a:ea typeface="Calibri" pitchFamily="34" charset="-122"/>
                <a:cs typeface="Calibri" pitchFamily="34" charset="-120"/>
              </a:rPr>
              <a:t> is a very long molecule made of many repeating units joined by </a:t>
            </a:r>
            <a:r>
              <a:rPr lang="en-US" sz="1200" b="1" dirty="0">
                <a:solidFill>
                  <a:srgbClr val="262B3A"/>
                </a:solidFill>
                <a:latin typeface="Calibri" pitchFamily="34" charset="0"/>
                <a:ea typeface="Calibri" pitchFamily="34" charset="-122"/>
                <a:cs typeface="Calibri" pitchFamily="34" charset="-120"/>
              </a:rPr>
              <a:t>strong covalent bonds</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Between</a:t>
            </a:r>
            <a:r>
              <a:rPr lang="en-US" sz="1200" dirty="0">
                <a:solidFill>
                  <a:srgbClr val="262B3A"/>
                </a:solidFill>
                <a:latin typeface="Calibri" pitchFamily="34" charset="0"/>
                <a:ea typeface="Calibri" pitchFamily="34" charset="-122"/>
                <a:cs typeface="Calibri" pitchFamily="34" charset="-120"/>
              </a:rPr>
              <a:t> chains there are only </a:t>
            </a:r>
            <a:r>
              <a:rPr lang="en-US" sz="1200" b="1" dirty="0">
                <a:solidFill>
                  <a:srgbClr val="262B3A"/>
                </a:solidFill>
                <a:latin typeface="Calibri" pitchFamily="34" charset="0"/>
                <a:ea typeface="Calibri" pitchFamily="34" charset="-122"/>
                <a:cs typeface="Calibri" pitchFamily="34" charset="-120"/>
              </a:rPr>
              <a:t>weak intermolecular forces</a:t>
            </a:r>
            <a:r>
              <a:rPr lang="en-US" sz="1200" dirty="0">
                <a:solidFill>
                  <a:srgbClr val="262B3A"/>
                </a:solidFill>
                <a:latin typeface="Calibri" pitchFamily="34" charset="0"/>
                <a:ea typeface="Calibri" pitchFamily="34" charset="-122"/>
                <a:cs typeface="Calibri" pitchFamily="34" charset="-120"/>
              </a:rPr>
              <a:t>. But chains are long and touch at many points, so the forces add up: polymers are </a:t>
            </a:r>
            <a:r>
              <a:rPr lang="en-US" sz="1200" b="1" dirty="0">
                <a:solidFill>
                  <a:srgbClr val="262B3A"/>
                </a:solidFill>
                <a:latin typeface="Calibri" pitchFamily="34" charset="0"/>
                <a:ea typeface="Calibri" pitchFamily="34" charset="-122"/>
                <a:cs typeface="Calibri" pitchFamily="34" charset="-120"/>
              </a:rPr>
              <a:t>solids</a:t>
            </a:r>
            <a:r>
              <a:rPr lang="en-US" sz="1200" dirty="0">
                <a:solidFill>
                  <a:srgbClr val="262B3A"/>
                </a:solidFill>
                <a:latin typeface="Calibri" pitchFamily="34" charset="0"/>
                <a:ea typeface="Calibri" pitchFamily="34" charset="-122"/>
                <a:cs typeface="Calibri" pitchFamily="34" charset="-120"/>
              </a:rPr>
              <a:t> at room temperature.</a:t>
            </a:r>
            <a:endParaRPr lang="en-US" sz="1200" dirty="0"/>
          </a:p>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Chains can </a:t>
            </a:r>
            <a:r>
              <a:rPr lang="en-US" sz="1200" b="1" dirty="0">
                <a:solidFill>
                  <a:srgbClr val="262B3A"/>
                </a:solidFill>
                <a:latin typeface="Calibri" pitchFamily="34" charset="0"/>
                <a:ea typeface="Calibri" pitchFamily="34" charset="-122"/>
                <a:cs typeface="Calibri" pitchFamily="34" charset="-120"/>
              </a:rPr>
              <a:t>slide</a:t>
            </a:r>
            <a:r>
              <a:rPr lang="en-US" sz="1200" dirty="0">
                <a:solidFill>
                  <a:srgbClr val="262B3A"/>
                </a:solidFill>
                <a:latin typeface="Calibri" pitchFamily="34" charset="0"/>
                <a:ea typeface="Calibri" pitchFamily="34" charset="-122"/>
                <a:cs typeface="Calibri" pitchFamily="34" charset="-120"/>
              </a:rPr>
              <a:t> past each other: many polymers are </a:t>
            </a:r>
            <a:r>
              <a:rPr lang="en-US" sz="1200" b="1" dirty="0">
                <a:solidFill>
                  <a:srgbClr val="262B3A"/>
                </a:solidFill>
                <a:latin typeface="Calibri" pitchFamily="34" charset="0"/>
                <a:ea typeface="Calibri" pitchFamily="34" charset="-122"/>
                <a:cs typeface="Calibri" pitchFamily="34" charset="-120"/>
              </a:rPr>
              <a:t>flexible</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soften</a:t>
            </a:r>
            <a:r>
              <a:rPr lang="en-US" sz="1200" dirty="0">
                <a:solidFill>
                  <a:srgbClr val="262B3A"/>
                </a:solidFill>
                <a:latin typeface="Calibri" pitchFamily="34" charset="0"/>
                <a:ea typeface="Calibri" pitchFamily="34" charset="-122"/>
                <a:cs typeface="Calibri" pitchFamily="34" charset="-120"/>
              </a:rPr>
              <a:t> when heated.</a:t>
            </a:r>
            <a:endParaRPr lang="en-US" sz="1200" dirty="0"/>
          </a:p>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All the electrons are held in covalent bonds: </a:t>
            </a:r>
            <a:r>
              <a:rPr lang="en-US" sz="1200" b="1" dirty="0">
                <a:solidFill>
                  <a:srgbClr val="262B3A"/>
                </a:solidFill>
                <a:latin typeface="Calibri" pitchFamily="34" charset="0"/>
                <a:ea typeface="Calibri" pitchFamily="34" charset="-122"/>
                <a:cs typeface="Calibri" pitchFamily="34" charset="-120"/>
              </a:rPr>
              <a:t>no</a:t>
            </a:r>
            <a:r>
              <a:rPr lang="en-US" sz="1200" dirty="0">
                <a:solidFill>
                  <a:srgbClr val="262B3A"/>
                </a:solidFill>
                <a:latin typeface="Calibri" pitchFamily="34" charset="0"/>
                <a:ea typeface="Calibri" pitchFamily="34" charset="-122"/>
                <a:cs typeface="Calibri" pitchFamily="34" charset="-120"/>
              </a:rPr>
              <a:t> free electrons or ions, so polymers </a:t>
            </a:r>
            <a:r>
              <a:rPr lang="en-US" sz="1200" b="1" dirty="0">
                <a:solidFill>
                  <a:srgbClr val="262B3A"/>
                </a:solidFill>
                <a:latin typeface="Calibri" pitchFamily="34" charset="0"/>
                <a:ea typeface="Calibri" pitchFamily="34" charset="-122"/>
                <a:cs typeface="Calibri" pitchFamily="34" charset="-120"/>
              </a:rPr>
              <a:t>do not conduct</a:t>
            </a:r>
            <a:r>
              <a:rPr lang="en-US" sz="1200" dirty="0">
                <a:solidFill>
                  <a:srgbClr val="262B3A"/>
                </a:solidFill>
                <a:latin typeface="Calibri" pitchFamily="34" charset="0"/>
                <a:ea typeface="Calibri" pitchFamily="34" charset="-122"/>
                <a:cs typeface="Calibri" pitchFamily="34" charset="-120"/>
              </a:rPr>
              <a:t> (good insulators).</a:t>
            </a:r>
            <a:endParaRPr lang="en-US" sz="1200" dirty="0"/>
          </a:p>
        </p:txBody>
      </p:sp>
      <p:sp>
        <p:nvSpPr>
          <p:cNvPr id="221" name="Shape 219"/>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222" name="Text 220"/>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Mr of a polymer chain</a:t>
            </a:r>
            <a:endParaRPr lang="en-US" sz="1300" dirty="0"/>
          </a:p>
        </p:txBody>
      </p:sp>
      <p:sp>
        <p:nvSpPr>
          <p:cNvPr id="223" name="Text 221"/>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poly(ethene) chain has 5000 repeat units of C₂H₄. (C = 12, H = 1)</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Repeat unit   </a:t>
            </a:r>
            <a:r>
              <a:rPr lang="en-US" sz="1050" dirty="0">
                <a:solidFill>
                  <a:srgbClr val="262B3A"/>
                </a:solidFill>
                <a:latin typeface="Calibri" pitchFamily="34" charset="0"/>
                <a:ea typeface="Calibri" pitchFamily="34" charset="-122"/>
                <a:cs typeface="Calibri" pitchFamily="34" charset="-120"/>
              </a:rPr>
              <a:t>Mr = 2 × 12 + 4 × 1 = 28</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Multiply   </a:t>
            </a:r>
            <a:r>
              <a:rPr lang="en-US" sz="1050" dirty="0">
                <a:solidFill>
                  <a:srgbClr val="262B3A"/>
                </a:solidFill>
                <a:latin typeface="Calibri" pitchFamily="34" charset="0"/>
                <a:ea typeface="Calibri" pitchFamily="34" charset="-122"/>
                <a:cs typeface="Calibri" pitchFamily="34" charset="-120"/>
              </a:rPr>
              <a:t>28 × 5000</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Mr = </a:t>
            </a:r>
            <a:r>
              <a:rPr lang="en-US" sz="1050" b="1" dirty="0">
                <a:solidFill>
                  <a:srgbClr val="C8414C"/>
                </a:solidFill>
                <a:latin typeface="Calibri" pitchFamily="34" charset="0"/>
                <a:ea typeface="Calibri" pitchFamily="34" charset="-122"/>
                <a:cs typeface="Calibri" pitchFamily="34" charset="-120"/>
              </a:rPr>
              <a:t>140 000</a:t>
            </a:r>
            <a:endParaRPr lang="en-US" sz="1050" dirty="0"/>
          </a:p>
        </p:txBody>
      </p:sp>
      <p:sp>
        <p:nvSpPr>
          <p:cNvPr id="224" name="Shape 222"/>
          <p:cNvSpPr/>
          <p:nvPr/>
        </p:nvSpPr>
        <p:spPr>
          <a:xfrm>
            <a:off x="411480" y="5833872"/>
            <a:ext cx="11368735" cy="530352"/>
          </a:xfrm>
          <a:prstGeom prst="rect">
            <a:avLst/>
          </a:prstGeom>
          <a:solidFill>
            <a:srgbClr val="FFF4E0"/>
          </a:solidFill>
          <a:ln w="6350">
            <a:solidFill>
              <a:srgbClr val="F1D9A8"/>
            </a:solidFill>
            <a:prstDash val="solid"/>
          </a:ln>
        </p:spPr>
      </p:sp>
      <p:sp>
        <p:nvSpPr>
          <p:cNvPr id="225" name="Shape 223"/>
          <p:cNvSpPr/>
          <p:nvPr/>
        </p:nvSpPr>
        <p:spPr>
          <a:xfrm>
            <a:off x="411480" y="5833872"/>
            <a:ext cx="82296" cy="530352"/>
          </a:xfrm>
          <a:prstGeom prst="rect">
            <a:avLst/>
          </a:prstGeom>
          <a:solidFill>
            <a:srgbClr val="E39A2F"/>
          </a:solidFill>
          <a:ln w="12700">
            <a:solidFill>
              <a:srgbClr val="E39A2F"/>
            </a:solidFill>
            <a:prstDash val="solid"/>
          </a:ln>
        </p:spPr>
      </p:sp>
      <p:sp>
        <p:nvSpPr>
          <p:cNvPr id="226" name="Text 22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are plastics used to coat electrical wires? PVC has the repeat unit </a:t>
            </a:r>
            <a:r>
              <a:rPr lang="en-US" sz="1150" b="1" dirty="0">
                <a:solidFill>
                  <a:srgbClr val="262B3A"/>
                </a:solidFill>
                <a:latin typeface="Calibri" pitchFamily="34" charset="0"/>
                <a:ea typeface="Calibri" pitchFamily="34" charset="-122"/>
                <a:cs typeface="Calibri" pitchFamily="34" charset="-120"/>
              </a:rPr>
              <a:t>C₂H₃Cl</a:t>
            </a:r>
            <a:r>
              <a:rPr lang="en-US" sz="1150" dirty="0">
                <a:solidFill>
                  <a:srgbClr val="262B3A"/>
                </a:solidFill>
                <a:latin typeface="Calibri" pitchFamily="34" charset="0"/>
                <a:ea typeface="Calibri" pitchFamily="34" charset="-122"/>
                <a:cs typeface="Calibri" pitchFamily="34" charset="-120"/>
              </a:rPr>
              <a:t> (Cl = 35.5). Find Mr for </a:t>
            </a:r>
            <a:r>
              <a:rPr lang="en-US" sz="1150" b="1" dirty="0">
                <a:solidFill>
                  <a:srgbClr val="262B3A"/>
                </a:solidFill>
                <a:latin typeface="Calibri" pitchFamily="34" charset="0"/>
                <a:ea typeface="Calibri" pitchFamily="34" charset="-122"/>
                <a:cs typeface="Calibri" pitchFamily="34" charset="-120"/>
              </a:rPr>
              <a:t>2000</a:t>
            </a:r>
            <a:r>
              <a:rPr lang="en-US" sz="1150" dirty="0">
                <a:solidFill>
                  <a:srgbClr val="262B3A"/>
                </a:solidFill>
                <a:latin typeface="Calibri" pitchFamily="34" charset="0"/>
                <a:ea typeface="Calibri" pitchFamily="34" charset="-122"/>
                <a:cs typeface="Calibri" pitchFamily="34" charset="-120"/>
              </a:rPr>
              <a:t> repeat units.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Chain length and cross-links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changing the structure changes the properties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C4.2.2  |  10</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to scale (approximate data-book values); chain models not to scale</a:t>
            </a:r>
            <a:endParaRPr lang="en-US" sz="1000" dirty="0"/>
          </a:p>
        </p:txBody>
      </p:sp>
      <p:sp>
        <p:nvSpPr>
          <p:cNvPr id="10" name="Shape 8"/>
          <p:cNvSpPr/>
          <p:nvPr/>
        </p:nvSpPr>
        <p:spPr>
          <a:xfrm>
            <a:off x="1234440" y="1417320"/>
            <a:ext cx="4434840" cy="1737360"/>
          </a:xfrm>
          <a:prstGeom prst="rect">
            <a:avLst/>
          </a:prstGeom>
          <a:solidFill>
            <a:srgbClr val="FFFFFF"/>
          </a:solidFill>
          <a:ln/>
        </p:spPr>
      </p:sp>
      <p:sp>
        <p:nvSpPr>
          <p:cNvPr id="11" name="Shape 9"/>
          <p:cNvSpPr/>
          <p:nvPr/>
        </p:nvSpPr>
        <p:spPr>
          <a:xfrm>
            <a:off x="1234440" y="1417320"/>
            <a:ext cx="91" cy="1737360"/>
          </a:xfrm>
          <a:prstGeom prst="line">
            <a:avLst/>
          </a:prstGeom>
          <a:noFill/>
          <a:ln w="6350">
            <a:solidFill>
              <a:srgbClr val="D6CBE8"/>
            </a:solidFill>
            <a:prstDash val="solid"/>
          </a:ln>
        </p:spPr>
      </p:sp>
      <p:sp>
        <p:nvSpPr>
          <p:cNvPr id="12" name="Shape 10"/>
          <p:cNvSpPr/>
          <p:nvPr/>
        </p:nvSpPr>
        <p:spPr>
          <a:xfrm>
            <a:off x="1727200" y="1417320"/>
            <a:ext cx="91" cy="1737360"/>
          </a:xfrm>
          <a:prstGeom prst="line">
            <a:avLst/>
          </a:prstGeom>
          <a:noFill/>
          <a:ln w="6350">
            <a:solidFill>
              <a:srgbClr val="D6CBE8"/>
            </a:solidFill>
            <a:prstDash val="solid"/>
          </a:ln>
        </p:spPr>
      </p:sp>
      <p:sp>
        <p:nvSpPr>
          <p:cNvPr id="13" name="Shape 11"/>
          <p:cNvSpPr/>
          <p:nvPr/>
        </p:nvSpPr>
        <p:spPr>
          <a:xfrm>
            <a:off x="2219960" y="1417320"/>
            <a:ext cx="91" cy="1737360"/>
          </a:xfrm>
          <a:prstGeom prst="line">
            <a:avLst/>
          </a:prstGeom>
          <a:noFill/>
          <a:ln w="6350">
            <a:solidFill>
              <a:srgbClr val="D6CBE8"/>
            </a:solidFill>
            <a:prstDash val="solid"/>
          </a:ln>
        </p:spPr>
      </p:sp>
      <p:sp>
        <p:nvSpPr>
          <p:cNvPr id="14" name="Shape 12"/>
          <p:cNvSpPr/>
          <p:nvPr/>
        </p:nvSpPr>
        <p:spPr>
          <a:xfrm>
            <a:off x="2712720" y="1417320"/>
            <a:ext cx="91" cy="1737360"/>
          </a:xfrm>
          <a:prstGeom prst="line">
            <a:avLst/>
          </a:prstGeom>
          <a:noFill/>
          <a:ln w="6350">
            <a:solidFill>
              <a:srgbClr val="D6CBE8"/>
            </a:solidFill>
            <a:prstDash val="solid"/>
          </a:ln>
        </p:spPr>
      </p:sp>
      <p:sp>
        <p:nvSpPr>
          <p:cNvPr id="15" name="Shape 13"/>
          <p:cNvSpPr/>
          <p:nvPr/>
        </p:nvSpPr>
        <p:spPr>
          <a:xfrm>
            <a:off x="3205480" y="1417320"/>
            <a:ext cx="91" cy="1737360"/>
          </a:xfrm>
          <a:prstGeom prst="line">
            <a:avLst/>
          </a:prstGeom>
          <a:noFill/>
          <a:ln w="6350">
            <a:solidFill>
              <a:srgbClr val="D6CBE8"/>
            </a:solidFill>
            <a:prstDash val="solid"/>
          </a:ln>
        </p:spPr>
      </p:sp>
      <p:sp>
        <p:nvSpPr>
          <p:cNvPr id="16" name="Shape 14"/>
          <p:cNvSpPr/>
          <p:nvPr/>
        </p:nvSpPr>
        <p:spPr>
          <a:xfrm>
            <a:off x="3698240" y="1417320"/>
            <a:ext cx="91" cy="1737360"/>
          </a:xfrm>
          <a:prstGeom prst="line">
            <a:avLst/>
          </a:prstGeom>
          <a:noFill/>
          <a:ln w="6350">
            <a:solidFill>
              <a:srgbClr val="D6CBE8"/>
            </a:solidFill>
            <a:prstDash val="solid"/>
          </a:ln>
        </p:spPr>
      </p:sp>
      <p:sp>
        <p:nvSpPr>
          <p:cNvPr id="17" name="Shape 15"/>
          <p:cNvSpPr/>
          <p:nvPr/>
        </p:nvSpPr>
        <p:spPr>
          <a:xfrm>
            <a:off x="4191000" y="1417320"/>
            <a:ext cx="91" cy="1737360"/>
          </a:xfrm>
          <a:prstGeom prst="line">
            <a:avLst/>
          </a:prstGeom>
          <a:noFill/>
          <a:ln w="6350">
            <a:solidFill>
              <a:srgbClr val="D6CBE8"/>
            </a:solidFill>
            <a:prstDash val="solid"/>
          </a:ln>
        </p:spPr>
      </p:sp>
      <p:sp>
        <p:nvSpPr>
          <p:cNvPr id="18" name="Shape 16"/>
          <p:cNvSpPr/>
          <p:nvPr/>
        </p:nvSpPr>
        <p:spPr>
          <a:xfrm>
            <a:off x="4683760" y="1417320"/>
            <a:ext cx="91" cy="1737360"/>
          </a:xfrm>
          <a:prstGeom prst="line">
            <a:avLst/>
          </a:prstGeom>
          <a:noFill/>
          <a:ln w="6350">
            <a:solidFill>
              <a:srgbClr val="D6CBE8"/>
            </a:solidFill>
            <a:prstDash val="solid"/>
          </a:ln>
        </p:spPr>
      </p:sp>
      <p:sp>
        <p:nvSpPr>
          <p:cNvPr id="19" name="Shape 17"/>
          <p:cNvSpPr/>
          <p:nvPr/>
        </p:nvSpPr>
        <p:spPr>
          <a:xfrm>
            <a:off x="5176520" y="1417320"/>
            <a:ext cx="91" cy="1737360"/>
          </a:xfrm>
          <a:prstGeom prst="line">
            <a:avLst/>
          </a:prstGeom>
          <a:noFill/>
          <a:ln w="6350">
            <a:solidFill>
              <a:srgbClr val="D6CBE8"/>
            </a:solidFill>
            <a:prstDash val="solid"/>
          </a:ln>
        </p:spPr>
      </p:sp>
      <p:sp>
        <p:nvSpPr>
          <p:cNvPr id="20" name="Shape 18"/>
          <p:cNvSpPr/>
          <p:nvPr/>
        </p:nvSpPr>
        <p:spPr>
          <a:xfrm>
            <a:off x="5669280" y="1417320"/>
            <a:ext cx="91" cy="1737360"/>
          </a:xfrm>
          <a:prstGeom prst="line">
            <a:avLst/>
          </a:prstGeom>
          <a:noFill/>
          <a:ln w="6350">
            <a:solidFill>
              <a:srgbClr val="D6CBE8"/>
            </a:solidFill>
            <a:prstDash val="solid"/>
          </a:ln>
        </p:spPr>
      </p:sp>
      <p:sp>
        <p:nvSpPr>
          <p:cNvPr id="21" name="Shape 19"/>
          <p:cNvSpPr/>
          <p:nvPr/>
        </p:nvSpPr>
        <p:spPr>
          <a:xfrm>
            <a:off x="1234440" y="3154680"/>
            <a:ext cx="4434840" cy="91"/>
          </a:xfrm>
          <a:prstGeom prst="line">
            <a:avLst/>
          </a:prstGeom>
          <a:noFill/>
          <a:ln w="6350">
            <a:solidFill>
              <a:srgbClr val="D6CBE8"/>
            </a:solidFill>
            <a:prstDash val="solid"/>
          </a:ln>
        </p:spPr>
      </p:sp>
      <p:sp>
        <p:nvSpPr>
          <p:cNvPr id="22" name="Shape 20"/>
          <p:cNvSpPr/>
          <p:nvPr/>
        </p:nvSpPr>
        <p:spPr>
          <a:xfrm>
            <a:off x="1234440" y="2906486"/>
            <a:ext cx="4434840" cy="91"/>
          </a:xfrm>
          <a:prstGeom prst="line">
            <a:avLst/>
          </a:prstGeom>
          <a:noFill/>
          <a:ln w="6350">
            <a:solidFill>
              <a:srgbClr val="D6CBE8"/>
            </a:solidFill>
            <a:prstDash val="solid"/>
          </a:ln>
        </p:spPr>
      </p:sp>
      <p:sp>
        <p:nvSpPr>
          <p:cNvPr id="23" name="Shape 21"/>
          <p:cNvSpPr/>
          <p:nvPr/>
        </p:nvSpPr>
        <p:spPr>
          <a:xfrm>
            <a:off x="1234440" y="2658291"/>
            <a:ext cx="4434840" cy="91"/>
          </a:xfrm>
          <a:prstGeom prst="line">
            <a:avLst/>
          </a:prstGeom>
          <a:noFill/>
          <a:ln w="6350">
            <a:solidFill>
              <a:srgbClr val="D6CBE8"/>
            </a:solidFill>
            <a:prstDash val="solid"/>
          </a:ln>
        </p:spPr>
      </p:sp>
      <p:sp>
        <p:nvSpPr>
          <p:cNvPr id="24" name="Shape 22"/>
          <p:cNvSpPr/>
          <p:nvPr/>
        </p:nvSpPr>
        <p:spPr>
          <a:xfrm>
            <a:off x="1234440" y="2410097"/>
            <a:ext cx="4434840" cy="91"/>
          </a:xfrm>
          <a:prstGeom prst="line">
            <a:avLst/>
          </a:prstGeom>
          <a:noFill/>
          <a:ln w="6350">
            <a:solidFill>
              <a:srgbClr val="D6CBE8"/>
            </a:solidFill>
            <a:prstDash val="solid"/>
          </a:ln>
        </p:spPr>
      </p:sp>
      <p:sp>
        <p:nvSpPr>
          <p:cNvPr id="25" name="Shape 23"/>
          <p:cNvSpPr/>
          <p:nvPr/>
        </p:nvSpPr>
        <p:spPr>
          <a:xfrm>
            <a:off x="1234440" y="2161903"/>
            <a:ext cx="4434840" cy="91"/>
          </a:xfrm>
          <a:prstGeom prst="line">
            <a:avLst/>
          </a:prstGeom>
          <a:noFill/>
          <a:ln w="6350">
            <a:solidFill>
              <a:srgbClr val="D6CBE8"/>
            </a:solidFill>
            <a:prstDash val="solid"/>
          </a:ln>
        </p:spPr>
      </p:sp>
      <p:sp>
        <p:nvSpPr>
          <p:cNvPr id="26" name="Shape 24"/>
          <p:cNvSpPr/>
          <p:nvPr/>
        </p:nvSpPr>
        <p:spPr>
          <a:xfrm>
            <a:off x="1234440" y="1913709"/>
            <a:ext cx="4434840" cy="91"/>
          </a:xfrm>
          <a:prstGeom prst="line">
            <a:avLst/>
          </a:prstGeom>
          <a:noFill/>
          <a:ln w="6350">
            <a:solidFill>
              <a:srgbClr val="D6CBE8"/>
            </a:solidFill>
            <a:prstDash val="solid"/>
          </a:ln>
        </p:spPr>
      </p:sp>
      <p:sp>
        <p:nvSpPr>
          <p:cNvPr id="27" name="Shape 25"/>
          <p:cNvSpPr/>
          <p:nvPr/>
        </p:nvSpPr>
        <p:spPr>
          <a:xfrm>
            <a:off x="1234440" y="1665514"/>
            <a:ext cx="4434840" cy="91"/>
          </a:xfrm>
          <a:prstGeom prst="line">
            <a:avLst/>
          </a:prstGeom>
          <a:noFill/>
          <a:ln w="6350">
            <a:solidFill>
              <a:srgbClr val="D6CBE8"/>
            </a:solidFill>
            <a:prstDash val="solid"/>
          </a:ln>
        </p:spPr>
      </p:sp>
      <p:sp>
        <p:nvSpPr>
          <p:cNvPr id="28" name="Shape 26"/>
          <p:cNvSpPr/>
          <p:nvPr/>
        </p:nvSpPr>
        <p:spPr>
          <a:xfrm>
            <a:off x="1234440" y="1417320"/>
            <a:ext cx="4434840" cy="91"/>
          </a:xfrm>
          <a:prstGeom prst="line">
            <a:avLst/>
          </a:prstGeom>
          <a:noFill/>
          <a:ln w="6350">
            <a:solidFill>
              <a:srgbClr val="D6CBE8"/>
            </a:solidFill>
            <a:prstDash val="solid"/>
          </a:ln>
        </p:spPr>
      </p:sp>
      <p:sp>
        <p:nvSpPr>
          <p:cNvPr id="29" name="Shape 27"/>
          <p:cNvSpPr/>
          <p:nvPr/>
        </p:nvSpPr>
        <p:spPr>
          <a:xfrm>
            <a:off x="1234440" y="3154680"/>
            <a:ext cx="4434840" cy="91"/>
          </a:xfrm>
          <a:prstGeom prst="line">
            <a:avLst/>
          </a:prstGeom>
          <a:noFill/>
          <a:ln w="19050">
            <a:solidFill>
              <a:srgbClr val="2A1F3D"/>
            </a:solidFill>
            <a:prstDash val="solid"/>
          </a:ln>
        </p:spPr>
      </p:sp>
      <p:sp>
        <p:nvSpPr>
          <p:cNvPr id="30" name="Shape 28"/>
          <p:cNvSpPr/>
          <p:nvPr/>
        </p:nvSpPr>
        <p:spPr>
          <a:xfrm flipV="1">
            <a:off x="1234440" y="1417320"/>
            <a:ext cx="91" cy="1737360"/>
          </a:xfrm>
          <a:prstGeom prst="line">
            <a:avLst/>
          </a:prstGeom>
          <a:noFill/>
          <a:ln w="19050">
            <a:solidFill>
              <a:srgbClr val="2A1F3D"/>
            </a:solidFill>
            <a:prstDash val="solid"/>
          </a:ln>
        </p:spPr>
      </p:sp>
      <p:sp>
        <p:nvSpPr>
          <p:cNvPr id="31" name="Shape 29"/>
          <p:cNvSpPr/>
          <p:nvPr/>
        </p:nvSpPr>
        <p:spPr>
          <a:xfrm>
            <a:off x="1234440" y="3154680"/>
            <a:ext cx="91" cy="54864"/>
          </a:xfrm>
          <a:prstGeom prst="line">
            <a:avLst/>
          </a:prstGeom>
          <a:noFill/>
          <a:ln w="12700">
            <a:solidFill>
              <a:srgbClr val="2A1F3D"/>
            </a:solidFill>
            <a:prstDash val="solid"/>
          </a:ln>
        </p:spPr>
      </p:sp>
      <p:sp>
        <p:nvSpPr>
          <p:cNvPr id="32" name="Text 30"/>
          <p:cNvSpPr/>
          <p:nvPr/>
        </p:nvSpPr>
        <p:spPr>
          <a:xfrm>
            <a:off x="96012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3" name="Shape 31"/>
          <p:cNvSpPr/>
          <p:nvPr/>
        </p:nvSpPr>
        <p:spPr>
          <a:xfrm>
            <a:off x="1727200" y="3154680"/>
            <a:ext cx="91" cy="54864"/>
          </a:xfrm>
          <a:prstGeom prst="line">
            <a:avLst/>
          </a:prstGeom>
          <a:noFill/>
          <a:ln w="12700">
            <a:solidFill>
              <a:srgbClr val="2A1F3D"/>
            </a:solidFill>
            <a:prstDash val="solid"/>
          </a:ln>
        </p:spPr>
      </p:sp>
      <p:sp>
        <p:nvSpPr>
          <p:cNvPr id="34" name="Text 32"/>
          <p:cNvSpPr/>
          <p:nvPr/>
        </p:nvSpPr>
        <p:spPr>
          <a:xfrm>
            <a:off x="145288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2219960" y="3154680"/>
            <a:ext cx="91" cy="54864"/>
          </a:xfrm>
          <a:prstGeom prst="line">
            <a:avLst/>
          </a:prstGeom>
          <a:noFill/>
          <a:ln w="12700">
            <a:solidFill>
              <a:srgbClr val="2A1F3D"/>
            </a:solidFill>
            <a:prstDash val="solid"/>
          </a:ln>
        </p:spPr>
      </p:sp>
      <p:sp>
        <p:nvSpPr>
          <p:cNvPr id="36" name="Text 34"/>
          <p:cNvSpPr/>
          <p:nvPr/>
        </p:nvSpPr>
        <p:spPr>
          <a:xfrm>
            <a:off x="194564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37" name="Shape 35"/>
          <p:cNvSpPr/>
          <p:nvPr/>
        </p:nvSpPr>
        <p:spPr>
          <a:xfrm>
            <a:off x="2712720" y="3154680"/>
            <a:ext cx="91" cy="54864"/>
          </a:xfrm>
          <a:prstGeom prst="line">
            <a:avLst/>
          </a:prstGeom>
          <a:noFill/>
          <a:ln w="12700">
            <a:solidFill>
              <a:srgbClr val="2A1F3D"/>
            </a:solidFill>
            <a:prstDash val="solid"/>
          </a:ln>
        </p:spPr>
      </p:sp>
      <p:sp>
        <p:nvSpPr>
          <p:cNvPr id="38" name="Text 36"/>
          <p:cNvSpPr/>
          <p:nvPr/>
        </p:nvSpPr>
        <p:spPr>
          <a:xfrm>
            <a:off x="243840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p>
        </p:txBody>
      </p:sp>
      <p:sp>
        <p:nvSpPr>
          <p:cNvPr id="39" name="Shape 37"/>
          <p:cNvSpPr/>
          <p:nvPr/>
        </p:nvSpPr>
        <p:spPr>
          <a:xfrm>
            <a:off x="3205480" y="3154680"/>
            <a:ext cx="91" cy="54864"/>
          </a:xfrm>
          <a:prstGeom prst="line">
            <a:avLst/>
          </a:prstGeom>
          <a:noFill/>
          <a:ln w="12700">
            <a:solidFill>
              <a:srgbClr val="2A1F3D"/>
            </a:solidFill>
            <a:prstDash val="solid"/>
          </a:ln>
        </p:spPr>
      </p:sp>
      <p:sp>
        <p:nvSpPr>
          <p:cNvPr id="40" name="Text 38"/>
          <p:cNvSpPr/>
          <p:nvPr/>
        </p:nvSpPr>
        <p:spPr>
          <a:xfrm>
            <a:off x="293116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1" name="Shape 39"/>
          <p:cNvSpPr/>
          <p:nvPr/>
        </p:nvSpPr>
        <p:spPr>
          <a:xfrm>
            <a:off x="3698240" y="3154680"/>
            <a:ext cx="91" cy="54864"/>
          </a:xfrm>
          <a:prstGeom prst="line">
            <a:avLst/>
          </a:prstGeom>
          <a:noFill/>
          <a:ln w="12700">
            <a:solidFill>
              <a:srgbClr val="2A1F3D"/>
            </a:solidFill>
            <a:prstDash val="solid"/>
          </a:ln>
        </p:spPr>
      </p:sp>
      <p:sp>
        <p:nvSpPr>
          <p:cNvPr id="42" name="Text 40"/>
          <p:cNvSpPr/>
          <p:nvPr/>
        </p:nvSpPr>
        <p:spPr>
          <a:xfrm>
            <a:off x="342392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p>
        </p:txBody>
      </p:sp>
      <p:sp>
        <p:nvSpPr>
          <p:cNvPr id="43" name="Shape 41"/>
          <p:cNvSpPr/>
          <p:nvPr/>
        </p:nvSpPr>
        <p:spPr>
          <a:xfrm>
            <a:off x="4191000" y="3154680"/>
            <a:ext cx="91" cy="54864"/>
          </a:xfrm>
          <a:prstGeom prst="line">
            <a:avLst/>
          </a:prstGeom>
          <a:noFill/>
          <a:ln w="12700">
            <a:solidFill>
              <a:srgbClr val="2A1F3D"/>
            </a:solidFill>
            <a:prstDash val="solid"/>
          </a:ln>
        </p:spPr>
      </p:sp>
      <p:sp>
        <p:nvSpPr>
          <p:cNvPr id="44" name="Text 42"/>
          <p:cNvSpPr/>
          <p:nvPr/>
        </p:nvSpPr>
        <p:spPr>
          <a:xfrm>
            <a:off x="391668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45" name="Shape 43"/>
          <p:cNvSpPr/>
          <p:nvPr/>
        </p:nvSpPr>
        <p:spPr>
          <a:xfrm>
            <a:off x="4683760" y="3154680"/>
            <a:ext cx="91" cy="54864"/>
          </a:xfrm>
          <a:prstGeom prst="line">
            <a:avLst/>
          </a:prstGeom>
          <a:noFill/>
          <a:ln w="12700">
            <a:solidFill>
              <a:srgbClr val="2A1F3D"/>
            </a:solidFill>
            <a:prstDash val="solid"/>
          </a:ln>
        </p:spPr>
      </p:sp>
      <p:sp>
        <p:nvSpPr>
          <p:cNvPr id="46" name="Text 44"/>
          <p:cNvSpPr/>
          <p:nvPr/>
        </p:nvSpPr>
        <p:spPr>
          <a:xfrm>
            <a:off x="440944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35</a:t>
            </a:r>
            <a:endParaRPr lang="en-US" sz="1000" dirty="0"/>
          </a:p>
        </p:txBody>
      </p:sp>
      <p:sp>
        <p:nvSpPr>
          <p:cNvPr id="47" name="Shape 45"/>
          <p:cNvSpPr/>
          <p:nvPr/>
        </p:nvSpPr>
        <p:spPr>
          <a:xfrm>
            <a:off x="5176520" y="3154680"/>
            <a:ext cx="91" cy="54864"/>
          </a:xfrm>
          <a:prstGeom prst="line">
            <a:avLst/>
          </a:prstGeom>
          <a:noFill/>
          <a:ln w="12700">
            <a:solidFill>
              <a:srgbClr val="2A1F3D"/>
            </a:solidFill>
            <a:prstDash val="solid"/>
          </a:ln>
        </p:spPr>
      </p:sp>
      <p:sp>
        <p:nvSpPr>
          <p:cNvPr id="48" name="Text 46"/>
          <p:cNvSpPr/>
          <p:nvPr/>
        </p:nvSpPr>
        <p:spPr>
          <a:xfrm>
            <a:off x="490220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49" name="Shape 47"/>
          <p:cNvSpPr/>
          <p:nvPr/>
        </p:nvSpPr>
        <p:spPr>
          <a:xfrm>
            <a:off x="5669280" y="3154680"/>
            <a:ext cx="91" cy="54864"/>
          </a:xfrm>
          <a:prstGeom prst="line">
            <a:avLst/>
          </a:prstGeom>
          <a:noFill/>
          <a:ln w="12700">
            <a:solidFill>
              <a:srgbClr val="2A1F3D"/>
            </a:solidFill>
            <a:prstDash val="solid"/>
          </a:ln>
        </p:spPr>
      </p:sp>
      <p:sp>
        <p:nvSpPr>
          <p:cNvPr id="50" name="Text 48"/>
          <p:cNvSpPr/>
          <p:nvPr/>
        </p:nvSpPr>
        <p:spPr>
          <a:xfrm>
            <a:off x="539496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45</a:t>
            </a:r>
            <a:endParaRPr lang="en-US" sz="1000" dirty="0"/>
          </a:p>
        </p:txBody>
      </p:sp>
      <p:sp>
        <p:nvSpPr>
          <p:cNvPr id="51" name="Shape 49"/>
          <p:cNvSpPr/>
          <p:nvPr/>
        </p:nvSpPr>
        <p:spPr>
          <a:xfrm>
            <a:off x="1179576" y="3154680"/>
            <a:ext cx="54864" cy="91"/>
          </a:xfrm>
          <a:prstGeom prst="line">
            <a:avLst/>
          </a:prstGeom>
          <a:noFill/>
          <a:ln w="12700">
            <a:solidFill>
              <a:srgbClr val="2A1F3D"/>
            </a:solidFill>
            <a:prstDash val="solid"/>
          </a:ln>
        </p:spPr>
      </p:sp>
      <p:sp>
        <p:nvSpPr>
          <p:cNvPr id="52" name="Text 50"/>
          <p:cNvSpPr/>
          <p:nvPr/>
        </p:nvSpPr>
        <p:spPr>
          <a:xfrm>
            <a:off x="795528" y="30632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53" name="Shape 51"/>
          <p:cNvSpPr/>
          <p:nvPr/>
        </p:nvSpPr>
        <p:spPr>
          <a:xfrm>
            <a:off x="1179576" y="2906486"/>
            <a:ext cx="54864" cy="91"/>
          </a:xfrm>
          <a:prstGeom prst="line">
            <a:avLst/>
          </a:prstGeom>
          <a:noFill/>
          <a:ln w="12700">
            <a:solidFill>
              <a:srgbClr val="2A1F3D"/>
            </a:solidFill>
            <a:prstDash val="solid"/>
          </a:ln>
        </p:spPr>
      </p:sp>
      <p:sp>
        <p:nvSpPr>
          <p:cNvPr id="54" name="Text 52"/>
          <p:cNvSpPr/>
          <p:nvPr/>
        </p:nvSpPr>
        <p:spPr>
          <a:xfrm>
            <a:off x="795528" y="281504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5" name="Shape 53"/>
          <p:cNvSpPr/>
          <p:nvPr/>
        </p:nvSpPr>
        <p:spPr>
          <a:xfrm>
            <a:off x="1179576" y="2658291"/>
            <a:ext cx="54864" cy="91"/>
          </a:xfrm>
          <a:prstGeom prst="line">
            <a:avLst/>
          </a:prstGeom>
          <a:noFill/>
          <a:ln w="12700">
            <a:solidFill>
              <a:srgbClr val="2A1F3D"/>
            </a:solidFill>
            <a:prstDash val="solid"/>
          </a:ln>
        </p:spPr>
      </p:sp>
      <p:sp>
        <p:nvSpPr>
          <p:cNvPr id="56" name="Text 54"/>
          <p:cNvSpPr/>
          <p:nvPr/>
        </p:nvSpPr>
        <p:spPr>
          <a:xfrm>
            <a:off x="795528" y="2566851"/>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7" name="Shape 55"/>
          <p:cNvSpPr/>
          <p:nvPr/>
        </p:nvSpPr>
        <p:spPr>
          <a:xfrm>
            <a:off x="1179576" y="2410097"/>
            <a:ext cx="54864" cy="91"/>
          </a:xfrm>
          <a:prstGeom prst="line">
            <a:avLst/>
          </a:prstGeom>
          <a:noFill/>
          <a:ln w="12700">
            <a:solidFill>
              <a:srgbClr val="2A1F3D"/>
            </a:solidFill>
            <a:prstDash val="solid"/>
          </a:ln>
        </p:spPr>
      </p:sp>
      <p:sp>
        <p:nvSpPr>
          <p:cNvPr id="58" name="Text 56"/>
          <p:cNvSpPr/>
          <p:nvPr/>
        </p:nvSpPr>
        <p:spPr>
          <a:xfrm>
            <a:off x="795528" y="2318657"/>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9" name="Shape 57"/>
          <p:cNvSpPr/>
          <p:nvPr/>
        </p:nvSpPr>
        <p:spPr>
          <a:xfrm>
            <a:off x="1179576" y="2161903"/>
            <a:ext cx="54864" cy="91"/>
          </a:xfrm>
          <a:prstGeom prst="line">
            <a:avLst/>
          </a:prstGeom>
          <a:noFill/>
          <a:ln w="12700">
            <a:solidFill>
              <a:srgbClr val="2A1F3D"/>
            </a:solidFill>
            <a:prstDash val="solid"/>
          </a:ln>
        </p:spPr>
      </p:sp>
      <p:sp>
        <p:nvSpPr>
          <p:cNvPr id="60" name="Text 58"/>
          <p:cNvSpPr/>
          <p:nvPr/>
        </p:nvSpPr>
        <p:spPr>
          <a:xfrm>
            <a:off x="795528" y="2070463"/>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1" name="Shape 59"/>
          <p:cNvSpPr/>
          <p:nvPr/>
        </p:nvSpPr>
        <p:spPr>
          <a:xfrm>
            <a:off x="1179576" y="1913709"/>
            <a:ext cx="54864" cy="91"/>
          </a:xfrm>
          <a:prstGeom prst="line">
            <a:avLst/>
          </a:prstGeom>
          <a:noFill/>
          <a:ln w="12700">
            <a:solidFill>
              <a:srgbClr val="2A1F3D"/>
            </a:solidFill>
            <a:prstDash val="solid"/>
          </a:ln>
        </p:spPr>
      </p:sp>
      <p:sp>
        <p:nvSpPr>
          <p:cNvPr id="62" name="Text 60"/>
          <p:cNvSpPr/>
          <p:nvPr/>
        </p:nvSpPr>
        <p:spPr>
          <a:xfrm>
            <a:off x="795528" y="1822269"/>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63" name="Shape 61"/>
          <p:cNvSpPr/>
          <p:nvPr/>
        </p:nvSpPr>
        <p:spPr>
          <a:xfrm>
            <a:off x="1179576" y="1665514"/>
            <a:ext cx="54864" cy="91"/>
          </a:xfrm>
          <a:prstGeom prst="line">
            <a:avLst/>
          </a:prstGeom>
          <a:noFill/>
          <a:ln w="12700">
            <a:solidFill>
              <a:srgbClr val="2A1F3D"/>
            </a:solidFill>
            <a:prstDash val="solid"/>
          </a:ln>
        </p:spPr>
      </p:sp>
      <p:sp>
        <p:nvSpPr>
          <p:cNvPr id="64" name="Text 62"/>
          <p:cNvSpPr/>
          <p:nvPr/>
        </p:nvSpPr>
        <p:spPr>
          <a:xfrm>
            <a:off x="795528" y="157407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65" name="Shape 63"/>
          <p:cNvSpPr/>
          <p:nvPr/>
        </p:nvSpPr>
        <p:spPr>
          <a:xfrm>
            <a:off x="1179576" y="1417320"/>
            <a:ext cx="54864" cy="91"/>
          </a:xfrm>
          <a:prstGeom prst="line">
            <a:avLst/>
          </a:prstGeom>
          <a:noFill/>
          <a:ln w="12700">
            <a:solidFill>
              <a:srgbClr val="2A1F3D"/>
            </a:solidFill>
            <a:prstDash val="solid"/>
          </a:ln>
        </p:spPr>
      </p:sp>
      <p:sp>
        <p:nvSpPr>
          <p:cNvPr id="66" name="Text 64"/>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67" name="Text 65"/>
          <p:cNvSpPr/>
          <p:nvPr/>
        </p:nvSpPr>
        <p:spPr>
          <a:xfrm>
            <a:off x="1234440" y="3401568"/>
            <a:ext cx="44348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Number of carbon atoms in the chain</a:t>
            </a:r>
            <a:endParaRPr lang="en-US" sz="1050" dirty="0"/>
          </a:p>
        </p:txBody>
      </p:sp>
      <p:sp>
        <p:nvSpPr>
          <p:cNvPr id="68" name="Text 66"/>
          <p:cNvSpPr/>
          <p:nvPr/>
        </p:nvSpPr>
        <p:spPr>
          <a:xfrm rot="16200000">
            <a:off x="-201168" y="2157984"/>
            <a:ext cx="17373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M.p. / °C</a:t>
            </a:r>
            <a:endParaRPr lang="en-US" sz="1050" dirty="0"/>
          </a:p>
        </p:txBody>
      </p:sp>
      <p:sp>
        <p:nvSpPr>
          <p:cNvPr id="69" name="Shape 67"/>
          <p:cNvSpPr/>
          <p:nvPr/>
        </p:nvSpPr>
        <p:spPr>
          <a:xfrm>
            <a:off x="1234440" y="2658291"/>
            <a:ext cx="4434840" cy="91"/>
          </a:xfrm>
          <a:prstGeom prst="line">
            <a:avLst/>
          </a:prstGeom>
          <a:noFill/>
          <a:ln w="9525">
            <a:solidFill>
              <a:srgbClr val="6B7385"/>
            </a:solidFill>
            <a:prstDash val="dash"/>
          </a:ln>
        </p:spPr>
      </p:sp>
      <p:sp>
        <p:nvSpPr>
          <p:cNvPr id="70" name="Shape 68"/>
          <p:cNvSpPr/>
          <p:nvPr/>
        </p:nvSpPr>
        <p:spPr>
          <a:xfrm flipV="1">
            <a:off x="2219960" y="2921247"/>
            <a:ext cx="98552" cy="109336"/>
          </a:xfrm>
          <a:prstGeom prst="line">
            <a:avLst/>
          </a:prstGeom>
          <a:noFill/>
          <a:ln w="25400">
            <a:solidFill>
              <a:srgbClr val="6A3FA0"/>
            </a:solidFill>
            <a:prstDash val="solid"/>
          </a:ln>
        </p:spPr>
      </p:sp>
      <p:sp>
        <p:nvSpPr>
          <p:cNvPr id="71" name="Shape 69"/>
          <p:cNvSpPr/>
          <p:nvPr/>
        </p:nvSpPr>
        <p:spPr>
          <a:xfrm flipV="1">
            <a:off x="2318512" y="2817731"/>
            <a:ext cx="98552" cy="103516"/>
          </a:xfrm>
          <a:prstGeom prst="line">
            <a:avLst/>
          </a:prstGeom>
          <a:noFill/>
          <a:ln w="25400">
            <a:solidFill>
              <a:srgbClr val="6A3FA0"/>
            </a:solidFill>
            <a:prstDash val="solid"/>
          </a:ln>
        </p:spPr>
      </p:sp>
      <p:sp>
        <p:nvSpPr>
          <p:cNvPr id="72" name="Shape 70"/>
          <p:cNvSpPr/>
          <p:nvPr/>
        </p:nvSpPr>
        <p:spPr>
          <a:xfrm flipV="1">
            <a:off x="2417064" y="2720036"/>
            <a:ext cx="98552" cy="97695"/>
          </a:xfrm>
          <a:prstGeom prst="line">
            <a:avLst/>
          </a:prstGeom>
          <a:noFill/>
          <a:ln w="25400">
            <a:solidFill>
              <a:srgbClr val="6A3FA0"/>
            </a:solidFill>
            <a:prstDash val="solid"/>
          </a:ln>
        </p:spPr>
      </p:sp>
      <p:sp>
        <p:nvSpPr>
          <p:cNvPr id="73" name="Shape 71"/>
          <p:cNvSpPr/>
          <p:nvPr/>
        </p:nvSpPr>
        <p:spPr>
          <a:xfrm flipV="1">
            <a:off x="2515616" y="2628161"/>
            <a:ext cx="98552" cy="91875"/>
          </a:xfrm>
          <a:prstGeom prst="line">
            <a:avLst/>
          </a:prstGeom>
          <a:noFill/>
          <a:ln w="25400">
            <a:solidFill>
              <a:srgbClr val="6A3FA0"/>
            </a:solidFill>
            <a:prstDash val="solid"/>
          </a:ln>
        </p:spPr>
      </p:sp>
      <p:sp>
        <p:nvSpPr>
          <p:cNvPr id="74" name="Shape 72"/>
          <p:cNvSpPr/>
          <p:nvPr/>
        </p:nvSpPr>
        <p:spPr>
          <a:xfrm flipV="1">
            <a:off x="2614168" y="2542105"/>
            <a:ext cx="98552" cy="86055"/>
          </a:xfrm>
          <a:prstGeom prst="line">
            <a:avLst/>
          </a:prstGeom>
          <a:noFill/>
          <a:ln w="25400">
            <a:solidFill>
              <a:srgbClr val="6A3FA0"/>
            </a:solidFill>
            <a:prstDash val="solid"/>
          </a:ln>
        </p:spPr>
      </p:sp>
      <p:sp>
        <p:nvSpPr>
          <p:cNvPr id="75" name="Shape 73"/>
          <p:cNvSpPr/>
          <p:nvPr/>
        </p:nvSpPr>
        <p:spPr>
          <a:xfrm flipV="1">
            <a:off x="2712720" y="2461870"/>
            <a:ext cx="98552" cy="80235"/>
          </a:xfrm>
          <a:prstGeom prst="line">
            <a:avLst/>
          </a:prstGeom>
          <a:noFill/>
          <a:ln w="25400">
            <a:solidFill>
              <a:srgbClr val="6A3FA0"/>
            </a:solidFill>
            <a:prstDash val="solid"/>
          </a:ln>
        </p:spPr>
      </p:sp>
      <p:sp>
        <p:nvSpPr>
          <p:cNvPr id="76" name="Shape 74"/>
          <p:cNvSpPr/>
          <p:nvPr/>
        </p:nvSpPr>
        <p:spPr>
          <a:xfrm flipV="1">
            <a:off x="2811272" y="2387456"/>
            <a:ext cx="98552" cy="74415"/>
          </a:xfrm>
          <a:prstGeom prst="line">
            <a:avLst/>
          </a:prstGeom>
          <a:noFill/>
          <a:ln w="25400">
            <a:solidFill>
              <a:srgbClr val="6A3FA0"/>
            </a:solidFill>
            <a:prstDash val="solid"/>
          </a:ln>
        </p:spPr>
      </p:sp>
      <p:sp>
        <p:nvSpPr>
          <p:cNvPr id="77" name="Shape 75"/>
          <p:cNvSpPr/>
          <p:nvPr/>
        </p:nvSpPr>
        <p:spPr>
          <a:xfrm flipV="1">
            <a:off x="2909824" y="2318861"/>
            <a:ext cx="98552" cy="68595"/>
          </a:xfrm>
          <a:prstGeom prst="line">
            <a:avLst/>
          </a:prstGeom>
          <a:noFill/>
          <a:ln w="25400">
            <a:solidFill>
              <a:srgbClr val="6A3FA0"/>
            </a:solidFill>
            <a:prstDash val="solid"/>
          </a:ln>
        </p:spPr>
      </p:sp>
      <p:sp>
        <p:nvSpPr>
          <p:cNvPr id="78" name="Shape 76"/>
          <p:cNvSpPr/>
          <p:nvPr/>
        </p:nvSpPr>
        <p:spPr>
          <a:xfrm flipV="1">
            <a:off x="3008376" y="2256086"/>
            <a:ext cx="98552" cy="62775"/>
          </a:xfrm>
          <a:prstGeom prst="line">
            <a:avLst/>
          </a:prstGeom>
          <a:noFill/>
          <a:ln w="25400">
            <a:solidFill>
              <a:srgbClr val="6A3FA0"/>
            </a:solidFill>
            <a:prstDash val="solid"/>
          </a:ln>
        </p:spPr>
      </p:sp>
      <p:sp>
        <p:nvSpPr>
          <p:cNvPr id="79" name="Shape 77"/>
          <p:cNvSpPr/>
          <p:nvPr/>
        </p:nvSpPr>
        <p:spPr>
          <a:xfrm flipV="1">
            <a:off x="3106928" y="2199132"/>
            <a:ext cx="98552" cy="56954"/>
          </a:xfrm>
          <a:prstGeom prst="line">
            <a:avLst/>
          </a:prstGeom>
          <a:noFill/>
          <a:ln w="25400">
            <a:solidFill>
              <a:srgbClr val="6A3FA0"/>
            </a:solidFill>
            <a:prstDash val="solid"/>
          </a:ln>
        </p:spPr>
      </p:sp>
      <p:sp>
        <p:nvSpPr>
          <p:cNvPr id="80" name="Shape 78"/>
          <p:cNvSpPr/>
          <p:nvPr/>
        </p:nvSpPr>
        <p:spPr>
          <a:xfrm flipV="1">
            <a:off x="3205480" y="2151808"/>
            <a:ext cx="98552" cy="47324"/>
          </a:xfrm>
          <a:prstGeom prst="line">
            <a:avLst/>
          </a:prstGeom>
          <a:noFill/>
          <a:ln w="25400">
            <a:solidFill>
              <a:srgbClr val="6A3FA0"/>
            </a:solidFill>
            <a:prstDash val="solid"/>
          </a:ln>
        </p:spPr>
      </p:sp>
      <p:sp>
        <p:nvSpPr>
          <p:cNvPr id="81" name="Shape 79"/>
          <p:cNvSpPr/>
          <p:nvPr/>
        </p:nvSpPr>
        <p:spPr>
          <a:xfrm flipV="1">
            <a:off x="3304032" y="2107002"/>
            <a:ext cx="98552" cy="44805"/>
          </a:xfrm>
          <a:prstGeom prst="line">
            <a:avLst/>
          </a:prstGeom>
          <a:noFill/>
          <a:ln w="25400">
            <a:solidFill>
              <a:srgbClr val="6A3FA0"/>
            </a:solidFill>
            <a:prstDash val="solid"/>
          </a:ln>
        </p:spPr>
      </p:sp>
      <p:sp>
        <p:nvSpPr>
          <p:cNvPr id="82" name="Shape 80"/>
          <p:cNvSpPr/>
          <p:nvPr/>
        </p:nvSpPr>
        <p:spPr>
          <a:xfrm flipV="1">
            <a:off x="3402584" y="2064716"/>
            <a:ext cx="98552" cy="42286"/>
          </a:xfrm>
          <a:prstGeom prst="line">
            <a:avLst/>
          </a:prstGeom>
          <a:noFill/>
          <a:ln w="25400">
            <a:solidFill>
              <a:srgbClr val="6A3FA0"/>
            </a:solidFill>
            <a:prstDash val="solid"/>
          </a:ln>
        </p:spPr>
      </p:sp>
      <p:sp>
        <p:nvSpPr>
          <p:cNvPr id="83" name="Shape 81"/>
          <p:cNvSpPr/>
          <p:nvPr/>
        </p:nvSpPr>
        <p:spPr>
          <a:xfrm flipV="1">
            <a:off x="3501136" y="2024949"/>
            <a:ext cx="98552" cy="39767"/>
          </a:xfrm>
          <a:prstGeom prst="line">
            <a:avLst/>
          </a:prstGeom>
          <a:noFill/>
          <a:ln w="25400">
            <a:solidFill>
              <a:srgbClr val="6A3FA0"/>
            </a:solidFill>
            <a:prstDash val="solid"/>
          </a:ln>
        </p:spPr>
      </p:sp>
      <p:sp>
        <p:nvSpPr>
          <p:cNvPr id="84" name="Shape 82"/>
          <p:cNvSpPr/>
          <p:nvPr/>
        </p:nvSpPr>
        <p:spPr>
          <a:xfrm flipV="1">
            <a:off x="3599688" y="1987701"/>
            <a:ext cx="98552" cy="37248"/>
          </a:xfrm>
          <a:prstGeom prst="line">
            <a:avLst/>
          </a:prstGeom>
          <a:noFill/>
          <a:ln w="25400">
            <a:solidFill>
              <a:srgbClr val="6A3FA0"/>
            </a:solidFill>
            <a:prstDash val="solid"/>
          </a:ln>
        </p:spPr>
      </p:sp>
      <p:sp>
        <p:nvSpPr>
          <p:cNvPr id="85" name="Shape 83"/>
          <p:cNvSpPr/>
          <p:nvPr/>
        </p:nvSpPr>
        <p:spPr>
          <a:xfrm flipV="1">
            <a:off x="3698240" y="1952973"/>
            <a:ext cx="98552" cy="34729"/>
          </a:xfrm>
          <a:prstGeom prst="line">
            <a:avLst/>
          </a:prstGeom>
          <a:noFill/>
          <a:ln w="25400">
            <a:solidFill>
              <a:srgbClr val="6A3FA0"/>
            </a:solidFill>
            <a:prstDash val="solid"/>
          </a:ln>
        </p:spPr>
      </p:sp>
      <p:sp>
        <p:nvSpPr>
          <p:cNvPr id="86" name="Shape 84"/>
          <p:cNvSpPr/>
          <p:nvPr/>
        </p:nvSpPr>
        <p:spPr>
          <a:xfrm flipV="1">
            <a:off x="3796792" y="1920763"/>
            <a:ext cx="98552" cy="32209"/>
          </a:xfrm>
          <a:prstGeom prst="line">
            <a:avLst/>
          </a:prstGeom>
          <a:noFill/>
          <a:ln w="25400">
            <a:solidFill>
              <a:srgbClr val="6A3FA0"/>
            </a:solidFill>
            <a:prstDash val="solid"/>
          </a:ln>
        </p:spPr>
      </p:sp>
      <p:sp>
        <p:nvSpPr>
          <p:cNvPr id="87" name="Shape 85"/>
          <p:cNvSpPr/>
          <p:nvPr/>
        </p:nvSpPr>
        <p:spPr>
          <a:xfrm flipV="1">
            <a:off x="3895344" y="1891073"/>
            <a:ext cx="98552" cy="29690"/>
          </a:xfrm>
          <a:prstGeom prst="line">
            <a:avLst/>
          </a:prstGeom>
          <a:noFill/>
          <a:ln w="25400">
            <a:solidFill>
              <a:srgbClr val="6A3FA0"/>
            </a:solidFill>
            <a:prstDash val="solid"/>
          </a:ln>
        </p:spPr>
      </p:sp>
      <p:sp>
        <p:nvSpPr>
          <p:cNvPr id="88" name="Shape 86"/>
          <p:cNvSpPr/>
          <p:nvPr/>
        </p:nvSpPr>
        <p:spPr>
          <a:xfrm flipV="1">
            <a:off x="3993896" y="1863902"/>
            <a:ext cx="98552" cy="27171"/>
          </a:xfrm>
          <a:prstGeom prst="line">
            <a:avLst/>
          </a:prstGeom>
          <a:noFill/>
          <a:ln w="25400">
            <a:solidFill>
              <a:srgbClr val="6A3FA0"/>
            </a:solidFill>
            <a:prstDash val="solid"/>
          </a:ln>
        </p:spPr>
      </p:sp>
      <p:sp>
        <p:nvSpPr>
          <p:cNvPr id="89" name="Shape 87"/>
          <p:cNvSpPr/>
          <p:nvPr/>
        </p:nvSpPr>
        <p:spPr>
          <a:xfrm flipV="1">
            <a:off x="4092448" y="1839250"/>
            <a:ext cx="98552" cy="24652"/>
          </a:xfrm>
          <a:prstGeom prst="line">
            <a:avLst/>
          </a:prstGeom>
          <a:noFill/>
          <a:ln w="25400">
            <a:solidFill>
              <a:srgbClr val="6A3FA0"/>
            </a:solidFill>
            <a:prstDash val="solid"/>
          </a:ln>
        </p:spPr>
      </p:sp>
      <p:sp>
        <p:nvSpPr>
          <p:cNvPr id="90" name="Shape 88"/>
          <p:cNvSpPr/>
          <p:nvPr/>
        </p:nvSpPr>
        <p:spPr>
          <a:xfrm flipV="1">
            <a:off x="4191000" y="1814772"/>
            <a:ext cx="98552" cy="24478"/>
          </a:xfrm>
          <a:prstGeom prst="line">
            <a:avLst/>
          </a:prstGeom>
          <a:noFill/>
          <a:ln w="25400">
            <a:solidFill>
              <a:srgbClr val="6A3FA0"/>
            </a:solidFill>
            <a:prstDash val="solid"/>
          </a:ln>
        </p:spPr>
      </p:sp>
      <p:sp>
        <p:nvSpPr>
          <p:cNvPr id="91" name="Shape 89"/>
          <p:cNvSpPr/>
          <p:nvPr/>
        </p:nvSpPr>
        <p:spPr>
          <a:xfrm flipV="1">
            <a:off x="4289552" y="1791597"/>
            <a:ext cx="98552" cy="23175"/>
          </a:xfrm>
          <a:prstGeom prst="line">
            <a:avLst/>
          </a:prstGeom>
          <a:noFill/>
          <a:ln w="25400">
            <a:solidFill>
              <a:srgbClr val="6A3FA0"/>
            </a:solidFill>
            <a:prstDash val="solid"/>
          </a:ln>
        </p:spPr>
      </p:sp>
      <p:sp>
        <p:nvSpPr>
          <p:cNvPr id="92" name="Shape 90"/>
          <p:cNvSpPr/>
          <p:nvPr/>
        </p:nvSpPr>
        <p:spPr>
          <a:xfrm flipV="1">
            <a:off x="4388104" y="1769725"/>
            <a:ext cx="98552" cy="21872"/>
          </a:xfrm>
          <a:prstGeom prst="line">
            <a:avLst/>
          </a:prstGeom>
          <a:noFill/>
          <a:ln w="25400">
            <a:solidFill>
              <a:srgbClr val="6A3FA0"/>
            </a:solidFill>
            <a:prstDash val="solid"/>
          </a:ln>
        </p:spPr>
      </p:sp>
      <p:sp>
        <p:nvSpPr>
          <p:cNvPr id="93" name="Shape 91"/>
          <p:cNvSpPr/>
          <p:nvPr/>
        </p:nvSpPr>
        <p:spPr>
          <a:xfrm flipV="1">
            <a:off x="4486656" y="1749156"/>
            <a:ext cx="98552" cy="20569"/>
          </a:xfrm>
          <a:prstGeom prst="line">
            <a:avLst/>
          </a:prstGeom>
          <a:noFill/>
          <a:ln w="25400">
            <a:solidFill>
              <a:srgbClr val="6A3FA0"/>
            </a:solidFill>
            <a:prstDash val="solid"/>
          </a:ln>
        </p:spPr>
      </p:sp>
      <p:sp>
        <p:nvSpPr>
          <p:cNvPr id="94" name="Shape 92"/>
          <p:cNvSpPr/>
          <p:nvPr/>
        </p:nvSpPr>
        <p:spPr>
          <a:xfrm flipV="1">
            <a:off x="4585208" y="1729890"/>
            <a:ext cx="98552" cy="19266"/>
          </a:xfrm>
          <a:prstGeom prst="line">
            <a:avLst/>
          </a:prstGeom>
          <a:noFill/>
          <a:ln w="25400">
            <a:solidFill>
              <a:srgbClr val="6A3FA0"/>
            </a:solidFill>
            <a:prstDash val="solid"/>
          </a:ln>
        </p:spPr>
      </p:sp>
      <p:sp>
        <p:nvSpPr>
          <p:cNvPr id="95" name="Shape 93"/>
          <p:cNvSpPr/>
          <p:nvPr/>
        </p:nvSpPr>
        <p:spPr>
          <a:xfrm flipV="1">
            <a:off x="4683760" y="1711927"/>
            <a:ext cx="98552" cy="17963"/>
          </a:xfrm>
          <a:prstGeom prst="line">
            <a:avLst/>
          </a:prstGeom>
          <a:noFill/>
          <a:ln w="25400">
            <a:solidFill>
              <a:srgbClr val="6A3FA0"/>
            </a:solidFill>
            <a:prstDash val="solid"/>
          </a:ln>
        </p:spPr>
      </p:sp>
      <p:sp>
        <p:nvSpPr>
          <p:cNvPr id="96" name="Shape 94"/>
          <p:cNvSpPr/>
          <p:nvPr/>
        </p:nvSpPr>
        <p:spPr>
          <a:xfrm flipV="1">
            <a:off x="4782312" y="1695267"/>
            <a:ext cx="98552" cy="16660"/>
          </a:xfrm>
          <a:prstGeom prst="line">
            <a:avLst/>
          </a:prstGeom>
          <a:noFill/>
          <a:ln w="25400">
            <a:solidFill>
              <a:srgbClr val="6A3FA0"/>
            </a:solidFill>
            <a:prstDash val="solid"/>
          </a:ln>
        </p:spPr>
      </p:sp>
      <p:sp>
        <p:nvSpPr>
          <p:cNvPr id="97" name="Shape 95"/>
          <p:cNvSpPr/>
          <p:nvPr/>
        </p:nvSpPr>
        <p:spPr>
          <a:xfrm flipV="1">
            <a:off x="4880864" y="1679910"/>
            <a:ext cx="98552" cy="15357"/>
          </a:xfrm>
          <a:prstGeom prst="line">
            <a:avLst/>
          </a:prstGeom>
          <a:noFill/>
          <a:ln w="25400">
            <a:solidFill>
              <a:srgbClr val="6A3FA0"/>
            </a:solidFill>
            <a:prstDash val="solid"/>
          </a:ln>
        </p:spPr>
      </p:sp>
      <p:sp>
        <p:nvSpPr>
          <p:cNvPr id="98" name="Shape 96"/>
          <p:cNvSpPr/>
          <p:nvPr/>
        </p:nvSpPr>
        <p:spPr>
          <a:xfrm flipV="1">
            <a:off x="4979416" y="1665856"/>
            <a:ext cx="98552" cy="14054"/>
          </a:xfrm>
          <a:prstGeom prst="line">
            <a:avLst/>
          </a:prstGeom>
          <a:noFill/>
          <a:ln w="25400">
            <a:solidFill>
              <a:srgbClr val="6A3FA0"/>
            </a:solidFill>
            <a:prstDash val="solid"/>
          </a:ln>
        </p:spPr>
      </p:sp>
      <p:sp>
        <p:nvSpPr>
          <p:cNvPr id="99" name="Shape 97"/>
          <p:cNvSpPr/>
          <p:nvPr/>
        </p:nvSpPr>
        <p:spPr>
          <a:xfrm flipV="1">
            <a:off x="5077968" y="1653105"/>
            <a:ext cx="98552" cy="12751"/>
          </a:xfrm>
          <a:prstGeom prst="line">
            <a:avLst/>
          </a:prstGeom>
          <a:noFill/>
          <a:ln w="25400">
            <a:solidFill>
              <a:srgbClr val="6A3FA0"/>
            </a:solidFill>
            <a:prstDash val="solid"/>
          </a:ln>
        </p:spPr>
      </p:sp>
      <p:sp>
        <p:nvSpPr>
          <p:cNvPr id="100" name="Shape 98"/>
          <p:cNvSpPr/>
          <p:nvPr/>
        </p:nvSpPr>
        <p:spPr>
          <a:xfrm>
            <a:off x="2174240" y="2984863"/>
            <a:ext cx="91440" cy="91440"/>
          </a:xfrm>
          <a:prstGeom prst="line">
            <a:avLst/>
          </a:prstGeom>
          <a:noFill/>
          <a:ln w="15875">
            <a:solidFill>
              <a:srgbClr val="2A1F3D"/>
            </a:solidFill>
            <a:prstDash val="solid"/>
          </a:ln>
        </p:spPr>
      </p:sp>
      <p:sp>
        <p:nvSpPr>
          <p:cNvPr id="101" name="Shape 99"/>
          <p:cNvSpPr/>
          <p:nvPr/>
        </p:nvSpPr>
        <p:spPr>
          <a:xfrm flipV="1">
            <a:off x="2174240" y="2984863"/>
            <a:ext cx="91440" cy="91440"/>
          </a:xfrm>
          <a:prstGeom prst="line">
            <a:avLst/>
          </a:prstGeom>
          <a:noFill/>
          <a:ln w="15875">
            <a:solidFill>
              <a:srgbClr val="2A1F3D"/>
            </a:solidFill>
            <a:prstDash val="solid"/>
          </a:ln>
        </p:spPr>
      </p:sp>
      <p:sp>
        <p:nvSpPr>
          <p:cNvPr id="102" name="Shape 100"/>
          <p:cNvSpPr/>
          <p:nvPr/>
        </p:nvSpPr>
        <p:spPr>
          <a:xfrm>
            <a:off x="3159760" y="2153412"/>
            <a:ext cx="91440" cy="91440"/>
          </a:xfrm>
          <a:prstGeom prst="line">
            <a:avLst/>
          </a:prstGeom>
          <a:noFill/>
          <a:ln w="15875">
            <a:solidFill>
              <a:srgbClr val="2A1F3D"/>
            </a:solidFill>
            <a:prstDash val="solid"/>
          </a:ln>
        </p:spPr>
      </p:sp>
      <p:sp>
        <p:nvSpPr>
          <p:cNvPr id="103" name="Shape 101"/>
          <p:cNvSpPr/>
          <p:nvPr/>
        </p:nvSpPr>
        <p:spPr>
          <a:xfrm flipV="1">
            <a:off x="3159760" y="2153412"/>
            <a:ext cx="91440" cy="91440"/>
          </a:xfrm>
          <a:prstGeom prst="line">
            <a:avLst/>
          </a:prstGeom>
          <a:noFill/>
          <a:ln w="15875">
            <a:solidFill>
              <a:srgbClr val="2A1F3D"/>
            </a:solidFill>
            <a:prstDash val="solid"/>
          </a:ln>
        </p:spPr>
      </p:sp>
      <p:sp>
        <p:nvSpPr>
          <p:cNvPr id="104" name="Shape 102"/>
          <p:cNvSpPr/>
          <p:nvPr/>
        </p:nvSpPr>
        <p:spPr>
          <a:xfrm>
            <a:off x="4145280" y="1793530"/>
            <a:ext cx="91440" cy="91440"/>
          </a:xfrm>
          <a:prstGeom prst="line">
            <a:avLst/>
          </a:prstGeom>
          <a:noFill/>
          <a:ln w="15875">
            <a:solidFill>
              <a:srgbClr val="2A1F3D"/>
            </a:solidFill>
            <a:prstDash val="solid"/>
          </a:ln>
        </p:spPr>
      </p:sp>
      <p:sp>
        <p:nvSpPr>
          <p:cNvPr id="105" name="Shape 103"/>
          <p:cNvSpPr/>
          <p:nvPr/>
        </p:nvSpPr>
        <p:spPr>
          <a:xfrm flipV="1">
            <a:off x="4145280" y="1793530"/>
            <a:ext cx="91440" cy="91440"/>
          </a:xfrm>
          <a:prstGeom prst="line">
            <a:avLst/>
          </a:prstGeom>
          <a:noFill/>
          <a:ln w="15875">
            <a:solidFill>
              <a:srgbClr val="2A1F3D"/>
            </a:solidFill>
            <a:prstDash val="solid"/>
          </a:ln>
        </p:spPr>
      </p:sp>
      <p:sp>
        <p:nvSpPr>
          <p:cNvPr id="106" name="Shape 104"/>
          <p:cNvSpPr/>
          <p:nvPr/>
        </p:nvSpPr>
        <p:spPr>
          <a:xfrm>
            <a:off x="5130800" y="1607385"/>
            <a:ext cx="91440" cy="91440"/>
          </a:xfrm>
          <a:prstGeom prst="line">
            <a:avLst/>
          </a:prstGeom>
          <a:noFill/>
          <a:ln w="15875">
            <a:solidFill>
              <a:srgbClr val="2A1F3D"/>
            </a:solidFill>
            <a:prstDash val="solid"/>
          </a:ln>
        </p:spPr>
      </p:sp>
      <p:sp>
        <p:nvSpPr>
          <p:cNvPr id="107" name="Shape 105"/>
          <p:cNvSpPr/>
          <p:nvPr/>
        </p:nvSpPr>
        <p:spPr>
          <a:xfrm flipV="1">
            <a:off x="5130800" y="1607385"/>
            <a:ext cx="91440" cy="91440"/>
          </a:xfrm>
          <a:prstGeom prst="line">
            <a:avLst/>
          </a:prstGeom>
          <a:noFill/>
          <a:ln w="15875">
            <a:solidFill>
              <a:srgbClr val="2A1F3D"/>
            </a:solidFill>
            <a:prstDash val="solid"/>
          </a:ln>
        </p:spPr>
      </p:sp>
      <p:sp>
        <p:nvSpPr>
          <p:cNvPr id="108" name="Text 106"/>
          <p:cNvSpPr/>
          <p:nvPr/>
        </p:nvSpPr>
        <p:spPr>
          <a:xfrm>
            <a:off x="2265680" y="2984863"/>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−30</a:t>
            </a:r>
            <a:endParaRPr lang="en-US" sz="1000" dirty="0"/>
          </a:p>
        </p:txBody>
      </p:sp>
      <p:sp>
        <p:nvSpPr>
          <p:cNvPr id="109" name="Text 107"/>
          <p:cNvSpPr/>
          <p:nvPr/>
        </p:nvSpPr>
        <p:spPr>
          <a:xfrm>
            <a:off x="3251200" y="2153412"/>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37</a:t>
            </a:r>
            <a:endParaRPr lang="en-US" sz="1000" dirty="0"/>
          </a:p>
        </p:txBody>
      </p:sp>
      <p:sp>
        <p:nvSpPr>
          <p:cNvPr id="110" name="Text 108"/>
          <p:cNvSpPr/>
          <p:nvPr/>
        </p:nvSpPr>
        <p:spPr>
          <a:xfrm>
            <a:off x="4236720" y="1793530"/>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66</a:t>
            </a:r>
            <a:endParaRPr lang="en-US" sz="1000" dirty="0"/>
          </a:p>
        </p:txBody>
      </p:sp>
      <p:sp>
        <p:nvSpPr>
          <p:cNvPr id="111" name="Text 109"/>
          <p:cNvSpPr/>
          <p:nvPr/>
        </p:nvSpPr>
        <p:spPr>
          <a:xfrm>
            <a:off x="5222240" y="1607385"/>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81</a:t>
            </a:r>
            <a:endParaRPr lang="en-US" sz="1000" dirty="0"/>
          </a:p>
        </p:txBody>
      </p:sp>
      <p:sp>
        <p:nvSpPr>
          <p:cNvPr id="112" name="Shape 110"/>
          <p:cNvSpPr/>
          <p:nvPr/>
        </p:nvSpPr>
        <p:spPr>
          <a:xfrm>
            <a:off x="640080" y="3749040"/>
            <a:ext cx="2423160" cy="1463040"/>
          </a:xfrm>
          <a:prstGeom prst="roundRect">
            <a:avLst>
              <a:gd name="adj" fmla="val 3125"/>
            </a:avLst>
          </a:prstGeom>
          <a:solidFill>
            <a:srgbClr val="FFFFFF"/>
          </a:solidFill>
          <a:ln w="12700">
            <a:solidFill>
              <a:srgbClr val="DDD3EC"/>
            </a:solidFill>
            <a:prstDash val="solid"/>
          </a:ln>
        </p:spPr>
      </p:sp>
      <p:sp>
        <p:nvSpPr>
          <p:cNvPr id="113" name="Shape 111"/>
          <p:cNvSpPr/>
          <p:nvPr/>
        </p:nvSpPr>
        <p:spPr>
          <a:xfrm>
            <a:off x="3291840" y="3749040"/>
            <a:ext cx="2423160" cy="1463040"/>
          </a:xfrm>
          <a:prstGeom prst="roundRect">
            <a:avLst>
              <a:gd name="adj" fmla="val 3125"/>
            </a:avLst>
          </a:prstGeom>
          <a:solidFill>
            <a:srgbClr val="FFFFFF"/>
          </a:solidFill>
          <a:ln w="12700">
            <a:solidFill>
              <a:srgbClr val="DDD3EC"/>
            </a:solidFill>
            <a:prstDash val="solid"/>
          </a:ln>
        </p:spPr>
      </p:sp>
      <p:sp>
        <p:nvSpPr>
          <p:cNvPr id="114" name="Text 112"/>
          <p:cNvSpPr/>
          <p:nvPr/>
        </p:nvSpPr>
        <p:spPr>
          <a:xfrm>
            <a:off x="685800" y="3767328"/>
            <a:ext cx="2331720" cy="22860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Thermosoftening</a:t>
            </a:r>
            <a:r>
              <a:rPr lang="en-US" sz="1000" dirty="0">
                <a:solidFill>
                  <a:srgbClr val="262B3A"/>
                </a:solidFill>
                <a:latin typeface="Calibri" pitchFamily="34" charset="0"/>
                <a:ea typeface="Calibri" pitchFamily="34" charset="-122"/>
                <a:cs typeface="Calibri" pitchFamily="34" charset="-120"/>
              </a:rPr>
              <a:t>: separate chains</a:t>
            </a:r>
            <a:endParaRPr lang="en-US" sz="1000" dirty="0"/>
          </a:p>
        </p:txBody>
      </p:sp>
      <p:sp>
        <p:nvSpPr>
          <p:cNvPr id="115" name="Text 113"/>
          <p:cNvSpPr/>
          <p:nvPr/>
        </p:nvSpPr>
        <p:spPr>
          <a:xfrm>
            <a:off x="3337560" y="3767328"/>
            <a:ext cx="2331720" cy="22860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Thermosetting</a:t>
            </a:r>
            <a:r>
              <a:rPr lang="en-US" sz="1000" dirty="0">
                <a:solidFill>
                  <a:srgbClr val="262B3A"/>
                </a:solidFill>
                <a:latin typeface="Calibri" pitchFamily="34" charset="0"/>
                <a:ea typeface="Calibri" pitchFamily="34" charset="-122"/>
                <a:cs typeface="Calibri" pitchFamily="34" charset="-120"/>
              </a:rPr>
              <a:t>: cross-linked</a:t>
            </a:r>
            <a:endParaRPr lang="en-US" sz="1000" dirty="0"/>
          </a:p>
        </p:txBody>
      </p:sp>
      <p:sp>
        <p:nvSpPr>
          <p:cNvPr id="116" name="Shape 114"/>
          <p:cNvSpPr/>
          <p:nvPr/>
        </p:nvSpPr>
        <p:spPr>
          <a:xfrm>
            <a:off x="868680" y="4206240"/>
            <a:ext cx="246888" cy="109728"/>
          </a:xfrm>
          <a:prstGeom prst="line">
            <a:avLst/>
          </a:prstGeom>
          <a:noFill/>
          <a:ln w="22225">
            <a:solidFill>
              <a:srgbClr val="4A4A55"/>
            </a:solidFill>
            <a:prstDash val="solid"/>
          </a:ln>
        </p:spPr>
      </p:sp>
      <p:sp>
        <p:nvSpPr>
          <p:cNvPr id="117" name="Shape 115"/>
          <p:cNvSpPr/>
          <p:nvPr/>
        </p:nvSpPr>
        <p:spPr>
          <a:xfrm flipV="1">
            <a:off x="1115568" y="4206240"/>
            <a:ext cx="246888" cy="109728"/>
          </a:xfrm>
          <a:prstGeom prst="line">
            <a:avLst/>
          </a:prstGeom>
          <a:noFill/>
          <a:ln w="22225">
            <a:solidFill>
              <a:srgbClr val="4A4A55"/>
            </a:solidFill>
            <a:prstDash val="solid"/>
          </a:ln>
        </p:spPr>
      </p:sp>
      <p:sp>
        <p:nvSpPr>
          <p:cNvPr id="118" name="Shape 116"/>
          <p:cNvSpPr/>
          <p:nvPr/>
        </p:nvSpPr>
        <p:spPr>
          <a:xfrm>
            <a:off x="1362456" y="4206240"/>
            <a:ext cx="246888" cy="109728"/>
          </a:xfrm>
          <a:prstGeom prst="line">
            <a:avLst/>
          </a:prstGeom>
          <a:noFill/>
          <a:ln w="22225">
            <a:solidFill>
              <a:srgbClr val="4A4A55"/>
            </a:solidFill>
            <a:prstDash val="solid"/>
          </a:ln>
        </p:spPr>
      </p:sp>
      <p:sp>
        <p:nvSpPr>
          <p:cNvPr id="119" name="Shape 117"/>
          <p:cNvSpPr/>
          <p:nvPr/>
        </p:nvSpPr>
        <p:spPr>
          <a:xfrm flipV="1">
            <a:off x="1609344" y="4206240"/>
            <a:ext cx="246888" cy="109728"/>
          </a:xfrm>
          <a:prstGeom prst="line">
            <a:avLst/>
          </a:prstGeom>
          <a:noFill/>
          <a:ln w="22225">
            <a:solidFill>
              <a:srgbClr val="4A4A55"/>
            </a:solidFill>
            <a:prstDash val="solid"/>
          </a:ln>
        </p:spPr>
      </p:sp>
      <p:sp>
        <p:nvSpPr>
          <p:cNvPr id="120" name="Shape 118"/>
          <p:cNvSpPr/>
          <p:nvPr/>
        </p:nvSpPr>
        <p:spPr>
          <a:xfrm>
            <a:off x="1856232" y="4206240"/>
            <a:ext cx="246888" cy="109728"/>
          </a:xfrm>
          <a:prstGeom prst="line">
            <a:avLst/>
          </a:prstGeom>
          <a:noFill/>
          <a:ln w="22225">
            <a:solidFill>
              <a:srgbClr val="4A4A55"/>
            </a:solidFill>
            <a:prstDash val="solid"/>
          </a:ln>
        </p:spPr>
      </p:sp>
      <p:sp>
        <p:nvSpPr>
          <p:cNvPr id="121" name="Shape 119"/>
          <p:cNvSpPr/>
          <p:nvPr/>
        </p:nvSpPr>
        <p:spPr>
          <a:xfrm flipV="1">
            <a:off x="2103120" y="4206240"/>
            <a:ext cx="246888" cy="109728"/>
          </a:xfrm>
          <a:prstGeom prst="line">
            <a:avLst/>
          </a:prstGeom>
          <a:noFill/>
          <a:ln w="22225">
            <a:solidFill>
              <a:srgbClr val="4A4A55"/>
            </a:solidFill>
            <a:prstDash val="solid"/>
          </a:ln>
        </p:spPr>
      </p:sp>
      <p:sp>
        <p:nvSpPr>
          <p:cNvPr id="122" name="Shape 120"/>
          <p:cNvSpPr/>
          <p:nvPr/>
        </p:nvSpPr>
        <p:spPr>
          <a:xfrm>
            <a:off x="2350008" y="4206240"/>
            <a:ext cx="246888" cy="109728"/>
          </a:xfrm>
          <a:prstGeom prst="line">
            <a:avLst/>
          </a:prstGeom>
          <a:noFill/>
          <a:ln w="22225">
            <a:solidFill>
              <a:srgbClr val="4A4A55"/>
            </a:solidFill>
            <a:prstDash val="solid"/>
          </a:ln>
        </p:spPr>
      </p:sp>
      <p:sp>
        <p:nvSpPr>
          <p:cNvPr id="123" name="Shape 121"/>
          <p:cNvSpPr/>
          <p:nvPr/>
        </p:nvSpPr>
        <p:spPr>
          <a:xfrm flipV="1">
            <a:off x="2596896" y="4206240"/>
            <a:ext cx="246888" cy="109728"/>
          </a:xfrm>
          <a:prstGeom prst="line">
            <a:avLst/>
          </a:prstGeom>
          <a:noFill/>
          <a:ln w="22225">
            <a:solidFill>
              <a:srgbClr val="4A4A55"/>
            </a:solidFill>
            <a:prstDash val="solid"/>
          </a:ln>
        </p:spPr>
      </p:sp>
      <p:sp>
        <p:nvSpPr>
          <p:cNvPr id="124" name="Shape 122"/>
          <p:cNvSpPr/>
          <p:nvPr/>
        </p:nvSpPr>
        <p:spPr>
          <a:xfrm>
            <a:off x="841248" y="4178808"/>
            <a:ext cx="54864" cy="54864"/>
          </a:xfrm>
          <a:prstGeom prst="ellipse">
            <a:avLst/>
          </a:prstGeom>
          <a:solidFill>
            <a:srgbClr val="4A4A55"/>
          </a:solidFill>
          <a:ln w="6350">
            <a:solidFill>
              <a:srgbClr val="22222A"/>
            </a:solidFill>
            <a:prstDash val="solid"/>
          </a:ln>
        </p:spPr>
      </p:sp>
      <p:sp>
        <p:nvSpPr>
          <p:cNvPr id="125" name="Shape 123"/>
          <p:cNvSpPr/>
          <p:nvPr/>
        </p:nvSpPr>
        <p:spPr>
          <a:xfrm>
            <a:off x="1088136" y="4288536"/>
            <a:ext cx="54864" cy="54864"/>
          </a:xfrm>
          <a:prstGeom prst="ellipse">
            <a:avLst/>
          </a:prstGeom>
          <a:solidFill>
            <a:srgbClr val="4A4A55"/>
          </a:solidFill>
          <a:ln w="6350">
            <a:solidFill>
              <a:srgbClr val="22222A"/>
            </a:solidFill>
            <a:prstDash val="solid"/>
          </a:ln>
        </p:spPr>
      </p:sp>
      <p:sp>
        <p:nvSpPr>
          <p:cNvPr id="126" name="Shape 124"/>
          <p:cNvSpPr/>
          <p:nvPr/>
        </p:nvSpPr>
        <p:spPr>
          <a:xfrm>
            <a:off x="1335024" y="4178808"/>
            <a:ext cx="54864" cy="54864"/>
          </a:xfrm>
          <a:prstGeom prst="ellipse">
            <a:avLst/>
          </a:prstGeom>
          <a:solidFill>
            <a:srgbClr val="4A4A55"/>
          </a:solidFill>
          <a:ln w="6350">
            <a:solidFill>
              <a:srgbClr val="22222A"/>
            </a:solidFill>
            <a:prstDash val="solid"/>
          </a:ln>
        </p:spPr>
      </p:sp>
      <p:sp>
        <p:nvSpPr>
          <p:cNvPr id="127" name="Shape 125"/>
          <p:cNvSpPr/>
          <p:nvPr/>
        </p:nvSpPr>
        <p:spPr>
          <a:xfrm>
            <a:off x="1581912" y="4288536"/>
            <a:ext cx="54864" cy="54864"/>
          </a:xfrm>
          <a:prstGeom prst="ellipse">
            <a:avLst/>
          </a:prstGeom>
          <a:solidFill>
            <a:srgbClr val="4A4A55"/>
          </a:solidFill>
          <a:ln w="6350">
            <a:solidFill>
              <a:srgbClr val="22222A"/>
            </a:solidFill>
            <a:prstDash val="solid"/>
          </a:ln>
        </p:spPr>
      </p:sp>
      <p:sp>
        <p:nvSpPr>
          <p:cNvPr id="128" name="Shape 126"/>
          <p:cNvSpPr/>
          <p:nvPr/>
        </p:nvSpPr>
        <p:spPr>
          <a:xfrm>
            <a:off x="1828800" y="4178808"/>
            <a:ext cx="54864" cy="54864"/>
          </a:xfrm>
          <a:prstGeom prst="ellipse">
            <a:avLst/>
          </a:prstGeom>
          <a:solidFill>
            <a:srgbClr val="4A4A55"/>
          </a:solidFill>
          <a:ln w="6350">
            <a:solidFill>
              <a:srgbClr val="22222A"/>
            </a:solidFill>
            <a:prstDash val="solid"/>
          </a:ln>
        </p:spPr>
      </p:sp>
      <p:sp>
        <p:nvSpPr>
          <p:cNvPr id="129" name="Shape 127"/>
          <p:cNvSpPr/>
          <p:nvPr/>
        </p:nvSpPr>
        <p:spPr>
          <a:xfrm>
            <a:off x="2075688" y="4288536"/>
            <a:ext cx="54864" cy="54864"/>
          </a:xfrm>
          <a:prstGeom prst="ellipse">
            <a:avLst/>
          </a:prstGeom>
          <a:solidFill>
            <a:srgbClr val="4A4A55"/>
          </a:solidFill>
          <a:ln w="6350">
            <a:solidFill>
              <a:srgbClr val="22222A"/>
            </a:solidFill>
            <a:prstDash val="solid"/>
          </a:ln>
        </p:spPr>
      </p:sp>
      <p:sp>
        <p:nvSpPr>
          <p:cNvPr id="130" name="Shape 128"/>
          <p:cNvSpPr/>
          <p:nvPr/>
        </p:nvSpPr>
        <p:spPr>
          <a:xfrm>
            <a:off x="2322576" y="4178808"/>
            <a:ext cx="54864" cy="54864"/>
          </a:xfrm>
          <a:prstGeom prst="ellipse">
            <a:avLst/>
          </a:prstGeom>
          <a:solidFill>
            <a:srgbClr val="4A4A55"/>
          </a:solidFill>
          <a:ln w="6350">
            <a:solidFill>
              <a:srgbClr val="22222A"/>
            </a:solidFill>
            <a:prstDash val="solid"/>
          </a:ln>
        </p:spPr>
      </p:sp>
      <p:sp>
        <p:nvSpPr>
          <p:cNvPr id="131" name="Shape 129"/>
          <p:cNvSpPr/>
          <p:nvPr/>
        </p:nvSpPr>
        <p:spPr>
          <a:xfrm>
            <a:off x="2569464" y="4288536"/>
            <a:ext cx="54864" cy="54864"/>
          </a:xfrm>
          <a:prstGeom prst="ellipse">
            <a:avLst/>
          </a:prstGeom>
          <a:solidFill>
            <a:srgbClr val="4A4A55"/>
          </a:solidFill>
          <a:ln w="6350">
            <a:solidFill>
              <a:srgbClr val="22222A"/>
            </a:solidFill>
            <a:prstDash val="solid"/>
          </a:ln>
        </p:spPr>
      </p:sp>
      <p:sp>
        <p:nvSpPr>
          <p:cNvPr id="132" name="Shape 130"/>
          <p:cNvSpPr/>
          <p:nvPr/>
        </p:nvSpPr>
        <p:spPr>
          <a:xfrm>
            <a:off x="2816352" y="4178808"/>
            <a:ext cx="54864" cy="54864"/>
          </a:xfrm>
          <a:prstGeom prst="ellipse">
            <a:avLst/>
          </a:prstGeom>
          <a:solidFill>
            <a:srgbClr val="4A4A55"/>
          </a:solidFill>
          <a:ln w="6350">
            <a:solidFill>
              <a:srgbClr val="22222A"/>
            </a:solidFill>
            <a:prstDash val="solid"/>
          </a:ln>
        </p:spPr>
      </p:sp>
      <p:sp>
        <p:nvSpPr>
          <p:cNvPr id="133" name="Shape 131"/>
          <p:cNvSpPr/>
          <p:nvPr/>
        </p:nvSpPr>
        <p:spPr>
          <a:xfrm>
            <a:off x="868680" y="4526280"/>
            <a:ext cx="246888" cy="109728"/>
          </a:xfrm>
          <a:prstGeom prst="line">
            <a:avLst/>
          </a:prstGeom>
          <a:noFill/>
          <a:ln w="22225">
            <a:solidFill>
              <a:srgbClr val="4A4A55"/>
            </a:solidFill>
            <a:prstDash val="solid"/>
          </a:ln>
        </p:spPr>
      </p:sp>
      <p:sp>
        <p:nvSpPr>
          <p:cNvPr id="134" name="Shape 132"/>
          <p:cNvSpPr/>
          <p:nvPr/>
        </p:nvSpPr>
        <p:spPr>
          <a:xfrm flipV="1">
            <a:off x="1115568" y="4526280"/>
            <a:ext cx="246888" cy="109728"/>
          </a:xfrm>
          <a:prstGeom prst="line">
            <a:avLst/>
          </a:prstGeom>
          <a:noFill/>
          <a:ln w="22225">
            <a:solidFill>
              <a:srgbClr val="4A4A55"/>
            </a:solidFill>
            <a:prstDash val="solid"/>
          </a:ln>
        </p:spPr>
      </p:sp>
      <p:sp>
        <p:nvSpPr>
          <p:cNvPr id="135" name="Shape 133"/>
          <p:cNvSpPr/>
          <p:nvPr/>
        </p:nvSpPr>
        <p:spPr>
          <a:xfrm>
            <a:off x="1362456" y="4526280"/>
            <a:ext cx="246888" cy="109728"/>
          </a:xfrm>
          <a:prstGeom prst="line">
            <a:avLst/>
          </a:prstGeom>
          <a:noFill/>
          <a:ln w="22225">
            <a:solidFill>
              <a:srgbClr val="4A4A55"/>
            </a:solidFill>
            <a:prstDash val="solid"/>
          </a:ln>
        </p:spPr>
      </p:sp>
      <p:sp>
        <p:nvSpPr>
          <p:cNvPr id="136" name="Shape 134"/>
          <p:cNvSpPr/>
          <p:nvPr/>
        </p:nvSpPr>
        <p:spPr>
          <a:xfrm flipV="1">
            <a:off x="1609344" y="4526280"/>
            <a:ext cx="246888" cy="109728"/>
          </a:xfrm>
          <a:prstGeom prst="line">
            <a:avLst/>
          </a:prstGeom>
          <a:noFill/>
          <a:ln w="22225">
            <a:solidFill>
              <a:srgbClr val="4A4A55"/>
            </a:solidFill>
            <a:prstDash val="solid"/>
          </a:ln>
        </p:spPr>
      </p:sp>
      <p:sp>
        <p:nvSpPr>
          <p:cNvPr id="137" name="Shape 135"/>
          <p:cNvSpPr/>
          <p:nvPr/>
        </p:nvSpPr>
        <p:spPr>
          <a:xfrm>
            <a:off x="1856232" y="4526280"/>
            <a:ext cx="246888" cy="109728"/>
          </a:xfrm>
          <a:prstGeom prst="line">
            <a:avLst/>
          </a:prstGeom>
          <a:noFill/>
          <a:ln w="22225">
            <a:solidFill>
              <a:srgbClr val="4A4A55"/>
            </a:solidFill>
            <a:prstDash val="solid"/>
          </a:ln>
        </p:spPr>
      </p:sp>
      <p:sp>
        <p:nvSpPr>
          <p:cNvPr id="138" name="Shape 136"/>
          <p:cNvSpPr/>
          <p:nvPr/>
        </p:nvSpPr>
        <p:spPr>
          <a:xfrm flipV="1">
            <a:off x="2103120" y="4526280"/>
            <a:ext cx="246888" cy="109728"/>
          </a:xfrm>
          <a:prstGeom prst="line">
            <a:avLst/>
          </a:prstGeom>
          <a:noFill/>
          <a:ln w="22225">
            <a:solidFill>
              <a:srgbClr val="4A4A55"/>
            </a:solidFill>
            <a:prstDash val="solid"/>
          </a:ln>
        </p:spPr>
      </p:sp>
      <p:sp>
        <p:nvSpPr>
          <p:cNvPr id="139" name="Shape 137"/>
          <p:cNvSpPr/>
          <p:nvPr/>
        </p:nvSpPr>
        <p:spPr>
          <a:xfrm>
            <a:off x="2350008" y="4526280"/>
            <a:ext cx="246888" cy="109728"/>
          </a:xfrm>
          <a:prstGeom prst="line">
            <a:avLst/>
          </a:prstGeom>
          <a:noFill/>
          <a:ln w="22225">
            <a:solidFill>
              <a:srgbClr val="4A4A55"/>
            </a:solidFill>
            <a:prstDash val="solid"/>
          </a:ln>
        </p:spPr>
      </p:sp>
      <p:sp>
        <p:nvSpPr>
          <p:cNvPr id="140" name="Shape 138"/>
          <p:cNvSpPr/>
          <p:nvPr/>
        </p:nvSpPr>
        <p:spPr>
          <a:xfrm flipV="1">
            <a:off x="2596896" y="4526280"/>
            <a:ext cx="246888" cy="109728"/>
          </a:xfrm>
          <a:prstGeom prst="line">
            <a:avLst/>
          </a:prstGeom>
          <a:noFill/>
          <a:ln w="22225">
            <a:solidFill>
              <a:srgbClr val="4A4A55"/>
            </a:solidFill>
            <a:prstDash val="solid"/>
          </a:ln>
        </p:spPr>
      </p:sp>
      <p:sp>
        <p:nvSpPr>
          <p:cNvPr id="141" name="Shape 139"/>
          <p:cNvSpPr/>
          <p:nvPr/>
        </p:nvSpPr>
        <p:spPr>
          <a:xfrm>
            <a:off x="841248" y="4498848"/>
            <a:ext cx="54864" cy="54864"/>
          </a:xfrm>
          <a:prstGeom prst="ellipse">
            <a:avLst/>
          </a:prstGeom>
          <a:solidFill>
            <a:srgbClr val="4A4A55"/>
          </a:solidFill>
          <a:ln w="6350">
            <a:solidFill>
              <a:srgbClr val="22222A"/>
            </a:solidFill>
            <a:prstDash val="solid"/>
          </a:ln>
        </p:spPr>
      </p:sp>
      <p:sp>
        <p:nvSpPr>
          <p:cNvPr id="142" name="Shape 140"/>
          <p:cNvSpPr/>
          <p:nvPr/>
        </p:nvSpPr>
        <p:spPr>
          <a:xfrm>
            <a:off x="1088136" y="4608576"/>
            <a:ext cx="54864" cy="54864"/>
          </a:xfrm>
          <a:prstGeom prst="ellipse">
            <a:avLst/>
          </a:prstGeom>
          <a:solidFill>
            <a:srgbClr val="4A4A55"/>
          </a:solidFill>
          <a:ln w="6350">
            <a:solidFill>
              <a:srgbClr val="22222A"/>
            </a:solidFill>
            <a:prstDash val="solid"/>
          </a:ln>
        </p:spPr>
      </p:sp>
      <p:sp>
        <p:nvSpPr>
          <p:cNvPr id="143" name="Shape 141"/>
          <p:cNvSpPr/>
          <p:nvPr/>
        </p:nvSpPr>
        <p:spPr>
          <a:xfrm>
            <a:off x="1335024" y="4498848"/>
            <a:ext cx="54864" cy="54864"/>
          </a:xfrm>
          <a:prstGeom prst="ellipse">
            <a:avLst/>
          </a:prstGeom>
          <a:solidFill>
            <a:srgbClr val="4A4A55"/>
          </a:solidFill>
          <a:ln w="6350">
            <a:solidFill>
              <a:srgbClr val="22222A"/>
            </a:solidFill>
            <a:prstDash val="solid"/>
          </a:ln>
        </p:spPr>
      </p:sp>
      <p:sp>
        <p:nvSpPr>
          <p:cNvPr id="144" name="Shape 142"/>
          <p:cNvSpPr/>
          <p:nvPr/>
        </p:nvSpPr>
        <p:spPr>
          <a:xfrm>
            <a:off x="1581912" y="4608576"/>
            <a:ext cx="54864" cy="54864"/>
          </a:xfrm>
          <a:prstGeom prst="ellipse">
            <a:avLst/>
          </a:prstGeom>
          <a:solidFill>
            <a:srgbClr val="4A4A55"/>
          </a:solidFill>
          <a:ln w="6350">
            <a:solidFill>
              <a:srgbClr val="22222A"/>
            </a:solidFill>
            <a:prstDash val="solid"/>
          </a:ln>
        </p:spPr>
      </p:sp>
      <p:sp>
        <p:nvSpPr>
          <p:cNvPr id="145" name="Shape 143"/>
          <p:cNvSpPr/>
          <p:nvPr/>
        </p:nvSpPr>
        <p:spPr>
          <a:xfrm>
            <a:off x="1828800" y="4498848"/>
            <a:ext cx="54864" cy="54864"/>
          </a:xfrm>
          <a:prstGeom prst="ellipse">
            <a:avLst/>
          </a:prstGeom>
          <a:solidFill>
            <a:srgbClr val="4A4A55"/>
          </a:solidFill>
          <a:ln w="6350">
            <a:solidFill>
              <a:srgbClr val="22222A"/>
            </a:solidFill>
            <a:prstDash val="solid"/>
          </a:ln>
        </p:spPr>
      </p:sp>
      <p:sp>
        <p:nvSpPr>
          <p:cNvPr id="146" name="Shape 144"/>
          <p:cNvSpPr/>
          <p:nvPr/>
        </p:nvSpPr>
        <p:spPr>
          <a:xfrm>
            <a:off x="2075688" y="4608576"/>
            <a:ext cx="54864" cy="54864"/>
          </a:xfrm>
          <a:prstGeom prst="ellipse">
            <a:avLst/>
          </a:prstGeom>
          <a:solidFill>
            <a:srgbClr val="4A4A55"/>
          </a:solidFill>
          <a:ln w="6350">
            <a:solidFill>
              <a:srgbClr val="22222A"/>
            </a:solidFill>
            <a:prstDash val="solid"/>
          </a:ln>
        </p:spPr>
      </p:sp>
      <p:sp>
        <p:nvSpPr>
          <p:cNvPr id="147" name="Shape 145"/>
          <p:cNvSpPr/>
          <p:nvPr/>
        </p:nvSpPr>
        <p:spPr>
          <a:xfrm>
            <a:off x="2322576" y="4498848"/>
            <a:ext cx="54864" cy="54864"/>
          </a:xfrm>
          <a:prstGeom prst="ellipse">
            <a:avLst/>
          </a:prstGeom>
          <a:solidFill>
            <a:srgbClr val="4A4A55"/>
          </a:solidFill>
          <a:ln w="6350">
            <a:solidFill>
              <a:srgbClr val="22222A"/>
            </a:solidFill>
            <a:prstDash val="solid"/>
          </a:ln>
        </p:spPr>
      </p:sp>
      <p:sp>
        <p:nvSpPr>
          <p:cNvPr id="148" name="Shape 146"/>
          <p:cNvSpPr/>
          <p:nvPr/>
        </p:nvSpPr>
        <p:spPr>
          <a:xfrm>
            <a:off x="2569464" y="4608576"/>
            <a:ext cx="54864" cy="54864"/>
          </a:xfrm>
          <a:prstGeom prst="ellipse">
            <a:avLst/>
          </a:prstGeom>
          <a:solidFill>
            <a:srgbClr val="4A4A55"/>
          </a:solidFill>
          <a:ln w="6350">
            <a:solidFill>
              <a:srgbClr val="22222A"/>
            </a:solidFill>
            <a:prstDash val="solid"/>
          </a:ln>
        </p:spPr>
      </p:sp>
      <p:sp>
        <p:nvSpPr>
          <p:cNvPr id="149" name="Shape 147"/>
          <p:cNvSpPr/>
          <p:nvPr/>
        </p:nvSpPr>
        <p:spPr>
          <a:xfrm>
            <a:off x="2816352" y="4498848"/>
            <a:ext cx="54864" cy="54864"/>
          </a:xfrm>
          <a:prstGeom prst="ellipse">
            <a:avLst/>
          </a:prstGeom>
          <a:solidFill>
            <a:srgbClr val="4A4A55"/>
          </a:solidFill>
          <a:ln w="6350">
            <a:solidFill>
              <a:srgbClr val="22222A"/>
            </a:solidFill>
            <a:prstDash val="solid"/>
          </a:ln>
        </p:spPr>
      </p:sp>
      <p:sp>
        <p:nvSpPr>
          <p:cNvPr id="150" name="Shape 148"/>
          <p:cNvSpPr/>
          <p:nvPr/>
        </p:nvSpPr>
        <p:spPr>
          <a:xfrm>
            <a:off x="868680" y="4846320"/>
            <a:ext cx="246888" cy="109728"/>
          </a:xfrm>
          <a:prstGeom prst="line">
            <a:avLst/>
          </a:prstGeom>
          <a:noFill/>
          <a:ln w="22225">
            <a:solidFill>
              <a:srgbClr val="4A4A55"/>
            </a:solidFill>
            <a:prstDash val="solid"/>
          </a:ln>
        </p:spPr>
      </p:sp>
      <p:sp>
        <p:nvSpPr>
          <p:cNvPr id="151" name="Shape 149"/>
          <p:cNvSpPr/>
          <p:nvPr/>
        </p:nvSpPr>
        <p:spPr>
          <a:xfrm flipV="1">
            <a:off x="1115568" y="4846320"/>
            <a:ext cx="246888" cy="109728"/>
          </a:xfrm>
          <a:prstGeom prst="line">
            <a:avLst/>
          </a:prstGeom>
          <a:noFill/>
          <a:ln w="22225">
            <a:solidFill>
              <a:srgbClr val="4A4A55"/>
            </a:solidFill>
            <a:prstDash val="solid"/>
          </a:ln>
        </p:spPr>
      </p:sp>
      <p:sp>
        <p:nvSpPr>
          <p:cNvPr id="152" name="Shape 150"/>
          <p:cNvSpPr/>
          <p:nvPr/>
        </p:nvSpPr>
        <p:spPr>
          <a:xfrm>
            <a:off x="1362456" y="4846320"/>
            <a:ext cx="246888" cy="109728"/>
          </a:xfrm>
          <a:prstGeom prst="line">
            <a:avLst/>
          </a:prstGeom>
          <a:noFill/>
          <a:ln w="22225">
            <a:solidFill>
              <a:srgbClr val="4A4A55"/>
            </a:solidFill>
            <a:prstDash val="solid"/>
          </a:ln>
        </p:spPr>
      </p:sp>
      <p:sp>
        <p:nvSpPr>
          <p:cNvPr id="153" name="Shape 151"/>
          <p:cNvSpPr/>
          <p:nvPr/>
        </p:nvSpPr>
        <p:spPr>
          <a:xfrm flipV="1">
            <a:off x="1609344" y="4846320"/>
            <a:ext cx="246888" cy="109728"/>
          </a:xfrm>
          <a:prstGeom prst="line">
            <a:avLst/>
          </a:prstGeom>
          <a:noFill/>
          <a:ln w="22225">
            <a:solidFill>
              <a:srgbClr val="4A4A55"/>
            </a:solidFill>
            <a:prstDash val="solid"/>
          </a:ln>
        </p:spPr>
      </p:sp>
      <p:sp>
        <p:nvSpPr>
          <p:cNvPr id="154" name="Shape 152"/>
          <p:cNvSpPr/>
          <p:nvPr/>
        </p:nvSpPr>
        <p:spPr>
          <a:xfrm>
            <a:off x="1856232" y="4846320"/>
            <a:ext cx="246888" cy="109728"/>
          </a:xfrm>
          <a:prstGeom prst="line">
            <a:avLst/>
          </a:prstGeom>
          <a:noFill/>
          <a:ln w="22225">
            <a:solidFill>
              <a:srgbClr val="4A4A55"/>
            </a:solidFill>
            <a:prstDash val="solid"/>
          </a:ln>
        </p:spPr>
      </p:sp>
      <p:sp>
        <p:nvSpPr>
          <p:cNvPr id="155" name="Shape 153"/>
          <p:cNvSpPr/>
          <p:nvPr/>
        </p:nvSpPr>
        <p:spPr>
          <a:xfrm flipV="1">
            <a:off x="2103120" y="4846320"/>
            <a:ext cx="246888" cy="109728"/>
          </a:xfrm>
          <a:prstGeom prst="line">
            <a:avLst/>
          </a:prstGeom>
          <a:noFill/>
          <a:ln w="22225">
            <a:solidFill>
              <a:srgbClr val="4A4A55"/>
            </a:solidFill>
            <a:prstDash val="solid"/>
          </a:ln>
        </p:spPr>
      </p:sp>
      <p:sp>
        <p:nvSpPr>
          <p:cNvPr id="156" name="Shape 154"/>
          <p:cNvSpPr/>
          <p:nvPr/>
        </p:nvSpPr>
        <p:spPr>
          <a:xfrm>
            <a:off x="2350008" y="4846320"/>
            <a:ext cx="246888" cy="109728"/>
          </a:xfrm>
          <a:prstGeom prst="line">
            <a:avLst/>
          </a:prstGeom>
          <a:noFill/>
          <a:ln w="22225">
            <a:solidFill>
              <a:srgbClr val="4A4A55"/>
            </a:solidFill>
            <a:prstDash val="solid"/>
          </a:ln>
        </p:spPr>
      </p:sp>
      <p:sp>
        <p:nvSpPr>
          <p:cNvPr id="157" name="Shape 155"/>
          <p:cNvSpPr/>
          <p:nvPr/>
        </p:nvSpPr>
        <p:spPr>
          <a:xfrm flipV="1">
            <a:off x="2596896" y="4846320"/>
            <a:ext cx="246888" cy="109728"/>
          </a:xfrm>
          <a:prstGeom prst="line">
            <a:avLst/>
          </a:prstGeom>
          <a:noFill/>
          <a:ln w="22225">
            <a:solidFill>
              <a:srgbClr val="4A4A55"/>
            </a:solidFill>
            <a:prstDash val="solid"/>
          </a:ln>
        </p:spPr>
      </p:sp>
      <p:sp>
        <p:nvSpPr>
          <p:cNvPr id="158" name="Shape 156"/>
          <p:cNvSpPr/>
          <p:nvPr/>
        </p:nvSpPr>
        <p:spPr>
          <a:xfrm>
            <a:off x="841248" y="4818888"/>
            <a:ext cx="54864" cy="54864"/>
          </a:xfrm>
          <a:prstGeom prst="ellipse">
            <a:avLst/>
          </a:prstGeom>
          <a:solidFill>
            <a:srgbClr val="4A4A55"/>
          </a:solidFill>
          <a:ln w="6350">
            <a:solidFill>
              <a:srgbClr val="22222A"/>
            </a:solidFill>
            <a:prstDash val="solid"/>
          </a:ln>
        </p:spPr>
      </p:sp>
      <p:sp>
        <p:nvSpPr>
          <p:cNvPr id="159" name="Shape 157"/>
          <p:cNvSpPr/>
          <p:nvPr/>
        </p:nvSpPr>
        <p:spPr>
          <a:xfrm>
            <a:off x="1088136" y="4928616"/>
            <a:ext cx="54864" cy="54864"/>
          </a:xfrm>
          <a:prstGeom prst="ellipse">
            <a:avLst/>
          </a:prstGeom>
          <a:solidFill>
            <a:srgbClr val="4A4A55"/>
          </a:solidFill>
          <a:ln w="6350">
            <a:solidFill>
              <a:srgbClr val="22222A"/>
            </a:solidFill>
            <a:prstDash val="solid"/>
          </a:ln>
        </p:spPr>
      </p:sp>
      <p:sp>
        <p:nvSpPr>
          <p:cNvPr id="160" name="Shape 158"/>
          <p:cNvSpPr/>
          <p:nvPr/>
        </p:nvSpPr>
        <p:spPr>
          <a:xfrm>
            <a:off x="1335024" y="4818888"/>
            <a:ext cx="54864" cy="54864"/>
          </a:xfrm>
          <a:prstGeom prst="ellipse">
            <a:avLst/>
          </a:prstGeom>
          <a:solidFill>
            <a:srgbClr val="4A4A55"/>
          </a:solidFill>
          <a:ln w="6350">
            <a:solidFill>
              <a:srgbClr val="22222A"/>
            </a:solidFill>
            <a:prstDash val="solid"/>
          </a:ln>
        </p:spPr>
      </p:sp>
      <p:sp>
        <p:nvSpPr>
          <p:cNvPr id="161" name="Shape 159"/>
          <p:cNvSpPr/>
          <p:nvPr/>
        </p:nvSpPr>
        <p:spPr>
          <a:xfrm>
            <a:off x="1581912" y="4928616"/>
            <a:ext cx="54864" cy="54864"/>
          </a:xfrm>
          <a:prstGeom prst="ellipse">
            <a:avLst/>
          </a:prstGeom>
          <a:solidFill>
            <a:srgbClr val="4A4A55"/>
          </a:solidFill>
          <a:ln w="6350">
            <a:solidFill>
              <a:srgbClr val="22222A"/>
            </a:solidFill>
            <a:prstDash val="solid"/>
          </a:ln>
        </p:spPr>
      </p:sp>
      <p:sp>
        <p:nvSpPr>
          <p:cNvPr id="162" name="Shape 160"/>
          <p:cNvSpPr/>
          <p:nvPr/>
        </p:nvSpPr>
        <p:spPr>
          <a:xfrm>
            <a:off x="1828800" y="4818888"/>
            <a:ext cx="54864" cy="54864"/>
          </a:xfrm>
          <a:prstGeom prst="ellipse">
            <a:avLst/>
          </a:prstGeom>
          <a:solidFill>
            <a:srgbClr val="4A4A55"/>
          </a:solidFill>
          <a:ln w="6350">
            <a:solidFill>
              <a:srgbClr val="22222A"/>
            </a:solidFill>
            <a:prstDash val="solid"/>
          </a:ln>
        </p:spPr>
      </p:sp>
      <p:sp>
        <p:nvSpPr>
          <p:cNvPr id="163" name="Shape 161"/>
          <p:cNvSpPr/>
          <p:nvPr/>
        </p:nvSpPr>
        <p:spPr>
          <a:xfrm>
            <a:off x="2075688" y="4928616"/>
            <a:ext cx="54864" cy="54864"/>
          </a:xfrm>
          <a:prstGeom prst="ellipse">
            <a:avLst/>
          </a:prstGeom>
          <a:solidFill>
            <a:srgbClr val="4A4A55"/>
          </a:solidFill>
          <a:ln w="6350">
            <a:solidFill>
              <a:srgbClr val="22222A"/>
            </a:solidFill>
            <a:prstDash val="solid"/>
          </a:ln>
        </p:spPr>
      </p:sp>
      <p:sp>
        <p:nvSpPr>
          <p:cNvPr id="164" name="Shape 162"/>
          <p:cNvSpPr/>
          <p:nvPr/>
        </p:nvSpPr>
        <p:spPr>
          <a:xfrm>
            <a:off x="2322576" y="4818888"/>
            <a:ext cx="54864" cy="54864"/>
          </a:xfrm>
          <a:prstGeom prst="ellipse">
            <a:avLst/>
          </a:prstGeom>
          <a:solidFill>
            <a:srgbClr val="4A4A55"/>
          </a:solidFill>
          <a:ln w="6350">
            <a:solidFill>
              <a:srgbClr val="22222A"/>
            </a:solidFill>
            <a:prstDash val="solid"/>
          </a:ln>
        </p:spPr>
      </p:sp>
      <p:sp>
        <p:nvSpPr>
          <p:cNvPr id="165" name="Shape 163"/>
          <p:cNvSpPr/>
          <p:nvPr/>
        </p:nvSpPr>
        <p:spPr>
          <a:xfrm>
            <a:off x="2569464" y="4928616"/>
            <a:ext cx="54864" cy="54864"/>
          </a:xfrm>
          <a:prstGeom prst="ellipse">
            <a:avLst/>
          </a:prstGeom>
          <a:solidFill>
            <a:srgbClr val="4A4A55"/>
          </a:solidFill>
          <a:ln w="6350">
            <a:solidFill>
              <a:srgbClr val="22222A"/>
            </a:solidFill>
            <a:prstDash val="solid"/>
          </a:ln>
        </p:spPr>
      </p:sp>
      <p:sp>
        <p:nvSpPr>
          <p:cNvPr id="166" name="Shape 164"/>
          <p:cNvSpPr/>
          <p:nvPr/>
        </p:nvSpPr>
        <p:spPr>
          <a:xfrm>
            <a:off x="2816352" y="4818888"/>
            <a:ext cx="54864" cy="54864"/>
          </a:xfrm>
          <a:prstGeom prst="ellipse">
            <a:avLst/>
          </a:prstGeom>
          <a:solidFill>
            <a:srgbClr val="4A4A55"/>
          </a:solidFill>
          <a:ln w="6350">
            <a:solidFill>
              <a:srgbClr val="22222A"/>
            </a:solidFill>
            <a:prstDash val="solid"/>
          </a:ln>
        </p:spPr>
      </p:sp>
      <p:sp>
        <p:nvSpPr>
          <p:cNvPr id="167" name="Shape 165"/>
          <p:cNvSpPr/>
          <p:nvPr/>
        </p:nvSpPr>
        <p:spPr>
          <a:xfrm>
            <a:off x="3520440" y="4206240"/>
            <a:ext cx="246888" cy="109728"/>
          </a:xfrm>
          <a:prstGeom prst="line">
            <a:avLst/>
          </a:prstGeom>
          <a:noFill/>
          <a:ln w="22225">
            <a:solidFill>
              <a:srgbClr val="4A4A55"/>
            </a:solidFill>
            <a:prstDash val="solid"/>
          </a:ln>
        </p:spPr>
      </p:sp>
      <p:sp>
        <p:nvSpPr>
          <p:cNvPr id="168" name="Shape 166"/>
          <p:cNvSpPr/>
          <p:nvPr/>
        </p:nvSpPr>
        <p:spPr>
          <a:xfrm flipV="1">
            <a:off x="3767328" y="4206240"/>
            <a:ext cx="246888" cy="109728"/>
          </a:xfrm>
          <a:prstGeom prst="line">
            <a:avLst/>
          </a:prstGeom>
          <a:noFill/>
          <a:ln w="22225">
            <a:solidFill>
              <a:srgbClr val="4A4A55"/>
            </a:solidFill>
            <a:prstDash val="solid"/>
          </a:ln>
        </p:spPr>
      </p:sp>
      <p:sp>
        <p:nvSpPr>
          <p:cNvPr id="169" name="Shape 167"/>
          <p:cNvSpPr/>
          <p:nvPr/>
        </p:nvSpPr>
        <p:spPr>
          <a:xfrm>
            <a:off x="4014216" y="4206240"/>
            <a:ext cx="246888" cy="109728"/>
          </a:xfrm>
          <a:prstGeom prst="line">
            <a:avLst/>
          </a:prstGeom>
          <a:noFill/>
          <a:ln w="22225">
            <a:solidFill>
              <a:srgbClr val="4A4A55"/>
            </a:solidFill>
            <a:prstDash val="solid"/>
          </a:ln>
        </p:spPr>
      </p:sp>
      <p:sp>
        <p:nvSpPr>
          <p:cNvPr id="170" name="Shape 168"/>
          <p:cNvSpPr/>
          <p:nvPr/>
        </p:nvSpPr>
        <p:spPr>
          <a:xfrm flipV="1">
            <a:off x="4261104" y="4206240"/>
            <a:ext cx="246888" cy="109728"/>
          </a:xfrm>
          <a:prstGeom prst="line">
            <a:avLst/>
          </a:prstGeom>
          <a:noFill/>
          <a:ln w="22225">
            <a:solidFill>
              <a:srgbClr val="4A4A55"/>
            </a:solidFill>
            <a:prstDash val="solid"/>
          </a:ln>
        </p:spPr>
      </p:sp>
      <p:sp>
        <p:nvSpPr>
          <p:cNvPr id="171" name="Shape 169"/>
          <p:cNvSpPr/>
          <p:nvPr/>
        </p:nvSpPr>
        <p:spPr>
          <a:xfrm>
            <a:off x="4507992" y="4206240"/>
            <a:ext cx="246888" cy="109728"/>
          </a:xfrm>
          <a:prstGeom prst="line">
            <a:avLst/>
          </a:prstGeom>
          <a:noFill/>
          <a:ln w="22225">
            <a:solidFill>
              <a:srgbClr val="4A4A55"/>
            </a:solidFill>
            <a:prstDash val="solid"/>
          </a:ln>
        </p:spPr>
      </p:sp>
      <p:sp>
        <p:nvSpPr>
          <p:cNvPr id="172" name="Shape 170"/>
          <p:cNvSpPr/>
          <p:nvPr/>
        </p:nvSpPr>
        <p:spPr>
          <a:xfrm flipV="1">
            <a:off x="4754880" y="4206240"/>
            <a:ext cx="246888" cy="109728"/>
          </a:xfrm>
          <a:prstGeom prst="line">
            <a:avLst/>
          </a:prstGeom>
          <a:noFill/>
          <a:ln w="22225">
            <a:solidFill>
              <a:srgbClr val="4A4A55"/>
            </a:solidFill>
            <a:prstDash val="solid"/>
          </a:ln>
        </p:spPr>
      </p:sp>
      <p:sp>
        <p:nvSpPr>
          <p:cNvPr id="173" name="Shape 171"/>
          <p:cNvSpPr/>
          <p:nvPr/>
        </p:nvSpPr>
        <p:spPr>
          <a:xfrm>
            <a:off x="5001768" y="4206240"/>
            <a:ext cx="246888" cy="109728"/>
          </a:xfrm>
          <a:prstGeom prst="line">
            <a:avLst/>
          </a:prstGeom>
          <a:noFill/>
          <a:ln w="22225">
            <a:solidFill>
              <a:srgbClr val="4A4A55"/>
            </a:solidFill>
            <a:prstDash val="solid"/>
          </a:ln>
        </p:spPr>
      </p:sp>
      <p:sp>
        <p:nvSpPr>
          <p:cNvPr id="174" name="Shape 172"/>
          <p:cNvSpPr/>
          <p:nvPr/>
        </p:nvSpPr>
        <p:spPr>
          <a:xfrm flipV="1">
            <a:off x="5248656" y="4206240"/>
            <a:ext cx="246888" cy="109728"/>
          </a:xfrm>
          <a:prstGeom prst="line">
            <a:avLst/>
          </a:prstGeom>
          <a:noFill/>
          <a:ln w="22225">
            <a:solidFill>
              <a:srgbClr val="4A4A55"/>
            </a:solidFill>
            <a:prstDash val="solid"/>
          </a:ln>
        </p:spPr>
      </p:sp>
      <p:sp>
        <p:nvSpPr>
          <p:cNvPr id="175" name="Shape 173"/>
          <p:cNvSpPr/>
          <p:nvPr/>
        </p:nvSpPr>
        <p:spPr>
          <a:xfrm>
            <a:off x="3493008" y="4178808"/>
            <a:ext cx="54864" cy="54864"/>
          </a:xfrm>
          <a:prstGeom prst="ellipse">
            <a:avLst/>
          </a:prstGeom>
          <a:solidFill>
            <a:srgbClr val="4A4A55"/>
          </a:solidFill>
          <a:ln w="6350">
            <a:solidFill>
              <a:srgbClr val="22222A"/>
            </a:solidFill>
            <a:prstDash val="solid"/>
          </a:ln>
        </p:spPr>
      </p:sp>
      <p:sp>
        <p:nvSpPr>
          <p:cNvPr id="176" name="Shape 174"/>
          <p:cNvSpPr/>
          <p:nvPr/>
        </p:nvSpPr>
        <p:spPr>
          <a:xfrm>
            <a:off x="3739896" y="4288536"/>
            <a:ext cx="54864" cy="54864"/>
          </a:xfrm>
          <a:prstGeom prst="ellipse">
            <a:avLst/>
          </a:prstGeom>
          <a:solidFill>
            <a:srgbClr val="4A4A55"/>
          </a:solidFill>
          <a:ln w="6350">
            <a:solidFill>
              <a:srgbClr val="22222A"/>
            </a:solidFill>
            <a:prstDash val="solid"/>
          </a:ln>
        </p:spPr>
      </p:sp>
      <p:sp>
        <p:nvSpPr>
          <p:cNvPr id="177" name="Shape 175"/>
          <p:cNvSpPr/>
          <p:nvPr/>
        </p:nvSpPr>
        <p:spPr>
          <a:xfrm>
            <a:off x="3986784" y="4178808"/>
            <a:ext cx="54864" cy="54864"/>
          </a:xfrm>
          <a:prstGeom prst="ellipse">
            <a:avLst/>
          </a:prstGeom>
          <a:solidFill>
            <a:srgbClr val="4A4A55"/>
          </a:solidFill>
          <a:ln w="6350">
            <a:solidFill>
              <a:srgbClr val="22222A"/>
            </a:solidFill>
            <a:prstDash val="solid"/>
          </a:ln>
        </p:spPr>
      </p:sp>
      <p:sp>
        <p:nvSpPr>
          <p:cNvPr id="178" name="Shape 176"/>
          <p:cNvSpPr/>
          <p:nvPr/>
        </p:nvSpPr>
        <p:spPr>
          <a:xfrm>
            <a:off x="4233672" y="4288536"/>
            <a:ext cx="54864" cy="54864"/>
          </a:xfrm>
          <a:prstGeom prst="ellipse">
            <a:avLst/>
          </a:prstGeom>
          <a:solidFill>
            <a:srgbClr val="4A4A55"/>
          </a:solidFill>
          <a:ln w="6350">
            <a:solidFill>
              <a:srgbClr val="22222A"/>
            </a:solidFill>
            <a:prstDash val="solid"/>
          </a:ln>
        </p:spPr>
      </p:sp>
      <p:sp>
        <p:nvSpPr>
          <p:cNvPr id="179" name="Shape 177"/>
          <p:cNvSpPr/>
          <p:nvPr/>
        </p:nvSpPr>
        <p:spPr>
          <a:xfrm>
            <a:off x="4480560" y="4178808"/>
            <a:ext cx="54864" cy="54864"/>
          </a:xfrm>
          <a:prstGeom prst="ellipse">
            <a:avLst/>
          </a:prstGeom>
          <a:solidFill>
            <a:srgbClr val="4A4A55"/>
          </a:solidFill>
          <a:ln w="6350">
            <a:solidFill>
              <a:srgbClr val="22222A"/>
            </a:solidFill>
            <a:prstDash val="solid"/>
          </a:ln>
        </p:spPr>
      </p:sp>
      <p:sp>
        <p:nvSpPr>
          <p:cNvPr id="180" name="Shape 178"/>
          <p:cNvSpPr/>
          <p:nvPr/>
        </p:nvSpPr>
        <p:spPr>
          <a:xfrm>
            <a:off x="4727448" y="4288536"/>
            <a:ext cx="54864" cy="54864"/>
          </a:xfrm>
          <a:prstGeom prst="ellipse">
            <a:avLst/>
          </a:prstGeom>
          <a:solidFill>
            <a:srgbClr val="4A4A55"/>
          </a:solidFill>
          <a:ln w="6350">
            <a:solidFill>
              <a:srgbClr val="22222A"/>
            </a:solidFill>
            <a:prstDash val="solid"/>
          </a:ln>
        </p:spPr>
      </p:sp>
      <p:sp>
        <p:nvSpPr>
          <p:cNvPr id="181" name="Shape 179"/>
          <p:cNvSpPr/>
          <p:nvPr/>
        </p:nvSpPr>
        <p:spPr>
          <a:xfrm>
            <a:off x="4974336" y="4178808"/>
            <a:ext cx="54864" cy="54864"/>
          </a:xfrm>
          <a:prstGeom prst="ellipse">
            <a:avLst/>
          </a:prstGeom>
          <a:solidFill>
            <a:srgbClr val="4A4A55"/>
          </a:solidFill>
          <a:ln w="6350">
            <a:solidFill>
              <a:srgbClr val="22222A"/>
            </a:solidFill>
            <a:prstDash val="solid"/>
          </a:ln>
        </p:spPr>
      </p:sp>
      <p:sp>
        <p:nvSpPr>
          <p:cNvPr id="182" name="Shape 180"/>
          <p:cNvSpPr/>
          <p:nvPr/>
        </p:nvSpPr>
        <p:spPr>
          <a:xfrm>
            <a:off x="5221224" y="4288536"/>
            <a:ext cx="54864" cy="54864"/>
          </a:xfrm>
          <a:prstGeom prst="ellipse">
            <a:avLst/>
          </a:prstGeom>
          <a:solidFill>
            <a:srgbClr val="4A4A55"/>
          </a:solidFill>
          <a:ln w="6350">
            <a:solidFill>
              <a:srgbClr val="22222A"/>
            </a:solidFill>
            <a:prstDash val="solid"/>
          </a:ln>
        </p:spPr>
      </p:sp>
      <p:sp>
        <p:nvSpPr>
          <p:cNvPr id="183" name="Shape 181"/>
          <p:cNvSpPr/>
          <p:nvPr/>
        </p:nvSpPr>
        <p:spPr>
          <a:xfrm>
            <a:off x="5468112" y="4178808"/>
            <a:ext cx="54864" cy="54864"/>
          </a:xfrm>
          <a:prstGeom prst="ellipse">
            <a:avLst/>
          </a:prstGeom>
          <a:solidFill>
            <a:srgbClr val="4A4A55"/>
          </a:solidFill>
          <a:ln w="6350">
            <a:solidFill>
              <a:srgbClr val="22222A"/>
            </a:solidFill>
            <a:prstDash val="solid"/>
          </a:ln>
        </p:spPr>
      </p:sp>
      <p:sp>
        <p:nvSpPr>
          <p:cNvPr id="184" name="Shape 182"/>
          <p:cNvSpPr/>
          <p:nvPr/>
        </p:nvSpPr>
        <p:spPr>
          <a:xfrm>
            <a:off x="3520440" y="4526280"/>
            <a:ext cx="246888" cy="109728"/>
          </a:xfrm>
          <a:prstGeom prst="line">
            <a:avLst/>
          </a:prstGeom>
          <a:noFill/>
          <a:ln w="22225">
            <a:solidFill>
              <a:srgbClr val="4A4A55"/>
            </a:solidFill>
            <a:prstDash val="solid"/>
          </a:ln>
        </p:spPr>
      </p:sp>
      <p:sp>
        <p:nvSpPr>
          <p:cNvPr id="185" name="Shape 183"/>
          <p:cNvSpPr/>
          <p:nvPr/>
        </p:nvSpPr>
        <p:spPr>
          <a:xfrm flipV="1">
            <a:off x="3767328" y="4526280"/>
            <a:ext cx="246888" cy="109728"/>
          </a:xfrm>
          <a:prstGeom prst="line">
            <a:avLst/>
          </a:prstGeom>
          <a:noFill/>
          <a:ln w="22225">
            <a:solidFill>
              <a:srgbClr val="4A4A55"/>
            </a:solidFill>
            <a:prstDash val="solid"/>
          </a:ln>
        </p:spPr>
      </p:sp>
      <p:sp>
        <p:nvSpPr>
          <p:cNvPr id="186" name="Shape 184"/>
          <p:cNvSpPr/>
          <p:nvPr/>
        </p:nvSpPr>
        <p:spPr>
          <a:xfrm>
            <a:off x="4014216" y="4526280"/>
            <a:ext cx="246888" cy="109728"/>
          </a:xfrm>
          <a:prstGeom prst="line">
            <a:avLst/>
          </a:prstGeom>
          <a:noFill/>
          <a:ln w="22225">
            <a:solidFill>
              <a:srgbClr val="4A4A55"/>
            </a:solidFill>
            <a:prstDash val="solid"/>
          </a:ln>
        </p:spPr>
      </p:sp>
      <p:sp>
        <p:nvSpPr>
          <p:cNvPr id="187" name="Shape 185"/>
          <p:cNvSpPr/>
          <p:nvPr/>
        </p:nvSpPr>
        <p:spPr>
          <a:xfrm flipV="1">
            <a:off x="4261104" y="4526280"/>
            <a:ext cx="246888" cy="109728"/>
          </a:xfrm>
          <a:prstGeom prst="line">
            <a:avLst/>
          </a:prstGeom>
          <a:noFill/>
          <a:ln w="22225">
            <a:solidFill>
              <a:srgbClr val="4A4A55"/>
            </a:solidFill>
            <a:prstDash val="solid"/>
          </a:ln>
        </p:spPr>
      </p:sp>
      <p:sp>
        <p:nvSpPr>
          <p:cNvPr id="188" name="Shape 186"/>
          <p:cNvSpPr/>
          <p:nvPr/>
        </p:nvSpPr>
        <p:spPr>
          <a:xfrm>
            <a:off x="4507992" y="4526280"/>
            <a:ext cx="246888" cy="109728"/>
          </a:xfrm>
          <a:prstGeom prst="line">
            <a:avLst/>
          </a:prstGeom>
          <a:noFill/>
          <a:ln w="22225">
            <a:solidFill>
              <a:srgbClr val="4A4A55"/>
            </a:solidFill>
            <a:prstDash val="solid"/>
          </a:ln>
        </p:spPr>
      </p:sp>
      <p:sp>
        <p:nvSpPr>
          <p:cNvPr id="189" name="Shape 187"/>
          <p:cNvSpPr/>
          <p:nvPr/>
        </p:nvSpPr>
        <p:spPr>
          <a:xfrm flipV="1">
            <a:off x="4754880" y="4526280"/>
            <a:ext cx="246888" cy="109728"/>
          </a:xfrm>
          <a:prstGeom prst="line">
            <a:avLst/>
          </a:prstGeom>
          <a:noFill/>
          <a:ln w="22225">
            <a:solidFill>
              <a:srgbClr val="4A4A55"/>
            </a:solidFill>
            <a:prstDash val="solid"/>
          </a:ln>
        </p:spPr>
      </p:sp>
      <p:sp>
        <p:nvSpPr>
          <p:cNvPr id="190" name="Shape 188"/>
          <p:cNvSpPr/>
          <p:nvPr/>
        </p:nvSpPr>
        <p:spPr>
          <a:xfrm>
            <a:off x="5001768" y="4526280"/>
            <a:ext cx="246888" cy="109728"/>
          </a:xfrm>
          <a:prstGeom prst="line">
            <a:avLst/>
          </a:prstGeom>
          <a:noFill/>
          <a:ln w="22225">
            <a:solidFill>
              <a:srgbClr val="4A4A55"/>
            </a:solidFill>
            <a:prstDash val="solid"/>
          </a:ln>
        </p:spPr>
      </p:sp>
      <p:sp>
        <p:nvSpPr>
          <p:cNvPr id="191" name="Shape 189"/>
          <p:cNvSpPr/>
          <p:nvPr/>
        </p:nvSpPr>
        <p:spPr>
          <a:xfrm flipV="1">
            <a:off x="5248656" y="4526280"/>
            <a:ext cx="246888" cy="109728"/>
          </a:xfrm>
          <a:prstGeom prst="line">
            <a:avLst/>
          </a:prstGeom>
          <a:noFill/>
          <a:ln w="22225">
            <a:solidFill>
              <a:srgbClr val="4A4A55"/>
            </a:solidFill>
            <a:prstDash val="solid"/>
          </a:ln>
        </p:spPr>
      </p:sp>
      <p:sp>
        <p:nvSpPr>
          <p:cNvPr id="192" name="Shape 190"/>
          <p:cNvSpPr/>
          <p:nvPr/>
        </p:nvSpPr>
        <p:spPr>
          <a:xfrm>
            <a:off x="3493008" y="4498848"/>
            <a:ext cx="54864" cy="54864"/>
          </a:xfrm>
          <a:prstGeom prst="ellipse">
            <a:avLst/>
          </a:prstGeom>
          <a:solidFill>
            <a:srgbClr val="4A4A55"/>
          </a:solidFill>
          <a:ln w="6350">
            <a:solidFill>
              <a:srgbClr val="22222A"/>
            </a:solidFill>
            <a:prstDash val="solid"/>
          </a:ln>
        </p:spPr>
      </p:sp>
      <p:sp>
        <p:nvSpPr>
          <p:cNvPr id="193" name="Shape 191"/>
          <p:cNvSpPr/>
          <p:nvPr/>
        </p:nvSpPr>
        <p:spPr>
          <a:xfrm>
            <a:off x="3739896" y="4608576"/>
            <a:ext cx="54864" cy="54864"/>
          </a:xfrm>
          <a:prstGeom prst="ellipse">
            <a:avLst/>
          </a:prstGeom>
          <a:solidFill>
            <a:srgbClr val="4A4A55"/>
          </a:solidFill>
          <a:ln w="6350">
            <a:solidFill>
              <a:srgbClr val="22222A"/>
            </a:solidFill>
            <a:prstDash val="solid"/>
          </a:ln>
        </p:spPr>
      </p:sp>
      <p:sp>
        <p:nvSpPr>
          <p:cNvPr id="194" name="Shape 192"/>
          <p:cNvSpPr/>
          <p:nvPr/>
        </p:nvSpPr>
        <p:spPr>
          <a:xfrm>
            <a:off x="3986784" y="4498848"/>
            <a:ext cx="54864" cy="54864"/>
          </a:xfrm>
          <a:prstGeom prst="ellipse">
            <a:avLst/>
          </a:prstGeom>
          <a:solidFill>
            <a:srgbClr val="4A4A55"/>
          </a:solidFill>
          <a:ln w="6350">
            <a:solidFill>
              <a:srgbClr val="22222A"/>
            </a:solidFill>
            <a:prstDash val="solid"/>
          </a:ln>
        </p:spPr>
      </p:sp>
      <p:sp>
        <p:nvSpPr>
          <p:cNvPr id="195" name="Shape 193"/>
          <p:cNvSpPr/>
          <p:nvPr/>
        </p:nvSpPr>
        <p:spPr>
          <a:xfrm>
            <a:off x="4233672" y="4608576"/>
            <a:ext cx="54864" cy="54864"/>
          </a:xfrm>
          <a:prstGeom prst="ellipse">
            <a:avLst/>
          </a:prstGeom>
          <a:solidFill>
            <a:srgbClr val="4A4A55"/>
          </a:solidFill>
          <a:ln w="6350">
            <a:solidFill>
              <a:srgbClr val="22222A"/>
            </a:solidFill>
            <a:prstDash val="solid"/>
          </a:ln>
        </p:spPr>
      </p:sp>
      <p:sp>
        <p:nvSpPr>
          <p:cNvPr id="196" name="Shape 194"/>
          <p:cNvSpPr/>
          <p:nvPr/>
        </p:nvSpPr>
        <p:spPr>
          <a:xfrm>
            <a:off x="4480560" y="4498848"/>
            <a:ext cx="54864" cy="54864"/>
          </a:xfrm>
          <a:prstGeom prst="ellipse">
            <a:avLst/>
          </a:prstGeom>
          <a:solidFill>
            <a:srgbClr val="4A4A55"/>
          </a:solidFill>
          <a:ln w="6350">
            <a:solidFill>
              <a:srgbClr val="22222A"/>
            </a:solidFill>
            <a:prstDash val="solid"/>
          </a:ln>
        </p:spPr>
      </p:sp>
      <p:sp>
        <p:nvSpPr>
          <p:cNvPr id="197" name="Shape 195"/>
          <p:cNvSpPr/>
          <p:nvPr/>
        </p:nvSpPr>
        <p:spPr>
          <a:xfrm>
            <a:off x="4727448" y="4608576"/>
            <a:ext cx="54864" cy="54864"/>
          </a:xfrm>
          <a:prstGeom prst="ellipse">
            <a:avLst/>
          </a:prstGeom>
          <a:solidFill>
            <a:srgbClr val="4A4A55"/>
          </a:solidFill>
          <a:ln w="6350">
            <a:solidFill>
              <a:srgbClr val="22222A"/>
            </a:solidFill>
            <a:prstDash val="solid"/>
          </a:ln>
        </p:spPr>
      </p:sp>
      <p:sp>
        <p:nvSpPr>
          <p:cNvPr id="198" name="Shape 196"/>
          <p:cNvSpPr/>
          <p:nvPr/>
        </p:nvSpPr>
        <p:spPr>
          <a:xfrm>
            <a:off x="4974336" y="4498848"/>
            <a:ext cx="54864" cy="54864"/>
          </a:xfrm>
          <a:prstGeom prst="ellipse">
            <a:avLst/>
          </a:prstGeom>
          <a:solidFill>
            <a:srgbClr val="4A4A55"/>
          </a:solidFill>
          <a:ln w="6350">
            <a:solidFill>
              <a:srgbClr val="22222A"/>
            </a:solidFill>
            <a:prstDash val="solid"/>
          </a:ln>
        </p:spPr>
      </p:sp>
      <p:sp>
        <p:nvSpPr>
          <p:cNvPr id="199" name="Shape 197"/>
          <p:cNvSpPr/>
          <p:nvPr/>
        </p:nvSpPr>
        <p:spPr>
          <a:xfrm>
            <a:off x="5221224" y="4608576"/>
            <a:ext cx="54864" cy="54864"/>
          </a:xfrm>
          <a:prstGeom prst="ellipse">
            <a:avLst/>
          </a:prstGeom>
          <a:solidFill>
            <a:srgbClr val="4A4A55"/>
          </a:solidFill>
          <a:ln w="6350">
            <a:solidFill>
              <a:srgbClr val="22222A"/>
            </a:solidFill>
            <a:prstDash val="solid"/>
          </a:ln>
        </p:spPr>
      </p:sp>
      <p:sp>
        <p:nvSpPr>
          <p:cNvPr id="200" name="Shape 198"/>
          <p:cNvSpPr/>
          <p:nvPr/>
        </p:nvSpPr>
        <p:spPr>
          <a:xfrm>
            <a:off x="5468112" y="4498848"/>
            <a:ext cx="54864" cy="54864"/>
          </a:xfrm>
          <a:prstGeom prst="ellipse">
            <a:avLst/>
          </a:prstGeom>
          <a:solidFill>
            <a:srgbClr val="4A4A55"/>
          </a:solidFill>
          <a:ln w="6350">
            <a:solidFill>
              <a:srgbClr val="22222A"/>
            </a:solidFill>
            <a:prstDash val="solid"/>
          </a:ln>
        </p:spPr>
      </p:sp>
      <p:sp>
        <p:nvSpPr>
          <p:cNvPr id="201" name="Shape 199"/>
          <p:cNvSpPr/>
          <p:nvPr/>
        </p:nvSpPr>
        <p:spPr>
          <a:xfrm>
            <a:off x="3520440" y="4846320"/>
            <a:ext cx="246888" cy="109728"/>
          </a:xfrm>
          <a:prstGeom prst="line">
            <a:avLst/>
          </a:prstGeom>
          <a:noFill/>
          <a:ln w="22225">
            <a:solidFill>
              <a:srgbClr val="4A4A55"/>
            </a:solidFill>
            <a:prstDash val="solid"/>
          </a:ln>
        </p:spPr>
      </p:sp>
      <p:sp>
        <p:nvSpPr>
          <p:cNvPr id="202" name="Shape 200"/>
          <p:cNvSpPr/>
          <p:nvPr/>
        </p:nvSpPr>
        <p:spPr>
          <a:xfrm flipV="1">
            <a:off x="3767328" y="4846320"/>
            <a:ext cx="246888" cy="109728"/>
          </a:xfrm>
          <a:prstGeom prst="line">
            <a:avLst/>
          </a:prstGeom>
          <a:noFill/>
          <a:ln w="22225">
            <a:solidFill>
              <a:srgbClr val="4A4A55"/>
            </a:solidFill>
            <a:prstDash val="solid"/>
          </a:ln>
        </p:spPr>
      </p:sp>
      <p:sp>
        <p:nvSpPr>
          <p:cNvPr id="203" name="Shape 201"/>
          <p:cNvSpPr/>
          <p:nvPr/>
        </p:nvSpPr>
        <p:spPr>
          <a:xfrm>
            <a:off x="4014216" y="4846320"/>
            <a:ext cx="246888" cy="109728"/>
          </a:xfrm>
          <a:prstGeom prst="line">
            <a:avLst/>
          </a:prstGeom>
          <a:noFill/>
          <a:ln w="22225">
            <a:solidFill>
              <a:srgbClr val="4A4A55"/>
            </a:solidFill>
            <a:prstDash val="solid"/>
          </a:ln>
        </p:spPr>
      </p:sp>
      <p:sp>
        <p:nvSpPr>
          <p:cNvPr id="204" name="Shape 202"/>
          <p:cNvSpPr/>
          <p:nvPr/>
        </p:nvSpPr>
        <p:spPr>
          <a:xfrm flipV="1">
            <a:off x="4261104" y="4846320"/>
            <a:ext cx="246888" cy="109728"/>
          </a:xfrm>
          <a:prstGeom prst="line">
            <a:avLst/>
          </a:prstGeom>
          <a:noFill/>
          <a:ln w="22225">
            <a:solidFill>
              <a:srgbClr val="4A4A55"/>
            </a:solidFill>
            <a:prstDash val="solid"/>
          </a:ln>
        </p:spPr>
      </p:sp>
      <p:sp>
        <p:nvSpPr>
          <p:cNvPr id="205" name="Shape 203"/>
          <p:cNvSpPr/>
          <p:nvPr/>
        </p:nvSpPr>
        <p:spPr>
          <a:xfrm>
            <a:off x="4507992" y="4846320"/>
            <a:ext cx="246888" cy="109728"/>
          </a:xfrm>
          <a:prstGeom prst="line">
            <a:avLst/>
          </a:prstGeom>
          <a:noFill/>
          <a:ln w="22225">
            <a:solidFill>
              <a:srgbClr val="4A4A55"/>
            </a:solidFill>
            <a:prstDash val="solid"/>
          </a:ln>
        </p:spPr>
      </p:sp>
      <p:sp>
        <p:nvSpPr>
          <p:cNvPr id="206" name="Shape 204"/>
          <p:cNvSpPr/>
          <p:nvPr/>
        </p:nvSpPr>
        <p:spPr>
          <a:xfrm flipV="1">
            <a:off x="4754880" y="4846320"/>
            <a:ext cx="246888" cy="109728"/>
          </a:xfrm>
          <a:prstGeom prst="line">
            <a:avLst/>
          </a:prstGeom>
          <a:noFill/>
          <a:ln w="22225">
            <a:solidFill>
              <a:srgbClr val="4A4A55"/>
            </a:solidFill>
            <a:prstDash val="solid"/>
          </a:ln>
        </p:spPr>
      </p:sp>
      <p:sp>
        <p:nvSpPr>
          <p:cNvPr id="207" name="Shape 205"/>
          <p:cNvSpPr/>
          <p:nvPr/>
        </p:nvSpPr>
        <p:spPr>
          <a:xfrm>
            <a:off x="5001768" y="4846320"/>
            <a:ext cx="246888" cy="109728"/>
          </a:xfrm>
          <a:prstGeom prst="line">
            <a:avLst/>
          </a:prstGeom>
          <a:noFill/>
          <a:ln w="22225">
            <a:solidFill>
              <a:srgbClr val="4A4A55"/>
            </a:solidFill>
            <a:prstDash val="solid"/>
          </a:ln>
        </p:spPr>
      </p:sp>
      <p:sp>
        <p:nvSpPr>
          <p:cNvPr id="208" name="Shape 206"/>
          <p:cNvSpPr/>
          <p:nvPr/>
        </p:nvSpPr>
        <p:spPr>
          <a:xfrm flipV="1">
            <a:off x="5248656" y="4846320"/>
            <a:ext cx="246888" cy="109728"/>
          </a:xfrm>
          <a:prstGeom prst="line">
            <a:avLst/>
          </a:prstGeom>
          <a:noFill/>
          <a:ln w="22225">
            <a:solidFill>
              <a:srgbClr val="4A4A55"/>
            </a:solidFill>
            <a:prstDash val="solid"/>
          </a:ln>
        </p:spPr>
      </p:sp>
      <p:sp>
        <p:nvSpPr>
          <p:cNvPr id="209" name="Shape 207"/>
          <p:cNvSpPr/>
          <p:nvPr/>
        </p:nvSpPr>
        <p:spPr>
          <a:xfrm>
            <a:off x="3493008" y="4818888"/>
            <a:ext cx="54864" cy="54864"/>
          </a:xfrm>
          <a:prstGeom prst="ellipse">
            <a:avLst/>
          </a:prstGeom>
          <a:solidFill>
            <a:srgbClr val="4A4A55"/>
          </a:solidFill>
          <a:ln w="6350">
            <a:solidFill>
              <a:srgbClr val="22222A"/>
            </a:solidFill>
            <a:prstDash val="solid"/>
          </a:ln>
        </p:spPr>
      </p:sp>
      <p:sp>
        <p:nvSpPr>
          <p:cNvPr id="210" name="Shape 208"/>
          <p:cNvSpPr/>
          <p:nvPr/>
        </p:nvSpPr>
        <p:spPr>
          <a:xfrm>
            <a:off x="3739896" y="4928616"/>
            <a:ext cx="54864" cy="54864"/>
          </a:xfrm>
          <a:prstGeom prst="ellipse">
            <a:avLst/>
          </a:prstGeom>
          <a:solidFill>
            <a:srgbClr val="4A4A55"/>
          </a:solidFill>
          <a:ln w="6350">
            <a:solidFill>
              <a:srgbClr val="22222A"/>
            </a:solidFill>
            <a:prstDash val="solid"/>
          </a:ln>
        </p:spPr>
      </p:sp>
      <p:sp>
        <p:nvSpPr>
          <p:cNvPr id="211" name="Shape 209"/>
          <p:cNvSpPr/>
          <p:nvPr/>
        </p:nvSpPr>
        <p:spPr>
          <a:xfrm>
            <a:off x="3986784" y="4818888"/>
            <a:ext cx="54864" cy="54864"/>
          </a:xfrm>
          <a:prstGeom prst="ellipse">
            <a:avLst/>
          </a:prstGeom>
          <a:solidFill>
            <a:srgbClr val="4A4A55"/>
          </a:solidFill>
          <a:ln w="6350">
            <a:solidFill>
              <a:srgbClr val="22222A"/>
            </a:solidFill>
            <a:prstDash val="solid"/>
          </a:ln>
        </p:spPr>
      </p:sp>
      <p:sp>
        <p:nvSpPr>
          <p:cNvPr id="212" name="Shape 210"/>
          <p:cNvSpPr/>
          <p:nvPr/>
        </p:nvSpPr>
        <p:spPr>
          <a:xfrm>
            <a:off x="4233672" y="4928616"/>
            <a:ext cx="54864" cy="54864"/>
          </a:xfrm>
          <a:prstGeom prst="ellipse">
            <a:avLst/>
          </a:prstGeom>
          <a:solidFill>
            <a:srgbClr val="4A4A55"/>
          </a:solidFill>
          <a:ln w="6350">
            <a:solidFill>
              <a:srgbClr val="22222A"/>
            </a:solidFill>
            <a:prstDash val="solid"/>
          </a:ln>
        </p:spPr>
      </p:sp>
      <p:sp>
        <p:nvSpPr>
          <p:cNvPr id="213" name="Shape 211"/>
          <p:cNvSpPr/>
          <p:nvPr/>
        </p:nvSpPr>
        <p:spPr>
          <a:xfrm>
            <a:off x="4480560" y="4818888"/>
            <a:ext cx="54864" cy="54864"/>
          </a:xfrm>
          <a:prstGeom prst="ellipse">
            <a:avLst/>
          </a:prstGeom>
          <a:solidFill>
            <a:srgbClr val="4A4A55"/>
          </a:solidFill>
          <a:ln w="6350">
            <a:solidFill>
              <a:srgbClr val="22222A"/>
            </a:solidFill>
            <a:prstDash val="solid"/>
          </a:ln>
        </p:spPr>
      </p:sp>
      <p:sp>
        <p:nvSpPr>
          <p:cNvPr id="214" name="Shape 212"/>
          <p:cNvSpPr/>
          <p:nvPr/>
        </p:nvSpPr>
        <p:spPr>
          <a:xfrm>
            <a:off x="4727448" y="4928616"/>
            <a:ext cx="54864" cy="54864"/>
          </a:xfrm>
          <a:prstGeom prst="ellipse">
            <a:avLst/>
          </a:prstGeom>
          <a:solidFill>
            <a:srgbClr val="4A4A55"/>
          </a:solidFill>
          <a:ln w="6350">
            <a:solidFill>
              <a:srgbClr val="22222A"/>
            </a:solidFill>
            <a:prstDash val="solid"/>
          </a:ln>
        </p:spPr>
      </p:sp>
      <p:sp>
        <p:nvSpPr>
          <p:cNvPr id="215" name="Shape 213"/>
          <p:cNvSpPr/>
          <p:nvPr/>
        </p:nvSpPr>
        <p:spPr>
          <a:xfrm>
            <a:off x="4974336" y="4818888"/>
            <a:ext cx="54864" cy="54864"/>
          </a:xfrm>
          <a:prstGeom prst="ellipse">
            <a:avLst/>
          </a:prstGeom>
          <a:solidFill>
            <a:srgbClr val="4A4A55"/>
          </a:solidFill>
          <a:ln w="6350">
            <a:solidFill>
              <a:srgbClr val="22222A"/>
            </a:solidFill>
            <a:prstDash val="solid"/>
          </a:ln>
        </p:spPr>
      </p:sp>
      <p:sp>
        <p:nvSpPr>
          <p:cNvPr id="216" name="Shape 214"/>
          <p:cNvSpPr/>
          <p:nvPr/>
        </p:nvSpPr>
        <p:spPr>
          <a:xfrm>
            <a:off x="5221224" y="4928616"/>
            <a:ext cx="54864" cy="54864"/>
          </a:xfrm>
          <a:prstGeom prst="ellipse">
            <a:avLst/>
          </a:prstGeom>
          <a:solidFill>
            <a:srgbClr val="4A4A55"/>
          </a:solidFill>
          <a:ln w="6350">
            <a:solidFill>
              <a:srgbClr val="22222A"/>
            </a:solidFill>
            <a:prstDash val="solid"/>
          </a:ln>
        </p:spPr>
      </p:sp>
      <p:sp>
        <p:nvSpPr>
          <p:cNvPr id="217" name="Shape 215"/>
          <p:cNvSpPr/>
          <p:nvPr/>
        </p:nvSpPr>
        <p:spPr>
          <a:xfrm>
            <a:off x="5468112" y="4818888"/>
            <a:ext cx="54864" cy="54864"/>
          </a:xfrm>
          <a:prstGeom prst="ellipse">
            <a:avLst/>
          </a:prstGeom>
          <a:solidFill>
            <a:srgbClr val="4A4A55"/>
          </a:solidFill>
          <a:ln w="6350">
            <a:solidFill>
              <a:srgbClr val="22222A"/>
            </a:solidFill>
            <a:prstDash val="solid"/>
          </a:ln>
        </p:spPr>
      </p:sp>
      <p:sp>
        <p:nvSpPr>
          <p:cNvPr id="218" name="Shape 216"/>
          <p:cNvSpPr/>
          <p:nvPr/>
        </p:nvSpPr>
        <p:spPr>
          <a:xfrm>
            <a:off x="4014216" y="4315968"/>
            <a:ext cx="91" cy="210312"/>
          </a:xfrm>
          <a:prstGeom prst="line">
            <a:avLst/>
          </a:prstGeom>
          <a:noFill/>
          <a:ln w="31750">
            <a:solidFill>
              <a:srgbClr val="C8414C"/>
            </a:solidFill>
            <a:prstDash val="solid"/>
          </a:ln>
        </p:spPr>
      </p:sp>
      <p:sp>
        <p:nvSpPr>
          <p:cNvPr id="219" name="Shape 217"/>
          <p:cNvSpPr/>
          <p:nvPr/>
        </p:nvSpPr>
        <p:spPr>
          <a:xfrm>
            <a:off x="5001768" y="4315968"/>
            <a:ext cx="91" cy="210312"/>
          </a:xfrm>
          <a:prstGeom prst="line">
            <a:avLst/>
          </a:prstGeom>
          <a:noFill/>
          <a:ln w="31750">
            <a:solidFill>
              <a:srgbClr val="C8414C"/>
            </a:solidFill>
            <a:prstDash val="solid"/>
          </a:ln>
        </p:spPr>
      </p:sp>
      <p:sp>
        <p:nvSpPr>
          <p:cNvPr id="220" name="Shape 218"/>
          <p:cNvSpPr/>
          <p:nvPr/>
        </p:nvSpPr>
        <p:spPr>
          <a:xfrm>
            <a:off x="4507992" y="4636008"/>
            <a:ext cx="91" cy="210312"/>
          </a:xfrm>
          <a:prstGeom prst="line">
            <a:avLst/>
          </a:prstGeom>
          <a:noFill/>
          <a:ln w="31750">
            <a:solidFill>
              <a:srgbClr val="C8414C"/>
            </a:solidFill>
            <a:prstDash val="solid"/>
          </a:ln>
        </p:spPr>
      </p:sp>
      <p:sp>
        <p:nvSpPr>
          <p:cNvPr id="221" name="Shape 219"/>
          <p:cNvSpPr/>
          <p:nvPr/>
        </p:nvSpPr>
        <p:spPr>
          <a:xfrm>
            <a:off x="5248656" y="4636008"/>
            <a:ext cx="91" cy="210312"/>
          </a:xfrm>
          <a:prstGeom prst="line">
            <a:avLst/>
          </a:prstGeom>
          <a:noFill/>
          <a:ln w="31750">
            <a:solidFill>
              <a:srgbClr val="C8414C"/>
            </a:solidFill>
            <a:prstDash val="solid"/>
          </a:ln>
        </p:spPr>
      </p:sp>
      <p:sp>
        <p:nvSpPr>
          <p:cNvPr id="222" name="Text 220"/>
          <p:cNvSpPr/>
          <p:nvPr/>
        </p:nvSpPr>
        <p:spPr>
          <a:xfrm>
            <a:off x="3337560" y="4956048"/>
            <a:ext cx="2331720" cy="219456"/>
          </a:xfrm>
          <a:prstGeom prst="rect">
            <a:avLst/>
          </a:prstGeom>
          <a:noFill/>
          <a:ln/>
        </p:spPr>
        <p:txBody>
          <a:bodyPr wrap="square" lIns="0" tIns="0" rIns="0" bIns="0" rtlCol="0" anchor="ctr"/>
          <a:lstStyle/>
          <a:p>
            <a:pPr algn="ctr" indent="0" marL="0">
              <a:buNone/>
            </a:pPr>
            <a:r>
              <a:rPr lang="en-US" sz="1000" dirty="0">
                <a:solidFill>
                  <a:srgbClr val="C8414C"/>
                </a:solidFill>
                <a:latin typeface="Calibri" pitchFamily="34" charset="0"/>
                <a:ea typeface="Calibri" pitchFamily="34" charset="-122"/>
                <a:cs typeface="Calibri" pitchFamily="34" charset="-120"/>
              </a:rPr>
              <a:t>red = </a:t>
            </a:r>
            <a:r>
              <a:rPr lang="en-US" sz="1000" b="1" dirty="0">
                <a:solidFill>
                  <a:srgbClr val="C8414C"/>
                </a:solidFill>
                <a:latin typeface="Calibri" pitchFamily="34" charset="0"/>
                <a:ea typeface="Calibri" pitchFamily="34" charset="-122"/>
                <a:cs typeface="Calibri" pitchFamily="34" charset="-120"/>
              </a:rPr>
              <a:t>covalent cross-links</a:t>
            </a:r>
            <a:endParaRPr lang="en-US" sz="1000" dirty="0"/>
          </a:p>
        </p:txBody>
      </p:sp>
      <p:sp>
        <p:nvSpPr>
          <p:cNvPr id="223" name="Text 221"/>
          <p:cNvSpPr/>
          <p:nvPr/>
        </p:nvSpPr>
        <p:spPr>
          <a:xfrm>
            <a:off x="685800" y="4956048"/>
            <a:ext cx="2331720" cy="219456"/>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chains slide when warm</a:t>
            </a:r>
            <a:endParaRPr lang="en-US" sz="1000" dirty="0"/>
          </a:p>
        </p:txBody>
      </p:sp>
      <p:sp>
        <p:nvSpPr>
          <p:cNvPr id="224" name="Shape 222"/>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225" name="Text 22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Two ways to change a polymer</a:t>
            </a:r>
            <a:endParaRPr lang="en-US" sz="1300" dirty="0"/>
          </a:p>
        </p:txBody>
      </p:sp>
      <p:sp>
        <p:nvSpPr>
          <p:cNvPr id="226" name="Text 224"/>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Longer chains</a:t>
            </a:r>
            <a:r>
              <a:rPr lang="en-US" sz="1200" dirty="0">
                <a:solidFill>
                  <a:srgbClr val="262B3A"/>
                </a:solidFill>
                <a:latin typeface="Calibri" pitchFamily="34" charset="0"/>
                <a:ea typeface="Calibri" pitchFamily="34" charset="-122"/>
                <a:cs typeface="Calibri" pitchFamily="34" charset="-120"/>
              </a:rPr>
              <a:t>: more contact between chains → more intermolecular forces to overcome → </a:t>
            </a:r>
            <a:r>
              <a:rPr lang="en-US" sz="1200" b="1" dirty="0">
                <a:solidFill>
                  <a:srgbClr val="262B3A"/>
                </a:solidFill>
                <a:latin typeface="Calibri" pitchFamily="34" charset="0"/>
                <a:ea typeface="Calibri" pitchFamily="34" charset="-122"/>
                <a:cs typeface="Calibri" pitchFamily="34" charset="-120"/>
              </a:rPr>
              <a:t>higher</a:t>
            </a:r>
            <a:r>
              <a:rPr lang="en-US" sz="1200" dirty="0">
                <a:solidFill>
                  <a:srgbClr val="262B3A"/>
                </a:solidFill>
                <a:latin typeface="Calibri" pitchFamily="34" charset="0"/>
                <a:ea typeface="Calibri" pitchFamily="34" charset="-122"/>
                <a:cs typeface="Calibri" pitchFamily="34" charset="-120"/>
              </a:rPr>
              <a:t> melting point, </a:t>
            </a:r>
            <a:r>
              <a:rPr lang="en-US" sz="1200" b="1" dirty="0">
                <a:solidFill>
                  <a:srgbClr val="262B3A"/>
                </a:solidFill>
                <a:latin typeface="Calibri" pitchFamily="34" charset="0"/>
                <a:ea typeface="Calibri" pitchFamily="34" charset="-122"/>
                <a:cs typeface="Calibri" pitchFamily="34" charset="-120"/>
              </a:rPr>
              <a:t>stronger</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Cross-links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covalent bonds</a:t>
            </a:r>
            <a:r>
              <a:rPr lang="en-US" sz="1200" dirty="0">
                <a:solidFill>
                  <a:srgbClr val="262B3A"/>
                </a:solidFill>
                <a:latin typeface="Calibri" pitchFamily="34" charset="0"/>
                <a:ea typeface="Calibri" pitchFamily="34" charset="-122"/>
                <a:cs typeface="Calibri" pitchFamily="34" charset="-120"/>
              </a:rPr>
              <a:t> between chains. Chains cannot slide, so the polymer is </a:t>
            </a:r>
            <a:r>
              <a:rPr lang="en-US" sz="1200" b="1" dirty="0">
                <a:solidFill>
                  <a:srgbClr val="262B3A"/>
                </a:solidFill>
                <a:latin typeface="Calibri" pitchFamily="34" charset="0"/>
                <a:ea typeface="Calibri" pitchFamily="34" charset="-122"/>
                <a:cs typeface="Calibri" pitchFamily="34" charset="-120"/>
              </a:rPr>
              <a:t>rigid</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hard</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Thermosoftening</a:t>
            </a:r>
            <a:r>
              <a:rPr lang="en-US" sz="1200" dirty="0">
                <a:solidFill>
                  <a:srgbClr val="262B3A"/>
                </a:solidFill>
                <a:latin typeface="Calibri" pitchFamily="34" charset="0"/>
                <a:ea typeface="Calibri" pitchFamily="34" charset="-122"/>
                <a:cs typeface="Calibri" pitchFamily="34" charset="-120"/>
              </a:rPr>
              <a:t> polymers (no cross-links) soften when heated and can be </a:t>
            </a:r>
            <a:r>
              <a:rPr lang="en-US" sz="1200" b="1" dirty="0">
                <a:solidFill>
                  <a:srgbClr val="262B3A"/>
                </a:solidFill>
                <a:latin typeface="Calibri" pitchFamily="34" charset="0"/>
                <a:ea typeface="Calibri" pitchFamily="34" charset="-122"/>
                <a:cs typeface="Calibri" pitchFamily="34" charset="-120"/>
              </a:rPr>
              <a:t>reshaped</a:t>
            </a:r>
            <a:r>
              <a:rPr lang="en-US" sz="1200" dirty="0">
                <a:solidFill>
                  <a:srgbClr val="262B3A"/>
                </a:solidFill>
                <a:latin typeface="Calibri" pitchFamily="34" charset="0"/>
                <a:ea typeface="Calibri" pitchFamily="34" charset="-122"/>
                <a:cs typeface="Calibri" pitchFamily="34" charset="-120"/>
              </a:rPr>
              <a:t> and recycled, e.g. poly(ethene) bags.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Thermosetting</a:t>
            </a:r>
            <a:r>
              <a:rPr lang="en-US" sz="1200" dirty="0">
                <a:solidFill>
                  <a:srgbClr val="262B3A"/>
                </a:solidFill>
                <a:latin typeface="Calibri" pitchFamily="34" charset="0"/>
                <a:ea typeface="Calibri" pitchFamily="34" charset="-122"/>
                <a:cs typeface="Calibri" pitchFamily="34" charset="-120"/>
              </a:rPr>
              <a:t> polymers (cross-linked) do </a:t>
            </a:r>
            <a:r>
              <a:rPr lang="en-US" sz="1200" b="1" dirty="0">
                <a:solidFill>
                  <a:srgbClr val="262B3A"/>
                </a:solidFill>
                <a:latin typeface="Calibri" pitchFamily="34" charset="0"/>
                <a:ea typeface="Calibri" pitchFamily="34" charset="-122"/>
                <a:cs typeface="Calibri" pitchFamily="34" charset="-120"/>
              </a:rPr>
              <a:t>not</a:t>
            </a:r>
            <a:r>
              <a:rPr lang="en-US" sz="1200" dirty="0">
                <a:solidFill>
                  <a:srgbClr val="262B3A"/>
                </a:solidFill>
                <a:latin typeface="Calibri" pitchFamily="34" charset="0"/>
                <a:ea typeface="Calibri" pitchFamily="34" charset="-122"/>
                <a:cs typeface="Calibri" pitchFamily="34" charset="-120"/>
              </a:rPr>
              <a:t> soften; strong heating </a:t>
            </a:r>
            <a:r>
              <a:rPr lang="en-US" sz="1200" b="1" dirty="0">
                <a:solidFill>
                  <a:srgbClr val="262B3A"/>
                </a:solidFill>
                <a:latin typeface="Calibri" pitchFamily="34" charset="0"/>
                <a:ea typeface="Calibri" pitchFamily="34" charset="-122"/>
                <a:cs typeface="Calibri" pitchFamily="34" charset="-120"/>
              </a:rPr>
              <a:t>chars</a:t>
            </a:r>
            <a:r>
              <a:rPr lang="en-US" sz="1200" dirty="0">
                <a:solidFill>
                  <a:srgbClr val="262B3A"/>
                </a:solidFill>
                <a:latin typeface="Calibri" pitchFamily="34" charset="0"/>
                <a:ea typeface="Calibri" pitchFamily="34" charset="-122"/>
                <a:cs typeface="Calibri" pitchFamily="34" charset="-120"/>
              </a:rPr>
              <a:t> them, e.g. plug sockets, pan handles.</a:t>
            </a:r>
            <a:endParaRPr lang="en-US" sz="1200" dirty="0"/>
          </a:p>
        </p:txBody>
      </p:sp>
      <p:sp>
        <p:nvSpPr>
          <p:cNvPr id="227" name="Shape 225"/>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228" name="Text 226"/>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describe the trend</a:t>
            </a:r>
            <a:endParaRPr lang="en-US" sz="1300" dirty="0"/>
          </a:p>
        </p:txBody>
      </p:sp>
      <p:sp>
        <p:nvSpPr>
          <p:cNvPr id="229" name="Text 227"/>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graph values.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C10 → C20   </a:t>
            </a:r>
            <a:r>
              <a:rPr lang="en-US" sz="1050" dirty="0">
                <a:solidFill>
                  <a:srgbClr val="262B3A"/>
                </a:solidFill>
                <a:latin typeface="Calibri" pitchFamily="34" charset="0"/>
                <a:ea typeface="Calibri" pitchFamily="34" charset="-122"/>
                <a:cs typeface="Calibri" pitchFamily="34" charset="-120"/>
              </a:rPr>
              <a:t>37 − (−30) = 67 °C rise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C30 → C40   </a:t>
            </a:r>
            <a:r>
              <a:rPr lang="en-US" sz="1050" dirty="0">
                <a:solidFill>
                  <a:srgbClr val="262B3A"/>
                </a:solidFill>
                <a:latin typeface="Calibri" pitchFamily="34" charset="0"/>
                <a:ea typeface="Calibri" pitchFamily="34" charset="-122"/>
                <a:cs typeface="Calibri" pitchFamily="34" charset="-120"/>
              </a:rPr>
              <a:t>81 − 66 = 15 °C rise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m.p. </a:t>
            </a:r>
            <a:r>
              <a:rPr lang="en-US" sz="1050" b="1" dirty="0">
                <a:solidFill>
                  <a:srgbClr val="C8414C"/>
                </a:solidFill>
                <a:latin typeface="Calibri" pitchFamily="34" charset="0"/>
                <a:ea typeface="Calibri" pitchFamily="34" charset="-122"/>
                <a:cs typeface="Calibri" pitchFamily="34" charset="-120"/>
              </a:rPr>
              <a:t>rises</a:t>
            </a:r>
            <a:r>
              <a:rPr lang="en-US" sz="1050" b="1" dirty="0">
                <a:solidFill>
                  <a:srgbClr val="C8414C"/>
                </a:solidFill>
                <a:latin typeface="Calibri" pitchFamily="34" charset="0"/>
                <a:ea typeface="Calibri" pitchFamily="34" charset="-122"/>
                <a:cs typeface="Calibri" pitchFamily="34" charset="-120"/>
              </a:rPr>
              <a:t> with chain length, but </a:t>
            </a:r>
            <a:r>
              <a:rPr lang="en-US" sz="1050" b="1" dirty="0">
                <a:solidFill>
                  <a:srgbClr val="C8414C"/>
                </a:solidFill>
                <a:latin typeface="Calibri" pitchFamily="34" charset="0"/>
                <a:ea typeface="Calibri" pitchFamily="34" charset="-122"/>
                <a:cs typeface="Calibri" pitchFamily="34" charset="-120"/>
              </a:rPr>
              <a:t>less steeply</a:t>
            </a:r>
            <a:r>
              <a:rPr lang="en-US" sz="1050" b="1" dirty="0">
                <a:solidFill>
                  <a:srgbClr val="C8414C"/>
                </a:solidFill>
                <a:latin typeface="Calibri" pitchFamily="34" charset="0"/>
                <a:ea typeface="Calibri" pitchFamily="34" charset="-122"/>
                <a:cs typeface="Calibri" pitchFamily="34" charset="-120"/>
              </a:rPr>
              <a:t> for longer chains</a:t>
            </a:r>
            <a:endParaRPr lang="en-US" sz="1050" dirty="0"/>
          </a:p>
        </p:txBody>
      </p:sp>
      <p:sp>
        <p:nvSpPr>
          <p:cNvPr id="230" name="Shape 228"/>
          <p:cNvSpPr/>
          <p:nvPr/>
        </p:nvSpPr>
        <p:spPr>
          <a:xfrm>
            <a:off x="411480" y="5833872"/>
            <a:ext cx="11368735" cy="530352"/>
          </a:xfrm>
          <a:prstGeom prst="rect">
            <a:avLst/>
          </a:prstGeom>
          <a:solidFill>
            <a:srgbClr val="FFF4E0"/>
          </a:solidFill>
          <a:ln w="6350">
            <a:solidFill>
              <a:srgbClr val="F1D9A8"/>
            </a:solidFill>
            <a:prstDash val="solid"/>
          </a:ln>
        </p:spPr>
      </p:sp>
      <p:sp>
        <p:nvSpPr>
          <p:cNvPr id="231" name="Shape 229"/>
          <p:cNvSpPr/>
          <p:nvPr/>
        </p:nvSpPr>
        <p:spPr>
          <a:xfrm>
            <a:off x="411480" y="5833872"/>
            <a:ext cx="82296" cy="530352"/>
          </a:xfrm>
          <a:prstGeom prst="rect">
            <a:avLst/>
          </a:prstGeom>
          <a:solidFill>
            <a:srgbClr val="E39A2F"/>
          </a:solidFill>
          <a:ln w="12700">
            <a:solidFill>
              <a:srgbClr val="E39A2F"/>
            </a:solidFill>
            <a:prstDash val="solid"/>
          </a:ln>
        </p:spPr>
      </p:sp>
      <p:sp>
        <p:nvSpPr>
          <p:cNvPr id="232" name="Text 23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a </a:t>
            </a:r>
            <a:r>
              <a:rPr lang="en-US" sz="1150" b="1" dirty="0">
                <a:solidFill>
                  <a:srgbClr val="262B3A"/>
                </a:solidFill>
                <a:latin typeface="Calibri" pitchFamily="34" charset="0"/>
                <a:ea typeface="Calibri" pitchFamily="34" charset="-122"/>
                <a:cs typeface="Calibri" pitchFamily="34" charset="-120"/>
              </a:rPr>
              <a:t>pan handle</a:t>
            </a:r>
            <a:r>
              <a:rPr lang="en-US" sz="1150" dirty="0">
                <a:solidFill>
                  <a:srgbClr val="262B3A"/>
                </a:solidFill>
                <a:latin typeface="Calibri" pitchFamily="34" charset="0"/>
                <a:ea typeface="Calibri" pitchFamily="34" charset="-122"/>
                <a:cs typeface="Calibri" pitchFamily="34" charset="-120"/>
              </a:rPr>
              <a:t> is made from a thermosetting polymer. Which melts at a higher temperature: a C₂₀ or a C₃₀ chain?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C4.2.2 • forces, polymers and cross-links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11</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Methane (CH₄) boils at </a:t>
            </a:r>
            <a:r>
              <a:rPr lang="en-US" sz="1250" b="1" dirty="0">
                <a:solidFill>
                  <a:srgbClr val="262B3A"/>
                </a:solidFill>
                <a:latin typeface="Calibri" pitchFamily="34" charset="0"/>
                <a:ea typeface="Calibri" pitchFamily="34" charset="-122"/>
                <a:cs typeface="Calibri" pitchFamily="34" charset="-120"/>
              </a:rPr>
              <a:t>−162 °C</a:t>
            </a:r>
            <a:r>
              <a:rPr lang="en-US" sz="1250" dirty="0">
                <a:solidFill>
                  <a:srgbClr val="262B3A"/>
                </a:solidFill>
                <a:latin typeface="Calibri" pitchFamily="34" charset="0"/>
                <a:ea typeface="Calibri" pitchFamily="34" charset="-122"/>
                <a:cs typeface="Calibri" pitchFamily="34" charset="-120"/>
              </a:rPr>
              <a:t>. Explain why its boiling point is so low.</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poly(ethene) </a:t>
            </a:r>
            <a:r>
              <a:rPr lang="en-US" sz="1250" b="1" dirty="0">
                <a:solidFill>
                  <a:srgbClr val="262B3A"/>
                </a:solidFill>
                <a:latin typeface="Calibri" pitchFamily="34" charset="0"/>
                <a:ea typeface="Calibri" pitchFamily="34" charset="-122"/>
                <a:cs typeface="Calibri" pitchFamily="34" charset="-120"/>
              </a:rPr>
              <a:t>softens</a:t>
            </a:r>
            <a:r>
              <a:rPr lang="en-US" sz="1250" dirty="0">
                <a:solidFill>
                  <a:srgbClr val="262B3A"/>
                </a:solidFill>
                <a:latin typeface="Calibri" pitchFamily="34" charset="0"/>
                <a:ea typeface="Calibri" pitchFamily="34" charset="-122"/>
                <a:cs typeface="Calibri" pitchFamily="34" charset="-120"/>
              </a:rPr>
              <a:t> when heated but diamond does not.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C₁₀ chain melts at </a:t>
            </a:r>
            <a:r>
              <a:rPr lang="en-US" sz="1250" b="1" dirty="0">
                <a:solidFill>
                  <a:srgbClr val="262B3A"/>
                </a:solidFill>
                <a:latin typeface="Calibri" pitchFamily="34" charset="0"/>
                <a:ea typeface="Calibri" pitchFamily="34" charset="-122"/>
                <a:cs typeface="Calibri" pitchFamily="34" charset="-120"/>
              </a:rPr>
              <a:t>−30 °C</a:t>
            </a:r>
            <a:r>
              <a:rPr lang="en-US" sz="1250" dirty="0">
                <a:solidFill>
                  <a:srgbClr val="262B3A"/>
                </a:solidFill>
                <a:latin typeface="Calibri" pitchFamily="34" charset="0"/>
                <a:ea typeface="Calibri" pitchFamily="34" charset="-122"/>
                <a:cs typeface="Calibri" pitchFamily="34" charset="-120"/>
              </a:rPr>
              <a:t> and a C₃₀ chain at </a:t>
            </a:r>
            <a:r>
              <a:rPr lang="en-US" sz="1250" b="1" dirty="0">
                <a:solidFill>
                  <a:srgbClr val="262B3A"/>
                </a:solidFill>
                <a:latin typeface="Calibri" pitchFamily="34" charset="0"/>
                <a:ea typeface="Calibri" pitchFamily="34" charset="-122"/>
                <a:cs typeface="Calibri" pitchFamily="34" charset="-120"/>
              </a:rPr>
              <a:t>66 °C</a:t>
            </a:r>
            <a:r>
              <a:rPr lang="en-US" sz="1250" dirty="0">
                <a:solidFill>
                  <a:srgbClr val="262B3A"/>
                </a:solidFill>
                <a:latin typeface="Calibri" pitchFamily="34" charset="0"/>
                <a:ea typeface="Calibri" pitchFamily="34" charset="-122"/>
                <a:cs typeface="Calibri" pitchFamily="34" charset="-120"/>
              </a:rPr>
              <a:t>. Calculate the difference and state the trend.</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 </a:t>
            </a:r>
            <a:r>
              <a:rPr lang="en-US" sz="1250" b="1" dirty="0">
                <a:solidFill>
                  <a:srgbClr val="262B3A"/>
                </a:solidFill>
                <a:latin typeface="Calibri" pitchFamily="34" charset="0"/>
                <a:ea typeface="Calibri" pitchFamily="34" charset="-122"/>
                <a:cs typeface="Calibri" pitchFamily="34" charset="-120"/>
              </a:rPr>
              <a:t>thermosetting</a:t>
            </a:r>
            <a:r>
              <a:rPr lang="en-US" sz="1250" dirty="0">
                <a:solidFill>
                  <a:srgbClr val="262B3A"/>
                </a:solidFill>
                <a:latin typeface="Calibri" pitchFamily="34" charset="0"/>
                <a:ea typeface="Calibri" pitchFamily="34" charset="-122"/>
                <a:cs typeface="Calibri" pitchFamily="34" charset="-120"/>
              </a:rPr>
              <a:t> polymer does not soften when it is heated.</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Giant covalent: diamond and silica</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C4.2.3, C4.2.4 • a continuous network of covalent bonds</a:t>
            </a:r>
            <a:endParaRPr lang="en-US" sz="1100" dirty="0"/>
          </a:p>
        </p:txBody>
      </p:sp>
      <p:sp>
        <p:nvSpPr>
          <p:cNvPr id="6" name="Shape 4"/>
          <p:cNvSpPr/>
          <p:nvPr/>
        </p:nvSpPr>
        <p:spPr>
          <a:xfrm>
            <a:off x="10180015" y="292608"/>
            <a:ext cx="1600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0180015" y="292608"/>
            <a:ext cx="1600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GRADE 7–9 STRETCH</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C4.2.3  |  12</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diamond: real 3D unit cell; silicon dioxide: 2D model</a:t>
            </a:r>
            <a:endParaRPr lang="en-US" sz="1000" dirty="0"/>
          </a:p>
        </p:txBody>
      </p:sp>
      <p:sp>
        <p:nvSpPr>
          <p:cNvPr id="12" name="Shape 10"/>
          <p:cNvSpPr/>
          <p:nvPr/>
        </p:nvSpPr>
        <p:spPr>
          <a:xfrm flipV="1">
            <a:off x="914400" y="3019834"/>
            <a:ext cx="434340" cy="569194"/>
          </a:xfrm>
          <a:prstGeom prst="line">
            <a:avLst/>
          </a:prstGeom>
          <a:noFill/>
          <a:ln w="25400">
            <a:solidFill>
              <a:srgbClr val="5A5A66"/>
            </a:solidFill>
            <a:prstDash val="solid"/>
          </a:ln>
        </p:spPr>
      </p:sp>
      <p:sp>
        <p:nvSpPr>
          <p:cNvPr id="13" name="Shape 11"/>
          <p:cNvSpPr/>
          <p:nvPr/>
        </p:nvSpPr>
        <p:spPr>
          <a:xfrm>
            <a:off x="914400" y="2450640"/>
            <a:ext cx="434340" cy="569194"/>
          </a:xfrm>
          <a:prstGeom prst="line">
            <a:avLst/>
          </a:prstGeom>
          <a:noFill/>
          <a:ln w="25400">
            <a:solidFill>
              <a:srgbClr val="5A5A66"/>
            </a:solidFill>
            <a:prstDash val="solid"/>
          </a:ln>
        </p:spPr>
      </p:sp>
      <p:sp>
        <p:nvSpPr>
          <p:cNvPr id="14" name="Shape 12"/>
          <p:cNvSpPr/>
          <p:nvPr/>
        </p:nvSpPr>
        <p:spPr>
          <a:xfrm flipV="1">
            <a:off x="914400" y="2558006"/>
            <a:ext cx="434340" cy="569194"/>
          </a:xfrm>
          <a:prstGeom prst="line">
            <a:avLst/>
          </a:prstGeom>
          <a:noFill/>
          <a:ln w="25400">
            <a:solidFill>
              <a:srgbClr val="5A5A66"/>
            </a:solidFill>
            <a:prstDash val="solid"/>
          </a:ln>
        </p:spPr>
      </p:sp>
      <p:sp>
        <p:nvSpPr>
          <p:cNvPr id="15" name="Shape 13"/>
          <p:cNvSpPr/>
          <p:nvPr/>
        </p:nvSpPr>
        <p:spPr>
          <a:xfrm>
            <a:off x="914400" y="1988813"/>
            <a:ext cx="434340" cy="569194"/>
          </a:xfrm>
          <a:prstGeom prst="line">
            <a:avLst/>
          </a:prstGeom>
          <a:noFill/>
          <a:ln w="25400">
            <a:solidFill>
              <a:srgbClr val="5A5A66"/>
            </a:solidFill>
            <a:prstDash val="solid"/>
          </a:ln>
        </p:spPr>
      </p:sp>
      <p:sp>
        <p:nvSpPr>
          <p:cNvPr id="16" name="Shape 14"/>
          <p:cNvSpPr/>
          <p:nvPr/>
        </p:nvSpPr>
        <p:spPr>
          <a:xfrm flipH="1" flipV="1">
            <a:off x="1348740" y="3019834"/>
            <a:ext cx="434340" cy="230914"/>
          </a:xfrm>
          <a:prstGeom prst="line">
            <a:avLst/>
          </a:prstGeom>
          <a:noFill/>
          <a:ln w="25400">
            <a:solidFill>
              <a:srgbClr val="5A5A66"/>
            </a:solidFill>
            <a:prstDash val="solid"/>
          </a:ln>
        </p:spPr>
      </p:sp>
      <p:sp>
        <p:nvSpPr>
          <p:cNvPr id="17" name="Shape 15"/>
          <p:cNvSpPr/>
          <p:nvPr/>
        </p:nvSpPr>
        <p:spPr>
          <a:xfrm flipV="1">
            <a:off x="1783080" y="3358114"/>
            <a:ext cx="434340" cy="569194"/>
          </a:xfrm>
          <a:prstGeom prst="line">
            <a:avLst/>
          </a:prstGeom>
          <a:noFill/>
          <a:ln w="25400">
            <a:solidFill>
              <a:srgbClr val="5A5A66"/>
            </a:solidFill>
            <a:prstDash val="solid"/>
          </a:ln>
        </p:spPr>
      </p:sp>
      <p:sp>
        <p:nvSpPr>
          <p:cNvPr id="18" name="Shape 16"/>
          <p:cNvSpPr/>
          <p:nvPr/>
        </p:nvSpPr>
        <p:spPr>
          <a:xfrm flipH="1" flipV="1">
            <a:off x="2217420" y="3358114"/>
            <a:ext cx="434340" cy="230914"/>
          </a:xfrm>
          <a:prstGeom prst="line">
            <a:avLst/>
          </a:prstGeom>
          <a:noFill/>
          <a:ln w="25400">
            <a:solidFill>
              <a:srgbClr val="5A5A66"/>
            </a:solidFill>
            <a:prstDash val="solid"/>
          </a:ln>
        </p:spPr>
      </p:sp>
      <p:sp>
        <p:nvSpPr>
          <p:cNvPr id="19" name="Shape 17"/>
          <p:cNvSpPr/>
          <p:nvPr/>
        </p:nvSpPr>
        <p:spPr>
          <a:xfrm>
            <a:off x="1783080" y="1650533"/>
            <a:ext cx="434340" cy="569194"/>
          </a:xfrm>
          <a:prstGeom prst="line">
            <a:avLst/>
          </a:prstGeom>
          <a:noFill/>
          <a:ln w="25400">
            <a:solidFill>
              <a:srgbClr val="5A5A66"/>
            </a:solidFill>
            <a:prstDash val="solid"/>
          </a:ln>
        </p:spPr>
      </p:sp>
      <p:sp>
        <p:nvSpPr>
          <p:cNvPr id="20" name="Shape 18"/>
          <p:cNvSpPr/>
          <p:nvPr/>
        </p:nvSpPr>
        <p:spPr>
          <a:xfrm flipH="1" flipV="1">
            <a:off x="2217420" y="2219726"/>
            <a:ext cx="434340" cy="230914"/>
          </a:xfrm>
          <a:prstGeom prst="line">
            <a:avLst/>
          </a:prstGeom>
          <a:noFill/>
          <a:ln w="25400">
            <a:solidFill>
              <a:srgbClr val="5A5A66"/>
            </a:solidFill>
            <a:prstDash val="solid"/>
          </a:ln>
        </p:spPr>
      </p:sp>
      <p:sp>
        <p:nvSpPr>
          <p:cNvPr id="21" name="Shape 19"/>
          <p:cNvSpPr/>
          <p:nvPr/>
        </p:nvSpPr>
        <p:spPr>
          <a:xfrm flipV="1">
            <a:off x="1348740" y="2788920"/>
            <a:ext cx="434340" cy="230914"/>
          </a:xfrm>
          <a:prstGeom prst="line">
            <a:avLst/>
          </a:prstGeom>
          <a:noFill/>
          <a:ln w="25400">
            <a:solidFill>
              <a:srgbClr val="5A5A66"/>
            </a:solidFill>
            <a:prstDash val="solid"/>
          </a:ln>
        </p:spPr>
      </p:sp>
      <p:sp>
        <p:nvSpPr>
          <p:cNvPr id="22" name="Shape 20"/>
          <p:cNvSpPr/>
          <p:nvPr/>
        </p:nvSpPr>
        <p:spPr>
          <a:xfrm flipH="1" flipV="1">
            <a:off x="1348740" y="2558006"/>
            <a:ext cx="434340" cy="230914"/>
          </a:xfrm>
          <a:prstGeom prst="line">
            <a:avLst/>
          </a:prstGeom>
          <a:noFill/>
          <a:ln w="25400">
            <a:solidFill>
              <a:srgbClr val="5A5A66"/>
            </a:solidFill>
            <a:prstDash val="solid"/>
          </a:ln>
        </p:spPr>
      </p:sp>
      <p:sp>
        <p:nvSpPr>
          <p:cNvPr id="23" name="Shape 21"/>
          <p:cNvSpPr/>
          <p:nvPr/>
        </p:nvSpPr>
        <p:spPr>
          <a:xfrm>
            <a:off x="1783080" y="2788920"/>
            <a:ext cx="434340" cy="569194"/>
          </a:xfrm>
          <a:prstGeom prst="line">
            <a:avLst/>
          </a:prstGeom>
          <a:noFill/>
          <a:ln w="25400">
            <a:solidFill>
              <a:srgbClr val="5A5A66"/>
            </a:solidFill>
            <a:prstDash val="solid"/>
          </a:ln>
        </p:spPr>
      </p:sp>
      <p:sp>
        <p:nvSpPr>
          <p:cNvPr id="24" name="Shape 22"/>
          <p:cNvSpPr/>
          <p:nvPr/>
        </p:nvSpPr>
        <p:spPr>
          <a:xfrm flipV="1">
            <a:off x="1783080" y="2219726"/>
            <a:ext cx="434340" cy="569194"/>
          </a:xfrm>
          <a:prstGeom prst="line">
            <a:avLst/>
          </a:prstGeom>
          <a:noFill/>
          <a:ln w="25400">
            <a:solidFill>
              <a:srgbClr val="5A5A66"/>
            </a:solidFill>
            <a:prstDash val="solid"/>
          </a:ln>
        </p:spPr>
      </p:sp>
      <p:sp>
        <p:nvSpPr>
          <p:cNvPr id="25" name="Shape 23"/>
          <p:cNvSpPr/>
          <p:nvPr/>
        </p:nvSpPr>
        <p:spPr>
          <a:xfrm flipV="1">
            <a:off x="1348740" y="2327093"/>
            <a:ext cx="434340" cy="230914"/>
          </a:xfrm>
          <a:prstGeom prst="line">
            <a:avLst/>
          </a:prstGeom>
          <a:noFill/>
          <a:ln w="25400">
            <a:solidFill>
              <a:srgbClr val="5A5A66"/>
            </a:solidFill>
            <a:prstDash val="solid"/>
          </a:ln>
        </p:spPr>
      </p:sp>
      <p:sp>
        <p:nvSpPr>
          <p:cNvPr id="26" name="Shape 24"/>
          <p:cNvSpPr/>
          <p:nvPr/>
        </p:nvSpPr>
        <p:spPr>
          <a:xfrm flipV="1">
            <a:off x="2217420" y="3127200"/>
            <a:ext cx="434340" cy="230914"/>
          </a:xfrm>
          <a:prstGeom prst="line">
            <a:avLst/>
          </a:prstGeom>
          <a:noFill/>
          <a:ln w="25400">
            <a:solidFill>
              <a:srgbClr val="5A5A66"/>
            </a:solidFill>
            <a:prstDash val="solid"/>
          </a:ln>
        </p:spPr>
      </p:sp>
      <p:sp>
        <p:nvSpPr>
          <p:cNvPr id="27" name="Shape 25"/>
          <p:cNvSpPr/>
          <p:nvPr/>
        </p:nvSpPr>
        <p:spPr>
          <a:xfrm flipV="1">
            <a:off x="2217420" y="1988813"/>
            <a:ext cx="434340" cy="230914"/>
          </a:xfrm>
          <a:prstGeom prst="line">
            <a:avLst/>
          </a:prstGeom>
          <a:noFill/>
          <a:ln w="25400">
            <a:solidFill>
              <a:srgbClr val="5A5A66"/>
            </a:solidFill>
            <a:prstDash val="solid"/>
          </a:ln>
        </p:spPr>
      </p:sp>
      <p:sp>
        <p:nvSpPr>
          <p:cNvPr id="28" name="Shape 26"/>
          <p:cNvSpPr/>
          <p:nvPr/>
        </p:nvSpPr>
        <p:spPr>
          <a:xfrm>
            <a:off x="1696212" y="3163879"/>
            <a:ext cx="173736" cy="173736"/>
          </a:xfrm>
          <a:prstGeom prst="ellipse">
            <a:avLst/>
          </a:prstGeom>
          <a:solidFill>
            <a:srgbClr val="8A8A96"/>
          </a:solidFill>
          <a:ln w="9525">
            <a:solidFill>
              <a:srgbClr val="22222A"/>
            </a:solidFill>
            <a:prstDash val="solid"/>
          </a:ln>
        </p:spPr>
      </p:sp>
      <p:sp>
        <p:nvSpPr>
          <p:cNvPr id="29" name="Shape 27"/>
          <p:cNvSpPr/>
          <p:nvPr/>
        </p:nvSpPr>
        <p:spPr>
          <a:xfrm>
            <a:off x="827532" y="2363772"/>
            <a:ext cx="173736" cy="173736"/>
          </a:xfrm>
          <a:prstGeom prst="ellipse">
            <a:avLst/>
          </a:prstGeom>
          <a:solidFill>
            <a:srgbClr val="8A8A96"/>
          </a:solidFill>
          <a:ln w="9525">
            <a:solidFill>
              <a:srgbClr val="22222A"/>
            </a:solidFill>
            <a:prstDash val="solid"/>
          </a:ln>
        </p:spPr>
      </p:sp>
      <p:sp>
        <p:nvSpPr>
          <p:cNvPr id="30" name="Shape 28"/>
          <p:cNvSpPr/>
          <p:nvPr/>
        </p:nvSpPr>
        <p:spPr>
          <a:xfrm>
            <a:off x="2564892" y="2363772"/>
            <a:ext cx="173736" cy="173736"/>
          </a:xfrm>
          <a:prstGeom prst="ellipse">
            <a:avLst/>
          </a:prstGeom>
          <a:solidFill>
            <a:srgbClr val="8A8A96"/>
          </a:solidFill>
          <a:ln w="9525">
            <a:solidFill>
              <a:srgbClr val="22222A"/>
            </a:solidFill>
            <a:prstDash val="solid"/>
          </a:ln>
        </p:spPr>
      </p:sp>
      <p:sp>
        <p:nvSpPr>
          <p:cNvPr id="31" name="Shape 29"/>
          <p:cNvSpPr/>
          <p:nvPr/>
        </p:nvSpPr>
        <p:spPr>
          <a:xfrm>
            <a:off x="1261872" y="2932966"/>
            <a:ext cx="173736" cy="173736"/>
          </a:xfrm>
          <a:prstGeom prst="ellipse">
            <a:avLst/>
          </a:prstGeom>
          <a:solidFill>
            <a:srgbClr val="8A8A96"/>
          </a:solidFill>
          <a:ln w="9525">
            <a:solidFill>
              <a:srgbClr val="22222A"/>
            </a:solidFill>
            <a:prstDash val="solid"/>
          </a:ln>
        </p:spPr>
      </p:sp>
      <p:sp>
        <p:nvSpPr>
          <p:cNvPr id="32" name="Shape 30"/>
          <p:cNvSpPr/>
          <p:nvPr/>
        </p:nvSpPr>
        <p:spPr>
          <a:xfrm>
            <a:off x="1696212" y="1563665"/>
            <a:ext cx="173736" cy="173736"/>
          </a:xfrm>
          <a:prstGeom prst="ellipse">
            <a:avLst/>
          </a:prstGeom>
          <a:solidFill>
            <a:srgbClr val="8A8A96"/>
          </a:solidFill>
          <a:ln w="9525">
            <a:solidFill>
              <a:srgbClr val="22222A"/>
            </a:solidFill>
            <a:prstDash val="solid"/>
          </a:ln>
        </p:spPr>
      </p:sp>
      <p:sp>
        <p:nvSpPr>
          <p:cNvPr id="33" name="Shape 31"/>
          <p:cNvSpPr/>
          <p:nvPr/>
        </p:nvSpPr>
        <p:spPr>
          <a:xfrm>
            <a:off x="827532" y="3502159"/>
            <a:ext cx="173736" cy="173736"/>
          </a:xfrm>
          <a:prstGeom prst="ellipse">
            <a:avLst/>
          </a:prstGeom>
          <a:solidFill>
            <a:srgbClr val="8A8A96"/>
          </a:solidFill>
          <a:ln w="9525">
            <a:solidFill>
              <a:srgbClr val="22222A"/>
            </a:solidFill>
            <a:prstDash val="solid"/>
          </a:ln>
        </p:spPr>
      </p:sp>
      <p:sp>
        <p:nvSpPr>
          <p:cNvPr id="34" name="Shape 32"/>
          <p:cNvSpPr/>
          <p:nvPr/>
        </p:nvSpPr>
        <p:spPr>
          <a:xfrm>
            <a:off x="2564892" y="3502159"/>
            <a:ext cx="173736" cy="173736"/>
          </a:xfrm>
          <a:prstGeom prst="ellipse">
            <a:avLst/>
          </a:prstGeom>
          <a:solidFill>
            <a:srgbClr val="8A8A96"/>
          </a:solidFill>
          <a:ln w="9525">
            <a:solidFill>
              <a:srgbClr val="22222A"/>
            </a:solidFill>
            <a:prstDash val="solid"/>
          </a:ln>
        </p:spPr>
      </p:sp>
      <p:sp>
        <p:nvSpPr>
          <p:cNvPr id="35" name="Shape 33"/>
          <p:cNvSpPr/>
          <p:nvPr/>
        </p:nvSpPr>
        <p:spPr>
          <a:xfrm>
            <a:off x="2130552" y="2132858"/>
            <a:ext cx="173736" cy="173736"/>
          </a:xfrm>
          <a:prstGeom prst="ellipse">
            <a:avLst/>
          </a:prstGeom>
          <a:solidFill>
            <a:srgbClr val="8A8A96"/>
          </a:solidFill>
          <a:ln w="9525">
            <a:solidFill>
              <a:srgbClr val="22222A"/>
            </a:solidFill>
            <a:prstDash val="solid"/>
          </a:ln>
        </p:spPr>
      </p:sp>
      <p:sp>
        <p:nvSpPr>
          <p:cNvPr id="36" name="Shape 34"/>
          <p:cNvSpPr/>
          <p:nvPr/>
        </p:nvSpPr>
        <p:spPr>
          <a:xfrm>
            <a:off x="1696212" y="2702052"/>
            <a:ext cx="173736" cy="173736"/>
          </a:xfrm>
          <a:prstGeom prst="ellipse">
            <a:avLst/>
          </a:prstGeom>
          <a:solidFill>
            <a:srgbClr val="8A8A96"/>
          </a:solidFill>
          <a:ln w="9525">
            <a:solidFill>
              <a:srgbClr val="22222A"/>
            </a:solidFill>
            <a:prstDash val="solid"/>
          </a:ln>
        </p:spPr>
      </p:sp>
      <p:sp>
        <p:nvSpPr>
          <p:cNvPr id="37" name="Shape 35"/>
          <p:cNvSpPr/>
          <p:nvPr/>
        </p:nvSpPr>
        <p:spPr>
          <a:xfrm>
            <a:off x="2130552" y="3271246"/>
            <a:ext cx="173736" cy="173736"/>
          </a:xfrm>
          <a:prstGeom prst="ellipse">
            <a:avLst/>
          </a:prstGeom>
          <a:solidFill>
            <a:srgbClr val="4A4A55"/>
          </a:solidFill>
          <a:ln w="9525">
            <a:solidFill>
              <a:srgbClr val="22222A"/>
            </a:solidFill>
            <a:prstDash val="solid"/>
          </a:ln>
        </p:spPr>
      </p:sp>
      <p:sp>
        <p:nvSpPr>
          <p:cNvPr id="38" name="Shape 36"/>
          <p:cNvSpPr/>
          <p:nvPr/>
        </p:nvSpPr>
        <p:spPr>
          <a:xfrm>
            <a:off x="827532" y="1901945"/>
            <a:ext cx="173736" cy="173736"/>
          </a:xfrm>
          <a:prstGeom prst="ellipse">
            <a:avLst/>
          </a:prstGeom>
          <a:solidFill>
            <a:srgbClr val="4A4A55"/>
          </a:solidFill>
          <a:ln w="9525">
            <a:solidFill>
              <a:srgbClr val="22222A"/>
            </a:solidFill>
            <a:prstDash val="solid"/>
          </a:ln>
        </p:spPr>
      </p:sp>
      <p:sp>
        <p:nvSpPr>
          <p:cNvPr id="39" name="Shape 37"/>
          <p:cNvSpPr/>
          <p:nvPr/>
        </p:nvSpPr>
        <p:spPr>
          <a:xfrm>
            <a:off x="2564892" y="1901945"/>
            <a:ext cx="173736" cy="173736"/>
          </a:xfrm>
          <a:prstGeom prst="ellipse">
            <a:avLst/>
          </a:prstGeom>
          <a:solidFill>
            <a:srgbClr val="4A4A55"/>
          </a:solidFill>
          <a:ln w="9525">
            <a:solidFill>
              <a:srgbClr val="22222A"/>
            </a:solidFill>
            <a:prstDash val="solid"/>
          </a:ln>
        </p:spPr>
      </p:sp>
      <p:sp>
        <p:nvSpPr>
          <p:cNvPr id="40" name="Shape 38"/>
          <p:cNvSpPr/>
          <p:nvPr/>
        </p:nvSpPr>
        <p:spPr>
          <a:xfrm>
            <a:off x="1696212" y="3840439"/>
            <a:ext cx="173736" cy="173736"/>
          </a:xfrm>
          <a:prstGeom prst="ellipse">
            <a:avLst/>
          </a:prstGeom>
          <a:solidFill>
            <a:srgbClr val="4A4A55"/>
          </a:solidFill>
          <a:ln w="9525">
            <a:solidFill>
              <a:srgbClr val="22222A"/>
            </a:solidFill>
            <a:prstDash val="solid"/>
          </a:ln>
        </p:spPr>
      </p:sp>
      <p:sp>
        <p:nvSpPr>
          <p:cNvPr id="41" name="Shape 39"/>
          <p:cNvSpPr/>
          <p:nvPr/>
        </p:nvSpPr>
        <p:spPr>
          <a:xfrm>
            <a:off x="1261872" y="2471138"/>
            <a:ext cx="173736" cy="173736"/>
          </a:xfrm>
          <a:prstGeom prst="ellipse">
            <a:avLst/>
          </a:prstGeom>
          <a:solidFill>
            <a:srgbClr val="4A4A55"/>
          </a:solidFill>
          <a:ln w="9525">
            <a:solidFill>
              <a:srgbClr val="22222A"/>
            </a:solidFill>
            <a:prstDash val="solid"/>
          </a:ln>
        </p:spPr>
      </p:sp>
      <p:sp>
        <p:nvSpPr>
          <p:cNvPr id="42" name="Shape 40"/>
          <p:cNvSpPr/>
          <p:nvPr/>
        </p:nvSpPr>
        <p:spPr>
          <a:xfrm>
            <a:off x="827532" y="3040332"/>
            <a:ext cx="173736" cy="173736"/>
          </a:xfrm>
          <a:prstGeom prst="ellipse">
            <a:avLst/>
          </a:prstGeom>
          <a:solidFill>
            <a:srgbClr val="4A4A55"/>
          </a:solidFill>
          <a:ln w="9525">
            <a:solidFill>
              <a:srgbClr val="22222A"/>
            </a:solidFill>
            <a:prstDash val="solid"/>
          </a:ln>
        </p:spPr>
      </p:sp>
      <p:sp>
        <p:nvSpPr>
          <p:cNvPr id="43" name="Shape 41"/>
          <p:cNvSpPr/>
          <p:nvPr/>
        </p:nvSpPr>
        <p:spPr>
          <a:xfrm>
            <a:off x="2564892" y="3040332"/>
            <a:ext cx="173736" cy="173736"/>
          </a:xfrm>
          <a:prstGeom prst="ellipse">
            <a:avLst/>
          </a:prstGeom>
          <a:solidFill>
            <a:srgbClr val="4A4A55"/>
          </a:solidFill>
          <a:ln w="9525">
            <a:solidFill>
              <a:srgbClr val="22222A"/>
            </a:solidFill>
            <a:prstDash val="solid"/>
          </a:ln>
        </p:spPr>
      </p:sp>
      <p:sp>
        <p:nvSpPr>
          <p:cNvPr id="44" name="Shape 42"/>
          <p:cNvSpPr/>
          <p:nvPr/>
        </p:nvSpPr>
        <p:spPr>
          <a:xfrm>
            <a:off x="1696212" y="2240225"/>
            <a:ext cx="173736" cy="173736"/>
          </a:xfrm>
          <a:prstGeom prst="ellipse">
            <a:avLst/>
          </a:prstGeom>
          <a:solidFill>
            <a:srgbClr val="4A4A55"/>
          </a:solidFill>
          <a:ln w="9525">
            <a:solidFill>
              <a:srgbClr val="22222A"/>
            </a:solidFill>
            <a:prstDash val="solid"/>
          </a:ln>
        </p:spPr>
      </p:sp>
      <p:sp>
        <p:nvSpPr>
          <p:cNvPr id="45" name="Text 43"/>
          <p:cNvSpPr/>
          <p:nvPr/>
        </p:nvSpPr>
        <p:spPr>
          <a:xfrm>
            <a:off x="548640" y="1280160"/>
            <a:ext cx="2560320" cy="256032"/>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Diamond</a:t>
            </a:r>
            <a:r>
              <a:rPr lang="en-US" sz="1150" dirty="0">
                <a:solidFill>
                  <a:srgbClr val="262B3A"/>
                </a:solidFill>
                <a:latin typeface="Calibri" pitchFamily="34" charset="0"/>
                <a:ea typeface="Calibri" pitchFamily="34" charset="-122"/>
                <a:cs typeface="Calibri" pitchFamily="34" charset="-120"/>
              </a:rPr>
              <a:t> (carbon)</a:t>
            </a:r>
            <a:endParaRPr lang="en-US" sz="1150" dirty="0"/>
          </a:p>
        </p:txBody>
      </p:sp>
      <p:sp>
        <p:nvSpPr>
          <p:cNvPr id="46" name="Text 44"/>
          <p:cNvSpPr/>
          <p:nvPr/>
        </p:nvSpPr>
        <p:spPr>
          <a:xfrm>
            <a:off x="548640" y="3977640"/>
            <a:ext cx="256032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each C: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covalent bonds, tetrahedral, in 3D</a:t>
            </a:r>
            <a:endParaRPr lang="en-US" sz="1000" dirty="0"/>
          </a:p>
        </p:txBody>
      </p:sp>
      <p:sp>
        <p:nvSpPr>
          <p:cNvPr id="47" name="Shape 45"/>
          <p:cNvSpPr/>
          <p:nvPr/>
        </p:nvSpPr>
        <p:spPr>
          <a:xfrm>
            <a:off x="3520440" y="1874520"/>
            <a:ext cx="502920" cy="91"/>
          </a:xfrm>
          <a:prstGeom prst="line">
            <a:avLst/>
          </a:prstGeom>
          <a:noFill/>
          <a:ln w="19050">
            <a:solidFill>
              <a:srgbClr val="2A1F3D"/>
            </a:solidFill>
            <a:prstDash val="solid"/>
          </a:ln>
        </p:spPr>
      </p:sp>
      <p:sp>
        <p:nvSpPr>
          <p:cNvPr id="48" name="Shape 46"/>
          <p:cNvSpPr/>
          <p:nvPr/>
        </p:nvSpPr>
        <p:spPr>
          <a:xfrm>
            <a:off x="3520440" y="1874520"/>
            <a:ext cx="91" cy="502920"/>
          </a:xfrm>
          <a:prstGeom prst="line">
            <a:avLst/>
          </a:prstGeom>
          <a:noFill/>
          <a:ln w="19050">
            <a:solidFill>
              <a:srgbClr val="2A1F3D"/>
            </a:solidFill>
            <a:prstDash val="solid"/>
          </a:ln>
        </p:spPr>
      </p:sp>
      <p:sp>
        <p:nvSpPr>
          <p:cNvPr id="49" name="Shape 47"/>
          <p:cNvSpPr/>
          <p:nvPr/>
        </p:nvSpPr>
        <p:spPr>
          <a:xfrm>
            <a:off x="4023360" y="1874520"/>
            <a:ext cx="502920" cy="91"/>
          </a:xfrm>
          <a:prstGeom prst="line">
            <a:avLst/>
          </a:prstGeom>
          <a:noFill/>
          <a:ln w="19050">
            <a:solidFill>
              <a:srgbClr val="2A1F3D"/>
            </a:solidFill>
            <a:prstDash val="solid"/>
          </a:ln>
        </p:spPr>
      </p:sp>
      <p:sp>
        <p:nvSpPr>
          <p:cNvPr id="50" name="Shape 48"/>
          <p:cNvSpPr/>
          <p:nvPr/>
        </p:nvSpPr>
        <p:spPr>
          <a:xfrm>
            <a:off x="4023360" y="1874520"/>
            <a:ext cx="91" cy="502920"/>
          </a:xfrm>
          <a:prstGeom prst="line">
            <a:avLst/>
          </a:prstGeom>
          <a:noFill/>
          <a:ln w="19050">
            <a:solidFill>
              <a:srgbClr val="2A1F3D"/>
            </a:solidFill>
            <a:prstDash val="solid"/>
          </a:ln>
        </p:spPr>
      </p:sp>
      <p:sp>
        <p:nvSpPr>
          <p:cNvPr id="51" name="Shape 49"/>
          <p:cNvSpPr/>
          <p:nvPr/>
        </p:nvSpPr>
        <p:spPr>
          <a:xfrm>
            <a:off x="4526280" y="1874520"/>
            <a:ext cx="502920" cy="91"/>
          </a:xfrm>
          <a:prstGeom prst="line">
            <a:avLst/>
          </a:prstGeom>
          <a:noFill/>
          <a:ln w="19050">
            <a:solidFill>
              <a:srgbClr val="2A1F3D"/>
            </a:solidFill>
            <a:prstDash val="solid"/>
          </a:ln>
        </p:spPr>
      </p:sp>
      <p:sp>
        <p:nvSpPr>
          <p:cNvPr id="52" name="Shape 50"/>
          <p:cNvSpPr/>
          <p:nvPr/>
        </p:nvSpPr>
        <p:spPr>
          <a:xfrm>
            <a:off x="4526280" y="1874520"/>
            <a:ext cx="91" cy="502920"/>
          </a:xfrm>
          <a:prstGeom prst="line">
            <a:avLst/>
          </a:prstGeom>
          <a:noFill/>
          <a:ln w="19050">
            <a:solidFill>
              <a:srgbClr val="2A1F3D"/>
            </a:solidFill>
            <a:prstDash val="solid"/>
          </a:ln>
        </p:spPr>
      </p:sp>
      <p:sp>
        <p:nvSpPr>
          <p:cNvPr id="53" name="Shape 51"/>
          <p:cNvSpPr/>
          <p:nvPr/>
        </p:nvSpPr>
        <p:spPr>
          <a:xfrm>
            <a:off x="5029200" y="1874520"/>
            <a:ext cx="91" cy="502920"/>
          </a:xfrm>
          <a:prstGeom prst="line">
            <a:avLst/>
          </a:prstGeom>
          <a:noFill/>
          <a:ln w="19050">
            <a:solidFill>
              <a:srgbClr val="2A1F3D"/>
            </a:solidFill>
            <a:prstDash val="solid"/>
          </a:ln>
        </p:spPr>
      </p:sp>
      <p:sp>
        <p:nvSpPr>
          <p:cNvPr id="54" name="Shape 52"/>
          <p:cNvSpPr/>
          <p:nvPr/>
        </p:nvSpPr>
        <p:spPr>
          <a:xfrm>
            <a:off x="5029200" y="1874520"/>
            <a:ext cx="226314" cy="91"/>
          </a:xfrm>
          <a:prstGeom prst="line">
            <a:avLst/>
          </a:prstGeom>
          <a:noFill/>
          <a:ln w="19050">
            <a:solidFill>
              <a:srgbClr val="2A1F3D"/>
            </a:solidFill>
            <a:prstDash val="dash"/>
          </a:ln>
        </p:spPr>
      </p:sp>
      <p:sp>
        <p:nvSpPr>
          <p:cNvPr id="55" name="Shape 53"/>
          <p:cNvSpPr/>
          <p:nvPr/>
        </p:nvSpPr>
        <p:spPr>
          <a:xfrm>
            <a:off x="3520440" y="2377440"/>
            <a:ext cx="502920" cy="91"/>
          </a:xfrm>
          <a:prstGeom prst="line">
            <a:avLst/>
          </a:prstGeom>
          <a:noFill/>
          <a:ln w="19050">
            <a:solidFill>
              <a:srgbClr val="2A1F3D"/>
            </a:solidFill>
            <a:prstDash val="solid"/>
          </a:ln>
        </p:spPr>
      </p:sp>
      <p:sp>
        <p:nvSpPr>
          <p:cNvPr id="56" name="Shape 54"/>
          <p:cNvSpPr/>
          <p:nvPr/>
        </p:nvSpPr>
        <p:spPr>
          <a:xfrm>
            <a:off x="3520440" y="2377440"/>
            <a:ext cx="91" cy="502920"/>
          </a:xfrm>
          <a:prstGeom prst="line">
            <a:avLst/>
          </a:prstGeom>
          <a:noFill/>
          <a:ln w="19050">
            <a:solidFill>
              <a:srgbClr val="2A1F3D"/>
            </a:solidFill>
            <a:prstDash val="solid"/>
          </a:ln>
        </p:spPr>
      </p:sp>
      <p:sp>
        <p:nvSpPr>
          <p:cNvPr id="57" name="Shape 55"/>
          <p:cNvSpPr/>
          <p:nvPr/>
        </p:nvSpPr>
        <p:spPr>
          <a:xfrm>
            <a:off x="4023360" y="2377440"/>
            <a:ext cx="502920" cy="91"/>
          </a:xfrm>
          <a:prstGeom prst="line">
            <a:avLst/>
          </a:prstGeom>
          <a:noFill/>
          <a:ln w="19050">
            <a:solidFill>
              <a:srgbClr val="2A1F3D"/>
            </a:solidFill>
            <a:prstDash val="solid"/>
          </a:ln>
        </p:spPr>
      </p:sp>
      <p:sp>
        <p:nvSpPr>
          <p:cNvPr id="58" name="Shape 56"/>
          <p:cNvSpPr/>
          <p:nvPr/>
        </p:nvSpPr>
        <p:spPr>
          <a:xfrm>
            <a:off x="4023360" y="2377440"/>
            <a:ext cx="91" cy="502920"/>
          </a:xfrm>
          <a:prstGeom prst="line">
            <a:avLst/>
          </a:prstGeom>
          <a:noFill/>
          <a:ln w="19050">
            <a:solidFill>
              <a:srgbClr val="2A1F3D"/>
            </a:solidFill>
            <a:prstDash val="solid"/>
          </a:ln>
        </p:spPr>
      </p:sp>
      <p:sp>
        <p:nvSpPr>
          <p:cNvPr id="59" name="Shape 57"/>
          <p:cNvSpPr/>
          <p:nvPr/>
        </p:nvSpPr>
        <p:spPr>
          <a:xfrm>
            <a:off x="4526280" y="2377440"/>
            <a:ext cx="502920" cy="91"/>
          </a:xfrm>
          <a:prstGeom prst="line">
            <a:avLst/>
          </a:prstGeom>
          <a:noFill/>
          <a:ln w="19050">
            <a:solidFill>
              <a:srgbClr val="2A1F3D"/>
            </a:solidFill>
            <a:prstDash val="solid"/>
          </a:ln>
        </p:spPr>
      </p:sp>
      <p:sp>
        <p:nvSpPr>
          <p:cNvPr id="60" name="Shape 58"/>
          <p:cNvSpPr/>
          <p:nvPr/>
        </p:nvSpPr>
        <p:spPr>
          <a:xfrm>
            <a:off x="4526280" y="2377440"/>
            <a:ext cx="91" cy="502920"/>
          </a:xfrm>
          <a:prstGeom prst="line">
            <a:avLst/>
          </a:prstGeom>
          <a:noFill/>
          <a:ln w="19050">
            <a:solidFill>
              <a:srgbClr val="2A1F3D"/>
            </a:solidFill>
            <a:prstDash val="solid"/>
          </a:ln>
        </p:spPr>
      </p:sp>
      <p:sp>
        <p:nvSpPr>
          <p:cNvPr id="61" name="Shape 59"/>
          <p:cNvSpPr/>
          <p:nvPr/>
        </p:nvSpPr>
        <p:spPr>
          <a:xfrm>
            <a:off x="5029200" y="2377440"/>
            <a:ext cx="91" cy="502920"/>
          </a:xfrm>
          <a:prstGeom prst="line">
            <a:avLst/>
          </a:prstGeom>
          <a:noFill/>
          <a:ln w="19050">
            <a:solidFill>
              <a:srgbClr val="2A1F3D"/>
            </a:solidFill>
            <a:prstDash val="solid"/>
          </a:ln>
        </p:spPr>
      </p:sp>
      <p:sp>
        <p:nvSpPr>
          <p:cNvPr id="62" name="Shape 60"/>
          <p:cNvSpPr/>
          <p:nvPr/>
        </p:nvSpPr>
        <p:spPr>
          <a:xfrm>
            <a:off x="5029200" y="2377440"/>
            <a:ext cx="226314" cy="91"/>
          </a:xfrm>
          <a:prstGeom prst="line">
            <a:avLst/>
          </a:prstGeom>
          <a:noFill/>
          <a:ln w="19050">
            <a:solidFill>
              <a:srgbClr val="2A1F3D"/>
            </a:solidFill>
            <a:prstDash val="dash"/>
          </a:ln>
        </p:spPr>
      </p:sp>
      <p:sp>
        <p:nvSpPr>
          <p:cNvPr id="63" name="Shape 61"/>
          <p:cNvSpPr/>
          <p:nvPr/>
        </p:nvSpPr>
        <p:spPr>
          <a:xfrm>
            <a:off x="3520440" y="2880360"/>
            <a:ext cx="502920" cy="91"/>
          </a:xfrm>
          <a:prstGeom prst="line">
            <a:avLst/>
          </a:prstGeom>
          <a:noFill/>
          <a:ln w="19050">
            <a:solidFill>
              <a:srgbClr val="2A1F3D"/>
            </a:solidFill>
            <a:prstDash val="solid"/>
          </a:ln>
        </p:spPr>
      </p:sp>
      <p:sp>
        <p:nvSpPr>
          <p:cNvPr id="64" name="Shape 62"/>
          <p:cNvSpPr/>
          <p:nvPr/>
        </p:nvSpPr>
        <p:spPr>
          <a:xfrm>
            <a:off x="3520440" y="2880360"/>
            <a:ext cx="91" cy="502920"/>
          </a:xfrm>
          <a:prstGeom prst="line">
            <a:avLst/>
          </a:prstGeom>
          <a:noFill/>
          <a:ln w="19050">
            <a:solidFill>
              <a:srgbClr val="2A1F3D"/>
            </a:solidFill>
            <a:prstDash val="solid"/>
          </a:ln>
        </p:spPr>
      </p:sp>
      <p:sp>
        <p:nvSpPr>
          <p:cNvPr id="65" name="Shape 63"/>
          <p:cNvSpPr/>
          <p:nvPr/>
        </p:nvSpPr>
        <p:spPr>
          <a:xfrm>
            <a:off x="4023360" y="2880360"/>
            <a:ext cx="502920" cy="91"/>
          </a:xfrm>
          <a:prstGeom prst="line">
            <a:avLst/>
          </a:prstGeom>
          <a:noFill/>
          <a:ln w="19050">
            <a:solidFill>
              <a:srgbClr val="2A1F3D"/>
            </a:solidFill>
            <a:prstDash val="solid"/>
          </a:ln>
        </p:spPr>
      </p:sp>
      <p:sp>
        <p:nvSpPr>
          <p:cNvPr id="66" name="Shape 64"/>
          <p:cNvSpPr/>
          <p:nvPr/>
        </p:nvSpPr>
        <p:spPr>
          <a:xfrm>
            <a:off x="4023360" y="2880360"/>
            <a:ext cx="91" cy="502920"/>
          </a:xfrm>
          <a:prstGeom prst="line">
            <a:avLst/>
          </a:prstGeom>
          <a:noFill/>
          <a:ln w="19050">
            <a:solidFill>
              <a:srgbClr val="2A1F3D"/>
            </a:solidFill>
            <a:prstDash val="solid"/>
          </a:ln>
        </p:spPr>
      </p:sp>
      <p:sp>
        <p:nvSpPr>
          <p:cNvPr id="67" name="Shape 65"/>
          <p:cNvSpPr/>
          <p:nvPr/>
        </p:nvSpPr>
        <p:spPr>
          <a:xfrm>
            <a:off x="4526280" y="2880360"/>
            <a:ext cx="502920" cy="91"/>
          </a:xfrm>
          <a:prstGeom prst="line">
            <a:avLst/>
          </a:prstGeom>
          <a:noFill/>
          <a:ln w="19050">
            <a:solidFill>
              <a:srgbClr val="2A1F3D"/>
            </a:solidFill>
            <a:prstDash val="solid"/>
          </a:ln>
        </p:spPr>
      </p:sp>
      <p:sp>
        <p:nvSpPr>
          <p:cNvPr id="68" name="Shape 66"/>
          <p:cNvSpPr/>
          <p:nvPr/>
        </p:nvSpPr>
        <p:spPr>
          <a:xfrm>
            <a:off x="4526280" y="2880360"/>
            <a:ext cx="91" cy="502920"/>
          </a:xfrm>
          <a:prstGeom prst="line">
            <a:avLst/>
          </a:prstGeom>
          <a:noFill/>
          <a:ln w="19050">
            <a:solidFill>
              <a:srgbClr val="2A1F3D"/>
            </a:solidFill>
            <a:prstDash val="solid"/>
          </a:ln>
        </p:spPr>
      </p:sp>
      <p:sp>
        <p:nvSpPr>
          <p:cNvPr id="69" name="Shape 67"/>
          <p:cNvSpPr/>
          <p:nvPr/>
        </p:nvSpPr>
        <p:spPr>
          <a:xfrm>
            <a:off x="5029200" y="2880360"/>
            <a:ext cx="91" cy="502920"/>
          </a:xfrm>
          <a:prstGeom prst="line">
            <a:avLst/>
          </a:prstGeom>
          <a:noFill/>
          <a:ln w="19050">
            <a:solidFill>
              <a:srgbClr val="2A1F3D"/>
            </a:solidFill>
            <a:prstDash val="solid"/>
          </a:ln>
        </p:spPr>
      </p:sp>
      <p:sp>
        <p:nvSpPr>
          <p:cNvPr id="70" name="Shape 68"/>
          <p:cNvSpPr/>
          <p:nvPr/>
        </p:nvSpPr>
        <p:spPr>
          <a:xfrm>
            <a:off x="5029200" y="2880360"/>
            <a:ext cx="226314" cy="91"/>
          </a:xfrm>
          <a:prstGeom prst="line">
            <a:avLst/>
          </a:prstGeom>
          <a:noFill/>
          <a:ln w="19050">
            <a:solidFill>
              <a:srgbClr val="2A1F3D"/>
            </a:solidFill>
            <a:prstDash val="dash"/>
          </a:ln>
        </p:spPr>
      </p:sp>
      <p:sp>
        <p:nvSpPr>
          <p:cNvPr id="71" name="Shape 69"/>
          <p:cNvSpPr/>
          <p:nvPr/>
        </p:nvSpPr>
        <p:spPr>
          <a:xfrm>
            <a:off x="3520440" y="3383280"/>
            <a:ext cx="502920" cy="91"/>
          </a:xfrm>
          <a:prstGeom prst="line">
            <a:avLst/>
          </a:prstGeom>
          <a:noFill/>
          <a:ln w="19050">
            <a:solidFill>
              <a:srgbClr val="2A1F3D"/>
            </a:solidFill>
            <a:prstDash val="solid"/>
          </a:ln>
        </p:spPr>
      </p:sp>
      <p:sp>
        <p:nvSpPr>
          <p:cNvPr id="72" name="Shape 70"/>
          <p:cNvSpPr/>
          <p:nvPr/>
        </p:nvSpPr>
        <p:spPr>
          <a:xfrm>
            <a:off x="3520440" y="3383280"/>
            <a:ext cx="91" cy="226314"/>
          </a:xfrm>
          <a:prstGeom prst="line">
            <a:avLst/>
          </a:prstGeom>
          <a:noFill/>
          <a:ln w="19050">
            <a:solidFill>
              <a:srgbClr val="2A1F3D"/>
            </a:solidFill>
            <a:prstDash val="dash"/>
          </a:ln>
        </p:spPr>
      </p:sp>
      <p:sp>
        <p:nvSpPr>
          <p:cNvPr id="73" name="Shape 71"/>
          <p:cNvSpPr/>
          <p:nvPr/>
        </p:nvSpPr>
        <p:spPr>
          <a:xfrm>
            <a:off x="4023360" y="3383280"/>
            <a:ext cx="502920" cy="91"/>
          </a:xfrm>
          <a:prstGeom prst="line">
            <a:avLst/>
          </a:prstGeom>
          <a:noFill/>
          <a:ln w="19050">
            <a:solidFill>
              <a:srgbClr val="2A1F3D"/>
            </a:solidFill>
            <a:prstDash val="solid"/>
          </a:ln>
        </p:spPr>
      </p:sp>
      <p:sp>
        <p:nvSpPr>
          <p:cNvPr id="74" name="Shape 72"/>
          <p:cNvSpPr/>
          <p:nvPr/>
        </p:nvSpPr>
        <p:spPr>
          <a:xfrm>
            <a:off x="4023360" y="3383280"/>
            <a:ext cx="91" cy="226314"/>
          </a:xfrm>
          <a:prstGeom prst="line">
            <a:avLst/>
          </a:prstGeom>
          <a:noFill/>
          <a:ln w="19050">
            <a:solidFill>
              <a:srgbClr val="2A1F3D"/>
            </a:solidFill>
            <a:prstDash val="dash"/>
          </a:ln>
        </p:spPr>
      </p:sp>
      <p:sp>
        <p:nvSpPr>
          <p:cNvPr id="75" name="Shape 73"/>
          <p:cNvSpPr/>
          <p:nvPr/>
        </p:nvSpPr>
        <p:spPr>
          <a:xfrm>
            <a:off x="4526280" y="3383280"/>
            <a:ext cx="502920" cy="91"/>
          </a:xfrm>
          <a:prstGeom prst="line">
            <a:avLst/>
          </a:prstGeom>
          <a:noFill/>
          <a:ln w="19050">
            <a:solidFill>
              <a:srgbClr val="2A1F3D"/>
            </a:solidFill>
            <a:prstDash val="solid"/>
          </a:ln>
        </p:spPr>
      </p:sp>
      <p:sp>
        <p:nvSpPr>
          <p:cNvPr id="76" name="Shape 74"/>
          <p:cNvSpPr/>
          <p:nvPr/>
        </p:nvSpPr>
        <p:spPr>
          <a:xfrm>
            <a:off x="4526280" y="3383280"/>
            <a:ext cx="91" cy="226314"/>
          </a:xfrm>
          <a:prstGeom prst="line">
            <a:avLst/>
          </a:prstGeom>
          <a:noFill/>
          <a:ln w="19050">
            <a:solidFill>
              <a:srgbClr val="2A1F3D"/>
            </a:solidFill>
            <a:prstDash val="dash"/>
          </a:ln>
        </p:spPr>
      </p:sp>
      <p:sp>
        <p:nvSpPr>
          <p:cNvPr id="77" name="Shape 75"/>
          <p:cNvSpPr/>
          <p:nvPr/>
        </p:nvSpPr>
        <p:spPr>
          <a:xfrm>
            <a:off x="5029200" y="3383280"/>
            <a:ext cx="226314" cy="91"/>
          </a:xfrm>
          <a:prstGeom prst="line">
            <a:avLst/>
          </a:prstGeom>
          <a:noFill/>
          <a:ln w="19050">
            <a:solidFill>
              <a:srgbClr val="2A1F3D"/>
            </a:solidFill>
            <a:prstDash val="dash"/>
          </a:ln>
        </p:spPr>
      </p:sp>
      <p:sp>
        <p:nvSpPr>
          <p:cNvPr id="78" name="Shape 76"/>
          <p:cNvSpPr/>
          <p:nvPr/>
        </p:nvSpPr>
        <p:spPr>
          <a:xfrm>
            <a:off x="5029200" y="3383280"/>
            <a:ext cx="91" cy="226314"/>
          </a:xfrm>
          <a:prstGeom prst="line">
            <a:avLst/>
          </a:prstGeom>
          <a:noFill/>
          <a:ln w="19050">
            <a:solidFill>
              <a:srgbClr val="2A1F3D"/>
            </a:solidFill>
            <a:prstDash val="dash"/>
          </a:ln>
        </p:spPr>
      </p:sp>
      <p:sp>
        <p:nvSpPr>
          <p:cNvPr id="79" name="Shape 77"/>
          <p:cNvSpPr/>
          <p:nvPr/>
        </p:nvSpPr>
        <p:spPr>
          <a:xfrm>
            <a:off x="3706520" y="1809140"/>
            <a:ext cx="130759" cy="130759"/>
          </a:xfrm>
          <a:prstGeom prst="ellipse">
            <a:avLst/>
          </a:prstGeom>
          <a:solidFill>
            <a:srgbClr val="D9534F"/>
          </a:solidFill>
          <a:ln w="12700">
            <a:solidFill>
              <a:srgbClr val="8E2A27"/>
            </a:solidFill>
            <a:prstDash val="solid"/>
          </a:ln>
        </p:spPr>
      </p:sp>
      <p:sp>
        <p:nvSpPr>
          <p:cNvPr id="80" name="Shape 78"/>
          <p:cNvSpPr/>
          <p:nvPr/>
        </p:nvSpPr>
        <p:spPr>
          <a:xfrm>
            <a:off x="3455060" y="2060600"/>
            <a:ext cx="130759" cy="130759"/>
          </a:xfrm>
          <a:prstGeom prst="ellipse">
            <a:avLst/>
          </a:prstGeom>
          <a:solidFill>
            <a:srgbClr val="D9534F"/>
          </a:solidFill>
          <a:ln w="12700">
            <a:solidFill>
              <a:srgbClr val="8E2A27"/>
            </a:solidFill>
            <a:prstDash val="solid"/>
          </a:ln>
        </p:spPr>
      </p:sp>
      <p:sp>
        <p:nvSpPr>
          <p:cNvPr id="81" name="Shape 79"/>
          <p:cNvSpPr/>
          <p:nvPr/>
        </p:nvSpPr>
        <p:spPr>
          <a:xfrm>
            <a:off x="4209440" y="1809140"/>
            <a:ext cx="130759" cy="130759"/>
          </a:xfrm>
          <a:prstGeom prst="ellipse">
            <a:avLst/>
          </a:prstGeom>
          <a:solidFill>
            <a:srgbClr val="D9534F"/>
          </a:solidFill>
          <a:ln w="12700">
            <a:solidFill>
              <a:srgbClr val="8E2A27"/>
            </a:solidFill>
            <a:prstDash val="solid"/>
          </a:ln>
        </p:spPr>
      </p:sp>
      <p:sp>
        <p:nvSpPr>
          <p:cNvPr id="82" name="Shape 80"/>
          <p:cNvSpPr/>
          <p:nvPr/>
        </p:nvSpPr>
        <p:spPr>
          <a:xfrm>
            <a:off x="3957980" y="2060600"/>
            <a:ext cx="130759" cy="130759"/>
          </a:xfrm>
          <a:prstGeom prst="ellipse">
            <a:avLst/>
          </a:prstGeom>
          <a:solidFill>
            <a:srgbClr val="D9534F"/>
          </a:solidFill>
          <a:ln w="12700">
            <a:solidFill>
              <a:srgbClr val="8E2A27"/>
            </a:solidFill>
            <a:prstDash val="solid"/>
          </a:ln>
        </p:spPr>
      </p:sp>
      <p:sp>
        <p:nvSpPr>
          <p:cNvPr id="83" name="Shape 81"/>
          <p:cNvSpPr/>
          <p:nvPr/>
        </p:nvSpPr>
        <p:spPr>
          <a:xfrm>
            <a:off x="4712360" y="1809140"/>
            <a:ext cx="130759" cy="130759"/>
          </a:xfrm>
          <a:prstGeom prst="ellipse">
            <a:avLst/>
          </a:prstGeom>
          <a:solidFill>
            <a:srgbClr val="D9534F"/>
          </a:solidFill>
          <a:ln w="12700">
            <a:solidFill>
              <a:srgbClr val="8E2A27"/>
            </a:solidFill>
            <a:prstDash val="solid"/>
          </a:ln>
        </p:spPr>
      </p:sp>
      <p:sp>
        <p:nvSpPr>
          <p:cNvPr id="84" name="Shape 82"/>
          <p:cNvSpPr/>
          <p:nvPr/>
        </p:nvSpPr>
        <p:spPr>
          <a:xfrm>
            <a:off x="4460900" y="2060600"/>
            <a:ext cx="130759" cy="130759"/>
          </a:xfrm>
          <a:prstGeom prst="ellipse">
            <a:avLst/>
          </a:prstGeom>
          <a:solidFill>
            <a:srgbClr val="D9534F"/>
          </a:solidFill>
          <a:ln w="12700">
            <a:solidFill>
              <a:srgbClr val="8E2A27"/>
            </a:solidFill>
            <a:prstDash val="solid"/>
          </a:ln>
        </p:spPr>
      </p:sp>
      <p:sp>
        <p:nvSpPr>
          <p:cNvPr id="85" name="Shape 83"/>
          <p:cNvSpPr/>
          <p:nvPr/>
        </p:nvSpPr>
        <p:spPr>
          <a:xfrm>
            <a:off x="5215280" y="1809140"/>
            <a:ext cx="130759" cy="130759"/>
          </a:xfrm>
          <a:prstGeom prst="ellipse">
            <a:avLst/>
          </a:prstGeom>
          <a:solidFill>
            <a:srgbClr val="D9534F"/>
          </a:solidFill>
          <a:ln w="12700">
            <a:solidFill>
              <a:srgbClr val="8E2A27"/>
            </a:solidFill>
            <a:prstDash val="solid"/>
          </a:ln>
        </p:spPr>
      </p:sp>
      <p:sp>
        <p:nvSpPr>
          <p:cNvPr id="86" name="Shape 84"/>
          <p:cNvSpPr/>
          <p:nvPr/>
        </p:nvSpPr>
        <p:spPr>
          <a:xfrm>
            <a:off x="4963820" y="2060600"/>
            <a:ext cx="130759" cy="130759"/>
          </a:xfrm>
          <a:prstGeom prst="ellipse">
            <a:avLst/>
          </a:prstGeom>
          <a:solidFill>
            <a:srgbClr val="D9534F"/>
          </a:solidFill>
          <a:ln w="12700">
            <a:solidFill>
              <a:srgbClr val="8E2A27"/>
            </a:solidFill>
            <a:prstDash val="solid"/>
          </a:ln>
        </p:spPr>
      </p:sp>
      <p:sp>
        <p:nvSpPr>
          <p:cNvPr id="87" name="Shape 85"/>
          <p:cNvSpPr/>
          <p:nvPr/>
        </p:nvSpPr>
        <p:spPr>
          <a:xfrm>
            <a:off x="3706520" y="2312060"/>
            <a:ext cx="130759" cy="130759"/>
          </a:xfrm>
          <a:prstGeom prst="ellipse">
            <a:avLst/>
          </a:prstGeom>
          <a:solidFill>
            <a:srgbClr val="D9534F"/>
          </a:solidFill>
          <a:ln w="12700">
            <a:solidFill>
              <a:srgbClr val="8E2A27"/>
            </a:solidFill>
            <a:prstDash val="solid"/>
          </a:ln>
        </p:spPr>
      </p:sp>
      <p:sp>
        <p:nvSpPr>
          <p:cNvPr id="88" name="Shape 86"/>
          <p:cNvSpPr/>
          <p:nvPr/>
        </p:nvSpPr>
        <p:spPr>
          <a:xfrm>
            <a:off x="3455060" y="2563520"/>
            <a:ext cx="130759" cy="130759"/>
          </a:xfrm>
          <a:prstGeom prst="ellipse">
            <a:avLst/>
          </a:prstGeom>
          <a:solidFill>
            <a:srgbClr val="D9534F"/>
          </a:solidFill>
          <a:ln w="12700">
            <a:solidFill>
              <a:srgbClr val="8E2A27"/>
            </a:solidFill>
            <a:prstDash val="solid"/>
          </a:ln>
        </p:spPr>
      </p:sp>
      <p:sp>
        <p:nvSpPr>
          <p:cNvPr id="89" name="Shape 87"/>
          <p:cNvSpPr/>
          <p:nvPr/>
        </p:nvSpPr>
        <p:spPr>
          <a:xfrm>
            <a:off x="4209440" y="2312060"/>
            <a:ext cx="130759" cy="130759"/>
          </a:xfrm>
          <a:prstGeom prst="ellipse">
            <a:avLst/>
          </a:prstGeom>
          <a:solidFill>
            <a:srgbClr val="D9534F"/>
          </a:solidFill>
          <a:ln w="12700">
            <a:solidFill>
              <a:srgbClr val="8E2A27"/>
            </a:solidFill>
            <a:prstDash val="solid"/>
          </a:ln>
        </p:spPr>
      </p:sp>
      <p:sp>
        <p:nvSpPr>
          <p:cNvPr id="90" name="Shape 88"/>
          <p:cNvSpPr/>
          <p:nvPr/>
        </p:nvSpPr>
        <p:spPr>
          <a:xfrm>
            <a:off x="3957980" y="2563520"/>
            <a:ext cx="130759" cy="130759"/>
          </a:xfrm>
          <a:prstGeom prst="ellipse">
            <a:avLst/>
          </a:prstGeom>
          <a:solidFill>
            <a:srgbClr val="D9534F"/>
          </a:solidFill>
          <a:ln w="12700">
            <a:solidFill>
              <a:srgbClr val="8E2A27"/>
            </a:solidFill>
            <a:prstDash val="solid"/>
          </a:ln>
        </p:spPr>
      </p:sp>
      <p:sp>
        <p:nvSpPr>
          <p:cNvPr id="91" name="Shape 89"/>
          <p:cNvSpPr/>
          <p:nvPr/>
        </p:nvSpPr>
        <p:spPr>
          <a:xfrm>
            <a:off x="4712360" y="2312060"/>
            <a:ext cx="130759" cy="130759"/>
          </a:xfrm>
          <a:prstGeom prst="ellipse">
            <a:avLst/>
          </a:prstGeom>
          <a:solidFill>
            <a:srgbClr val="D9534F"/>
          </a:solidFill>
          <a:ln w="12700">
            <a:solidFill>
              <a:srgbClr val="8E2A27"/>
            </a:solidFill>
            <a:prstDash val="solid"/>
          </a:ln>
        </p:spPr>
      </p:sp>
      <p:sp>
        <p:nvSpPr>
          <p:cNvPr id="92" name="Shape 90"/>
          <p:cNvSpPr/>
          <p:nvPr/>
        </p:nvSpPr>
        <p:spPr>
          <a:xfrm>
            <a:off x="4460900" y="2563520"/>
            <a:ext cx="130759" cy="130759"/>
          </a:xfrm>
          <a:prstGeom prst="ellipse">
            <a:avLst/>
          </a:prstGeom>
          <a:solidFill>
            <a:srgbClr val="D9534F"/>
          </a:solidFill>
          <a:ln w="12700">
            <a:solidFill>
              <a:srgbClr val="8E2A27"/>
            </a:solidFill>
            <a:prstDash val="solid"/>
          </a:ln>
        </p:spPr>
      </p:sp>
      <p:sp>
        <p:nvSpPr>
          <p:cNvPr id="93" name="Shape 91"/>
          <p:cNvSpPr/>
          <p:nvPr/>
        </p:nvSpPr>
        <p:spPr>
          <a:xfrm>
            <a:off x="5215280" y="2312060"/>
            <a:ext cx="130759" cy="130759"/>
          </a:xfrm>
          <a:prstGeom prst="ellipse">
            <a:avLst/>
          </a:prstGeom>
          <a:solidFill>
            <a:srgbClr val="D9534F"/>
          </a:solidFill>
          <a:ln w="12700">
            <a:solidFill>
              <a:srgbClr val="8E2A27"/>
            </a:solidFill>
            <a:prstDash val="solid"/>
          </a:ln>
        </p:spPr>
      </p:sp>
      <p:sp>
        <p:nvSpPr>
          <p:cNvPr id="94" name="Shape 92"/>
          <p:cNvSpPr/>
          <p:nvPr/>
        </p:nvSpPr>
        <p:spPr>
          <a:xfrm>
            <a:off x="4963820" y="2563520"/>
            <a:ext cx="130759" cy="130759"/>
          </a:xfrm>
          <a:prstGeom prst="ellipse">
            <a:avLst/>
          </a:prstGeom>
          <a:solidFill>
            <a:srgbClr val="D9534F"/>
          </a:solidFill>
          <a:ln w="12700">
            <a:solidFill>
              <a:srgbClr val="8E2A27"/>
            </a:solidFill>
            <a:prstDash val="solid"/>
          </a:ln>
        </p:spPr>
      </p:sp>
      <p:sp>
        <p:nvSpPr>
          <p:cNvPr id="95" name="Shape 93"/>
          <p:cNvSpPr/>
          <p:nvPr/>
        </p:nvSpPr>
        <p:spPr>
          <a:xfrm>
            <a:off x="3706520" y="2814980"/>
            <a:ext cx="130759" cy="130759"/>
          </a:xfrm>
          <a:prstGeom prst="ellipse">
            <a:avLst/>
          </a:prstGeom>
          <a:solidFill>
            <a:srgbClr val="D9534F"/>
          </a:solidFill>
          <a:ln w="12700">
            <a:solidFill>
              <a:srgbClr val="8E2A27"/>
            </a:solidFill>
            <a:prstDash val="solid"/>
          </a:ln>
        </p:spPr>
      </p:sp>
      <p:sp>
        <p:nvSpPr>
          <p:cNvPr id="96" name="Shape 94"/>
          <p:cNvSpPr/>
          <p:nvPr/>
        </p:nvSpPr>
        <p:spPr>
          <a:xfrm>
            <a:off x="3455060" y="3066440"/>
            <a:ext cx="130759" cy="130759"/>
          </a:xfrm>
          <a:prstGeom prst="ellipse">
            <a:avLst/>
          </a:prstGeom>
          <a:solidFill>
            <a:srgbClr val="D9534F"/>
          </a:solidFill>
          <a:ln w="12700">
            <a:solidFill>
              <a:srgbClr val="8E2A27"/>
            </a:solidFill>
            <a:prstDash val="solid"/>
          </a:ln>
        </p:spPr>
      </p:sp>
      <p:sp>
        <p:nvSpPr>
          <p:cNvPr id="97" name="Shape 95"/>
          <p:cNvSpPr/>
          <p:nvPr/>
        </p:nvSpPr>
        <p:spPr>
          <a:xfrm>
            <a:off x="4209440" y="2814980"/>
            <a:ext cx="130759" cy="130759"/>
          </a:xfrm>
          <a:prstGeom prst="ellipse">
            <a:avLst/>
          </a:prstGeom>
          <a:solidFill>
            <a:srgbClr val="D9534F"/>
          </a:solidFill>
          <a:ln w="12700">
            <a:solidFill>
              <a:srgbClr val="8E2A27"/>
            </a:solidFill>
            <a:prstDash val="solid"/>
          </a:ln>
        </p:spPr>
      </p:sp>
      <p:sp>
        <p:nvSpPr>
          <p:cNvPr id="98" name="Shape 96"/>
          <p:cNvSpPr/>
          <p:nvPr/>
        </p:nvSpPr>
        <p:spPr>
          <a:xfrm>
            <a:off x="3957980" y="3066440"/>
            <a:ext cx="130759" cy="130759"/>
          </a:xfrm>
          <a:prstGeom prst="ellipse">
            <a:avLst/>
          </a:prstGeom>
          <a:solidFill>
            <a:srgbClr val="D9534F"/>
          </a:solidFill>
          <a:ln w="12700">
            <a:solidFill>
              <a:srgbClr val="8E2A27"/>
            </a:solidFill>
            <a:prstDash val="solid"/>
          </a:ln>
        </p:spPr>
      </p:sp>
      <p:sp>
        <p:nvSpPr>
          <p:cNvPr id="99" name="Shape 97"/>
          <p:cNvSpPr/>
          <p:nvPr/>
        </p:nvSpPr>
        <p:spPr>
          <a:xfrm>
            <a:off x="4712360" y="2814980"/>
            <a:ext cx="130759" cy="130759"/>
          </a:xfrm>
          <a:prstGeom prst="ellipse">
            <a:avLst/>
          </a:prstGeom>
          <a:solidFill>
            <a:srgbClr val="D9534F"/>
          </a:solidFill>
          <a:ln w="12700">
            <a:solidFill>
              <a:srgbClr val="8E2A27"/>
            </a:solidFill>
            <a:prstDash val="solid"/>
          </a:ln>
        </p:spPr>
      </p:sp>
      <p:sp>
        <p:nvSpPr>
          <p:cNvPr id="100" name="Shape 98"/>
          <p:cNvSpPr/>
          <p:nvPr/>
        </p:nvSpPr>
        <p:spPr>
          <a:xfrm>
            <a:off x="4460900" y="3066440"/>
            <a:ext cx="130759" cy="130759"/>
          </a:xfrm>
          <a:prstGeom prst="ellipse">
            <a:avLst/>
          </a:prstGeom>
          <a:solidFill>
            <a:srgbClr val="D9534F"/>
          </a:solidFill>
          <a:ln w="12700">
            <a:solidFill>
              <a:srgbClr val="8E2A27"/>
            </a:solidFill>
            <a:prstDash val="solid"/>
          </a:ln>
        </p:spPr>
      </p:sp>
      <p:sp>
        <p:nvSpPr>
          <p:cNvPr id="101" name="Shape 99"/>
          <p:cNvSpPr/>
          <p:nvPr/>
        </p:nvSpPr>
        <p:spPr>
          <a:xfrm>
            <a:off x="5215280" y="2814980"/>
            <a:ext cx="130759" cy="130759"/>
          </a:xfrm>
          <a:prstGeom prst="ellipse">
            <a:avLst/>
          </a:prstGeom>
          <a:solidFill>
            <a:srgbClr val="D9534F"/>
          </a:solidFill>
          <a:ln w="12700">
            <a:solidFill>
              <a:srgbClr val="8E2A27"/>
            </a:solidFill>
            <a:prstDash val="solid"/>
          </a:ln>
        </p:spPr>
      </p:sp>
      <p:sp>
        <p:nvSpPr>
          <p:cNvPr id="102" name="Shape 100"/>
          <p:cNvSpPr/>
          <p:nvPr/>
        </p:nvSpPr>
        <p:spPr>
          <a:xfrm>
            <a:off x="4963820" y="3066440"/>
            <a:ext cx="130759" cy="130759"/>
          </a:xfrm>
          <a:prstGeom prst="ellipse">
            <a:avLst/>
          </a:prstGeom>
          <a:solidFill>
            <a:srgbClr val="D9534F"/>
          </a:solidFill>
          <a:ln w="12700">
            <a:solidFill>
              <a:srgbClr val="8E2A27"/>
            </a:solidFill>
            <a:prstDash val="solid"/>
          </a:ln>
        </p:spPr>
      </p:sp>
      <p:sp>
        <p:nvSpPr>
          <p:cNvPr id="103" name="Shape 101"/>
          <p:cNvSpPr/>
          <p:nvPr/>
        </p:nvSpPr>
        <p:spPr>
          <a:xfrm>
            <a:off x="3706520" y="3317900"/>
            <a:ext cx="130759" cy="130759"/>
          </a:xfrm>
          <a:prstGeom prst="ellipse">
            <a:avLst/>
          </a:prstGeom>
          <a:solidFill>
            <a:srgbClr val="D9534F"/>
          </a:solidFill>
          <a:ln w="12700">
            <a:solidFill>
              <a:srgbClr val="8E2A27"/>
            </a:solidFill>
            <a:prstDash val="solid"/>
          </a:ln>
        </p:spPr>
      </p:sp>
      <p:sp>
        <p:nvSpPr>
          <p:cNvPr id="104" name="Shape 102"/>
          <p:cNvSpPr/>
          <p:nvPr/>
        </p:nvSpPr>
        <p:spPr>
          <a:xfrm>
            <a:off x="3455060" y="3569360"/>
            <a:ext cx="130759" cy="130759"/>
          </a:xfrm>
          <a:prstGeom prst="ellipse">
            <a:avLst/>
          </a:prstGeom>
          <a:solidFill>
            <a:srgbClr val="D9534F"/>
          </a:solidFill>
          <a:ln w="12700">
            <a:solidFill>
              <a:srgbClr val="8E2A27"/>
            </a:solidFill>
            <a:prstDash val="solid"/>
          </a:ln>
        </p:spPr>
      </p:sp>
      <p:sp>
        <p:nvSpPr>
          <p:cNvPr id="105" name="Shape 103"/>
          <p:cNvSpPr/>
          <p:nvPr/>
        </p:nvSpPr>
        <p:spPr>
          <a:xfrm>
            <a:off x="4209440" y="3317900"/>
            <a:ext cx="130759" cy="130759"/>
          </a:xfrm>
          <a:prstGeom prst="ellipse">
            <a:avLst/>
          </a:prstGeom>
          <a:solidFill>
            <a:srgbClr val="D9534F"/>
          </a:solidFill>
          <a:ln w="12700">
            <a:solidFill>
              <a:srgbClr val="8E2A27"/>
            </a:solidFill>
            <a:prstDash val="solid"/>
          </a:ln>
        </p:spPr>
      </p:sp>
      <p:sp>
        <p:nvSpPr>
          <p:cNvPr id="106" name="Shape 104"/>
          <p:cNvSpPr/>
          <p:nvPr/>
        </p:nvSpPr>
        <p:spPr>
          <a:xfrm>
            <a:off x="3957980" y="3569360"/>
            <a:ext cx="130759" cy="130759"/>
          </a:xfrm>
          <a:prstGeom prst="ellipse">
            <a:avLst/>
          </a:prstGeom>
          <a:solidFill>
            <a:srgbClr val="D9534F"/>
          </a:solidFill>
          <a:ln w="12700">
            <a:solidFill>
              <a:srgbClr val="8E2A27"/>
            </a:solidFill>
            <a:prstDash val="solid"/>
          </a:ln>
        </p:spPr>
      </p:sp>
      <p:sp>
        <p:nvSpPr>
          <p:cNvPr id="107" name="Shape 105"/>
          <p:cNvSpPr/>
          <p:nvPr/>
        </p:nvSpPr>
        <p:spPr>
          <a:xfrm>
            <a:off x="4712360" y="3317900"/>
            <a:ext cx="130759" cy="130759"/>
          </a:xfrm>
          <a:prstGeom prst="ellipse">
            <a:avLst/>
          </a:prstGeom>
          <a:solidFill>
            <a:srgbClr val="D9534F"/>
          </a:solidFill>
          <a:ln w="12700">
            <a:solidFill>
              <a:srgbClr val="8E2A27"/>
            </a:solidFill>
            <a:prstDash val="solid"/>
          </a:ln>
        </p:spPr>
      </p:sp>
      <p:sp>
        <p:nvSpPr>
          <p:cNvPr id="108" name="Shape 106"/>
          <p:cNvSpPr/>
          <p:nvPr/>
        </p:nvSpPr>
        <p:spPr>
          <a:xfrm>
            <a:off x="4460900" y="3569360"/>
            <a:ext cx="130759" cy="130759"/>
          </a:xfrm>
          <a:prstGeom prst="ellipse">
            <a:avLst/>
          </a:prstGeom>
          <a:solidFill>
            <a:srgbClr val="D9534F"/>
          </a:solidFill>
          <a:ln w="12700">
            <a:solidFill>
              <a:srgbClr val="8E2A27"/>
            </a:solidFill>
            <a:prstDash val="solid"/>
          </a:ln>
        </p:spPr>
      </p:sp>
      <p:sp>
        <p:nvSpPr>
          <p:cNvPr id="109" name="Shape 107"/>
          <p:cNvSpPr/>
          <p:nvPr/>
        </p:nvSpPr>
        <p:spPr>
          <a:xfrm>
            <a:off x="5215280" y="3317900"/>
            <a:ext cx="130759" cy="130759"/>
          </a:xfrm>
          <a:prstGeom prst="ellipse">
            <a:avLst/>
          </a:prstGeom>
          <a:solidFill>
            <a:srgbClr val="D9534F"/>
          </a:solidFill>
          <a:ln w="12700">
            <a:solidFill>
              <a:srgbClr val="8E2A27"/>
            </a:solidFill>
            <a:prstDash val="solid"/>
          </a:ln>
        </p:spPr>
      </p:sp>
      <p:sp>
        <p:nvSpPr>
          <p:cNvPr id="110" name="Shape 108"/>
          <p:cNvSpPr/>
          <p:nvPr/>
        </p:nvSpPr>
        <p:spPr>
          <a:xfrm>
            <a:off x="4963820" y="3569360"/>
            <a:ext cx="130759" cy="130759"/>
          </a:xfrm>
          <a:prstGeom prst="ellipse">
            <a:avLst/>
          </a:prstGeom>
          <a:solidFill>
            <a:srgbClr val="D9534F"/>
          </a:solidFill>
          <a:ln w="12700">
            <a:solidFill>
              <a:srgbClr val="8E2A27"/>
            </a:solidFill>
            <a:prstDash val="solid"/>
          </a:ln>
        </p:spPr>
      </p:sp>
      <p:sp>
        <p:nvSpPr>
          <p:cNvPr id="111" name="Shape 109"/>
          <p:cNvSpPr/>
          <p:nvPr/>
        </p:nvSpPr>
        <p:spPr>
          <a:xfrm>
            <a:off x="3419856" y="1773936"/>
            <a:ext cx="201168" cy="201168"/>
          </a:xfrm>
          <a:prstGeom prst="ellipse">
            <a:avLst/>
          </a:prstGeom>
          <a:solidFill>
            <a:srgbClr val="E0A458"/>
          </a:solidFill>
          <a:ln w="12700">
            <a:solidFill>
              <a:srgbClr val="9A6420"/>
            </a:solidFill>
            <a:prstDash val="solid"/>
          </a:ln>
        </p:spPr>
      </p:sp>
      <p:sp>
        <p:nvSpPr>
          <p:cNvPr id="112" name="Text 110"/>
          <p:cNvSpPr/>
          <p:nvPr/>
        </p:nvSpPr>
        <p:spPr>
          <a:xfrm>
            <a:off x="341985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3" name="Shape 111"/>
          <p:cNvSpPr/>
          <p:nvPr/>
        </p:nvSpPr>
        <p:spPr>
          <a:xfrm>
            <a:off x="3922776" y="1773936"/>
            <a:ext cx="201168" cy="201168"/>
          </a:xfrm>
          <a:prstGeom prst="ellipse">
            <a:avLst/>
          </a:prstGeom>
          <a:solidFill>
            <a:srgbClr val="E0A458"/>
          </a:solidFill>
          <a:ln w="12700">
            <a:solidFill>
              <a:srgbClr val="9A6420"/>
            </a:solidFill>
            <a:prstDash val="solid"/>
          </a:ln>
        </p:spPr>
      </p:sp>
      <p:sp>
        <p:nvSpPr>
          <p:cNvPr id="114" name="Text 112"/>
          <p:cNvSpPr/>
          <p:nvPr/>
        </p:nvSpPr>
        <p:spPr>
          <a:xfrm>
            <a:off x="392277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5" name="Shape 113"/>
          <p:cNvSpPr/>
          <p:nvPr/>
        </p:nvSpPr>
        <p:spPr>
          <a:xfrm>
            <a:off x="4425696" y="1773936"/>
            <a:ext cx="201168" cy="201168"/>
          </a:xfrm>
          <a:prstGeom prst="ellipse">
            <a:avLst/>
          </a:prstGeom>
          <a:solidFill>
            <a:srgbClr val="E0A458"/>
          </a:solidFill>
          <a:ln w="12700">
            <a:solidFill>
              <a:srgbClr val="9A6420"/>
            </a:solidFill>
            <a:prstDash val="solid"/>
          </a:ln>
        </p:spPr>
      </p:sp>
      <p:sp>
        <p:nvSpPr>
          <p:cNvPr id="116" name="Text 114"/>
          <p:cNvSpPr/>
          <p:nvPr/>
        </p:nvSpPr>
        <p:spPr>
          <a:xfrm>
            <a:off x="442569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7" name="Shape 115"/>
          <p:cNvSpPr/>
          <p:nvPr/>
        </p:nvSpPr>
        <p:spPr>
          <a:xfrm>
            <a:off x="4928616" y="1773936"/>
            <a:ext cx="201168" cy="201168"/>
          </a:xfrm>
          <a:prstGeom prst="ellipse">
            <a:avLst/>
          </a:prstGeom>
          <a:solidFill>
            <a:srgbClr val="E0A458"/>
          </a:solidFill>
          <a:ln w="12700">
            <a:solidFill>
              <a:srgbClr val="9A6420"/>
            </a:solidFill>
            <a:prstDash val="solid"/>
          </a:ln>
        </p:spPr>
      </p:sp>
      <p:sp>
        <p:nvSpPr>
          <p:cNvPr id="118" name="Text 116"/>
          <p:cNvSpPr/>
          <p:nvPr/>
        </p:nvSpPr>
        <p:spPr>
          <a:xfrm>
            <a:off x="492861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9" name="Shape 117"/>
          <p:cNvSpPr/>
          <p:nvPr/>
        </p:nvSpPr>
        <p:spPr>
          <a:xfrm>
            <a:off x="3419856" y="2276856"/>
            <a:ext cx="201168" cy="201168"/>
          </a:xfrm>
          <a:prstGeom prst="ellipse">
            <a:avLst/>
          </a:prstGeom>
          <a:solidFill>
            <a:srgbClr val="E0A458"/>
          </a:solidFill>
          <a:ln w="12700">
            <a:solidFill>
              <a:srgbClr val="9A6420"/>
            </a:solidFill>
            <a:prstDash val="solid"/>
          </a:ln>
        </p:spPr>
      </p:sp>
      <p:sp>
        <p:nvSpPr>
          <p:cNvPr id="120" name="Text 118"/>
          <p:cNvSpPr/>
          <p:nvPr/>
        </p:nvSpPr>
        <p:spPr>
          <a:xfrm>
            <a:off x="341985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1" name="Shape 119"/>
          <p:cNvSpPr/>
          <p:nvPr/>
        </p:nvSpPr>
        <p:spPr>
          <a:xfrm>
            <a:off x="3922776" y="2276856"/>
            <a:ext cx="201168" cy="201168"/>
          </a:xfrm>
          <a:prstGeom prst="ellipse">
            <a:avLst/>
          </a:prstGeom>
          <a:solidFill>
            <a:srgbClr val="E0A458"/>
          </a:solidFill>
          <a:ln w="12700">
            <a:solidFill>
              <a:srgbClr val="9A6420"/>
            </a:solidFill>
            <a:prstDash val="solid"/>
          </a:ln>
        </p:spPr>
      </p:sp>
      <p:sp>
        <p:nvSpPr>
          <p:cNvPr id="122" name="Text 120"/>
          <p:cNvSpPr/>
          <p:nvPr/>
        </p:nvSpPr>
        <p:spPr>
          <a:xfrm>
            <a:off x="392277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3" name="Shape 121"/>
          <p:cNvSpPr/>
          <p:nvPr/>
        </p:nvSpPr>
        <p:spPr>
          <a:xfrm>
            <a:off x="4425696" y="2276856"/>
            <a:ext cx="201168" cy="201168"/>
          </a:xfrm>
          <a:prstGeom prst="ellipse">
            <a:avLst/>
          </a:prstGeom>
          <a:solidFill>
            <a:srgbClr val="E0A458"/>
          </a:solidFill>
          <a:ln w="12700">
            <a:solidFill>
              <a:srgbClr val="9A6420"/>
            </a:solidFill>
            <a:prstDash val="solid"/>
          </a:ln>
        </p:spPr>
      </p:sp>
      <p:sp>
        <p:nvSpPr>
          <p:cNvPr id="124" name="Text 122"/>
          <p:cNvSpPr/>
          <p:nvPr/>
        </p:nvSpPr>
        <p:spPr>
          <a:xfrm>
            <a:off x="442569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5" name="Shape 123"/>
          <p:cNvSpPr/>
          <p:nvPr/>
        </p:nvSpPr>
        <p:spPr>
          <a:xfrm>
            <a:off x="4928616" y="2276856"/>
            <a:ext cx="201168" cy="201168"/>
          </a:xfrm>
          <a:prstGeom prst="ellipse">
            <a:avLst/>
          </a:prstGeom>
          <a:solidFill>
            <a:srgbClr val="E0A458"/>
          </a:solidFill>
          <a:ln w="12700">
            <a:solidFill>
              <a:srgbClr val="9A6420"/>
            </a:solidFill>
            <a:prstDash val="solid"/>
          </a:ln>
        </p:spPr>
      </p:sp>
      <p:sp>
        <p:nvSpPr>
          <p:cNvPr id="126" name="Text 124"/>
          <p:cNvSpPr/>
          <p:nvPr/>
        </p:nvSpPr>
        <p:spPr>
          <a:xfrm>
            <a:off x="492861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7" name="Shape 125"/>
          <p:cNvSpPr/>
          <p:nvPr/>
        </p:nvSpPr>
        <p:spPr>
          <a:xfrm>
            <a:off x="3419856" y="2779776"/>
            <a:ext cx="201168" cy="201168"/>
          </a:xfrm>
          <a:prstGeom prst="ellipse">
            <a:avLst/>
          </a:prstGeom>
          <a:solidFill>
            <a:srgbClr val="E0A458"/>
          </a:solidFill>
          <a:ln w="12700">
            <a:solidFill>
              <a:srgbClr val="9A6420"/>
            </a:solidFill>
            <a:prstDash val="solid"/>
          </a:ln>
        </p:spPr>
      </p:sp>
      <p:sp>
        <p:nvSpPr>
          <p:cNvPr id="128" name="Text 126"/>
          <p:cNvSpPr/>
          <p:nvPr/>
        </p:nvSpPr>
        <p:spPr>
          <a:xfrm>
            <a:off x="341985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9" name="Shape 127"/>
          <p:cNvSpPr/>
          <p:nvPr/>
        </p:nvSpPr>
        <p:spPr>
          <a:xfrm>
            <a:off x="3922776" y="2779776"/>
            <a:ext cx="201168" cy="201168"/>
          </a:xfrm>
          <a:prstGeom prst="ellipse">
            <a:avLst/>
          </a:prstGeom>
          <a:solidFill>
            <a:srgbClr val="E0A458"/>
          </a:solidFill>
          <a:ln w="12700">
            <a:solidFill>
              <a:srgbClr val="9A6420"/>
            </a:solidFill>
            <a:prstDash val="solid"/>
          </a:ln>
        </p:spPr>
      </p:sp>
      <p:sp>
        <p:nvSpPr>
          <p:cNvPr id="130" name="Text 128"/>
          <p:cNvSpPr/>
          <p:nvPr/>
        </p:nvSpPr>
        <p:spPr>
          <a:xfrm>
            <a:off x="392277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1" name="Shape 129"/>
          <p:cNvSpPr/>
          <p:nvPr/>
        </p:nvSpPr>
        <p:spPr>
          <a:xfrm>
            <a:off x="4425696" y="2779776"/>
            <a:ext cx="201168" cy="201168"/>
          </a:xfrm>
          <a:prstGeom prst="ellipse">
            <a:avLst/>
          </a:prstGeom>
          <a:solidFill>
            <a:srgbClr val="E0A458"/>
          </a:solidFill>
          <a:ln w="12700">
            <a:solidFill>
              <a:srgbClr val="9A6420"/>
            </a:solidFill>
            <a:prstDash val="solid"/>
          </a:ln>
        </p:spPr>
      </p:sp>
      <p:sp>
        <p:nvSpPr>
          <p:cNvPr id="132" name="Text 130"/>
          <p:cNvSpPr/>
          <p:nvPr/>
        </p:nvSpPr>
        <p:spPr>
          <a:xfrm>
            <a:off x="442569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3" name="Shape 131"/>
          <p:cNvSpPr/>
          <p:nvPr/>
        </p:nvSpPr>
        <p:spPr>
          <a:xfrm>
            <a:off x="4928616" y="2779776"/>
            <a:ext cx="201168" cy="201168"/>
          </a:xfrm>
          <a:prstGeom prst="ellipse">
            <a:avLst/>
          </a:prstGeom>
          <a:solidFill>
            <a:srgbClr val="E0A458"/>
          </a:solidFill>
          <a:ln w="12700">
            <a:solidFill>
              <a:srgbClr val="9A6420"/>
            </a:solidFill>
            <a:prstDash val="solid"/>
          </a:ln>
        </p:spPr>
      </p:sp>
      <p:sp>
        <p:nvSpPr>
          <p:cNvPr id="134" name="Text 132"/>
          <p:cNvSpPr/>
          <p:nvPr/>
        </p:nvSpPr>
        <p:spPr>
          <a:xfrm>
            <a:off x="492861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5" name="Shape 133"/>
          <p:cNvSpPr/>
          <p:nvPr/>
        </p:nvSpPr>
        <p:spPr>
          <a:xfrm>
            <a:off x="3419856" y="3282696"/>
            <a:ext cx="201168" cy="201168"/>
          </a:xfrm>
          <a:prstGeom prst="ellipse">
            <a:avLst/>
          </a:prstGeom>
          <a:solidFill>
            <a:srgbClr val="E0A458"/>
          </a:solidFill>
          <a:ln w="12700">
            <a:solidFill>
              <a:srgbClr val="9A6420"/>
            </a:solidFill>
            <a:prstDash val="solid"/>
          </a:ln>
        </p:spPr>
      </p:sp>
      <p:sp>
        <p:nvSpPr>
          <p:cNvPr id="136" name="Text 134"/>
          <p:cNvSpPr/>
          <p:nvPr/>
        </p:nvSpPr>
        <p:spPr>
          <a:xfrm>
            <a:off x="341985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7" name="Shape 135"/>
          <p:cNvSpPr/>
          <p:nvPr/>
        </p:nvSpPr>
        <p:spPr>
          <a:xfrm>
            <a:off x="3922776" y="3282696"/>
            <a:ext cx="201168" cy="201168"/>
          </a:xfrm>
          <a:prstGeom prst="ellipse">
            <a:avLst/>
          </a:prstGeom>
          <a:solidFill>
            <a:srgbClr val="E0A458"/>
          </a:solidFill>
          <a:ln w="12700">
            <a:solidFill>
              <a:srgbClr val="9A6420"/>
            </a:solidFill>
            <a:prstDash val="solid"/>
          </a:ln>
        </p:spPr>
      </p:sp>
      <p:sp>
        <p:nvSpPr>
          <p:cNvPr id="138" name="Text 136"/>
          <p:cNvSpPr/>
          <p:nvPr/>
        </p:nvSpPr>
        <p:spPr>
          <a:xfrm>
            <a:off x="392277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9" name="Shape 137"/>
          <p:cNvSpPr/>
          <p:nvPr/>
        </p:nvSpPr>
        <p:spPr>
          <a:xfrm>
            <a:off x="4425696" y="3282696"/>
            <a:ext cx="201168" cy="201168"/>
          </a:xfrm>
          <a:prstGeom prst="ellipse">
            <a:avLst/>
          </a:prstGeom>
          <a:solidFill>
            <a:srgbClr val="E0A458"/>
          </a:solidFill>
          <a:ln w="12700">
            <a:solidFill>
              <a:srgbClr val="9A6420"/>
            </a:solidFill>
            <a:prstDash val="solid"/>
          </a:ln>
        </p:spPr>
      </p:sp>
      <p:sp>
        <p:nvSpPr>
          <p:cNvPr id="140" name="Text 138"/>
          <p:cNvSpPr/>
          <p:nvPr/>
        </p:nvSpPr>
        <p:spPr>
          <a:xfrm>
            <a:off x="442569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1" name="Shape 139"/>
          <p:cNvSpPr/>
          <p:nvPr/>
        </p:nvSpPr>
        <p:spPr>
          <a:xfrm>
            <a:off x="4928616" y="3282696"/>
            <a:ext cx="201168" cy="201168"/>
          </a:xfrm>
          <a:prstGeom prst="ellipse">
            <a:avLst/>
          </a:prstGeom>
          <a:solidFill>
            <a:srgbClr val="E0A458"/>
          </a:solidFill>
          <a:ln w="12700">
            <a:solidFill>
              <a:srgbClr val="9A6420"/>
            </a:solidFill>
            <a:prstDash val="solid"/>
          </a:ln>
        </p:spPr>
      </p:sp>
      <p:sp>
        <p:nvSpPr>
          <p:cNvPr id="142" name="Text 140"/>
          <p:cNvSpPr/>
          <p:nvPr/>
        </p:nvSpPr>
        <p:spPr>
          <a:xfrm>
            <a:off x="492861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3" name="Text 141"/>
          <p:cNvSpPr/>
          <p:nvPr/>
        </p:nvSpPr>
        <p:spPr>
          <a:xfrm>
            <a:off x="3200400" y="1280160"/>
            <a:ext cx="2697480" cy="256032"/>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Silicon dioxide</a:t>
            </a:r>
            <a:r>
              <a:rPr lang="en-US" sz="1150" dirty="0">
                <a:solidFill>
                  <a:srgbClr val="262B3A"/>
                </a:solidFill>
                <a:latin typeface="Calibri" pitchFamily="34" charset="0"/>
                <a:ea typeface="Calibri" pitchFamily="34" charset="-122"/>
                <a:cs typeface="Calibri" pitchFamily="34" charset="-120"/>
              </a:rPr>
              <a:t> (sand, quartz)</a:t>
            </a:r>
            <a:endParaRPr lang="en-US" sz="1150" dirty="0"/>
          </a:p>
        </p:txBody>
      </p:sp>
      <p:sp>
        <p:nvSpPr>
          <p:cNvPr id="144" name="Text 142"/>
          <p:cNvSpPr/>
          <p:nvPr/>
        </p:nvSpPr>
        <p:spPr>
          <a:xfrm>
            <a:off x="3200400" y="3977640"/>
            <a:ext cx="269748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each Si: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O; each O: </a:t>
            </a:r>
            <a:r>
              <a:rPr lang="en-US" sz="1000" b="1" dirty="0">
                <a:solidFill>
                  <a:srgbClr val="262B3A"/>
                </a:solidFill>
                <a:latin typeface="Calibri" pitchFamily="34" charset="0"/>
                <a:ea typeface="Calibri" pitchFamily="34" charset="-122"/>
                <a:cs typeface="Calibri" pitchFamily="34" charset="-120"/>
              </a:rPr>
              <a:t>2</a:t>
            </a:r>
            <a:r>
              <a:rPr lang="en-US" sz="1000" dirty="0">
                <a:solidFill>
                  <a:srgbClr val="262B3A"/>
                </a:solidFill>
                <a:latin typeface="Calibri" pitchFamily="34" charset="0"/>
                <a:ea typeface="Calibri" pitchFamily="34" charset="-122"/>
                <a:cs typeface="Calibri" pitchFamily="34" charset="-120"/>
              </a:rPr>
              <a:t> Si</a:t>
            </a:r>
            <a:endParaRPr lang="en-US" sz="1000" dirty="0"/>
          </a:p>
        </p:txBody>
      </p:sp>
      <p:sp>
        <p:nvSpPr>
          <p:cNvPr id="145" name="Text 143"/>
          <p:cNvSpPr/>
          <p:nvPr/>
        </p:nvSpPr>
        <p:spPr>
          <a:xfrm>
            <a:off x="594360" y="4526280"/>
            <a:ext cx="521208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No separate molecules: the whole crystal is </a:t>
            </a:r>
            <a:r>
              <a:rPr lang="en-US" sz="1050" b="1" dirty="0">
                <a:solidFill>
                  <a:srgbClr val="262B3A"/>
                </a:solidFill>
                <a:latin typeface="Calibri" pitchFamily="34" charset="0"/>
                <a:ea typeface="Calibri" pitchFamily="34" charset="-122"/>
                <a:cs typeface="Calibri" pitchFamily="34" charset="-120"/>
              </a:rPr>
              <a:t>one giant structure</a:t>
            </a:r>
            <a:r>
              <a:rPr lang="en-US" sz="1050" dirty="0">
                <a:solidFill>
                  <a:srgbClr val="262B3A"/>
                </a:solidFill>
                <a:latin typeface="Calibri" pitchFamily="34" charset="0"/>
                <a:ea typeface="Calibri" pitchFamily="34" charset="-122"/>
                <a:cs typeface="Calibri" pitchFamily="34" charset="-120"/>
              </a:rPr>
              <a:t>.</a:t>
            </a:r>
            <a:endParaRPr lang="en-US" sz="1050" dirty="0"/>
          </a:p>
        </p:txBody>
      </p:sp>
      <p:sp>
        <p:nvSpPr>
          <p:cNvPr id="146" name="Text 144"/>
          <p:cNvSpPr/>
          <p:nvPr/>
        </p:nvSpPr>
        <p:spPr>
          <a:xfrm>
            <a:off x="594360" y="4818888"/>
            <a:ext cx="521208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Si(s) + O₂(g) → SiO₂(s)</a:t>
            </a:r>
            <a:endParaRPr lang="en-US" sz="1050" dirty="0"/>
          </a:p>
        </p:txBody>
      </p:sp>
      <p:sp>
        <p:nvSpPr>
          <p:cNvPr id="147" name="Shape 145"/>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48" name="Text 146"/>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Properties of giant covalent structures</a:t>
            </a:r>
            <a:endParaRPr lang="en-US" sz="1300" dirty="0"/>
          </a:p>
        </p:txBody>
      </p:sp>
      <p:sp>
        <p:nvSpPr>
          <p:cNvPr id="149" name="Text 147"/>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Very high melting points</a:t>
            </a:r>
            <a:r>
              <a:rPr lang="en-US" sz="1200" dirty="0">
                <a:solidFill>
                  <a:srgbClr val="262B3A"/>
                </a:solidFill>
                <a:latin typeface="Calibri" pitchFamily="34" charset="0"/>
                <a:ea typeface="Calibri" pitchFamily="34" charset="-122"/>
                <a:cs typeface="Calibri" pitchFamily="34" charset="-120"/>
              </a:rPr>
              <a:t>: melting means breaking </a:t>
            </a:r>
            <a:r>
              <a:rPr lang="en-US" sz="1200" b="1" dirty="0">
                <a:solidFill>
                  <a:srgbClr val="262B3A"/>
                </a:solidFill>
                <a:latin typeface="Calibri" pitchFamily="34" charset="0"/>
                <a:ea typeface="Calibri" pitchFamily="34" charset="-122"/>
                <a:cs typeface="Calibri" pitchFamily="34" charset="-120"/>
              </a:rPr>
              <a:t>millions of strong covalent bonds</a:t>
            </a:r>
            <a:r>
              <a:rPr lang="en-US" sz="1200" dirty="0">
                <a:solidFill>
                  <a:srgbClr val="262B3A"/>
                </a:solidFill>
                <a:latin typeface="Calibri" pitchFamily="34" charset="0"/>
                <a:ea typeface="Calibri" pitchFamily="34" charset="-122"/>
                <a:cs typeface="Calibri" pitchFamily="34" charset="-120"/>
              </a:rPr>
              <a:t>; there are no weak forces to overcome.</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Hard</a:t>
            </a:r>
            <a:r>
              <a:rPr lang="en-US" sz="1200" dirty="0">
                <a:solidFill>
                  <a:srgbClr val="262B3A"/>
                </a:solidFill>
                <a:latin typeface="Calibri" pitchFamily="34" charset="0"/>
                <a:ea typeface="Calibri" pitchFamily="34" charset="-122"/>
                <a:cs typeface="Calibri" pitchFamily="34" charset="-120"/>
              </a:rPr>
              <a:t> and rigid: each atom is held in place in all directions. Diamond is the hardest natural substance → cutting and drilling tools.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Do not conduct</a:t>
            </a:r>
            <a:r>
              <a:rPr lang="en-US" sz="1200" dirty="0">
                <a:solidFill>
                  <a:srgbClr val="262B3A"/>
                </a:solidFill>
                <a:latin typeface="Calibri" pitchFamily="34" charset="0"/>
                <a:ea typeface="Calibri" pitchFamily="34" charset="-122"/>
                <a:cs typeface="Calibri" pitchFamily="34" charset="-120"/>
              </a:rPr>
              <a:t> electricity: every outer electron is used in a bond; there are no ions and no free electrons.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Insoluble</a:t>
            </a:r>
            <a:r>
              <a:rPr lang="en-US" sz="1200" dirty="0">
                <a:solidFill>
                  <a:srgbClr val="262B3A"/>
                </a:solidFill>
                <a:latin typeface="Calibri" pitchFamily="34" charset="0"/>
                <a:ea typeface="Calibri" pitchFamily="34" charset="-122"/>
                <a:cs typeface="Calibri" pitchFamily="34" charset="-120"/>
              </a:rPr>
              <a:t> in water.</a:t>
            </a:r>
            <a:endParaRPr lang="en-US" sz="1200" dirty="0"/>
          </a:p>
        </p:txBody>
      </p:sp>
      <p:sp>
        <p:nvSpPr>
          <p:cNvPr id="150" name="Shape 148"/>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51" name="Text 149"/>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formula from the structure</a:t>
            </a:r>
            <a:endParaRPr lang="en-US" sz="1300" dirty="0"/>
          </a:p>
        </p:txBody>
      </p:sp>
      <p:sp>
        <p:nvSpPr>
          <p:cNvPr id="152" name="Text 150"/>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silicon dioxide model.</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Bonds   </a:t>
            </a:r>
            <a:r>
              <a:rPr lang="en-US" sz="1050" dirty="0">
                <a:solidFill>
                  <a:srgbClr val="262B3A"/>
                </a:solidFill>
                <a:latin typeface="Calibri" pitchFamily="34" charset="0"/>
                <a:ea typeface="Calibri" pitchFamily="34" charset="-122"/>
                <a:cs typeface="Calibri" pitchFamily="34" charset="-120"/>
              </a:rPr>
              <a:t>each Si bonds to 4 O; each O is shared by 2 Si</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Count   </a:t>
            </a:r>
            <a:r>
              <a:rPr lang="en-US" sz="1050" dirty="0">
                <a:solidFill>
                  <a:srgbClr val="262B3A"/>
                </a:solidFill>
                <a:latin typeface="Calibri" pitchFamily="34" charset="0"/>
                <a:ea typeface="Calibri" pitchFamily="34" charset="-122"/>
                <a:cs typeface="Calibri" pitchFamily="34" charset="-120"/>
              </a:rPr>
              <a:t>O per Si = 4 ÷ 2 = 2</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Si : O = 1 : 2, so the formula is </a:t>
            </a:r>
            <a:r>
              <a:rPr lang="en-US" sz="1050" b="1" dirty="0">
                <a:solidFill>
                  <a:srgbClr val="C8414C"/>
                </a:solidFill>
                <a:latin typeface="Calibri" pitchFamily="34" charset="0"/>
                <a:ea typeface="Calibri" pitchFamily="34" charset="-122"/>
                <a:cs typeface="Calibri" pitchFamily="34" charset="-120"/>
              </a:rPr>
              <a:t>SiO₂</a:t>
            </a:r>
            <a:endParaRPr lang="en-US" sz="1050" dirty="0"/>
          </a:p>
        </p:txBody>
      </p:sp>
      <p:sp>
        <p:nvSpPr>
          <p:cNvPr id="153" name="Shape 151"/>
          <p:cNvSpPr/>
          <p:nvPr/>
        </p:nvSpPr>
        <p:spPr>
          <a:xfrm>
            <a:off x="411480" y="5833872"/>
            <a:ext cx="11368735" cy="530352"/>
          </a:xfrm>
          <a:prstGeom prst="rect">
            <a:avLst/>
          </a:prstGeom>
          <a:solidFill>
            <a:srgbClr val="FFF4E0"/>
          </a:solidFill>
          <a:ln w="6350">
            <a:solidFill>
              <a:srgbClr val="F1D9A8"/>
            </a:solidFill>
            <a:prstDash val="solid"/>
          </a:ln>
        </p:spPr>
      </p:sp>
      <p:sp>
        <p:nvSpPr>
          <p:cNvPr id="154" name="Shape 152"/>
          <p:cNvSpPr/>
          <p:nvPr/>
        </p:nvSpPr>
        <p:spPr>
          <a:xfrm>
            <a:off x="411480" y="5833872"/>
            <a:ext cx="82296" cy="530352"/>
          </a:xfrm>
          <a:prstGeom prst="rect">
            <a:avLst/>
          </a:prstGeom>
          <a:solidFill>
            <a:srgbClr val="E39A2F"/>
          </a:solidFill>
          <a:ln w="12700">
            <a:solidFill>
              <a:srgbClr val="E39A2F"/>
            </a:solidFill>
            <a:prstDash val="solid"/>
          </a:ln>
        </p:spPr>
      </p:sp>
      <p:sp>
        <p:nvSpPr>
          <p:cNvPr id="155" name="Text 15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diamond is used on </a:t>
            </a:r>
            <a:r>
              <a:rPr lang="en-US" sz="1150" b="1" dirty="0">
                <a:solidFill>
                  <a:srgbClr val="262B3A"/>
                </a:solidFill>
                <a:latin typeface="Calibri" pitchFamily="34" charset="0"/>
                <a:ea typeface="Calibri" pitchFamily="34" charset="-122"/>
                <a:cs typeface="Calibri" pitchFamily="34" charset="-120"/>
              </a:rPr>
              <a:t>drill tips</a:t>
            </a:r>
            <a:r>
              <a:rPr lang="en-US" sz="1150" dirty="0">
                <a:solidFill>
                  <a:srgbClr val="262B3A"/>
                </a:solidFill>
                <a:latin typeface="Calibri" pitchFamily="34" charset="0"/>
                <a:ea typeface="Calibri" pitchFamily="34" charset="-122"/>
                <a:cs typeface="Calibri" pitchFamily="34" charset="-120"/>
              </a:rPr>
              <a:t>. STRETCH: each C–C bond needs </a:t>
            </a:r>
            <a:r>
              <a:rPr lang="en-US" sz="1150" b="1" dirty="0">
                <a:solidFill>
                  <a:srgbClr val="262B3A"/>
                </a:solidFill>
                <a:latin typeface="Calibri" pitchFamily="34" charset="0"/>
                <a:ea typeface="Calibri" pitchFamily="34" charset="-122"/>
                <a:cs typeface="Calibri" pitchFamily="34" charset="-120"/>
              </a:rPr>
              <a:t>347 kJ/mol</a:t>
            </a:r>
            <a:r>
              <a:rPr lang="en-US" sz="1150" dirty="0">
                <a:solidFill>
                  <a:srgbClr val="262B3A"/>
                </a:solidFill>
                <a:latin typeface="Calibri" pitchFamily="34" charset="0"/>
                <a:ea typeface="Calibri" pitchFamily="34" charset="-122"/>
                <a:cs typeface="Calibri" pitchFamily="34" charset="-120"/>
              </a:rPr>
              <a:t>. Each C shares 4 bonds. Estimate the energy to break 1 mol of diamond.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Graphite: layers and free electrons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C4.2.4 • explaining the properties of diamond and graphite</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C4.2.4  |  13</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three layers of graphite seen at an angle; not to scale</a:t>
            </a:r>
            <a:endParaRPr lang="en-US" sz="1000" dirty="0"/>
          </a:p>
        </p:txBody>
      </p:sp>
      <p:sp>
        <p:nvSpPr>
          <p:cNvPr id="10" name="Shape 8"/>
          <p:cNvSpPr/>
          <p:nvPr/>
        </p:nvSpPr>
        <p:spPr>
          <a:xfrm>
            <a:off x="777240" y="1984248"/>
            <a:ext cx="91" cy="128016"/>
          </a:xfrm>
          <a:prstGeom prst="line">
            <a:avLst/>
          </a:prstGeom>
          <a:noFill/>
          <a:ln w="19050">
            <a:solidFill>
              <a:srgbClr val="4A4A55"/>
            </a:solidFill>
            <a:prstDash val="solid"/>
          </a:ln>
        </p:spPr>
      </p:sp>
      <p:sp>
        <p:nvSpPr>
          <p:cNvPr id="11" name="Shape 9"/>
          <p:cNvSpPr/>
          <p:nvPr/>
        </p:nvSpPr>
        <p:spPr>
          <a:xfrm flipV="1">
            <a:off x="777240" y="1920240"/>
            <a:ext cx="221730" cy="64008"/>
          </a:xfrm>
          <a:prstGeom prst="line">
            <a:avLst/>
          </a:prstGeom>
          <a:noFill/>
          <a:ln w="19050">
            <a:solidFill>
              <a:srgbClr val="4A4A55"/>
            </a:solidFill>
            <a:prstDash val="solid"/>
          </a:ln>
        </p:spPr>
      </p:sp>
      <p:sp>
        <p:nvSpPr>
          <p:cNvPr id="12" name="Shape 10"/>
          <p:cNvSpPr/>
          <p:nvPr/>
        </p:nvSpPr>
        <p:spPr>
          <a:xfrm>
            <a:off x="777240" y="2112264"/>
            <a:ext cx="221730" cy="64008"/>
          </a:xfrm>
          <a:prstGeom prst="line">
            <a:avLst/>
          </a:prstGeom>
          <a:noFill/>
          <a:ln w="19050">
            <a:solidFill>
              <a:srgbClr val="4A4A55"/>
            </a:solidFill>
            <a:prstDash val="solid"/>
          </a:ln>
        </p:spPr>
      </p:sp>
      <p:sp>
        <p:nvSpPr>
          <p:cNvPr id="13" name="Shape 11"/>
          <p:cNvSpPr/>
          <p:nvPr/>
        </p:nvSpPr>
        <p:spPr>
          <a:xfrm flipV="1">
            <a:off x="998970" y="2112264"/>
            <a:ext cx="221730" cy="64008"/>
          </a:xfrm>
          <a:prstGeom prst="line">
            <a:avLst/>
          </a:prstGeom>
          <a:noFill/>
          <a:ln w="19050">
            <a:solidFill>
              <a:srgbClr val="4A4A55"/>
            </a:solidFill>
            <a:prstDash val="solid"/>
          </a:ln>
        </p:spPr>
      </p:sp>
      <p:sp>
        <p:nvSpPr>
          <p:cNvPr id="14" name="Shape 12"/>
          <p:cNvSpPr/>
          <p:nvPr/>
        </p:nvSpPr>
        <p:spPr>
          <a:xfrm>
            <a:off x="777240" y="1600200"/>
            <a:ext cx="91" cy="128016"/>
          </a:xfrm>
          <a:prstGeom prst="line">
            <a:avLst/>
          </a:prstGeom>
          <a:noFill/>
          <a:ln w="19050">
            <a:solidFill>
              <a:srgbClr val="4A4A55"/>
            </a:solidFill>
            <a:prstDash val="solid"/>
          </a:ln>
        </p:spPr>
      </p:sp>
      <p:sp>
        <p:nvSpPr>
          <p:cNvPr id="15" name="Shape 13"/>
          <p:cNvSpPr/>
          <p:nvPr/>
        </p:nvSpPr>
        <p:spPr>
          <a:xfrm>
            <a:off x="777240" y="1728216"/>
            <a:ext cx="221730" cy="64008"/>
          </a:xfrm>
          <a:prstGeom prst="line">
            <a:avLst/>
          </a:prstGeom>
          <a:noFill/>
          <a:ln w="19050">
            <a:solidFill>
              <a:srgbClr val="4A4A55"/>
            </a:solidFill>
            <a:prstDash val="solid"/>
          </a:ln>
        </p:spPr>
      </p:sp>
      <p:sp>
        <p:nvSpPr>
          <p:cNvPr id="16" name="Shape 14"/>
          <p:cNvSpPr/>
          <p:nvPr/>
        </p:nvSpPr>
        <p:spPr>
          <a:xfrm>
            <a:off x="998970" y="1792224"/>
            <a:ext cx="91" cy="128016"/>
          </a:xfrm>
          <a:prstGeom prst="line">
            <a:avLst/>
          </a:prstGeom>
          <a:noFill/>
          <a:ln w="19050">
            <a:solidFill>
              <a:srgbClr val="4A4A55"/>
            </a:solidFill>
            <a:prstDash val="solid"/>
          </a:ln>
        </p:spPr>
      </p:sp>
      <p:sp>
        <p:nvSpPr>
          <p:cNvPr id="17" name="Shape 15"/>
          <p:cNvSpPr/>
          <p:nvPr/>
        </p:nvSpPr>
        <p:spPr>
          <a:xfrm flipV="1">
            <a:off x="998970" y="1728216"/>
            <a:ext cx="221730" cy="64008"/>
          </a:xfrm>
          <a:prstGeom prst="line">
            <a:avLst/>
          </a:prstGeom>
          <a:noFill/>
          <a:ln w="19050">
            <a:solidFill>
              <a:srgbClr val="4A4A55"/>
            </a:solidFill>
            <a:prstDash val="solid"/>
          </a:ln>
        </p:spPr>
      </p:sp>
      <p:sp>
        <p:nvSpPr>
          <p:cNvPr id="18" name="Shape 16"/>
          <p:cNvSpPr/>
          <p:nvPr/>
        </p:nvSpPr>
        <p:spPr>
          <a:xfrm>
            <a:off x="998970" y="1920240"/>
            <a:ext cx="221730" cy="64008"/>
          </a:xfrm>
          <a:prstGeom prst="line">
            <a:avLst/>
          </a:prstGeom>
          <a:noFill/>
          <a:ln w="19050">
            <a:solidFill>
              <a:srgbClr val="4A4A55"/>
            </a:solidFill>
            <a:prstDash val="solid"/>
          </a:ln>
        </p:spPr>
      </p:sp>
      <p:sp>
        <p:nvSpPr>
          <p:cNvPr id="19" name="Shape 17"/>
          <p:cNvSpPr/>
          <p:nvPr/>
        </p:nvSpPr>
        <p:spPr>
          <a:xfrm>
            <a:off x="1220700" y="1984248"/>
            <a:ext cx="91" cy="128016"/>
          </a:xfrm>
          <a:prstGeom prst="line">
            <a:avLst/>
          </a:prstGeom>
          <a:noFill/>
          <a:ln w="19050">
            <a:solidFill>
              <a:srgbClr val="4A4A55"/>
            </a:solidFill>
            <a:prstDash val="solid"/>
          </a:ln>
        </p:spPr>
      </p:sp>
      <p:sp>
        <p:nvSpPr>
          <p:cNvPr id="20" name="Shape 18"/>
          <p:cNvSpPr/>
          <p:nvPr/>
        </p:nvSpPr>
        <p:spPr>
          <a:xfrm flipV="1">
            <a:off x="1220700" y="1920240"/>
            <a:ext cx="221730" cy="64008"/>
          </a:xfrm>
          <a:prstGeom prst="line">
            <a:avLst/>
          </a:prstGeom>
          <a:noFill/>
          <a:ln w="19050">
            <a:solidFill>
              <a:srgbClr val="4A4A55"/>
            </a:solidFill>
            <a:prstDash val="solid"/>
          </a:ln>
        </p:spPr>
      </p:sp>
      <p:sp>
        <p:nvSpPr>
          <p:cNvPr id="21" name="Shape 19"/>
          <p:cNvSpPr/>
          <p:nvPr/>
        </p:nvSpPr>
        <p:spPr>
          <a:xfrm>
            <a:off x="1220700" y="2112264"/>
            <a:ext cx="221730" cy="64008"/>
          </a:xfrm>
          <a:prstGeom prst="line">
            <a:avLst/>
          </a:prstGeom>
          <a:noFill/>
          <a:ln w="19050">
            <a:solidFill>
              <a:srgbClr val="4A4A55"/>
            </a:solidFill>
            <a:prstDash val="solid"/>
          </a:ln>
        </p:spPr>
      </p:sp>
      <p:sp>
        <p:nvSpPr>
          <p:cNvPr id="22" name="Shape 20"/>
          <p:cNvSpPr/>
          <p:nvPr/>
        </p:nvSpPr>
        <p:spPr>
          <a:xfrm flipV="1">
            <a:off x="1442431" y="2112264"/>
            <a:ext cx="221730" cy="64008"/>
          </a:xfrm>
          <a:prstGeom prst="line">
            <a:avLst/>
          </a:prstGeom>
          <a:noFill/>
          <a:ln w="19050">
            <a:solidFill>
              <a:srgbClr val="4A4A55"/>
            </a:solidFill>
            <a:prstDash val="solid"/>
          </a:ln>
        </p:spPr>
      </p:sp>
      <p:sp>
        <p:nvSpPr>
          <p:cNvPr id="23" name="Shape 21"/>
          <p:cNvSpPr/>
          <p:nvPr/>
        </p:nvSpPr>
        <p:spPr>
          <a:xfrm>
            <a:off x="1220700" y="1600200"/>
            <a:ext cx="91" cy="128016"/>
          </a:xfrm>
          <a:prstGeom prst="line">
            <a:avLst/>
          </a:prstGeom>
          <a:noFill/>
          <a:ln w="19050">
            <a:solidFill>
              <a:srgbClr val="4A4A55"/>
            </a:solidFill>
            <a:prstDash val="solid"/>
          </a:ln>
        </p:spPr>
      </p:sp>
      <p:sp>
        <p:nvSpPr>
          <p:cNvPr id="24" name="Shape 22"/>
          <p:cNvSpPr/>
          <p:nvPr/>
        </p:nvSpPr>
        <p:spPr>
          <a:xfrm>
            <a:off x="1220700" y="1728216"/>
            <a:ext cx="221730" cy="64008"/>
          </a:xfrm>
          <a:prstGeom prst="line">
            <a:avLst/>
          </a:prstGeom>
          <a:noFill/>
          <a:ln w="19050">
            <a:solidFill>
              <a:srgbClr val="4A4A55"/>
            </a:solidFill>
            <a:prstDash val="solid"/>
          </a:ln>
        </p:spPr>
      </p:sp>
      <p:sp>
        <p:nvSpPr>
          <p:cNvPr id="25" name="Shape 23"/>
          <p:cNvSpPr/>
          <p:nvPr/>
        </p:nvSpPr>
        <p:spPr>
          <a:xfrm>
            <a:off x="1442431" y="1792224"/>
            <a:ext cx="91" cy="128016"/>
          </a:xfrm>
          <a:prstGeom prst="line">
            <a:avLst/>
          </a:prstGeom>
          <a:noFill/>
          <a:ln w="19050">
            <a:solidFill>
              <a:srgbClr val="4A4A55"/>
            </a:solidFill>
            <a:prstDash val="solid"/>
          </a:ln>
        </p:spPr>
      </p:sp>
      <p:sp>
        <p:nvSpPr>
          <p:cNvPr id="26" name="Shape 24"/>
          <p:cNvSpPr/>
          <p:nvPr/>
        </p:nvSpPr>
        <p:spPr>
          <a:xfrm flipV="1">
            <a:off x="1442431" y="1728216"/>
            <a:ext cx="221730" cy="64008"/>
          </a:xfrm>
          <a:prstGeom prst="line">
            <a:avLst/>
          </a:prstGeom>
          <a:noFill/>
          <a:ln w="19050">
            <a:solidFill>
              <a:srgbClr val="4A4A55"/>
            </a:solidFill>
            <a:prstDash val="solid"/>
          </a:ln>
        </p:spPr>
      </p:sp>
      <p:sp>
        <p:nvSpPr>
          <p:cNvPr id="27" name="Shape 25"/>
          <p:cNvSpPr/>
          <p:nvPr/>
        </p:nvSpPr>
        <p:spPr>
          <a:xfrm>
            <a:off x="1442431" y="1920240"/>
            <a:ext cx="221730" cy="64008"/>
          </a:xfrm>
          <a:prstGeom prst="line">
            <a:avLst/>
          </a:prstGeom>
          <a:noFill/>
          <a:ln w="19050">
            <a:solidFill>
              <a:srgbClr val="4A4A55"/>
            </a:solidFill>
            <a:prstDash val="solid"/>
          </a:ln>
        </p:spPr>
      </p:sp>
      <p:sp>
        <p:nvSpPr>
          <p:cNvPr id="28" name="Shape 26"/>
          <p:cNvSpPr/>
          <p:nvPr/>
        </p:nvSpPr>
        <p:spPr>
          <a:xfrm>
            <a:off x="1664161" y="1984248"/>
            <a:ext cx="91" cy="128016"/>
          </a:xfrm>
          <a:prstGeom prst="line">
            <a:avLst/>
          </a:prstGeom>
          <a:noFill/>
          <a:ln w="19050">
            <a:solidFill>
              <a:srgbClr val="4A4A55"/>
            </a:solidFill>
            <a:prstDash val="solid"/>
          </a:ln>
        </p:spPr>
      </p:sp>
      <p:sp>
        <p:nvSpPr>
          <p:cNvPr id="29" name="Shape 27"/>
          <p:cNvSpPr/>
          <p:nvPr/>
        </p:nvSpPr>
        <p:spPr>
          <a:xfrm flipV="1">
            <a:off x="1664161" y="1920240"/>
            <a:ext cx="221730" cy="64008"/>
          </a:xfrm>
          <a:prstGeom prst="line">
            <a:avLst/>
          </a:prstGeom>
          <a:noFill/>
          <a:ln w="19050">
            <a:solidFill>
              <a:srgbClr val="4A4A55"/>
            </a:solidFill>
            <a:prstDash val="solid"/>
          </a:ln>
        </p:spPr>
      </p:sp>
      <p:sp>
        <p:nvSpPr>
          <p:cNvPr id="30" name="Shape 28"/>
          <p:cNvSpPr/>
          <p:nvPr/>
        </p:nvSpPr>
        <p:spPr>
          <a:xfrm>
            <a:off x="1664161" y="2112264"/>
            <a:ext cx="221730" cy="64008"/>
          </a:xfrm>
          <a:prstGeom prst="line">
            <a:avLst/>
          </a:prstGeom>
          <a:noFill/>
          <a:ln w="19050">
            <a:solidFill>
              <a:srgbClr val="4A4A55"/>
            </a:solidFill>
            <a:prstDash val="solid"/>
          </a:ln>
        </p:spPr>
      </p:sp>
      <p:sp>
        <p:nvSpPr>
          <p:cNvPr id="31" name="Shape 29"/>
          <p:cNvSpPr/>
          <p:nvPr/>
        </p:nvSpPr>
        <p:spPr>
          <a:xfrm flipV="1">
            <a:off x="1885891" y="2112264"/>
            <a:ext cx="221730" cy="64008"/>
          </a:xfrm>
          <a:prstGeom prst="line">
            <a:avLst/>
          </a:prstGeom>
          <a:noFill/>
          <a:ln w="19050">
            <a:solidFill>
              <a:srgbClr val="4A4A55"/>
            </a:solidFill>
            <a:prstDash val="solid"/>
          </a:ln>
        </p:spPr>
      </p:sp>
      <p:sp>
        <p:nvSpPr>
          <p:cNvPr id="32" name="Shape 30"/>
          <p:cNvSpPr/>
          <p:nvPr/>
        </p:nvSpPr>
        <p:spPr>
          <a:xfrm>
            <a:off x="1664161" y="1600200"/>
            <a:ext cx="91" cy="128016"/>
          </a:xfrm>
          <a:prstGeom prst="line">
            <a:avLst/>
          </a:prstGeom>
          <a:noFill/>
          <a:ln w="19050">
            <a:solidFill>
              <a:srgbClr val="4A4A55"/>
            </a:solidFill>
            <a:prstDash val="solid"/>
          </a:ln>
        </p:spPr>
      </p:sp>
      <p:sp>
        <p:nvSpPr>
          <p:cNvPr id="33" name="Shape 31"/>
          <p:cNvSpPr/>
          <p:nvPr/>
        </p:nvSpPr>
        <p:spPr>
          <a:xfrm>
            <a:off x="1664161" y="1728216"/>
            <a:ext cx="221730" cy="64008"/>
          </a:xfrm>
          <a:prstGeom prst="line">
            <a:avLst/>
          </a:prstGeom>
          <a:noFill/>
          <a:ln w="19050">
            <a:solidFill>
              <a:srgbClr val="4A4A55"/>
            </a:solidFill>
            <a:prstDash val="solid"/>
          </a:ln>
        </p:spPr>
      </p:sp>
      <p:sp>
        <p:nvSpPr>
          <p:cNvPr id="34" name="Shape 32"/>
          <p:cNvSpPr/>
          <p:nvPr/>
        </p:nvSpPr>
        <p:spPr>
          <a:xfrm>
            <a:off x="1885891" y="1792224"/>
            <a:ext cx="91" cy="128016"/>
          </a:xfrm>
          <a:prstGeom prst="line">
            <a:avLst/>
          </a:prstGeom>
          <a:noFill/>
          <a:ln w="19050">
            <a:solidFill>
              <a:srgbClr val="4A4A55"/>
            </a:solidFill>
            <a:prstDash val="solid"/>
          </a:ln>
        </p:spPr>
      </p:sp>
      <p:sp>
        <p:nvSpPr>
          <p:cNvPr id="35" name="Shape 33"/>
          <p:cNvSpPr/>
          <p:nvPr/>
        </p:nvSpPr>
        <p:spPr>
          <a:xfrm flipV="1">
            <a:off x="1885891" y="1728216"/>
            <a:ext cx="221730" cy="64008"/>
          </a:xfrm>
          <a:prstGeom prst="line">
            <a:avLst/>
          </a:prstGeom>
          <a:noFill/>
          <a:ln w="19050">
            <a:solidFill>
              <a:srgbClr val="4A4A55"/>
            </a:solidFill>
            <a:prstDash val="solid"/>
          </a:ln>
        </p:spPr>
      </p:sp>
      <p:sp>
        <p:nvSpPr>
          <p:cNvPr id="36" name="Shape 34"/>
          <p:cNvSpPr/>
          <p:nvPr/>
        </p:nvSpPr>
        <p:spPr>
          <a:xfrm>
            <a:off x="1885891" y="1920240"/>
            <a:ext cx="221730" cy="64008"/>
          </a:xfrm>
          <a:prstGeom prst="line">
            <a:avLst/>
          </a:prstGeom>
          <a:noFill/>
          <a:ln w="19050">
            <a:solidFill>
              <a:srgbClr val="4A4A55"/>
            </a:solidFill>
            <a:prstDash val="solid"/>
          </a:ln>
        </p:spPr>
      </p:sp>
      <p:sp>
        <p:nvSpPr>
          <p:cNvPr id="37" name="Shape 35"/>
          <p:cNvSpPr/>
          <p:nvPr/>
        </p:nvSpPr>
        <p:spPr>
          <a:xfrm>
            <a:off x="2107621" y="1984248"/>
            <a:ext cx="91" cy="128016"/>
          </a:xfrm>
          <a:prstGeom prst="line">
            <a:avLst/>
          </a:prstGeom>
          <a:noFill/>
          <a:ln w="19050">
            <a:solidFill>
              <a:srgbClr val="4A4A55"/>
            </a:solidFill>
            <a:prstDash val="solid"/>
          </a:ln>
        </p:spPr>
      </p:sp>
      <p:sp>
        <p:nvSpPr>
          <p:cNvPr id="38" name="Shape 36"/>
          <p:cNvSpPr/>
          <p:nvPr/>
        </p:nvSpPr>
        <p:spPr>
          <a:xfrm flipV="1">
            <a:off x="2107621" y="1920240"/>
            <a:ext cx="221730" cy="64008"/>
          </a:xfrm>
          <a:prstGeom prst="line">
            <a:avLst/>
          </a:prstGeom>
          <a:noFill/>
          <a:ln w="19050">
            <a:solidFill>
              <a:srgbClr val="4A4A55"/>
            </a:solidFill>
            <a:prstDash val="solid"/>
          </a:ln>
        </p:spPr>
      </p:sp>
      <p:sp>
        <p:nvSpPr>
          <p:cNvPr id="39" name="Shape 37"/>
          <p:cNvSpPr/>
          <p:nvPr/>
        </p:nvSpPr>
        <p:spPr>
          <a:xfrm>
            <a:off x="2107621" y="2112264"/>
            <a:ext cx="221730" cy="64008"/>
          </a:xfrm>
          <a:prstGeom prst="line">
            <a:avLst/>
          </a:prstGeom>
          <a:noFill/>
          <a:ln w="19050">
            <a:solidFill>
              <a:srgbClr val="4A4A55"/>
            </a:solidFill>
            <a:prstDash val="solid"/>
          </a:ln>
        </p:spPr>
      </p:sp>
      <p:sp>
        <p:nvSpPr>
          <p:cNvPr id="40" name="Shape 38"/>
          <p:cNvSpPr/>
          <p:nvPr/>
        </p:nvSpPr>
        <p:spPr>
          <a:xfrm flipV="1">
            <a:off x="2329352" y="2112264"/>
            <a:ext cx="221730" cy="64008"/>
          </a:xfrm>
          <a:prstGeom prst="line">
            <a:avLst/>
          </a:prstGeom>
          <a:noFill/>
          <a:ln w="19050">
            <a:solidFill>
              <a:srgbClr val="4A4A55"/>
            </a:solidFill>
            <a:prstDash val="solid"/>
          </a:ln>
        </p:spPr>
      </p:sp>
      <p:sp>
        <p:nvSpPr>
          <p:cNvPr id="41" name="Shape 39"/>
          <p:cNvSpPr/>
          <p:nvPr/>
        </p:nvSpPr>
        <p:spPr>
          <a:xfrm>
            <a:off x="2107621" y="1600200"/>
            <a:ext cx="91" cy="128016"/>
          </a:xfrm>
          <a:prstGeom prst="line">
            <a:avLst/>
          </a:prstGeom>
          <a:noFill/>
          <a:ln w="19050">
            <a:solidFill>
              <a:srgbClr val="4A4A55"/>
            </a:solidFill>
            <a:prstDash val="solid"/>
          </a:ln>
        </p:spPr>
      </p:sp>
      <p:sp>
        <p:nvSpPr>
          <p:cNvPr id="42" name="Shape 40"/>
          <p:cNvSpPr/>
          <p:nvPr/>
        </p:nvSpPr>
        <p:spPr>
          <a:xfrm>
            <a:off x="2107621" y="1728216"/>
            <a:ext cx="221730" cy="64008"/>
          </a:xfrm>
          <a:prstGeom prst="line">
            <a:avLst/>
          </a:prstGeom>
          <a:noFill/>
          <a:ln w="19050">
            <a:solidFill>
              <a:srgbClr val="4A4A55"/>
            </a:solidFill>
            <a:prstDash val="solid"/>
          </a:ln>
        </p:spPr>
      </p:sp>
      <p:sp>
        <p:nvSpPr>
          <p:cNvPr id="43" name="Shape 41"/>
          <p:cNvSpPr/>
          <p:nvPr/>
        </p:nvSpPr>
        <p:spPr>
          <a:xfrm>
            <a:off x="2329352" y="1792224"/>
            <a:ext cx="91" cy="128016"/>
          </a:xfrm>
          <a:prstGeom prst="line">
            <a:avLst/>
          </a:prstGeom>
          <a:noFill/>
          <a:ln w="19050">
            <a:solidFill>
              <a:srgbClr val="4A4A55"/>
            </a:solidFill>
            <a:prstDash val="solid"/>
          </a:ln>
        </p:spPr>
      </p:sp>
      <p:sp>
        <p:nvSpPr>
          <p:cNvPr id="44" name="Shape 42"/>
          <p:cNvSpPr/>
          <p:nvPr/>
        </p:nvSpPr>
        <p:spPr>
          <a:xfrm flipV="1">
            <a:off x="2329352" y="1728216"/>
            <a:ext cx="221730" cy="64008"/>
          </a:xfrm>
          <a:prstGeom prst="line">
            <a:avLst/>
          </a:prstGeom>
          <a:noFill/>
          <a:ln w="19050">
            <a:solidFill>
              <a:srgbClr val="4A4A55"/>
            </a:solidFill>
            <a:prstDash val="solid"/>
          </a:ln>
        </p:spPr>
      </p:sp>
      <p:sp>
        <p:nvSpPr>
          <p:cNvPr id="45" name="Shape 43"/>
          <p:cNvSpPr/>
          <p:nvPr/>
        </p:nvSpPr>
        <p:spPr>
          <a:xfrm>
            <a:off x="2329352" y="1920240"/>
            <a:ext cx="221730" cy="64008"/>
          </a:xfrm>
          <a:prstGeom prst="line">
            <a:avLst/>
          </a:prstGeom>
          <a:noFill/>
          <a:ln w="19050">
            <a:solidFill>
              <a:srgbClr val="4A4A55"/>
            </a:solidFill>
            <a:prstDash val="solid"/>
          </a:ln>
        </p:spPr>
      </p:sp>
      <p:sp>
        <p:nvSpPr>
          <p:cNvPr id="46" name="Shape 44"/>
          <p:cNvSpPr/>
          <p:nvPr/>
        </p:nvSpPr>
        <p:spPr>
          <a:xfrm>
            <a:off x="2551082" y="1984248"/>
            <a:ext cx="91" cy="128016"/>
          </a:xfrm>
          <a:prstGeom prst="line">
            <a:avLst/>
          </a:prstGeom>
          <a:noFill/>
          <a:ln w="19050">
            <a:solidFill>
              <a:srgbClr val="4A4A55"/>
            </a:solidFill>
            <a:prstDash val="solid"/>
          </a:ln>
        </p:spPr>
      </p:sp>
      <p:sp>
        <p:nvSpPr>
          <p:cNvPr id="47" name="Shape 45"/>
          <p:cNvSpPr/>
          <p:nvPr/>
        </p:nvSpPr>
        <p:spPr>
          <a:xfrm flipV="1">
            <a:off x="2551082" y="1920240"/>
            <a:ext cx="221730" cy="64008"/>
          </a:xfrm>
          <a:prstGeom prst="line">
            <a:avLst/>
          </a:prstGeom>
          <a:noFill/>
          <a:ln w="19050">
            <a:solidFill>
              <a:srgbClr val="4A4A55"/>
            </a:solidFill>
            <a:prstDash val="solid"/>
          </a:ln>
        </p:spPr>
      </p:sp>
      <p:sp>
        <p:nvSpPr>
          <p:cNvPr id="48" name="Shape 46"/>
          <p:cNvSpPr/>
          <p:nvPr/>
        </p:nvSpPr>
        <p:spPr>
          <a:xfrm>
            <a:off x="2551082" y="2112264"/>
            <a:ext cx="221730" cy="64008"/>
          </a:xfrm>
          <a:prstGeom prst="line">
            <a:avLst/>
          </a:prstGeom>
          <a:noFill/>
          <a:ln w="19050">
            <a:solidFill>
              <a:srgbClr val="4A4A55"/>
            </a:solidFill>
            <a:prstDash val="solid"/>
          </a:ln>
        </p:spPr>
      </p:sp>
      <p:sp>
        <p:nvSpPr>
          <p:cNvPr id="49" name="Shape 47"/>
          <p:cNvSpPr/>
          <p:nvPr/>
        </p:nvSpPr>
        <p:spPr>
          <a:xfrm flipV="1">
            <a:off x="2772812" y="2112264"/>
            <a:ext cx="221730" cy="64008"/>
          </a:xfrm>
          <a:prstGeom prst="line">
            <a:avLst/>
          </a:prstGeom>
          <a:noFill/>
          <a:ln w="19050">
            <a:solidFill>
              <a:srgbClr val="4A4A55"/>
            </a:solidFill>
            <a:prstDash val="solid"/>
          </a:ln>
        </p:spPr>
      </p:sp>
      <p:sp>
        <p:nvSpPr>
          <p:cNvPr id="50" name="Shape 48"/>
          <p:cNvSpPr/>
          <p:nvPr/>
        </p:nvSpPr>
        <p:spPr>
          <a:xfrm>
            <a:off x="2551082" y="1600200"/>
            <a:ext cx="91" cy="128016"/>
          </a:xfrm>
          <a:prstGeom prst="line">
            <a:avLst/>
          </a:prstGeom>
          <a:noFill/>
          <a:ln w="19050">
            <a:solidFill>
              <a:srgbClr val="4A4A55"/>
            </a:solidFill>
            <a:prstDash val="solid"/>
          </a:ln>
        </p:spPr>
      </p:sp>
      <p:sp>
        <p:nvSpPr>
          <p:cNvPr id="51" name="Shape 49"/>
          <p:cNvSpPr/>
          <p:nvPr/>
        </p:nvSpPr>
        <p:spPr>
          <a:xfrm>
            <a:off x="2551082" y="1728216"/>
            <a:ext cx="221730" cy="64008"/>
          </a:xfrm>
          <a:prstGeom prst="line">
            <a:avLst/>
          </a:prstGeom>
          <a:noFill/>
          <a:ln w="19050">
            <a:solidFill>
              <a:srgbClr val="4A4A55"/>
            </a:solidFill>
            <a:prstDash val="solid"/>
          </a:ln>
        </p:spPr>
      </p:sp>
      <p:sp>
        <p:nvSpPr>
          <p:cNvPr id="52" name="Shape 50"/>
          <p:cNvSpPr/>
          <p:nvPr/>
        </p:nvSpPr>
        <p:spPr>
          <a:xfrm>
            <a:off x="2772812" y="1792224"/>
            <a:ext cx="91" cy="128016"/>
          </a:xfrm>
          <a:prstGeom prst="line">
            <a:avLst/>
          </a:prstGeom>
          <a:noFill/>
          <a:ln w="19050">
            <a:solidFill>
              <a:srgbClr val="4A4A55"/>
            </a:solidFill>
            <a:prstDash val="solid"/>
          </a:ln>
        </p:spPr>
      </p:sp>
      <p:sp>
        <p:nvSpPr>
          <p:cNvPr id="53" name="Shape 51"/>
          <p:cNvSpPr/>
          <p:nvPr/>
        </p:nvSpPr>
        <p:spPr>
          <a:xfrm flipV="1">
            <a:off x="2772812" y="1728216"/>
            <a:ext cx="221730" cy="64008"/>
          </a:xfrm>
          <a:prstGeom prst="line">
            <a:avLst/>
          </a:prstGeom>
          <a:noFill/>
          <a:ln w="19050">
            <a:solidFill>
              <a:srgbClr val="4A4A55"/>
            </a:solidFill>
            <a:prstDash val="solid"/>
          </a:ln>
        </p:spPr>
      </p:sp>
      <p:sp>
        <p:nvSpPr>
          <p:cNvPr id="54" name="Shape 52"/>
          <p:cNvSpPr/>
          <p:nvPr/>
        </p:nvSpPr>
        <p:spPr>
          <a:xfrm>
            <a:off x="2772812" y="1920240"/>
            <a:ext cx="221730" cy="64008"/>
          </a:xfrm>
          <a:prstGeom prst="line">
            <a:avLst/>
          </a:prstGeom>
          <a:noFill/>
          <a:ln w="19050">
            <a:solidFill>
              <a:srgbClr val="4A4A55"/>
            </a:solidFill>
            <a:prstDash val="solid"/>
          </a:ln>
        </p:spPr>
      </p:sp>
      <p:sp>
        <p:nvSpPr>
          <p:cNvPr id="55" name="Shape 53"/>
          <p:cNvSpPr/>
          <p:nvPr/>
        </p:nvSpPr>
        <p:spPr>
          <a:xfrm>
            <a:off x="2994542" y="1984248"/>
            <a:ext cx="91" cy="128016"/>
          </a:xfrm>
          <a:prstGeom prst="line">
            <a:avLst/>
          </a:prstGeom>
          <a:noFill/>
          <a:ln w="19050">
            <a:solidFill>
              <a:srgbClr val="4A4A55"/>
            </a:solidFill>
            <a:prstDash val="solid"/>
          </a:ln>
        </p:spPr>
      </p:sp>
      <p:sp>
        <p:nvSpPr>
          <p:cNvPr id="56" name="Shape 54"/>
          <p:cNvSpPr/>
          <p:nvPr/>
        </p:nvSpPr>
        <p:spPr>
          <a:xfrm flipV="1">
            <a:off x="2994542" y="1920240"/>
            <a:ext cx="221730" cy="64008"/>
          </a:xfrm>
          <a:prstGeom prst="line">
            <a:avLst/>
          </a:prstGeom>
          <a:noFill/>
          <a:ln w="19050">
            <a:solidFill>
              <a:srgbClr val="4A4A55"/>
            </a:solidFill>
            <a:prstDash val="solid"/>
          </a:ln>
        </p:spPr>
      </p:sp>
      <p:sp>
        <p:nvSpPr>
          <p:cNvPr id="57" name="Shape 55"/>
          <p:cNvSpPr/>
          <p:nvPr/>
        </p:nvSpPr>
        <p:spPr>
          <a:xfrm>
            <a:off x="2994542" y="2112264"/>
            <a:ext cx="221730" cy="64008"/>
          </a:xfrm>
          <a:prstGeom prst="line">
            <a:avLst/>
          </a:prstGeom>
          <a:noFill/>
          <a:ln w="19050">
            <a:solidFill>
              <a:srgbClr val="4A4A55"/>
            </a:solidFill>
            <a:prstDash val="solid"/>
          </a:ln>
        </p:spPr>
      </p:sp>
      <p:sp>
        <p:nvSpPr>
          <p:cNvPr id="58" name="Shape 56"/>
          <p:cNvSpPr/>
          <p:nvPr/>
        </p:nvSpPr>
        <p:spPr>
          <a:xfrm flipV="1">
            <a:off x="3216272" y="2112264"/>
            <a:ext cx="221730" cy="64008"/>
          </a:xfrm>
          <a:prstGeom prst="line">
            <a:avLst/>
          </a:prstGeom>
          <a:noFill/>
          <a:ln w="19050">
            <a:solidFill>
              <a:srgbClr val="4A4A55"/>
            </a:solidFill>
            <a:prstDash val="solid"/>
          </a:ln>
        </p:spPr>
      </p:sp>
      <p:sp>
        <p:nvSpPr>
          <p:cNvPr id="59" name="Shape 57"/>
          <p:cNvSpPr/>
          <p:nvPr/>
        </p:nvSpPr>
        <p:spPr>
          <a:xfrm>
            <a:off x="2994542" y="1600200"/>
            <a:ext cx="91" cy="128016"/>
          </a:xfrm>
          <a:prstGeom prst="line">
            <a:avLst/>
          </a:prstGeom>
          <a:noFill/>
          <a:ln w="19050">
            <a:solidFill>
              <a:srgbClr val="4A4A55"/>
            </a:solidFill>
            <a:prstDash val="solid"/>
          </a:ln>
        </p:spPr>
      </p:sp>
      <p:sp>
        <p:nvSpPr>
          <p:cNvPr id="60" name="Shape 58"/>
          <p:cNvSpPr/>
          <p:nvPr/>
        </p:nvSpPr>
        <p:spPr>
          <a:xfrm>
            <a:off x="2994542" y="1728216"/>
            <a:ext cx="221730" cy="64008"/>
          </a:xfrm>
          <a:prstGeom prst="line">
            <a:avLst/>
          </a:prstGeom>
          <a:noFill/>
          <a:ln w="19050">
            <a:solidFill>
              <a:srgbClr val="4A4A55"/>
            </a:solidFill>
            <a:prstDash val="solid"/>
          </a:ln>
        </p:spPr>
      </p:sp>
      <p:sp>
        <p:nvSpPr>
          <p:cNvPr id="61" name="Shape 59"/>
          <p:cNvSpPr/>
          <p:nvPr/>
        </p:nvSpPr>
        <p:spPr>
          <a:xfrm>
            <a:off x="3216272" y="1792224"/>
            <a:ext cx="91" cy="128016"/>
          </a:xfrm>
          <a:prstGeom prst="line">
            <a:avLst/>
          </a:prstGeom>
          <a:noFill/>
          <a:ln w="19050">
            <a:solidFill>
              <a:srgbClr val="4A4A55"/>
            </a:solidFill>
            <a:prstDash val="solid"/>
          </a:ln>
        </p:spPr>
      </p:sp>
      <p:sp>
        <p:nvSpPr>
          <p:cNvPr id="62" name="Shape 60"/>
          <p:cNvSpPr/>
          <p:nvPr/>
        </p:nvSpPr>
        <p:spPr>
          <a:xfrm flipV="1">
            <a:off x="3216272" y="1728216"/>
            <a:ext cx="221730" cy="64008"/>
          </a:xfrm>
          <a:prstGeom prst="line">
            <a:avLst/>
          </a:prstGeom>
          <a:noFill/>
          <a:ln w="19050">
            <a:solidFill>
              <a:srgbClr val="4A4A55"/>
            </a:solidFill>
            <a:prstDash val="solid"/>
          </a:ln>
        </p:spPr>
      </p:sp>
      <p:sp>
        <p:nvSpPr>
          <p:cNvPr id="63" name="Shape 61"/>
          <p:cNvSpPr/>
          <p:nvPr/>
        </p:nvSpPr>
        <p:spPr>
          <a:xfrm>
            <a:off x="3216272" y="1920240"/>
            <a:ext cx="221730" cy="64008"/>
          </a:xfrm>
          <a:prstGeom prst="line">
            <a:avLst/>
          </a:prstGeom>
          <a:noFill/>
          <a:ln w="19050">
            <a:solidFill>
              <a:srgbClr val="4A4A55"/>
            </a:solidFill>
            <a:prstDash val="solid"/>
          </a:ln>
        </p:spPr>
      </p:sp>
      <p:sp>
        <p:nvSpPr>
          <p:cNvPr id="64" name="Shape 62"/>
          <p:cNvSpPr/>
          <p:nvPr/>
        </p:nvSpPr>
        <p:spPr>
          <a:xfrm>
            <a:off x="3438003" y="1984248"/>
            <a:ext cx="91" cy="128016"/>
          </a:xfrm>
          <a:prstGeom prst="line">
            <a:avLst/>
          </a:prstGeom>
          <a:noFill/>
          <a:ln w="19050">
            <a:solidFill>
              <a:srgbClr val="4A4A55"/>
            </a:solidFill>
            <a:prstDash val="solid"/>
          </a:ln>
        </p:spPr>
      </p:sp>
      <p:sp>
        <p:nvSpPr>
          <p:cNvPr id="65" name="Shape 63"/>
          <p:cNvSpPr/>
          <p:nvPr/>
        </p:nvSpPr>
        <p:spPr>
          <a:xfrm flipV="1">
            <a:off x="3438003" y="1920240"/>
            <a:ext cx="221730" cy="64008"/>
          </a:xfrm>
          <a:prstGeom prst="line">
            <a:avLst/>
          </a:prstGeom>
          <a:noFill/>
          <a:ln w="19050">
            <a:solidFill>
              <a:srgbClr val="4A4A55"/>
            </a:solidFill>
            <a:prstDash val="solid"/>
          </a:ln>
        </p:spPr>
      </p:sp>
      <p:sp>
        <p:nvSpPr>
          <p:cNvPr id="66" name="Shape 64"/>
          <p:cNvSpPr/>
          <p:nvPr/>
        </p:nvSpPr>
        <p:spPr>
          <a:xfrm>
            <a:off x="3438003" y="2112264"/>
            <a:ext cx="221730" cy="64008"/>
          </a:xfrm>
          <a:prstGeom prst="line">
            <a:avLst/>
          </a:prstGeom>
          <a:noFill/>
          <a:ln w="19050">
            <a:solidFill>
              <a:srgbClr val="4A4A55"/>
            </a:solidFill>
            <a:prstDash val="solid"/>
          </a:ln>
        </p:spPr>
      </p:sp>
      <p:sp>
        <p:nvSpPr>
          <p:cNvPr id="67" name="Shape 65"/>
          <p:cNvSpPr/>
          <p:nvPr/>
        </p:nvSpPr>
        <p:spPr>
          <a:xfrm flipV="1">
            <a:off x="3659733" y="2112264"/>
            <a:ext cx="221730" cy="64008"/>
          </a:xfrm>
          <a:prstGeom prst="line">
            <a:avLst/>
          </a:prstGeom>
          <a:noFill/>
          <a:ln w="19050">
            <a:solidFill>
              <a:srgbClr val="4A4A55"/>
            </a:solidFill>
            <a:prstDash val="solid"/>
          </a:ln>
        </p:spPr>
      </p:sp>
      <p:sp>
        <p:nvSpPr>
          <p:cNvPr id="68" name="Shape 66"/>
          <p:cNvSpPr/>
          <p:nvPr/>
        </p:nvSpPr>
        <p:spPr>
          <a:xfrm>
            <a:off x="3438003" y="1600200"/>
            <a:ext cx="91" cy="128016"/>
          </a:xfrm>
          <a:prstGeom prst="line">
            <a:avLst/>
          </a:prstGeom>
          <a:noFill/>
          <a:ln w="19050">
            <a:solidFill>
              <a:srgbClr val="4A4A55"/>
            </a:solidFill>
            <a:prstDash val="solid"/>
          </a:ln>
        </p:spPr>
      </p:sp>
      <p:sp>
        <p:nvSpPr>
          <p:cNvPr id="69" name="Shape 67"/>
          <p:cNvSpPr/>
          <p:nvPr/>
        </p:nvSpPr>
        <p:spPr>
          <a:xfrm>
            <a:off x="3438003" y="1728216"/>
            <a:ext cx="221730" cy="64008"/>
          </a:xfrm>
          <a:prstGeom prst="line">
            <a:avLst/>
          </a:prstGeom>
          <a:noFill/>
          <a:ln w="19050">
            <a:solidFill>
              <a:srgbClr val="4A4A55"/>
            </a:solidFill>
            <a:prstDash val="solid"/>
          </a:ln>
        </p:spPr>
      </p:sp>
      <p:sp>
        <p:nvSpPr>
          <p:cNvPr id="70" name="Shape 68"/>
          <p:cNvSpPr/>
          <p:nvPr/>
        </p:nvSpPr>
        <p:spPr>
          <a:xfrm>
            <a:off x="3659733" y="1792224"/>
            <a:ext cx="91" cy="128016"/>
          </a:xfrm>
          <a:prstGeom prst="line">
            <a:avLst/>
          </a:prstGeom>
          <a:noFill/>
          <a:ln w="19050">
            <a:solidFill>
              <a:srgbClr val="4A4A55"/>
            </a:solidFill>
            <a:prstDash val="solid"/>
          </a:ln>
        </p:spPr>
      </p:sp>
      <p:sp>
        <p:nvSpPr>
          <p:cNvPr id="71" name="Shape 69"/>
          <p:cNvSpPr/>
          <p:nvPr/>
        </p:nvSpPr>
        <p:spPr>
          <a:xfrm flipV="1">
            <a:off x="3659733" y="1728216"/>
            <a:ext cx="221730" cy="64008"/>
          </a:xfrm>
          <a:prstGeom prst="line">
            <a:avLst/>
          </a:prstGeom>
          <a:noFill/>
          <a:ln w="19050">
            <a:solidFill>
              <a:srgbClr val="4A4A55"/>
            </a:solidFill>
            <a:prstDash val="solid"/>
          </a:ln>
        </p:spPr>
      </p:sp>
      <p:sp>
        <p:nvSpPr>
          <p:cNvPr id="72" name="Shape 70"/>
          <p:cNvSpPr/>
          <p:nvPr/>
        </p:nvSpPr>
        <p:spPr>
          <a:xfrm>
            <a:off x="3659733" y="1920240"/>
            <a:ext cx="221730" cy="64008"/>
          </a:xfrm>
          <a:prstGeom prst="line">
            <a:avLst/>
          </a:prstGeom>
          <a:noFill/>
          <a:ln w="19050">
            <a:solidFill>
              <a:srgbClr val="4A4A55"/>
            </a:solidFill>
            <a:prstDash val="solid"/>
          </a:ln>
        </p:spPr>
      </p:sp>
      <p:sp>
        <p:nvSpPr>
          <p:cNvPr id="73" name="Shape 71"/>
          <p:cNvSpPr/>
          <p:nvPr/>
        </p:nvSpPr>
        <p:spPr>
          <a:xfrm>
            <a:off x="3881463" y="1984248"/>
            <a:ext cx="91" cy="128016"/>
          </a:xfrm>
          <a:prstGeom prst="line">
            <a:avLst/>
          </a:prstGeom>
          <a:noFill/>
          <a:ln w="19050">
            <a:solidFill>
              <a:srgbClr val="4A4A55"/>
            </a:solidFill>
            <a:prstDash val="solid"/>
          </a:ln>
        </p:spPr>
      </p:sp>
      <p:sp>
        <p:nvSpPr>
          <p:cNvPr id="74" name="Shape 72"/>
          <p:cNvSpPr/>
          <p:nvPr/>
        </p:nvSpPr>
        <p:spPr>
          <a:xfrm>
            <a:off x="3881463" y="1600200"/>
            <a:ext cx="91" cy="128016"/>
          </a:xfrm>
          <a:prstGeom prst="line">
            <a:avLst/>
          </a:prstGeom>
          <a:noFill/>
          <a:ln w="19050">
            <a:solidFill>
              <a:srgbClr val="4A4A55"/>
            </a:solidFill>
            <a:prstDash val="solid"/>
          </a:ln>
        </p:spPr>
      </p:sp>
      <p:sp>
        <p:nvSpPr>
          <p:cNvPr id="75" name="Shape 73"/>
          <p:cNvSpPr/>
          <p:nvPr/>
        </p:nvSpPr>
        <p:spPr>
          <a:xfrm>
            <a:off x="740664" y="1947672"/>
            <a:ext cx="73152" cy="73152"/>
          </a:xfrm>
          <a:prstGeom prst="ellipse">
            <a:avLst/>
          </a:prstGeom>
          <a:solidFill>
            <a:srgbClr val="4A4A55"/>
          </a:solidFill>
          <a:ln w="6350">
            <a:solidFill>
              <a:srgbClr val="22222A"/>
            </a:solidFill>
            <a:prstDash val="solid"/>
          </a:ln>
        </p:spPr>
      </p:sp>
      <p:sp>
        <p:nvSpPr>
          <p:cNvPr id="76" name="Shape 74"/>
          <p:cNvSpPr/>
          <p:nvPr/>
        </p:nvSpPr>
        <p:spPr>
          <a:xfrm>
            <a:off x="740664" y="2075688"/>
            <a:ext cx="73152" cy="73152"/>
          </a:xfrm>
          <a:prstGeom prst="ellipse">
            <a:avLst/>
          </a:prstGeom>
          <a:solidFill>
            <a:srgbClr val="4A4A55"/>
          </a:solidFill>
          <a:ln w="6350">
            <a:solidFill>
              <a:srgbClr val="22222A"/>
            </a:solidFill>
            <a:prstDash val="solid"/>
          </a:ln>
        </p:spPr>
      </p:sp>
      <p:sp>
        <p:nvSpPr>
          <p:cNvPr id="77" name="Shape 75"/>
          <p:cNvSpPr/>
          <p:nvPr/>
        </p:nvSpPr>
        <p:spPr>
          <a:xfrm>
            <a:off x="962394" y="2139696"/>
            <a:ext cx="73152" cy="73152"/>
          </a:xfrm>
          <a:prstGeom prst="ellipse">
            <a:avLst/>
          </a:prstGeom>
          <a:solidFill>
            <a:srgbClr val="4A4A55"/>
          </a:solidFill>
          <a:ln w="6350">
            <a:solidFill>
              <a:srgbClr val="22222A"/>
            </a:solidFill>
            <a:prstDash val="solid"/>
          </a:ln>
        </p:spPr>
      </p:sp>
      <p:sp>
        <p:nvSpPr>
          <p:cNvPr id="78" name="Shape 76"/>
          <p:cNvSpPr/>
          <p:nvPr/>
        </p:nvSpPr>
        <p:spPr>
          <a:xfrm>
            <a:off x="740664" y="1563624"/>
            <a:ext cx="73152" cy="73152"/>
          </a:xfrm>
          <a:prstGeom prst="ellipse">
            <a:avLst/>
          </a:prstGeom>
          <a:solidFill>
            <a:srgbClr val="4A4A55"/>
          </a:solidFill>
          <a:ln w="6350">
            <a:solidFill>
              <a:srgbClr val="22222A"/>
            </a:solidFill>
            <a:prstDash val="solid"/>
          </a:ln>
        </p:spPr>
      </p:sp>
      <p:sp>
        <p:nvSpPr>
          <p:cNvPr id="79" name="Shape 77"/>
          <p:cNvSpPr/>
          <p:nvPr/>
        </p:nvSpPr>
        <p:spPr>
          <a:xfrm>
            <a:off x="740664" y="1691640"/>
            <a:ext cx="73152" cy="73152"/>
          </a:xfrm>
          <a:prstGeom prst="ellipse">
            <a:avLst/>
          </a:prstGeom>
          <a:solidFill>
            <a:srgbClr val="4A4A55"/>
          </a:solidFill>
          <a:ln w="6350">
            <a:solidFill>
              <a:srgbClr val="22222A"/>
            </a:solidFill>
            <a:prstDash val="solid"/>
          </a:ln>
        </p:spPr>
      </p:sp>
      <p:sp>
        <p:nvSpPr>
          <p:cNvPr id="80" name="Shape 78"/>
          <p:cNvSpPr/>
          <p:nvPr/>
        </p:nvSpPr>
        <p:spPr>
          <a:xfrm>
            <a:off x="962394" y="1755648"/>
            <a:ext cx="73152" cy="73152"/>
          </a:xfrm>
          <a:prstGeom prst="ellipse">
            <a:avLst/>
          </a:prstGeom>
          <a:solidFill>
            <a:srgbClr val="4A4A55"/>
          </a:solidFill>
          <a:ln w="6350">
            <a:solidFill>
              <a:srgbClr val="22222A"/>
            </a:solidFill>
            <a:prstDash val="solid"/>
          </a:ln>
        </p:spPr>
      </p:sp>
      <p:sp>
        <p:nvSpPr>
          <p:cNvPr id="81" name="Shape 79"/>
          <p:cNvSpPr/>
          <p:nvPr/>
        </p:nvSpPr>
        <p:spPr>
          <a:xfrm>
            <a:off x="962394" y="1883664"/>
            <a:ext cx="73152" cy="73152"/>
          </a:xfrm>
          <a:prstGeom prst="ellipse">
            <a:avLst/>
          </a:prstGeom>
          <a:solidFill>
            <a:srgbClr val="4A4A55"/>
          </a:solidFill>
          <a:ln w="6350">
            <a:solidFill>
              <a:srgbClr val="22222A"/>
            </a:solidFill>
            <a:prstDash val="solid"/>
          </a:ln>
        </p:spPr>
      </p:sp>
      <p:sp>
        <p:nvSpPr>
          <p:cNvPr id="82" name="Shape 80"/>
          <p:cNvSpPr/>
          <p:nvPr/>
        </p:nvSpPr>
        <p:spPr>
          <a:xfrm>
            <a:off x="1184124" y="1947672"/>
            <a:ext cx="73152" cy="73152"/>
          </a:xfrm>
          <a:prstGeom prst="ellipse">
            <a:avLst/>
          </a:prstGeom>
          <a:solidFill>
            <a:srgbClr val="4A4A55"/>
          </a:solidFill>
          <a:ln w="6350">
            <a:solidFill>
              <a:srgbClr val="22222A"/>
            </a:solidFill>
            <a:prstDash val="solid"/>
          </a:ln>
        </p:spPr>
      </p:sp>
      <p:sp>
        <p:nvSpPr>
          <p:cNvPr id="83" name="Shape 81"/>
          <p:cNvSpPr/>
          <p:nvPr/>
        </p:nvSpPr>
        <p:spPr>
          <a:xfrm>
            <a:off x="1184124" y="2075688"/>
            <a:ext cx="73152" cy="73152"/>
          </a:xfrm>
          <a:prstGeom prst="ellipse">
            <a:avLst/>
          </a:prstGeom>
          <a:solidFill>
            <a:srgbClr val="4A4A55"/>
          </a:solidFill>
          <a:ln w="6350">
            <a:solidFill>
              <a:srgbClr val="22222A"/>
            </a:solidFill>
            <a:prstDash val="solid"/>
          </a:ln>
        </p:spPr>
      </p:sp>
      <p:sp>
        <p:nvSpPr>
          <p:cNvPr id="84" name="Shape 82"/>
          <p:cNvSpPr/>
          <p:nvPr/>
        </p:nvSpPr>
        <p:spPr>
          <a:xfrm>
            <a:off x="1405855" y="2139696"/>
            <a:ext cx="73152" cy="73152"/>
          </a:xfrm>
          <a:prstGeom prst="ellipse">
            <a:avLst/>
          </a:prstGeom>
          <a:solidFill>
            <a:srgbClr val="4A4A55"/>
          </a:solidFill>
          <a:ln w="6350">
            <a:solidFill>
              <a:srgbClr val="22222A"/>
            </a:solidFill>
            <a:prstDash val="solid"/>
          </a:ln>
        </p:spPr>
      </p:sp>
      <p:sp>
        <p:nvSpPr>
          <p:cNvPr id="85" name="Shape 83"/>
          <p:cNvSpPr/>
          <p:nvPr/>
        </p:nvSpPr>
        <p:spPr>
          <a:xfrm>
            <a:off x="1184124" y="1563624"/>
            <a:ext cx="73152" cy="73152"/>
          </a:xfrm>
          <a:prstGeom prst="ellipse">
            <a:avLst/>
          </a:prstGeom>
          <a:solidFill>
            <a:srgbClr val="4A4A55"/>
          </a:solidFill>
          <a:ln w="6350">
            <a:solidFill>
              <a:srgbClr val="22222A"/>
            </a:solidFill>
            <a:prstDash val="solid"/>
          </a:ln>
        </p:spPr>
      </p:sp>
      <p:sp>
        <p:nvSpPr>
          <p:cNvPr id="86" name="Shape 84"/>
          <p:cNvSpPr/>
          <p:nvPr/>
        </p:nvSpPr>
        <p:spPr>
          <a:xfrm>
            <a:off x="1184124" y="1691640"/>
            <a:ext cx="73152" cy="73152"/>
          </a:xfrm>
          <a:prstGeom prst="ellipse">
            <a:avLst/>
          </a:prstGeom>
          <a:solidFill>
            <a:srgbClr val="4A4A55"/>
          </a:solidFill>
          <a:ln w="6350">
            <a:solidFill>
              <a:srgbClr val="22222A"/>
            </a:solidFill>
            <a:prstDash val="solid"/>
          </a:ln>
        </p:spPr>
      </p:sp>
      <p:sp>
        <p:nvSpPr>
          <p:cNvPr id="87" name="Shape 85"/>
          <p:cNvSpPr/>
          <p:nvPr/>
        </p:nvSpPr>
        <p:spPr>
          <a:xfrm>
            <a:off x="1405855" y="1755648"/>
            <a:ext cx="73152" cy="73152"/>
          </a:xfrm>
          <a:prstGeom prst="ellipse">
            <a:avLst/>
          </a:prstGeom>
          <a:solidFill>
            <a:srgbClr val="4A4A55"/>
          </a:solidFill>
          <a:ln w="6350">
            <a:solidFill>
              <a:srgbClr val="22222A"/>
            </a:solidFill>
            <a:prstDash val="solid"/>
          </a:ln>
        </p:spPr>
      </p:sp>
      <p:sp>
        <p:nvSpPr>
          <p:cNvPr id="88" name="Shape 86"/>
          <p:cNvSpPr/>
          <p:nvPr/>
        </p:nvSpPr>
        <p:spPr>
          <a:xfrm>
            <a:off x="1405855" y="1883664"/>
            <a:ext cx="73152" cy="73152"/>
          </a:xfrm>
          <a:prstGeom prst="ellipse">
            <a:avLst/>
          </a:prstGeom>
          <a:solidFill>
            <a:srgbClr val="4A4A55"/>
          </a:solidFill>
          <a:ln w="6350">
            <a:solidFill>
              <a:srgbClr val="22222A"/>
            </a:solidFill>
            <a:prstDash val="solid"/>
          </a:ln>
        </p:spPr>
      </p:sp>
      <p:sp>
        <p:nvSpPr>
          <p:cNvPr id="89" name="Shape 87"/>
          <p:cNvSpPr/>
          <p:nvPr/>
        </p:nvSpPr>
        <p:spPr>
          <a:xfrm>
            <a:off x="1627585" y="1947672"/>
            <a:ext cx="73152" cy="73152"/>
          </a:xfrm>
          <a:prstGeom prst="ellipse">
            <a:avLst/>
          </a:prstGeom>
          <a:solidFill>
            <a:srgbClr val="4A4A55"/>
          </a:solidFill>
          <a:ln w="6350">
            <a:solidFill>
              <a:srgbClr val="22222A"/>
            </a:solidFill>
            <a:prstDash val="solid"/>
          </a:ln>
        </p:spPr>
      </p:sp>
      <p:sp>
        <p:nvSpPr>
          <p:cNvPr id="90" name="Shape 88"/>
          <p:cNvSpPr/>
          <p:nvPr/>
        </p:nvSpPr>
        <p:spPr>
          <a:xfrm>
            <a:off x="1627585" y="2075688"/>
            <a:ext cx="73152" cy="73152"/>
          </a:xfrm>
          <a:prstGeom prst="ellipse">
            <a:avLst/>
          </a:prstGeom>
          <a:solidFill>
            <a:srgbClr val="4A4A55"/>
          </a:solidFill>
          <a:ln w="6350">
            <a:solidFill>
              <a:srgbClr val="22222A"/>
            </a:solidFill>
            <a:prstDash val="solid"/>
          </a:ln>
        </p:spPr>
      </p:sp>
      <p:sp>
        <p:nvSpPr>
          <p:cNvPr id="91" name="Shape 89"/>
          <p:cNvSpPr/>
          <p:nvPr/>
        </p:nvSpPr>
        <p:spPr>
          <a:xfrm>
            <a:off x="1849315" y="2139696"/>
            <a:ext cx="73152" cy="73152"/>
          </a:xfrm>
          <a:prstGeom prst="ellipse">
            <a:avLst/>
          </a:prstGeom>
          <a:solidFill>
            <a:srgbClr val="4A4A55"/>
          </a:solidFill>
          <a:ln w="6350">
            <a:solidFill>
              <a:srgbClr val="22222A"/>
            </a:solidFill>
            <a:prstDash val="solid"/>
          </a:ln>
        </p:spPr>
      </p:sp>
      <p:sp>
        <p:nvSpPr>
          <p:cNvPr id="92" name="Shape 90"/>
          <p:cNvSpPr/>
          <p:nvPr/>
        </p:nvSpPr>
        <p:spPr>
          <a:xfrm>
            <a:off x="1627585" y="1563624"/>
            <a:ext cx="73152" cy="73152"/>
          </a:xfrm>
          <a:prstGeom prst="ellipse">
            <a:avLst/>
          </a:prstGeom>
          <a:solidFill>
            <a:srgbClr val="4A4A55"/>
          </a:solidFill>
          <a:ln w="6350">
            <a:solidFill>
              <a:srgbClr val="22222A"/>
            </a:solidFill>
            <a:prstDash val="solid"/>
          </a:ln>
        </p:spPr>
      </p:sp>
      <p:sp>
        <p:nvSpPr>
          <p:cNvPr id="93" name="Shape 91"/>
          <p:cNvSpPr/>
          <p:nvPr/>
        </p:nvSpPr>
        <p:spPr>
          <a:xfrm>
            <a:off x="1627585" y="1691640"/>
            <a:ext cx="73152" cy="73152"/>
          </a:xfrm>
          <a:prstGeom prst="ellipse">
            <a:avLst/>
          </a:prstGeom>
          <a:solidFill>
            <a:srgbClr val="4A4A55"/>
          </a:solidFill>
          <a:ln w="6350">
            <a:solidFill>
              <a:srgbClr val="22222A"/>
            </a:solidFill>
            <a:prstDash val="solid"/>
          </a:ln>
        </p:spPr>
      </p:sp>
      <p:sp>
        <p:nvSpPr>
          <p:cNvPr id="94" name="Shape 92"/>
          <p:cNvSpPr/>
          <p:nvPr/>
        </p:nvSpPr>
        <p:spPr>
          <a:xfrm>
            <a:off x="1849315" y="1755648"/>
            <a:ext cx="73152" cy="73152"/>
          </a:xfrm>
          <a:prstGeom prst="ellipse">
            <a:avLst/>
          </a:prstGeom>
          <a:solidFill>
            <a:srgbClr val="4A4A55"/>
          </a:solidFill>
          <a:ln w="6350">
            <a:solidFill>
              <a:srgbClr val="22222A"/>
            </a:solidFill>
            <a:prstDash val="solid"/>
          </a:ln>
        </p:spPr>
      </p:sp>
      <p:sp>
        <p:nvSpPr>
          <p:cNvPr id="95" name="Shape 93"/>
          <p:cNvSpPr/>
          <p:nvPr/>
        </p:nvSpPr>
        <p:spPr>
          <a:xfrm>
            <a:off x="1849315" y="1883664"/>
            <a:ext cx="73152" cy="73152"/>
          </a:xfrm>
          <a:prstGeom prst="ellipse">
            <a:avLst/>
          </a:prstGeom>
          <a:solidFill>
            <a:srgbClr val="4A4A55"/>
          </a:solidFill>
          <a:ln w="6350">
            <a:solidFill>
              <a:srgbClr val="22222A"/>
            </a:solidFill>
            <a:prstDash val="solid"/>
          </a:ln>
        </p:spPr>
      </p:sp>
      <p:sp>
        <p:nvSpPr>
          <p:cNvPr id="96" name="Shape 94"/>
          <p:cNvSpPr/>
          <p:nvPr/>
        </p:nvSpPr>
        <p:spPr>
          <a:xfrm>
            <a:off x="2071045" y="1947672"/>
            <a:ext cx="73152" cy="73152"/>
          </a:xfrm>
          <a:prstGeom prst="ellipse">
            <a:avLst/>
          </a:prstGeom>
          <a:solidFill>
            <a:srgbClr val="4A4A55"/>
          </a:solidFill>
          <a:ln w="6350">
            <a:solidFill>
              <a:srgbClr val="22222A"/>
            </a:solidFill>
            <a:prstDash val="solid"/>
          </a:ln>
        </p:spPr>
      </p:sp>
      <p:sp>
        <p:nvSpPr>
          <p:cNvPr id="97" name="Shape 95"/>
          <p:cNvSpPr/>
          <p:nvPr/>
        </p:nvSpPr>
        <p:spPr>
          <a:xfrm>
            <a:off x="2071045" y="2075688"/>
            <a:ext cx="73152" cy="73152"/>
          </a:xfrm>
          <a:prstGeom prst="ellipse">
            <a:avLst/>
          </a:prstGeom>
          <a:solidFill>
            <a:srgbClr val="4A4A55"/>
          </a:solidFill>
          <a:ln w="6350">
            <a:solidFill>
              <a:srgbClr val="22222A"/>
            </a:solidFill>
            <a:prstDash val="solid"/>
          </a:ln>
        </p:spPr>
      </p:sp>
      <p:sp>
        <p:nvSpPr>
          <p:cNvPr id="98" name="Shape 96"/>
          <p:cNvSpPr/>
          <p:nvPr/>
        </p:nvSpPr>
        <p:spPr>
          <a:xfrm>
            <a:off x="2292776" y="2139696"/>
            <a:ext cx="73152" cy="73152"/>
          </a:xfrm>
          <a:prstGeom prst="ellipse">
            <a:avLst/>
          </a:prstGeom>
          <a:solidFill>
            <a:srgbClr val="4A4A55"/>
          </a:solidFill>
          <a:ln w="6350">
            <a:solidFill>
              <a:srgbClr val="22222A"/>
            </a:solidFill>
            <a:prstDash val="solid"/>
          </a:ln>
        </p:spPr>
      </p:sp>
      <p:sp>
        <p:nvSpPr>
          <p:cNvPr id="99" name="Shape 97"/>
          <p:cNvSpPr/>
          <p:nvPr/>
        </p:nvSpPr>
        <p:spPr>
          <a:xfrm>
            <a:off x="2071045" y="1563624"/>
            <a:ext cx="73152" cy="73152"/>
          </a:xfrm>
          <a:prstGeom prst="ellipse">
            <a:avLst/>
          </a:prstGeom>
          <a:solidFill>
            <a:srgbClr val="4A4A55"/>
          </a:solidFill>
          <a:ln w="6350">
            <a:solidFill>
              <a:srgbClr val="22222A"/>
            </a:solidFill>
            <a:prstDash val="solid"/>
          </a:ln>
        </p:spPr>
      </p:sp>
      <p:sp>
        <p:nvSpPr>
          <p:cNvPr id="100" name="Shape 98"/>
          <p:cNvSpPr/>
          <p:nvPr/>
        </p:nvSpPr>
        <p:spPr>
          <a:xfrm>
            <a:off x="2071045" y="1691640"/>
            <a:ext cx="73152" cy="73152"/>
          </a:xfrm>
          <a:prstGeom prst="ellipse">
            <a:avLst/>
          </a:prstGeom>
          <a:solidFill>
            <a:srgbClr val="4A4A55"/>
          </a:solidFill>
          <a:ln w="6350">
            <a:solidFill>
              <a:srgbClr val="22222A"/>
            </a:solidFill>
            <a:prstDash val="solid"/>
          </a:ln>
        </p:spPr>
      </p:sp>
      <p:sp>
        <p:nvSpPr>
          <p:cNvPr id="101" name="Shape 99"/>
          <p:cNvSpPr/>
          <p:nvPr/>
        </p:nvSpPr>
        <p:spPr>
          <a:xfrm>
            <a:off x="2292776" y="1755648"/>
            <a:ext cx="73152" cy="73152"/>
          </a:xfrm>
          <a:prstGeom prst="ellipse">
            <a:avLst/>
          </a:prstGeom>
          <a:solidFill>
            <a:srgbClr val="4A4A55"/>
          </a:solidFill>
          <a:ln w="6350">
            <a:solidFill>
              <a:srgbClr val="22222A"/>
            </a:solidFill>
            <a:prstDash val="solid"/>
          </a:ln>
        </p:spPr>
      </p:sp>
      <p:sp>
        <p:nvSpPr>
          <p:cNvPr id="102" name="Shape 100"/>
          <p:cNvSpPr/>
          <p:nvPr/>
        </p:nvSpPr>
        <p:spPr>
          <a:xfrm>
            <a:off x="2292776" y="1883664"/>
            <a:ext cx="73152" cy="73152"/>
          </a:xfrm>
          <a:prstGeom prst="ellipse">
            <a:avLst/>
          </a:prstGeom>
          <a:solidFill>
            <a:srgbClr val="4A4A55"/>
          </a:solidFill>
          <a:ln w="6350">
            <a:solidFill>
              <a:srgbClr val="22222A"/>
            </a:solidFill>
            <a:prstDash val="solid"/>
          </a:ln>
        </p:spPr>
      </p:sp>
      <p:sp>
        <p:nvSpPr>
          <p:cNvPr id="103" name="Shape 101"/>
          <p:cNvSpPr/>
          <p:nvPr/>
        </p:nvSpPr>
        <p:spPr>
          <a:xfrm>
            <a:off x="2514506" y="1947672"/>
            <a:ext cx="73152" cy="73152"/>
          </a:xfrm>
          <a:prstGeom prst="ellipse">
            <a:avLst/>
          </a:prstGeom>
          <a:solidFill>
            <a:srgbClr val="4A4A55"/>
          </a:solidFill>
          <a:ln w="6350">
            <a:solidFill>
              <a:srgbClr val="22222A"/>
            </a:solidFill>
            <a:prstDash val="solid"/>
          </a:ln>
        </p:spPr>
      </p:sp>
      <p:sp>
        <p:nvSpPr>
          <p:cNvPr id="104" name="Shape 102"/>
          <p:cNvSpPr/>
          <p:nvPr/>
        </p:nvSpPr>
        <p:spPr>
          <a:xfrm>
            <a:off x="2514506" y="2075688"/>
            <a:ext cx="73152" cy="73152"/>
          </a:xfrm>
          <a:prstGeom prst="ellipse">
            <a:avLst/>
          </a:prstGeom>
          <a:solidFill>
            <a:srgbClr val="4A4A55"/>
          </a:solidFill>
          <a:ln w="6350">
            <a:solidFill>
              <a:srgbClr val="22222A"/>
            </a:solidFill>
            <a:prstDash val="solid"/>
          </a:ln>
        </p:spPr>
      </p:sp>
      <p:sp>
        <p:nvSpPr>
          <p:cNvPr id="105" name="Shape 103"/>
          <p:cNvSpPr/>
          <p:nvPr/>
        </p:nvSpPr>
        <p:spPr>
          <a:xfrm>
            <a:off x="2736236" y="2139696"/>
            <a:ext cx="73152" cy="73152"/>
          </a:xfrm>
          <a:prstGeom prst="ellipse">
            <a:avLst/>
          </a:prstGeom>
          <a:solidFill>
            <a:srgbClr val="4A4A55"/>
          </a:solidFill>
          <a:ln w="6350">
            <a:solidFill>
              <a:srgbClr val="22222A"/>
            </a:solidFill>
            <a:prstDash val="solid"/>
          </a:ln>
        </p:spPr>
      </p:sp>
      <p:sp>
        <p:nvSpPr>
          <p:cNvPr id="106" name="Shape 104"/>
          <p:cNvSpPr/>
          <p:nvPr/>
        </p:nvSpPr>
        <p:spPr>
          <a:xfrm>
            <a:off x="2514506" y="1563624"/>
            <a:ext cx="73152" cy="73152"/>
          </a:xfrm>
          <a:prstGeom prst="ellipse">
            <a:avLst/>
          </a:prstGeom>
          <a:solidFill>
            <a:srgbClr val="4A4A55"/>
          </a:solidFill>
          <a:ln w="6350">
            <a:solidFill>
              <a:srgbClr val="22222A"/>
            </a:solidFill>
            <a:prstDash val="solid"/>
          </a:ln>
        </p:spPr>
      </p:sp>
      <p:sp>
        <p:nvSpPr>
          <p:cNvPr id="107" name="Shape 105"/>
          <p:cNvSpPr/>
          <p:nvPr/>
        </p:nvSpPr>
        <p:spPr>
          <a:xfrm>
            <a:off x="2514506" y="1691640"/>
            <a:ext cx="73152" cy="73152"/>
          </a:xfrm>
          <a:prstGeom prst="ellipse">
            <a:avLst/>
          </a:prstGeom>
          <a:solidFill>
            <a:srgbClr val="4A4A55"/>
          </a:solidFill>
          <a:ln w="6350">
            <a:solidFill>
              <a:srgbClr val="22222A"/>
            </a:solidFill>
            <a:prstDash val="solid"/>
          </a:ln>
        </p:spPr>
      </p:sp>
      <p:sp>
        <p:nvSpPr>
          <p:cNvPr id="108" name="Shape 106"/>
          <p:cNvSpPr/>
          <p:nvPr/>
        </p:nvSpPr>
        <p:spPr>
          <a:xfrm>
            <a:off x="2736236" y="1755648"/>
            <a:ext cx="73152" cy="73152"/>
          </a:xfrm>
          <a:prstGeom prst="ellipse">
            <a:avLst/>
          </a:prstGeom>
          <a:solidFill>
            <a:srgbClr val="4A4A55"/>
          </a:solidFill>
          <a:ln w="6350">
            <a:solidFill>
              <a:srgbClr val="22222A"/>
            </a:solidFill>
            <a:prstDash val="solid"/>
          </a:ln>
        </p:spPr>
      </p:sp>
      <p:sp>
        <p:nvSpPr>
          <p:cNvPr id="109" name="Shape 107"/>
          <p:cNvSpPr/>
          <p:nvPr/>
        </p:nvSpPr>
        <p:spPr>
          <a:xfrm>
            <a:off x="2736236" y="1883664"/>
            <a:ext cx="73152" cy="73152"/>
          </a:xfrm>
          <a:prstGeom prst="ellipse">
            <a:avLst/>
          </a:prstGeom>
          <a:solidFill>
            <a:srgbClr val="4A4A55"/>
          </a:solidFill>
          <a:ln w="6350">
            <a:solidFill>
              <a:srgbClr val="22222A"/>
            </a:solidFill>
            <a:prstDash val="solid"/>
          </a:ln>
        </p:spPr>
      </p:sp>
      <p:sp>
        <p:nvSpPr>
          <p:cNvPr id="110" name="Shape 108"/>
          <p:cNvSpPr/>
          <p:nvPr/>
        </p:nvSpPr>
        <p:spPr>
          <a:xfrm>
            <a:off x="2957966" y="1947672"/>
            <a:ext cx="73152" cy="73152"/>
          </a:xfrm>
          <a:prstGeom prst="ellipse">
            <a:avLst/>
          </a:prstGeom>
          <a:solidFill>
            <a:srgbClr val="4A4A55"/>
          </a:solidFill>
          <a:ln w="6350">
            <a:solidFill>
              <a:srgbClr val="22222A"/>
            </a:solidFill>
            <a:prstDash val="solid"/>
          </a:ln>
        </p:spPr>
      </p:sp>
      <p:sp>
        <p:nvSpPr>
          <p:cNvPr id="111" name="Shape 109"/>
          <p:cNvSpPr/>
          <p:nvPr/>
        </p:nvSpPr>
        <p:spPr>
          <a:xfrm>
            <a:off x="2957966" y="2075688"/>
            <a:ext cx="73152" cy="73152"/>
          </a:xfrm>
          <a:prstGeom prst="ellipse">
            <a:avLst/>
          </a:prstGeom>
          <a:solidFill>
            <a:srgbClr val="4A4A55"/>
          </a:solidFill>
          <a:ln w="6350">
            <a:solidFill>
              <a:srgbClr val="22222A"/>
            </a:solidFill>
            <a:prstDash val="solid"/>
          </a:ln>
        </p:spPr>
      </p:sp>
      <p:sp>
        <p:nvSpPr>
          <p:cNvPr id="112" name="Shape 110"/>
          <p:cNvSpPr/>
          <p:nvPr/>
        </p:nvSpPr>
        <p:spPr>
          <a:xfrm>
            <a:off x="3179696" y="2139696"/>
            <a:ext cx="73152" cy="73152"/>
          </a:xfrm>
          <a:prstGeom prst="ellipse">
            <a:avLst/>
          </a:prstGeom>
          <a:solidFill>
            <a:srgbClr val="4A4A55"/>
          </a:solidFill>
          <a:ln w="6350">
            <a:solidFill>
              <a:srgbClr val="22222A"/>
            </a:solidFill>
            <a:prstDash val="solid"/>
          </a:ln>
        </p:spPr>
      </p:sp>
      <p:sp>
        <p:nvSpPr>
          <p:cNvPr id="113" name="Shape 111"/>
          <p:cNvSpPr/>
          <p:nvPr/>
        </p:nvSpPr>
        <p:spPr>
          <a:xfrm>
            <a:off x="2957966" y="1563624"/>
            <a:ext cx="73152" cy="73152"/>
          </a:xfrm>
          <a:prstGeom prst="ellipse">
            <a:avLst/>
          </a:prstGeom>
          <a:solidFill>
            <a:srgbClr val="4A4A55"/>
          </a:solidFill>
          <a:ln w="6350">
            <a:solidFill>
              <a:srgbClr val="22222A"/>
            </a:solidFill>
            <a:prstDash val="solid"/>
          </a:ln>
        </p:spPr>
      </p:sp>
      <p:sp>
        <p:nvSpPr>
          <p:cNvPr id="114" name="Shape 112"/>
          <p:cNvSpPr/>
          <p:nvPr/>
        </p:nvSpPr>
        <p:spPr>
          <a:xfrm>
            <a:off x="2957966" y="1691640"/>
            <a:ext cx="73152" cy="73152"/>
          </a:xfrm>
          <a:prstGeom prst="ellipse">
            <a:avLst/>
          </a:prstGeom>
          <a:solidFill>
            <a:srgbClr val="4A4A55"/>
          </a:solidFill>
          <a:ln w="6350">
            <a:solidFill>
              <a:srgbClr val="22222A"/>
            </a:solidFill>
            <a:prstDash val="solid"/>
          </a:ln>
        </p:spPr>
      </p:sp>
      <p:sp>
        <p:nvSpPr>
          <p:cNvPr id="115" name="Shape 113"/>
          <p:cNvSpPr/>
          <p:nvPr/>
        </p:nvSpPr>
        <p:spPr>
          <a:xfrm>
            <a:off x="3179696" y="1755648"/>
            <a:ext cx="73152" cy="73152"/>
          </a:xfrm>
          <a:prstGeom prst="ellipse">
            <a:avLst/>
          </a:prstGeom>
          <a:solidFill>
            <a:srgbClr val="4A4A55"/>
          </a:solidFill>
          <a:ln w="6350">
            <a:solidFill>
              <a:srgbClr val="22222A"/>
            </a:solidFill>
            <a:prstDash val="solid"/>
          </a:ln>
        </p:spPr>
      </p:sp>
      <p:sp>
        <p:nvSpPr>
          <p:cNvPr id="116" name="Shape 114"/>
          <p:cNvSpPr/>
          <p:nvPr/>
        </p:nvSpPr>
        <p:spPr>
          <a:xfrm>
            <a:off x="3179696" y="1883664"/>
            <a:ext cx="73152" cy="73152"/>
          </a:xfrm>
          <a:prstGeom prst="ellipse">
            <a:avLst/>
          </a:prstGeom>
          <a:solidFill>
            <a:srgbClr val="4A4A55"/>
          </a:solidFill>
          <a:ln w="6350">
            <a:solidFill>
              <a:srgbClr val="22222A"/>
            </a:solidFill>
            <a:prstDash val="solid"/>
          </a:ln>
        </p:spPr>
      </p:sp>
      <p:sp>
        <p:nvSpPr>
          <p:cNvPr id="117" name="Shape 115"/>
          <p:cNvSpPr/>
          <p:nvPr/>
        </p:nvSpPr>
        <p:spPr>
          <a:xfrm>
            <a:off x="3401427" y="1947672"/>
            <a:ext cx="73152" cy="73152"/>
          </a:xfrm>
          <a:prstGeom prst="ellipse">
            <a:avLst/>
          </a:prstGeom>
          <a:solidFill>
            <a:srgbClr val="4A4A55"/>
          </a:solidFill>
          <a:ln w="6350">
            <a:solidFill>
              <a:srgbClr val="22222A"/>
            </a:solidFill>
            <a:prstDash val="solid"/>
          </a:ln>
        </p:spPr>
      </p:sp>
      <p:sp>
        <p:nvSpPr>
          <p:cNvPr id="118" name="Shape 116"/>
          <p:cNvSpPr/>
          <p:nvPr/>
        </p:nvSpPr>
        <p:spPr>
          <a:xfrm>
            <a:off x="3401427" y="2075688"/>
            <a:ext cx="73152" cy="73152"/>
          </a:xfrm>
          <a:prstGeom prst="ellipse">
            <a:avLst/>
          </a:prstGeom>
          <a:solidFill>
            <a:srgbClr val="4A4A55"/>
          </a:solidFill>
          <a:ln w="6350">
            <a:solidFill>
              <a:srgbClr val="22222A"/>
            </a:solidFill>
            <a:prstDash val="solid"/>
          </a:ln>
        </p:spPr>
      </p:sp>
      <p:sp>
        <p:nvSpPr>
          <p:cNvPr id="119" name="Shape 117"/>
          <p:cNvSpPr/>
          <p:nvPr/>
        </p:nvSpPr>
        <p:spPr>
          <a:xfrm>
            <a:off x="3623157" y="2139696"/>
            <a:ext cx="73152" cy="73152"/>
          </a:xfrm>
          <a:prstGeom prst="ellipse">
            <a:avLst/>
          </a:prstGeom>
          <a:solidFill>
            <a:srgbClr val="4A4A55"/>
          </a:solidFill>
          <a:ln w="6350">
            <a:solidFill>
              <a:srgbClr val="22222A"/>
            </a:solidFill>
            <a:prstDash val="solid"/>
          </a:ln>
        </p:spPr>
      </p:sp>
      <p:sp>
        <p:nvSpPr>
          <p:cNvPr id="120" name="Shape 118"/>
          <p:cNvSpPr/>
          <p:nvPr/>
        </p:nvSpPr>
        <p:spPr>
          <a:xfrm>
            <a:off x="3401427" y="1563624"/>
            <a:ext cx="73152" cy="73152"/>
          </a:xfrm>
          <a:prstGeom prst="ellipse">
            <a:avLst/>
          </a:prstGeom>
          <a:solidFill>
            <a:srgbClr val="4A4A55"/>
          </a:solidFill>
          <a:ln w="6350">
            <a:solidFill>
              <a:srgbClr val="22222A"/>
            </a:solidFill>
            <a:prstDash val="solid"/>
          </a:ln>
        </p:spPr>
      </p:sp>
      <p:sp>
        <p:nvSpPr>
          <p:cNvPr id="121" name="Shape 119"/>
          <p:cNvSpPr/>
          <p:nvPr/>
        </p:nvSpPr>
        <p:spPr>
          <a:xfrm>
            <a:off x="3401427" y="1691640"/>
            <a:ext cx="73152" cy="73152"/>
          </a:xfrm>
          <a:prstGeom prst="ellipse">
            <a:avLst/>
          </a:prstGeom>
          <a:solidFill>
            <a:srgbClr val="4A4A55"/>
          </a:solidFill>
          <a:ln w="6350">
            <a:solidFill>
              <a:srgbClr val="22222A"/>
            </a:solidFill>
            <a:prstDash val="solid"/>
          </a:ln>
        </p:spPr>
      </p:sp>
      <p:sp>
        <p:nvSpPr>
          <p:cNvPr id="122" name="Shape 120"/>
          <p:cNvSpPr/>
          <p:nvPr/>
        </p:nvSpPr>
        <p:spPr>
          <a:xfrm>
            <a:off x="3623157" y="1755648"/>
            <a:ext cx="73152" cy="73152"/>
          </a:xfrm>
          <a:prstGeom prst="ellipse">
            <a:avLst/>
          </a:prstGeom>
          <a:solidFill>
            <a:srgbClr val="4A4A55"/>
          </a:solidFill>
          <a:ln w="6350">
            <a:solidFill>
              <a:srgbClr val="22222A"/>
            </a:solidFill>
            <a:prstDash val="solid"/>
          </a:ln>
        </p:spPr>
      </p:sp>
      <p:sp>
        <p:nvSpPr>
          <p:cNvPr id="123" name="Shape 121"/>
          <p:cNvSpPr/>
          <p:nvPr/>
        </p:nvSpPr>
        <p:spPr>
          <a:xfrm>
            <a:off x="3623157" y="1883664"/>
            <a:ext cx="73152" cy="73152"/>
          </a:xfrm>
          <a:prstGeom prst="ellipse">
            <a:avLst/>
          </a:prstGeom>
          <a:solidFill>
            <a:srgbClr val="4A4A55"/>
          </a:solidFill>
          <a:ln w="6350">
            <a:solidFill>
              <a:srgbClr val="22222A"/>
            </a:solidFill>
            <a:prstDash val="solid"/>
          </a:ln>
        </p:spPr>
      </p:sp>
      <p:sp>
        <p:nvSpPr>
          <p:cNvPr id="124" name="Shape 122"/>
          <p:cNvSpPr/>
          <p:nvPr/>
        </p:nvSpPr>
        <p:spPr>
          <a:xfrm>
            <a:off x="3844887" y="1947672"/>
            <a:ext cx="73152" cy="73152"/>
          </a:xfrm>
          <a:prstGeom prst="ellipse">
            <a:avLst/>
          </a:prstGeom>
          <a:solidFill>
            <a:srgbClr val="4A4A55"/>
          </a:solidFill>
          <a:ln w="6350">
            <a:solidFill>
              <a:srgbClr val="22222A"/>
            </a:solidFill>
            <a:prstDash val="solid"/>
          </a:ln>
        </p:spPr>
      </p:sp>
      <p:sp>
        <p:nvSpPr>
          <p:cNvPr id="125" name="Shape 123"/>
          <p:cNvSpPr/>
          <p:nvPr/>
        </p:nvSpPr>
        <p:spPr>
          <a:xfrm>
            <a:off x="3844887" y="2075688"/>
            <a:ext cx="73152" cy="73152"/>
          </a:xfrm>
          <a:prstGeom prst="ellipse">
            <a:avLst/>
          </a:prstGeom>
          <a:solidFill>
            <a:srgbClr val="4A4A55"/>
          </a:solidFill>
          <a:ln w="6350">
            <a:solidFill>
              <a:srgbClr val="22222A"/>
            </a:solidFill>
            <a:prstDash val="solid"/>
          </a:ln>
        </p:spPr>
      </p:sp>
      <p:sp>
        <p:nvSpPr>
          <p:cNvPr id="126" name="Shape 124"/>
          <p:cNvSpPr/>
          <p:nvPr/>
        </p:nvSpPr>
        <p:spPr>
          <a:xfrm>
            <a:off x="3844887" y="1563624"/>
            <a:ext cx="73152" cy="73152"/>
          </a:xfrm>
          <a:prstGeom prst="ellipse">
            <a:avLst/>
          </a:prstGeom>
          <a:solidFill>
            <a:srgbClr val="4A4A55"/>
          </a:solidFill>
          <a:ln w="6350">
            <a:solidFill>
              <a:srgbClr val="22222A"/>
            </a:solidFill>
            <a:prstDash val="solid"/>
          </a:ln>
        </p:spPr>
      </p:sp>
      <p:sp>
        <p:nvSpPr>
          <p:cNvPr id="127" name="Shape 125"/>
          <p:cNvSpPr/>
          <p:nvPr/>
        </p:nvSpPr>
        <p:spPr>
          <a:xfrm>
            <a:off x="3844887" y="1691640"/>
            <a:ext cx="73152" cy="73152"/>
          </a:xfrm>
          <a:prstGeom prst="ellipse">
            <a:avLst/>
          </a:prstGeom>
          <a:solidFill>
            <a:srgbClr val="4A4A55"/>
          </a:solidFill>
          <a:ln w="6350">
            <a:solidFill>
              <a:srgbClr val="22222A"/>
            </a:solidFill>
            <a:prstDash val="solid"/>
          </a:ln>
        </p:spPr>
      </p:sp>
      <p:sp>
        <p:nvSpPr>
          <p:cNvPr id="128" name="Shape 126"/>
          <p:cNvSpPr/>
          <p:nvPr/>
        </p:nvSpPr>
        <p:spPr>
          <a:xfrm>
            <a:off x="996696" y="2990088"/>
            <a:ext cx="91" cy="128016"/>
          </a:xfrm>
          <a:prstGeom prst="line">
            <a:avLst/>
          </a:prstGeom>
          <a:noFill/>
          <a:ln w="19050">
            <a:solidFill>
              <a:srgbClr val="4A4A55"/>
            </a:solidFill>
            <a:prstDash val="solid"/>
          </a:ln>
        </p:spPr>
      </p:sp>
      <p:sp>
        <p:nvSpPr>
          <p:cNvPr id="129" name="Shape 127"/>
          <p:cNvSpPr/>
          <p:nvPr/>
        </p:nvSpPr>
        <p:spPr>
          <a:xfrm flipV="1">
            <a:off x="996696" y="2926080"/>
            <a:ext cx="221730" cy="64008"/>
          </a:xfrm>
          <a:prstGeom prst="line">
            <a:avLst/>
          </a:prstGeom>
          <a:noFill/>
          <a:ln w="19050">
            <a:solidFill>
              <a:srgbClr val="4A4A55"/>
            </a:solidFill>
            <a:prstDash val="solid"/>
          </a:ln>
        </p:spPr>
      </p:sp>
      <p:sp>
        <p:nvSpPr>
          <p:cNvPr id="130" name="Shape 128"/>
          <p:cNvSpPr/>
          <p:nvPr/>
        </p:nvSpPr>
        <p:spPr>
          <a:xfrm>
            <a:off x="996696" y="3118104"/>
            <a:ext cx="221730" cy="64008"/>
          </a:xfrm>
          <a:prstGeom prst="line">
            <a:avLst/>
          </a:prstGeom>
          <a:noFill/>
          <a:ln w="19050">
            <a:solidFill>
              <a:srgbClr val="4A4A55"/>
            </a:solidFill>
            <a:prstDash val="solid"/>
          </a:ln>
        </p:spPr>
      </p:sp>
      <p:sp>
        <p:nvSpPr>
          <p:cNvPr id="131" name="Shape 129"/>
          <p:cNvSpPr/>
          <p:nvPr/>
        </p:nvSpPr>
        <p:spPr>
          <a:xfrm flipV="1">
            <a:off x="1218426" y="3118104"/>
            <a:ext cx="221730" cy="64008"/>
          </a:xfrm>
          <a:prstGeom prst="line">
            <a:avLst/>
          </a:prstGeom>
          <a:noFill/>
          <a:ln w="19050">
            <a:solidFill>
              <a:srgbClr val="4A4A55"/>
            </a:solidFill>
            <a:prstDash val="solid"/>
          </a:ln>
        </p:spPr>
      </p:sp>
      <p:sp>
        <p:nvSpPr>
          <p:cNvPr id="132" name="Shape 130"/>
          <p:cNvSpPr/>
          <p:nvPr/>
        </p:nvSpPr>
        <p:spPr>
          <a:xfrm>
            <a:off x="996696" y="2606040"/>
            <a:ext cx="91" cy="128016"/>
          </a:xfrm>
          <a:prstGeom prst="line">
            <a:avLst/>
          </a:prstGeom>
          <a:noFill/>
          <a:ln w="19050">
            <a:solidFill>
              <a:srgbClr val="4A4A55"/>
            </a:solidFill>
            <a:prstDash val="solid"/>
          </a:ln>
        </p:spPr>
      </p:sp>
      <p:sp>
        <p:nvSpPr>
          <p:cNvPr id="133" name="Shape 131"/>
          <p:cNvSpPr/>
          <p:nvPr/>
        </p:nvSpPr>
        <p:spPr>
          <a:xfrm>
            <a:off x="996696" y="2734056"/>
            <a:ext cx="221730" cy="64008"/>
          </a:xfrm>
          <a:prstGeom prst="line">
            <a:avLst/>
          </a:prstGeom>
          <a:noFill/>
          <a:ln w="19050">
            <a:solidFill>
              <a:srgbClr val="4A4A55"/>
            </a:solidFill>
            <a:prstDash val="solid"/>
          </a:ln>
        </p:spPr>
      </p:sp>
      <p:sp>
        <p:nvSpPr>
          <p:cNvPr id="134" name="Shape 132"/>
          <p:cNvSpPr/>
          <p:nvPr/>
        </p:nvSpPr>
        <p:spPr>
          <a:xfrm>
            <a:off x="1218426" y="2798064"/>
            <a:ext cx="91" cy="128016"/>
          </a:xfrm>
          <a:prstGeom prst="line">
            <a:avLst/>
          </a:prstGeom>
          <a:noFill/>
          <a:ln w="19050">
            <a:solidFill>
              <a:srgbClr val="4A4A55"/>
            </a:solidFill>
            <a:prstDash val="solid"/>
          </a:ln>
        </p:spPr>
      </p:sp>
      <p:sp>
        <p:nvSpPr>
          <p:cNvPr id="135" name="Shape 133"/>
          <p:cNvSpPr/>
          <p:nvPr/>
        </p:nvSpPr>
        <p:spPr>
          <a:xfrm flipV="1">
            <a:off x="1218426" y="2734056"/>
            <a:ext cx="221730" cy="64008"/>
          </a:xfrm>
          <a:prstGeom prst="line">
            <a:avLst/>
          </a:prstGeom>
          <a:noFill/>
          <a:ln w="19050">
            <a:solidFill>
              <a:srgbClr val="4A4A55"/>
            </a:solidFill>
            <a:prstDash val="solid"/>
          </a:ln>
        </p:spPr>
      </p:sp>
      <p:sp>
        <p:nvSpPr>
          <p:cNvPr id="136" name="Shape 134"/>
          <p:cNvSpPr/>
          <p:nvPr/>
        </p:nvSpPr>
        <p:spPr>
          <a:xfrm>
            <a:off x="1218426" y="2926080"/>
            <a:ext cx="221730" cy="64008"/>
          </a:xfrm>
          <a:prstGeom prst="line">
            <a:avLst/>
          </a:prstGeom>
          <a:noFill/>
          <a:ln w="19050">
            <a:solidFill>
              <a:srgbClr val="4A4A55"/>
            </a:solidFill>
            <a:prstDash val="solid"/>
          </a:ln>
        </p:spPr>
      </p:sp>
      <p:sp>
        <p:nvSpPr>
          <p:cNvPr id="137" name="Shape 135"/>
          <p:cNvSpPr/>
          <p:nvPr/>
        </p:nvSpPr>
        <p:spPr>
          <a:xfrm>
            <a:off x="1440156" y="2990088"/>
            <a:ext cx="91" cy="128016"/>
          </a:xfrm>
          <a:prstGeom prst="line">
            <a:avLst/>
          </a:prstGeom>
          <a:noFill/>
          <a:ln w="19050">
            <a:solidFill>
              <a:srgbClr val="4A4A55"/>
            </a:solidFill>
            <a:prstDash val="solid"/>
          </a:ln>
        </p:spPr>
      </p:sp>
      <p:sp>
        <p:nvSpPr>
          <p:cNvPr id="138" name="Shape 136"/>
          <p:cNvSpPr/>
          <p:nvPr/>
        </p:nvSpPr>
        <p:spPr>
          <a:xfrm flipV="1">
            <a:off x="1440156" y="2926080"/>
            <a:ext cx="221730" cy="64008"/>
          </a:xfrm>
          <a:prstGeom prst="line">
            <a:avLst/>
          </a:prstGeom>
          <a:noFill/>
          <a:ln w="19050">
            <a:solidFill>
              <a:srgbClr val="4A4A55"/>
            </a:solidFill>
            <a:prstDash val="solid"/>
          </a:ln>
        </p:spPr>
      </p:sp>
      <p:sp>
        <p:nvSpPr>
          <p:cNvPr id="139" name="Shape 137"/>
          <p:cNvSpPr/>
          <p:nvPr/>
        </p:nvSpPr>
        <p:spPr>
          <a:xfrm>
            <a:off x="1440156" y="3118104"/>
            <a:ext cx="221730" cy="64008"/>
          </a:xfrm>
          <a:prstGeom prst="line">
            <a:avLst/>
          </a:prstGeom>
          <a:noFill/>
          <a:ln w="19050">
            <a:solidFill>
              <a:srgbClr val="4A4A55"/>
            </a:solidFill>
            <a:prstDash val="solid"/>
          </a:ln>
        </p:spPr>
      </p:sp>
      <p:sp>
        <p:nvSpPr>
          <p:cNvPr id="140" name="Shape 138"/>
          <p:cNvSpPr/>
          <p:nvPr/>
        </p:nvSpPr>
        <p:spPr>
          <a:xfrm flipV="1">
            <a:off x="1661887" y="3118104"/>
            <a:ext cx="221730" cy="64008"/>
          </a:xfrm>
          <a:prstGeom prst="line">
            <a:avLst/>
          </a:prstGeom>
          <a:noFill/>
          <a:ln w="19050">
            <a:solidFill>
              <a:srgbClr val="4A4A55"/>
            </a:solidFill>
            <a:prstDash val="solid"/>
          </a:ln>
        </p:spPr>
      </p:sp>
      <p:sp>
        <p:nvSpPr>
          <p:cNvPr id="141" name="Shape 139"/>
          <p:cNvSpPr/>
          <p:nvPr/>
        </p:nvSpPr>
        <p:spPr>
          <a:xfrm>
            <a:off x="1440156" y="2606040"/>
            <a:ext cx="91" cy="128016"/>
          </a:xfrm>
          <a:prstGeom prst="line">
            <a:avLst/>
          </a:prstGeom>
          <a:noFill/>
          <a:ln w="19050">
            <a:solidFill>
              <a:srgbClr val="4A4A55"/>
            </a:solidFill>
            <a:prstDash val="solid"/>
          </a:ln>
        </p:spPr>
      </p:sp>
      <p:sp>
        <p:nvSpPr>
          <p:cNvPr id="142" name="Shape 140"/>
          <p:cNvSpPr/>
          <p:nvPr/>
        </p:nvSpPr>
        <p:spPr>
          <a:xfrm>
            <a:off x="1440156" y="2734056"/>
            <a:ext cx="221730" cy="64008"/>
          </a:xfrm>
          <a:prstGeom prst="line">
            <a:avLst/>
          </a:prstGeom>
          <a:noFill/>
          <a:ln w="19050">
            <a:solidFill>
              <a:srgbClr val="4A4A55"/>
            </a:solidFill>
            <a:prstDash val="solid"/>
          </a:ln>
        </p:spPr>
      </p:sp>
      <p:sp>
        <p:nvSpPr>
          <p:cNvPr id="143" name="Shape 141"/>
          <p:cNvSpPr/>
          <p:nvPr/>
        </p:nvSpPr>
        <p:spPr>
          <a:xfrm>
            <a:off x="1661887" y="2798064"/>
            <a:ext cx="91" cy="128016"/>
          </a:xfrm>
          <a:prstGeom prst="line">
            <a:avLst/>
          </a:prstGeom>
          <a:noFill/>
          <a:ln w="19050">
            <a:solidFill>
              <a:srgbClr val="4A4A55"/>
            </a:solidFill>
            <a:prstDash val="solid"/>
          </a:ln>
        </p:spPr>
      </p:sp>
      <p:sp>
        <p:nvSpPr>
          <p:cNvPr id="144" name="Shape 142"/>
          <p:cNvSpPr/>
          <p:nvPr/>
        </p:nvSpPr>
        <p:spPr>
          <a:xfrm flipV="1">
            <a:off x="1661887" y="2734056"/>
            <a:ext cx="221730" cy="64008"/>
          </a:xfrm>
          <a:prstGeom prst="line">
            <a:avLst/>
          </a:prstGeom>
          <a:noFill/>
          <a:ln w="19050">
            <a:solidFill>
              <a:srgbClr val="4A4A55"/>
            </a:solidFill>
            <a:prstDash val="solid"/>
          </a:ln>
        </p:spPr>
      </p:sp>
      <p:sp>
        <p:nvSpPr>
          <p:cNvPr id="145" name="Shape 143"/>
          <p:cNvSpPr/>
          <p:nvPr/>
        </p:nvSpPr>
        <p:spPr>
          <a:xfrm>
            <a:off x="1661887" y="2926080"/>
            <a:ext cx="221730" cy="64008"/>
          </a:xfrm>
          <a:prstGeom prst="line">
            <a:avLst/>
          </a:prstGeom>
          <a:noFill/>
          <a:ln w="19050">
            <a:solidFill>
              <a:srgbClr val="4A4A55"/>
            </a:solidFill>
            <a:prstDash val="solid"/>
          </a:ln>
        </p:spPr>
      </p:sp>
      <p:sp>
        <p:nvSpPr>
          <p:cNvPr id="146" name="Shape 144"/>
          <p:cNvSpPr/>
          <p:nvPr/>
        </p:nvSpPr>
        <p:spPr>
          <a:xfrm>
            <a:off x="1883617" y="2990088"/>
            <a:ext cx="91" cy="128016"/>
          </a:xfrm>
          <a:prstGeom prst="line">
            <a:avLst/>
          </a:prstGeom>
          <a:noFill/>
          <a:ln w="19050">
            <a:solidFill>
              <a:srgbClr val="4A4A55"/>
            </a:solidFill>
            <a:prstDash val="solid"/>
          </a:ln>
        </p:spPr>
      </p:sp>
      <p:sp>
        <p:nvSpPr>
          <p:cNvPr id="147" name="Shape 145"/>
          <p:cNvSpPr/>
          <p:nvPr/>
        </p:nvSpPr>
        <p:spPr>
          <a:xfrm flipV="1">
            <a:off x="1883617" y="2926080"/>
            <a:ext cx="221730" cy="64008"/>
          </a:xfrm>
          <a:prstGeom prst="line">
            <a:avLst/>
          </a:prstGeom>
          <a:noFill/>
          <a:ln w="19050">
            <a:solidFill>
              <a:srgbClr val="4A4A55"/>
            </a:solidFill>
            <a:prstDash val="solid"/>
          </a:ln>
        </p:spPr>
      </p:sp>
      <p:sp>
        <p:nvSpPr>
          <p:cNvPr id="148" name="Shape 146"/>
          <p:cNvSpPr/>
          <p:nvPr/>
        </p:nvSpPr>
        <p:spPr>
          <a:xfrm>
            <a:off x="1883617" y="3118104"/>
            <a:ext cx="221730" cy="64008"/>
          </a:xfrm>
          <a:prstGeom prst="line">
            <a:avLst/>
          </a:prstGeom>
          <a:noFill/>
          <a:ln w="19050">
            <a:solidFill>
              <a:srgbClr val="4A4A55"/>
            </a:solidFill>
            <a:prstDash val="solid"/>
          </a:ln>
        </p:spPr>
      </p:sp>
      <p:sp>
        <p:nvSpPr>
          <p:cNvPr id="149" name="Shape 147"/>
          <p:cNvSpPr/>
          <p:nvPr/>
        </p:nvSpPr>
        <p:spPr>
          <a:xfrm flipV="1">
            <a:off x="2105347" y="3118104"/>
            <a:ext cx="221730" cy="64008"/>
          </a:xfrm>
          <a:prstGeom prst="line">
            <a:avLst/>
          </a:prstGeom>
          <a:noFill/>
          <a:ln w="19050">
            <a:solidFill>
              <a:srgbClr val="4A4A55"/>
            </a:solidFill>
            <a:prstDash val="solid"/>
          </a:ln>
        </p:spPr>
      </p:sp>
      <p:sp>
        <p:nvSpPr>
          <p:cNvPr id="150" name="Shape 148"/>
          <p:cNvSpPr/>
          <p:nvPr/>
        </p:nvSpPr>
        <p:spPr>
          <a:xfrm>
            <a:off x="1883617" y="2606040"/>
            <a:ext cx="91" cy="128016"/>
          </a:xfrm>
          <a:prstGeom prst="line">
            <a:avLst/>
          </a:prstGeom>
          <a:noFill/>
          <a:ln w="19050">
            <a:solidFill>
              <a:srgbClr val="4A4A55"/>
            </a:solidFill>
            <a:prstDash val="solid"/>
          </a:ln>
        </p:spPr>
      </p:sp>
      <p:sp>
        <p:nvSpPr>
          <p:cNvPr id="151" name="Shape 149"/>
          <p:cNvSpPr/>
          <p:nvPr/>
        </p:nvSpPr>
        <p:spPr>
          <a:xfrm>
            <a:off x="1883617" y="2734056"/>
            <a:ext cx="221730" cy="64008"/>
          </a:xfrm>
          <a:prstGeom prst="line">
            <a:avLst/>
          </a:prstGeom>
          <a:noFill/>
          <a:ln w="19050">
            <a:solidFill>
              <a:srgbClr val="4A4A55"/>
            </a:solidFill>
            <a:prstDash val="solid"/>
          </a:ln>
        </p:spPr>
      </p:sp>
      <p:sp>
        <p:nvSpPr>
          <p:cNvPr id="152" name="Shape 150"/>
          <p:cNvSpPr/>
          <p:nvPr/>
        </p:nvSpPr>
        <p:spPr>
          <a:xfrm>
            <a:off x="2105347" y="2798064"/>
            <a:ext cx="91" cy="128016"/>
          </a:xfrm>
          <a:prstGeom prst="line">
            <a:avLst/>
          </a:prstGeom>
          <a:noFill/>
          <a:ln w="19050">
            <a:solidFill>
              <a:srgbClr val="4A4A55"/>
            </a:solidFill>
            <a:prstDash val="solid"/>
          </a:ln>
        </p:spPr>
      </p:sp>
      <p:sp>
        <p:nvSpPr>
          <p:cNvPr id="153" name="Shape 151"/>
          <p:cNvSpPr/>
          <p:nvPr/>
        </p:nvSpPr>
        <p:spPr>
          <a:xfrm flipV="1">
            <a:off x="2105347" y="2734056"/>
            <a:ext cx="221730" cy="64008"/>
          </a:xfrm>
          <a:prstGeom prst="line">
            <a:avLst/>
          </a:prstGeom>
          <a:noFill/>
          <a:ln w="19050">
            <a:solidFill>
              <a:srgbClr val="4A4A55"/>
            </a:solidFill>
            <a:prstDash val="solid"/>
          </a:ln>
        </p:spPr>
      </p:sp>
      <p:sp>
        <p:nvSpPr>
          <p:cNvPr id="154" name="Shape 152"/>
          <p:cNvSpPr/>
          <p:nvPr/>
        </p:nvSpPr>
        <p:spPr>
          <a:xfrm>
            <a:off x="2105347" y="2926080"/>
            <a:ext cx="221730" cy="64008"/>
          </a:xfrm>
          <a:prstGeom prst="line">
            <a:avLst/>
          </a:prstGeom>
          <a:noFill/>
          <a:ln w="19050">
            <a:solidFill>
              <a:srgbClr val="4A4A55"/>
            </a:solidFill>
            <a:prstDash val="solid"/>
          </a:ln>
        </p:spPr>
      </p:sp>
      <p:sp>
        <p:nvSpPr>
          <p:cNvPr id="155" name="Shape 153"/>
          <p:cNvSpPr/>
          <p:nvPr/>
        </p:nvSpPr>
        <p:spPr>
          <a:xfrm>
            <a:off x="2327077" y="2990088"/>
            <a:ext cx="91" cy="128016"/>
          </a:xfrm>
          <a:prstGeom prst="line">
            <a:avLst/>
          </a:prstGeom>
          <a:noFill/>
          <a:ln w="19050">
            <a:solidFill>
              <a:srgbClr val="4A4A55"/>
            </a:solidFill>
            <a:prstDash val="solid"/>
          </a:ln>
        </p:spPr>
      </p:sp>
      <p:sp>
        <p:nvSpPr>
          <p:cNvPr id="156" name="Shape 154"/>
          <p:cNvSpPr/>
          <p:nvPr/>
        </p:nvSpPr>
        <p:spPr>
          <a:xfrm flipV="1">
            <a:off x="2327077" y="2926080"/>
            <a:ext cx="221730" cy="64008"/>
          </a:xfrm>
          <a:prstGeom prst="line">
            <a:avLst/>
          </a:prstGeom>
          <a:noFill/>
          <a:ln w="19050">
            <a:solidFill>
              <a:srgbClr val="4A4A55"/>
            </a:solidFill>
            <a:prstDash val="solid"/>
          </a:ln>
        </p:spPr>
      </p:sp>
      <p:sp>
        <p:nvSpPr>
          <p:cNvPr id="157" name="Shape 155"/>
          <p:cNvSpPr/>
          <p:nvPr/>
        </p:nvSpPr>
        <p:spPr>
          <a:xfrm>
            <a:off x="2327077" y="3118104"/>
            <a:ext cx="221730" cy="64008"/>
          </a:xfrm>
          <a:prstGeom prst="line">
            <a:avLst/>
          </a:prstGeom>
          <a:noFill/>
          <a:ln w="19050">
            <a:solidFill>
              <a:srgbClr val="4A4A55"/>
            </a:solidFill>
            <a:prstDash val="solid"/>
          </a:ln>
        </p:spPr>
      </p:sp>
      <p:sp>
        <p:nvSpPr>
          <p:cNvPr id="158" name="Shape 156"/>
          <p:cNvSpPr/>
          <p:nvPr/>
        </p:nvSpPr>
        <p:spPr>
          <a:xfrm flipV="1">
            <a:off x="2548808" y="3118104"/>
            <a:ext cx="221730" cy="64008"/>
          </a:xfrm>
          <a:prstGeom prst="line">
            <a:avLst/>
          </a:prstGeom>
          <a:noFill/>
          <a:ln w="19050">
            <a:solidFill>
              <a:srgbClr val="4A4A55"/>
            </a:solidFill>
            <a:prstDash val="solid"/>
          </a:ln>
        </p:spPr>
      </p:sp>
      <p:sp>
        <p:nvSpPr>
          <p:cNvPr id="159" name="Shape 157"/>
          <p:cNvSpPr/>
          <p:nvPr/>
        </p:nvSpPr>
        <p:spPr>
          <a:xfrm>
            <a:off x="2327077" y="2606040"/>
            <a:ext cx="91" cy="128016"/>
          </a:xfrm>
          <a:prstGeom prst="line">
            <a:avLst/>
          </a:prstGeom>
          <a:noFill/>
          <a:ln w="19050">
            <a:solidFill>
              <a:srgbClr val="4A4A55"/>
            </a:solidFill>
            <a:prstDash val="solid"/>
          </a:ln>
        </p:spPr>
      </p:sp>
      <p:sp>
        <p:nvSpPr>
          <p:cNvPr id="160" name="Shape 158"/>
          <p:cNvSpPr/>
          <p:nvPr/>
        </p:nvSpPr>
        <p:spPr>
          <a:xfrm>
            <a:off x="2327077" y="2734056"/>
            <a:ext cx="221730" cy="64008"/>
          </a:xfrm>
          <a:prstGeom prst="line">
            <a:avLst/>
          </a:prstGeom>
          <a:noFill/>
          <a:ln w="19050">
            <a:solidFill>
              <a:srgbClr val="4A4A55"/>
            </a:solidFill>
            <a:prstDash val="solid"/>
          </a:ln>
        </p:spPr>
      </p:sp>
      <p:sp>
        <p:nvSpPr>
          <p:cNvPr id="161" name="Shape 159"/>
          <p:cNvSpPr/>
          <p:nvPr/>
        </p:nvSpPr>
        <p:spPr>
          <a:xfrm>
            <a:off x="2548808" y="2798064"/>
            <a:ext cx="91" cy="128016"/>
          </a:xfrm>
          <a:prstGeom prst="line">
            <a:avLst/>
          </a:prstGeom>
          <a:noFill/>
          <a:ln w="19050">
            <a:solidFill>
              <a:srgbClr val="4A4A55"/>
            </a:solidFill>
            <a:prstDash val="solid"/>
          </a:ln>
        </p:spPr>
      </p:sp>
      <p:sp>
        <p:nvSpPr>
          <p:cNvPr id="162" name="Shape 160"/>
          <p:cNvSpPr/>
          <p:nvPr/>
        </p:nvSpPr>
        <p:spPr>
          <a:xfrm flipV="1">
            <a:off x="2548808" y="2734056"/>
            <a:ext cx="221730" cy="64008"/>
          </a:xfrm>
          <a:prstGeom prst="line">
            <a:avLst/>
          </a:prstGeom>
          <a:noFill/>
          <a:ln w="19050">
            <a:solidFill>
              <a:srgbClr val="4A4A55"/>
            </a:solidFill>
            <a:prstDash val="solid"/>
          </a:ln>
        </p:spPr>
      </p:sp>
      <p:sp>
        <p:nvSpPr>
          <p:cNvPr id="163" name="Shape 161"/>
          <p:cNvSpPr/>
          <p:nvPr/>
        </p:nvSpPr>
        <p:spPr>
          <a:xfrm>
            <a:off x="2548808" y="2926080"/>
            <a:ext cx="221730" cy="64008"/>
          </a:xfrm>
          <a:prstGeom prst="line">
            <a:avLst/>
          </a:prstGeom>
          <a:noFill/>
          <a:ln w="19050">
            <a:solidFill>
              <a:srgbClr val="4A4A55"/>
            </a:solidFill>
            <a:prstDash val="solid"/>
          </a:ln>
        </p:spPr>
      </p:sp>
      <p:sp>
        <p:nvSpPr>
          <p:cNvPr id="164" name="Shape 162"/>
          <p:cNvSpPr/>
          <p:nvPr/>
        </p:nvSpPr>
        <p:spPr>
          <a:xfrm>
            <a:off x="2770538" y="2990088"/>
            <a:ext cx="91" cy="128016"/>
          </a:xfrm>
          <a:prstGeom prst="line">
            <a:avLst/>
          </a:prstGeom>
          <a:noFill/>
          <a:ln w="19050">
            <a:solidFill>
              <a:srgbClr val="4A4A55"/>
            </a:solidFill>
            <a:prstDash val="solid"/>
          </a:ln>
        </p:spPr>
      </p:sp>
      <p:sp>
        <p:nvSpPr>
          <p:cNvPr id="165" name="Shape 163"/>
          <p:cNvSpPr/>
          <p:nvPr/>
        </p:nvSpPr>
        <p:spPr>
          <a:xfrm flipV="1">
            <a:off x="2770538" y="2926080"/>
            <a:ext cx="221730" cy="64008"/>
          </a:xfrm>
          <a:prstGeom prst="line">
            <a:avLst/>
          </a:prstGeom>
          <a:noFill/>
          <a:ln w="19050">
            <a:solidFill>
              <a:srgbClr val="4A4A55"/>
            </a:solidFill>
            <a:prstDash val="solid"/>
          </a:ln>
        </p:spPr>
      </p:sp>
      <p:sp>
        <p:nvSpPr>
          <p:cNvPr id="166" name="Shape 164"/>
          <p:cNvSpPr/>
          <p:nvPr/>
        </p:nvSpPr>
        <p:spPr>
          <a:xfrm>
            <a:off x="2770538" y="3118104"/>
            <a:ext cx="221730" cy="64008"/>
          </a:xfrm>
          <a:prstGeom prst="line">
            <a:avLst/>
          </a:prstGeom>
          <a:noFill/>
          <a:ln w="19050">
            <a:solidFill>
              <a:srgbClr val="4A4A55"/>
            </a:solidFill>
            <a:prstDash val="solid"/>
          </a:ln>
        </p:spPr>
      </p:sp>
      <p:sp>
        <p:nvSpPr>
          <p:cNvPr id="167" name="Shape 165"/>
          <p:cNvSpPr/>
          <p:nvPr/>
        </p:nvSpPr>
        <p:spPr>
          <a:xfrm flipV="1">
            <a:off x="2992268" y="3118104"/>
            <a:ext cx="221730" cy="64008"/>
          </a:xfrm>
          <a:prstGeom prst="line">
            <a:avLst/>
          </a:prstGeom>
          <a:noFill/>
          <a:ln w="19050">
            <a:solidFill>
              <a:srgbClr val="4A4A55"/>
            </a:solidFill>
            <a:prstDash val="solid"/>
          </a:ln>
        </p:spPr>
      </p:sp>
      <p:sp>
        <p:nvSpPr>
          <p:cNvPr id="168" name="Shape 166"/>
          <p:cNvSpPr/>
          <p:nvPr/>
        </p:nvSpPr>
        <p:spPr>
          <a:xfrm>
            <a:off x="2770538" y="2606040"/>
            <a:ext cx="91" cy="128016"/>
          </a:xfrm>
          <a:prstGeom prst="line">
            <a:avLst/>
          </a:prstGeom>
          <a:noFill/>
          <a:ln w="19050">
            <a:solidFill>
              <a:srgbClr val="4A4A55"/>
            </a:solidFill>
            <a:prstDash val="solid"/>
          </a:ln>
        </p:spPr>
      </p:sp>
      <p:sp>
        <p:nvSpPr>
          <p:cNvPr id="169" name="Shape 167"/>
          <p:cNvSpPr/>
          <p:nvPr/>
        </p:nvSpPr>
        <p:spPr>
          <a:xfrm>
            <a:off x="2770538" y="2734056"/>
            <a:ext cx="221730" cy="64008"/>
          </a:xfrm>
          <a:prstGeom prst="line">
            <a:avLst/>
          </a:prstGeom>
          <a:noFill/>
          <a:ln w="19050">
            <a:solidFill>
              <a:srgbClr val="4A4A55"/>
            </a:solidFill>
            <a:prstDash val="solid"/>
          </a:ln>
        </p:spPr>
      </p:sp>
      <p:sp>
        <p:nvSpPr>
          <p:cNvPr id="170" name="Shape 168"/>
          <p:cNvSpPr/>
          <p:nvPr/>
        </p:nvSpPr>
        <p:spPr>
          <a:xfrm>
            <a:off x="2992268" y="2798064"/>
            <a:ext cx="91" cy="128016"/>
          </a:xfrm>
          <a:prstGeom prst="line">
            <a:avLst/>
          </a:prstGeom>
          <a:noFill/>
          <a:ln w="19050">
            <a:solidFill>
              <a:srgbClr val="4A4A55"/>
            </a:solidFill>
            <a:prstDash val="solid"/>
          </a:ln>
        </p:spPr>
      </p:sp>
      <p:sp>
        <p:nvSpPr>
          <p:cNvPr id="171" name="Shape 169"/>
          <p:cNvSpPr/>
          <p:nvPr/>
        </p:nvSpPr>
        <p:spPr>
          <a:xfrm flipV="1">
            <a:off x="2992268" y="2734056"/>
            <a:ext cx="221730" cy="64008"/>
          </a:xfrm>
          <a:prstGeom prst="line">
            <a:avLst/>
          </a:prstGeom>
          <a:noFill/>
          <a:ln w="19050">
            <a:solidFill>
              <a:srgbClr val="4A4A55"/>
            </a:solidFill>
            <a:prstDash val="solid"/>
          </a:ln>
        </p:spPr>
      </p:sp>
      <p:sp>
        <p:nvSpPr>
          <p:cNvPr id="172" name="Shape 170"/>
          <p:cNvSpPr/>
          <p:nvPr/>
        </p:nvSpPr>
        <p:spPr>
          <a:xfrm>
            <a:off x="2992268" y="2926080"/>
            <a:ext cx="221730" cy="64008"/>
          </a:xfrm>
          <a:prstGeom prst="line">
            <a:avLst/>
          </a:prstGeom>
          <a:noFill/>
          <a:ln w="19050">
            <a:solidFill>
              <a:srgbClr val="4A4A55"/>
            </a:solidFill>
            <a:prstDash val="solid"/>
          </a:ln>
        </p:spPr>
      </p:sp>
      <p:sp>
        <p:nvSpPr>
          <p:cNvPr id="173" name="Shape 171"/>
          <p:cNvSpPr/>
          <p:nvPr/>
        </p:nvSpPr>
        <p:spPr>
          <a:xfrm>
            <a:off x="3213998" y="2990088"/>
            <a:ext cx="91" cy="128016"/>
          </a:xfrm>
          <a:prstGeom prst="line">
            <a:avLst/>
          </a:prstGeom>
          <a:noFill/>
          <a:ln w="19050">
            <a:solidFill>
              <a:srgbClr val="4A4A55"/>
            </a:solidFill>
            <a:prstDash val="solid"/>
          </a:ln>
        </p:spPr>
      </p:sp>
      <p:sp>
        <p:nvSpPr>
          <p:cNvPr id="174" name="Shape 172"/>
          <p:cNvSpPr/>
          <p:nvPr/>
        </p:nvSpPr>
        <p:spPr>
          <a:xfrm flipV="1">
            <a:off x="3213998" y="2926080"/>
            <a:ext cx="221730" cy="64008"/>
          </a:xfrm>
          <a:prstGeom prst="line">
            <a:avLst/>
          </a:prstGeom>
          <a:noFill/>
          <a:ln w="19050">
            <a:solidFill>
              <a:srgbClr val="4A4A55"/>
            </a:solidFill>
            <a:prstDash val="solid"/>
          </a:ln>
        </p:spPr>
      </p:sp>
      <p:sp>
        <p:nvSpPr>
          <p:cNvPr id="175" name="Shape 173"/>
          <p:cNvSpPr/>
          <p:nvPr/>
        </p:nvSpPr>
        <p:spPr>
          <a:xfrm>
            <a:off x="3213998" y="3118104"/>
            <a:ext cx="221730" cy="64008"/>
          </a:xfrm>
          <a:prstGeom prst="line">
            <a:avLst/>
          </a:prstGeom>
          <a:noFill/>
          <a:ln w="19050">
            <a:solidFill>
              <a:srgbClr val="4A4A55"/>
            </a:solidFill>
            <a:prstDash val="solid"/>
          </a:ln>
        </p:spPr>
      </p:sp>
      <p:sp>
        <p:nvSpPr>
          <p:cNvPr id="176" name="Shape 174"/>
          <p:cNvSpPr/>
          <p:nvPr/>
        </p:nvSpPr>
        <p:spPr>
          <a:xfrm flipV="1">
            <a:off x="3435728" y="3118104"/>
            <a:ext cx="221730" cy="64008"/>
          </a:xfrm>
          <a:prstGeom prst="line">
            <a:avLst/>
          </a:prstGeom>
          <a:noFill/>
          <a:ln w="19050">
            <a:solidFill>
              <a:srgbClr val="4A4A55"/>
            </a:solidFill>
            <a:prstDash val="solid"/>
          </a:ln>
        </p:spPr>
      </p:sp>
      <p:sp>
        <p:nvSpPr>
          <p:cNvPr id="177" name="Shape 175"/>
          <p:cNvSpPr/>
          <p:nvPr/>
        </p:nvSpPr>
        <p:spPr>
          <a:xfrm>
            <a:off x="3213998" y="2606040"/>
            <a:ext cx="91" cy="128016"/>
          </a:xfrm>
          <a:prstGeom prst="line">
            <a:avLst/>
          </a:prstGeom>
          <a:noFill/>
          <a:ln w="19050">
            <a:solidFill>
              <a:srgbClr val="4A4A55"/>
            </a:solidFill>
            <a:prstDash val="solid"/>
          </a:ln>
        </p:spPr>
      </p:sp>
      <p:sp>
        <p:nvSpPr>
          <p:cNvPr id="178" name="Shape 176"/>
          <p:cNvSpPr/>
          <p:nvPr/>
        </p:nvSpPr>
        <p:spPr>
          <a:xfrm>
            <a:off x="3213998" y="2734056"/>
            <a:ext cx="221730" cy="64008"/>
          </a:xfrm>
          <a:prstGeom prst="line">
            <a:avLst/>
          </a:prstGeom>
          <a:noFill/>
          <a:ln w="19050">
            <a:solidFill>
              <a:srgbClr val="4A4A55"/>
            </a:solidFill>
            <a:prstDash val="solid"/>
          </a:ln>
        </p:spPr>
      </p:sp>
      <p:sp>
        <p:nvSpPr>
          <p:cNvPr id="179" name="Shape 177"/>
          <p:cNvSpPr/>
          <p:nvPr/>
        </p:nvSpPr>
        <p:spPr>
          <a:xfrm>
            <a:off x="3435728" y="2798064"/>
            <a:ext cx="91" cy="128016"/>
          </a:xfrm>
          <a:prstGeom prst="line">
            <a:avLst/>
          </a:prstGeom>
          <a:noFill/>
          <a:ln w="19050">
            <a:solidFill>
              <a:srgbClr val="4A4A55"/>
            </a:solidFill>
            <a:prstDash val="solid"/>
          </a:ln>
        </p:spPr>
      </p:sp>
      <p:sp>
        <p:nvSpPr>
          <p:cNvPr id="180" name="Shape 178"/>
          <p:cNvSpPr/>
          <p:nvPr/>
        </p:nvSpPr>
        <p:spPr>
          <a:xfrm flipV="1">
            <a:off x="3435728" y="2734056"/>
            <a:ext cx="221730" cy="64008"/>
          </a:xfrm>
          <a:prstGeom prst="line">
            <a:avLst/>
          </a:prstGeom>
          <a:noFill/>
          <a:ln w="19050">
            <a:solidFill>
              <a:srgbClr val="4A4A55"/>
            </a:solidFill>
            <a:prstDash val="solid"/>
          </a:ln>
        </p:spPr>
      </p:sp>
      <p:sp>
        <p:nvSpPr>
          <p:cNvPr id="181" name="Shape 179"/>
          <p:cNvSpPr/>
          <p:nvPr/>
        </p:nvSpPr>
        <p:spPr>
          <a:xfrm>
            <a:off x="3435728" y="2926080"/>
            <a:ext cx="221730" cy="64008"/>
          </a:xfrm>
          <a:prstGeom prst="line">
            <a:avLst/>
          </a:prstGeom>
          <a:noFill/>
          <a:ln w="19050">
            <a:solidFill>
              <a:srgbClr val="4A4A55"/>
            </a:solidFill>
            <a:prstDash val="solid"/>
          </a:ln>
        </p:spPr>
      </p:sp>
      <p:sp>
        <p:nvSpPr>
          <p:cNvPr id="182" name="Shape 180"/>
          <p:cNvSpPr/>
          <p:nvPr/>
        </p:nvSpPr>
        <p:spPr>
          <a:xfrm>
            <a:off x="3657459" y="2990088"/>
            <a:ext cx="91" cy="128016"/>
          </a:xfrm>
          <a:prstGeom prst="line">
            <a:avLst/>
          </a:prstGeom>
          <a:noFill/>
          <a:ln w="19050">
            <a:solidFill>
              <a:srgbClr val="4A4A55"/>
            </a:solidFill>
            <a:prstDash val="solid"/>
          </a:ln>
        </p:spPr>
      </p:sp>
      <p:sp>
        <p:nvSpPr>
          <p:cNvPr id="183" name="Shape 181"/>
          <p:cNvSpPr/>
          <p:nvPr/>
        </p:nvSpPr>
        <p:spPr>
          <a:xfrm flipV="1">
            <a:off x="3657459" y="2926080"/>
            <a:ext cx="221730" cy="64008"/>
          </a:xfrm>
          <a:prstGeom prst="line">
            <a:avLst/>
          </a:prstGeom>
          <a:noFill/>
          <a:ln w="19050">
            <a:solidFill>
              <a:srgbClr val="4A4A55"/>
            </a:solidFill>
            <a:prstDash val="solid"/>
          </a:ln>
        </p:spPr>
      </p:sp>
      <p:sp>
        <p:nvSpPr>
          <p:cNvPr id="184" name="Shape 182"/>
          <p:cNvSpPr/>
          <p:nvPr/>
        </p:nvSpPr>
        <p:spPr>
          <a:xfrm>
            <a:off x="3657459" y="3118104"/>
            <a:ext cx="221730" cy="64008"/>
          </a:xfrm>
          <a:prstGeom prst="line">
            <a:avLst/>
          </a:prstGeom>
          <a:noFill/>
          <a:ln w="19050">
            <a:solidFill>
              <a:srgbClr val="4A4A55"/>
            </a:solidFill>
            <a:prstDash val="solid"/>
          </a:ln>
        </p:spPr>
      </p:sp>
      <p:sp>
        <p:nvSpPr>
          <p:cNvPr id="185" name="Shape 183"/>
          <p:cNvSpPr/>
          <p:nvPr/>
        </p:nvSpPr>
        <p:spPr>
          <a:xfrm flipV="1">
            <a:off x="3879189" y="3118104"/>
            <a:ext cx="221730" cy="64008"/>
          </a:xfrm>
          <a:prstGeom prst="line">
            <a:avLst/>
          </a:prstGeom>
          <a:noFill/>
          <a:ln w="19050">
            <a:solidFill>
              <a:srgbClr val="4A4A55"/>
            </a:solidFill>
            <a:prstDash val="solid"/>
          </a:ln>
        </p:spPr>
      </p:sp>
      <p:sp>
        <p:nvSpPr>
          <p:cNvPr id="186" name="Shape 184"/>
          <p:cNvSpPr/>
          <p:nvPr/>
        </p:nvSpPr>
        <p:spPr>
          <a:xfrm>
            <a:off x="3657459" y="2606040"/>
            <a:ext cx="91" cy="128016"/>
          </a:xfrm>
          <a:prstGeom prst="line">
            <a:avLst/>
          </a:prstGeom>
          <a:noFill/>
          <a:ln w="19050">
            <a:solidFill>
              <a:srgbClr val="4A4A55"/>
            </a:solidFill>
            <a:prstDash val="solid"/>
          </a:ln>
        </p:spPr>
      </p:sp>
      <p:sp>
        <p:nvSpPr>
          <p:cNvPr id="187" name="Shape 185"/>
          <p:cNvSpPr/>
          <p:nvPr/>
        </p:nvSpPr>
        <p:spPr>
          <a:xfrm>
            <a:off x="3657459" y="2734056"/>
            <a:ext cx="221730" cy="64008"/>
          </a:xfrm>
          <a:prstGeom prst="line">
            <a:avLst/>
          </a:prstGeom>
          <a:noFill/>
          <a:ln w="19050">
            <a:solidFill>
              <a:srgbClr val="4A4A55"/>
            </a:solidFill>
            <a:prstDash val="solid"/>
          </a:ln>
        </p:spPr>
      </p:sp>
      <p:sp>
        <p:nvSpPr>
          <p:cNvPr id="188" name="Shape 186"/>
          <p:cNvSpPr/>
          <p:nvPr/>
        </p:nvSpPr>
        <p:spPr>
          <a:xfrm>
            <a:off x="3879189" y="2798064"/>
            <a:ext cx="91" cy="128016"/>
          </a:xfrm>
          <a:prstGeom prst="line">
            <a:avLst/>
          </a:prstGeom>
          <a:noFill/>
          <a:ln w="19050">
            <a:solidFill>
              <a:srgbClr val="4A4A55"/>
            </a:solidFill>
            <a:prstDash val="solid"/>
          </a:ln>
        </p:spPr>
      </p:sp>
      <p:sp>
        <p:nvSpPr>
          <p:cNvPr id="189" name="Shape 187"/>
          <p:cNvSpPr/>
          <p:nvPr/>
        </p:nvSpPr>
        <p:spPr>
          <a:xfrm flipV="1">
            <a:off x="3879189" y="2734056"/>
            <a:ext cx="221730" cy="64008"/>
          </a:xfrm>
          <a:prstGeom prst="line">
            <a:avLst/>
          </a:prstGeom>
          <a:noFill/>
          <a:ln w="19050">
            <a:solidFill>
              <a:srgbClr val="4A4A55"/>
            </a:solidFill>
            <a:prstDash val="solid"/>
          </a:ln>
        </p:spPr>
      </p:sp>
      <p:sp>
        <p:nvSpPr>
          <p:cNvPr id="190" name="Shape 188"/>
          <p:cNvSpPr/>
          <p:nvPr/>
        </p:nvSpPr>
        <p:spPr>
          <a:xfrm>
            <a:off x="3879189" y="2926080"/>
            <a:ext cx="221730" cy="64008"/>
          </a:xfrm>
          <a:prstGeom prst="line">
            <a:avLst/>
          </a:prstGeom>
          <a:noFill/>
          <a:ln w="19050">
            <a:solidFill>
              <a:srgbClr val="4A4A55"/>
            </a:solidFill>
            <a:prstDash val="solid"/>
          </a:ln>
        </p:spPr>
      </p:sp>
      <p:sp>
        <p:nvSpPr>
          <p:cNvPr id="191" name="Shape 189"/>
          <p:cNvSpPr/>
          <p:nvPr/>
        </p:nvSpPr>
        <p:spPr>
          <a:xfrm>
            <a:off x="4100919" y="2990088"/>
            <a:ext cx="91" cy="128016"/>
          </a:xfrm>
          <a:prstGeom prst="line">
            <a:avLst/>
          </a:prstGeom>
          <a:noFill/>
          <a:ln w="19050">
            <a:solidFill>
              <a:srgbClr val="4A4A55"/>
            </a:solidFill>
            <a:prstDash val="solid"/>
          </a:ln>
        </p:spPr>
      </p:sp>
      <p:sp>
        <p:nvSpPr>
          <p:cNvPr id="192" name="Shape 190"/>
          <p:cNvSpPr/>
          <p:nvPr/>
        </p:nvSpPr>
        <p:spPr>
          <a:xfrm>
            <a:off x="4100919" y="2606040"/>
            <a:ext cx="91" cy="128016"/>
          </a:xfrm>
          <a:prstGeom prst="line">
            <a:avLst/>
          </a:prstGeom>
          <a:noFill/>
          <a:ln w="19050">
            <a:solidFill>
              <a:srgbClr val="4A4A55"/>
            </a:solidFill>
            <a:prstDash val="solid"/>
          </a:ln>
        </p:spPr>
      </p:sp>
      <p:sp>
        <p:nvSpPr>
          <p:cNvPr id="193" name="Shape 191"/>
          <p:cNvSpPr/>
          <p:nvPr/>
        </p:nvSpPr>
        <p:spPr>
          <a:xfrm>
            <a:off x="960120" y="2953512"/>
            <a:ext cx="73152" cy="73152"/>
          </a:xfrm>
          <a:prstGeom prst="ellipse">
            <a:avLst/>
          </a:prstGeom>
          <a:solidFill>
            <a:srgbClr val="4A4A55"/>
          </a:solidFill>
          <a:ln w="6350">
            <a:solidFill>
              <a:srgbClr val="22222A"/>
            </a:solidFill>
            <a:prstDash val="solid"/>
          </a:ln>
        </p:spPr>
      </p:sp>
      <p:sp>
        <p:nvSpPr>
          <p:cNvPr id="194" name="Shape 192"/>
          <p:cNvSpPr/>
          <p:nvPr/>
        </p:nvSpPr>
        <p:spPr>
          <a:xfrm>
            <a:off x="960120" y="3081528"/>
            <a:ext cx="73152" cy="73152"/>
          </a:xfrm>
          <a:prstGeom prst="ellipse">
            <a:avLst/>
          </a:prstGeom>
          <a:solidFill>
            <a:srgbClr val="4A4A55"/>
          </a:solidFill>
          <a:ln w="6350">
            <a:solidFill>
              <a:srgbClr val="22222A"/>
            </a:solidFill>
            <a:prstDash val="solid"/>
          </a:ln>
        </p:spPr>
      </p:sp>
      <p:sp>
        <p:nvSpPr>
          <p:cNvPr id="195" name="Shape 193"/>
          <p:cNvSpPr/>
          <p:nvPr/>
        </p:nvSpPr>
        <p:spPr>
          <a:xfrm>
            <a:off x="1181850" y="3145536"/>
            <a:ext cx="73152" cy="73152"/>
          </a:xfrm>
          <a:prstGeom prst="ellipse">
            <a:avLst/>
          </a:prstGeom>
          <a:solidFill>
            <a:srgbClr val="4A4A55"/>
          </a:solidFill>
          <a:ln w="6350">
            <a:solidFill>
              <a:srgbClr val="22222A"/>
            </a:solidFill>
            <a:prstDash val="solid"/>
          </a:ln>
        </p:spPr>
      </p:sp>
      <p:sp>
        <p:nvSpPr>
          <p:cNvPr id="196" name="Shape 194"/>
          <p:cNvSpPr/>
          <p:nvPr/>
        </p:nvSpPr>
        <p:spPr>
          <a:xfrm>
            <a:off x="960120" y="2569464"/>
            <a:ext cx="73152" cy="73152"/>
          </a:xfrm>
          <a:prstGeom prst="ellipse">
            <a:avLst/>
          </a:prstGeom>
          <a:solidFill>
            <a:srgbClr val="4A4A55"/>
          </a:solidFill>
          <a:ln w="6350">
            <a:solidFill>
              <a:srgbClr val="22222A"/>
            </a:solidFill>
            <a:prstDash val="solid"/>
          </a:ln>
        </p:spPr>
      </p:sp>
      <p:sp>
        <p:nvSpPr>
          <p:cNvPr id="197" name="Shape 195"/>
          <p:cNvSpPr/>
          <p:nvPr/>
        </p:nvSpPr>
        <p:spPr>
          <a:xfrm>
            <a:off x="960120" y="2697480"/>
            <a:ext cx="73152" cy="73152"/>
          </a:xfrm>
          <a:prstGeom prst="ellipse">
            <a:avLst/>
          </a:prstGeom>
          <a:solidFill>
            <a:srgbClr val="4A4A55"/>
          </a:solidFill>
          <a:ln w="6350">
            <a:solidFill>
              <a:srgbClr val="22222A"/>
            </a:solidFill>
            <a:prstDash val="solid"/>
          </a:ln>
        </p:spPr>
      </p:sp>
      <p:sp>
        <p:nvSpPr>
          <p:cNvPr id="198" name="Shape 196"/>
          <p:cNvSpPr/>
          <p:nvPr/>
        </p:nvSpPr>
        <p:spPr>
          <a:xfrm>
            <a:off x="1181850" y="2761488"/>
            <a:ext cx="73152" cy="73152"/>
          </a:xfrm>
          <a:prstGeom prst="ellipse">
            <a:avLst/>
          </a:prstGeom>
          <a:solidFill>
            <a:srgbClr val="4A4A55"/>
          </a:solidFill>
          <a:ln w="6350">
            <a:solidFill>
              <a:srgbClr val="22222A"/>
            </a:solidFill>
            <a:prstDash val="solid"/>
          </a:ln>
        </p:spPr>
      </p:sp>
      <p:sp>
        <p:nvSpPr>
          <p:cNvPr id="199" name="Shape 197"/>
          <p:cNvSpPr/>
          <p:nvPr/>
        </p:nvSpPr>
        <p:spPr>
          <a:xfrm>
            <a:off x="1181850" y="2889504"/>
            <a:ext cx="73152" cy="73152"/>
          </a:xfrm>
          <a:prstGeom prst="ellipse">
            <a:avLst/>
          </a:prstGeom>
          <a:solidFill>
            <a:srgbClr val="4A4A55"/>
          </a:solidFill>
          <a:ln w="6350">
            <a:solidFill>
              <a:srgbClr val="22222A"/>
            </a:solidFill>
            <a:prstDash val="solid"/>
          </a:ln>
        </p:spPr>
      </p:sp>
      <p:sp>
        <p:nvSpPr>
          <p:cNvPr id="200" name="Shape 198"/>
          <p:cNvSpPr/>
          <p:nvPr/>
        </p:nvSpPr>
        <p:spPr>
          <a:xfrm>
            <a:off x="1403580" y="2953512"/>
            <a:ext cx="73152" cy="73152"/>
          </a:xfrm>
          <a:prstGeom prst="ellipse">
            <a:avLst/>
          </a:prstGeom>
          <a:solidFill>
            <a:srgbClr val="4A4A55"/>
          </a:solidFill>
          <a:ln w="6350">
            <a:solidFill>
              <a:srgbClr val="22222A"/>
            </a:solidFill>
            <a:prstDash val="solid"/>
          </a:ln>
        </p:spPr>
      </p:sp>
      <p:sp>
        <p:nvSpPr>
          <p:cNvPr id="201" name="Shape 199"/>
          <p:cNvSpPr/>
          <p:nvPr/>
        </p:nvSpPr>
        <p:spPr>
          <a:xfrm>
            <a:off x="1403580" y="3081528"/>
            <a:ext cx="73152" cy="73152"/>
          </a:xfrm>
          <a:prstGeom prst="ellipse">
            <a:avLst/>
          </a:prstGeom>
          <a:solidFill>
            <a:srgbClr val="4A4A55"/>
          </a:solidFill>
          <a:ln w="6350">
            <a:solidFill>
              <a:srgbClr val="22222A"/>
            </a:solidFill>
            <a:prstDash val="solid"/>
          </a:ln>
        </p:spPr>
      </p:sp>
      <p:sp>
        <p:nvSpPr>
          <p:cNvPr id="202" name="Shape 200"/>
          <p:cNvSpPr/>
          <p:nvPr/>
        </p:nvSpPr>
        <p:spPr>
          <a:xfrm>
            <a:off x="1625311" y="3145536"/>
            <a:ext cx="73152" cy="73152"/>
          </a:xfrm>
          <a:prstGeom prst="ellipse">
            <a:avLst/>
          </a:prstGeom>
          <a:solidFill>
            <a:srgbClr val="4A4A55"/>
          </a:solidFill>
          <a:ln w="6350">
            <a:solidFill>
              <a:srgbClr val="22222A"/>
            </a:solidFill>
            <a:prstDash val="solid"/>
          </a:ln>
        </p:spPr>
      </p:sp>
      <p:sp>
        <p:nvSpPr>
          <p:cNvPr id="203" name="Shape 201"/>
          <p:cNvSpPr/>
          <p:nvPr/>
        </p:nvSpPr>
        <p:spPr>
          <a:xfrm>
            <a:off x="1403580" y="2569464"/>
            <a:ext cx="73152" cy="73152"/>
          </a:xfrm>
          <a:prstGeom prst="ellipse">
            <a:avLst/>
          </a:prstGeom>
          <a:solidFill>
            <a:srgbClr val="4A4A55"/>
          </a:solidFill>
          <a:ln w="6350">
            <a:solidFill>
              <a:srgbClr val="22222A"/>
            </a:solidFill>
            <a:prstDash val="solid"/>
          </a:ln>
        </p:spPr>
      </p:sp>
      <p:sp>
        <p:nvSpPr>
          <p:cNvPr id="204" name="Shape 202"/>
          <p:cNvSpPr/>
          <p:nvPr/>
        </p:nvSpPr>
        <p:spPr>
          <a:xfrm>
            <a:off x="1403580" y="2697480"/>
            <a:ext cx="73152" cy="73152"/>
          </a:xfrm>
          <a:prstGeom prst="ellipse">
            <a:avLst/>
          </a:prstGeom>
          <a:solidFill>
            <a:srgbClr val="4A4A55"/>
          </a:solidFill>
          <a:ln w="6350">
            <a:solidFill>
              <a:srgbClr val="22222A"/>
            </a:solidFill>
            <a:prstDash val="solid"/>
          </a:ln>
        </p:spPr>
      </p:sp>
      <p:sp>
        <p:nvSpPr>
          <p:cNvPr id="205" name="Shape 203"/>
          <p:cNvSpPr/>
          <p:nvPr/>
        </p:nvSpPr>
        <p:spPr>
          <a:xfrm>
            <a:off x="1625311" y="2761488"/>
            <a:ext cx="73152" cy="73152"/>
          </a:xfrm>
          <a:prstGeom prst="ellipse">
            <a:avLst/>
          </a:prstGeom>
          <a:solidFill>
            <a:srgbClr val="4A4A55"/>
          </a:solidFill>
          <a:ln w="6350">
            <a:solidFill>
              <a:srgbClr val="22222A"/>
            </a:solidFill>
            <a:prstDash val="solid"/>
          </a:ln>
        </p:spPr>
      </p:sp>
      <p:sp>
        <p:nvSpPr>
          <p:cNvPr id="206" name="Shape 204"/>
          <p:cNvSpPr/>
          <p:nvPr/>
        </p:nvSpPr>
        <p:spPr>
          <a:xfrm>
            <a:off x="1625311" y="2889504"/>
            <a:ext cx="73152" cy="73152"/>
          </a:xfrm>
          <a:prstGeom prst="ellipse">
            <a:avLst/>
          </a:prstGeom>
          <a:solidFill>
            <a:srgbClr val="4A4A55"/>
          </a:solidFill>
          <a:ln w="6350">
            <a:solidFill>
              <a:srgbClr val="22222A"/>
            </a:solidFill>
            <a:prstDash val="solid"/>
          </a:ln>
        </p:spPr>
      </p:sp>
      <p:sp>
        <p:nvSpPr>
          <p:cNvPr id="207" name="Shape 205"/>
          <p:cNvSpPr/>
          <p:nvPr/>
        </p:nvSpPr>
        <p:spPr>
          <a:xfrm>
            <a:off x="1847041" y="2953512"/>
            <a:ext cx="73152" cy="73152"/>
          </a:xfrm>
          <a:prstGeom prst="ellipse">
            <a:avLst/>
          </a:prstGeom>
          <a:solidFill>
            <a:srgbClr val="4A4A55"/>
          </a:solidFill>
          <a:ln w="6350">
            <a:solidFill>
              <a:srgbClr val="22222A"/>
            </a:solidFill>
            <a:prstDash val="solid"/>
          </a:ln>
        </p:spPr>
      </p:sp>
      <p:sp>
        <p:nvSpPr>
          <p:cNvPr id="208" name="Shape 206"/>
          <p:cNvSpPr/>
          <p:nvPr/>
        </p:nvSpPr>
        <p:spPr>
          <a:xfrm>
            <a:off x="1847041" y="3081528"/>
            <a:ext cx="73152" cy="73152"/>
          </a:xfrm>
          <a:prstGeom prst="ellipse">
            <a:avLst/>
          </a:prstGeom>
          <a:solidFill>
            <a:srgbClr val="4A4A55"/>
          </a:solidFill>
          <a:ln w="6350">
            <a:solidFill>
              <a:srgbClr val="22222A"/>
            </a:solidFill>
            <a:prstDash val="solid"/>
          </a:ln>
        </p:spPr>
      </p:sp>
      <p:sp>
        <p:nvSpPr>
          <p:cNvPr id="209" name="Shape 207"/>
          <p:cNvSpPr/>
          <p:nvPr/>
        </p:nvSpPr>
        <p:spPr>
          <a:xfrm>
            <a:off x="2068771" y="3145536"/>
            <a:ext cx="73152" cy="73152"/>
          </a:xfrm>
          <a:prstGeom prst="ellipse">
            <a:avLst/>
          </a:prstGeom>
          <a:solidFill>
            <a:srgbClr val="4A4A55"/>
          </a:solidFill>
          <a:ln w="6350">
            <a:solidFill>
              <a:srgbClr val="22222A"/>
            </a:solidFill>
            <a:prstDash val="solid"/>
          </a:ln>
        </p:spPr>
      </p:sp>
      <p:sp>
        <p:nvSpPr>
          <p:cNvPr id="210" name="Shape 208"/>
          <p:cNvSpPr/>
          <p:nvPr/>
        </p:nvSpPr>
        <p:spPr>
          <a:xfrm>
            <a:off x="1847041" y="2569464"/>
            <a:ext cx="73152" cy="73152"/>
          </a:xfrm>
          <a:prstGeom prst="ellipse">
            <a:avLst/>
          </a:prstGeom>
          <a:solidFill>
            <a:srgbClr val="4A4A55"/>
          </a:solidFill>
          <a:ln w="6350">
            <a:solidFill>
              <a:srgbClr val="22222A"/>
            </a:solidFill>
            <a:prstDash val="solid"/>
          </a:ln>
        </p:spPr>
      </p:sp>
      <p:sp>
        <p:nvSpPr>
          <p:cNvPr id="211" name="Shape 209"/>
          <p:cNvSpPr/>
          <p:nvPr/>
        </p:nvSpPr>
        <p:spPr>
          <a:xfrm>
            <a:off x="1847041" y="2697480"/>
            <a:ext cx="73152" cy="73152"/>
          </a:xfrm>
          <a:prstGeom prst="ellipse">
            <a:avLst/>
          </a:prstGeom>
          <a:solidFill>
            <a:srgbClr val="4A4A55"/>
          </a:solidFill>
          <a:ln w="6350">
            <a:solidFill>
              <a:srgbClr val="22222A"/>
            </a:solidFill>
            <a:prstDash val="solid"/>
          </a:ln>
        </p:spPr>
      </p:sp>
      <p:sp>
        <p:nvSpPr>
          <p:cNvPr id="212" name="Shape 210"/>
          <p:cNvSpPr/>
          <p:nvPr/>
        </p:nvSpPr>
        <p:spPr>
          <a:xfrm>
            <a:off x="2068771" y="2761488"/>
            <a:ext cx="73152" cy="73152"/>
          </a:xfrm>
          <a:prstGeom prst="ellipse">
            <a:avLst/>
          </a:prstGeom>
          <a:solidFill>
            <a:srgbClr val="4A4A55"/>
          </a:solidFill>
          <a:ln w="6350">
            <a:solidFill>
              <a:srgbClr val="22222A"/>
            </a:solidFill>
            <a:prstDash val="solid"/>
          </a:ln>
        </p:spPr>
      </p:sp>
      <p:sp>
        <p:nvSpPr>
          <p:cNvPr id="213" name="Shape 211"/>
          <p:cNvSpPr/>
          <p:nvPr/>
        </p:nvSpPr>
        <p:spPr>
          <a:xfrm>
            <a:off x="2068771" y="2889504"/>
            <a:ext cx="73152" cy="73152"/>
          </a:xfrm>
          <a:prstGeom prst="ellipse">
            <a:avLst/>
          </a:prstGeom>
          <a:solidFill>
            <a:srgbClr val="4A4A55"/>
          </a:solidFill>
          <a:ln w="6350">
            <a:solidFill>
              <a:srgbClr val="22222A"/>
            </a:solidFill>
            <a:prstDash val="solid"/>
          </a:ln>
        </p:spPr>
      </p:sp>
      <p:sp>
        <p:nvSpPr>
          <p:cNvPr id="214" name="Shape 212"/>
          <p:cNvSpPr/>
          <p:nvPr/>
        </p:nvSpPr>
        <p:spPr>
          <a:xfrm>
            <a:off x="2290501" y="2953512"/>
            <a:ext cx="73152" cy="73152"/>
          </a:xfrm>
          <a:prstGeom prst="ellipse">
            <a:avLst/>
          </a:prstGeom>
          <a:solidFill>
            <a:srgbClr val="4A4A55"/>
          </a:solidFill>
          <a:ln w="6350">
            <a:solidFill>
              <a:srgbClr val="22222A"/>
            </a:solidFill>
            <a:prstDash val="solid"/>
          </a:ln>
        </p:spPr>
      </p:sp>
      <p:sp>
        <p:nvSpPr>
          <p:cNvPr id="215" name="Shape 213"/>
          <p:cNvSpPr/>
          <p:nvPr/>
        </p:nvSpPr>
        <p:spPr>
          <a:xfrm>
            <a:off x="2290501" y="3081528"/>
            <a:ext cx="73152" cy="73152"/>
          </a:xfrm>
          <a:prstGeom prst="ellipse">
            <a:avLst/>
          </a:prstGeom>
          <a:solidFill>
            <a:srgbClr val="4A4A55"/>
          </a:solidFill>
          <a:ln w="6350">
            <a:solidFill>
              <a:srgbClr val="22222A"/>
            </a:solidFill>
            <a:prstDash val="solid"/>
          </a:ln>
        </p:spPr>
      </p:sp>
      <p:sp>
        <p:nvSpPr>
          <p:cNvPr id="216" name="Shape 214"/>
          <p:cNvSpPr/>
          <p:nvPr/>
        </p:nvSpPr>
        <p:spPr>
          <a:xfrm>
            <a:off x="2512232" y="3145536"/>
            <a:ext cx="73152" cy="73152"/>
          </a:xfrm>
          <a:prstGeom prst="ellipse">
            <a:avLst/>
          </a:prstGeom>
          <a:solidFill>
            <a:srgbClr val="4A4A55"/>
          </a:solidFill>
          <a:ln w="6350">
            <a:solidFill>
              <a:srgbClr val="22222A"/>
            </a:solidFill>
            <a:prstDash val="solid"/>
          </a:ln>
        </p:spPr>
      </p:sp>
      <p:sp>
        <p:nvSpPr>
          <p:cNvPr id="217" name="Shape 215"/>
          <p:cNvSpPr/>
          <p:nvPr/>
        </p:nvSpPr>
        <p:spPr>
          <a:xfrm>
            <a:off x="2290501" y="2569464"/>
            <a:ext cx="73152" cy="73152"/>
          </a:xfrm>
          <a:prstGeom prst="ellipse">
            <a:avLst/>
          </a:prstGeom>
          <a:solidFill>
            <a:srgbClr val="4A4A55"/>
          </a:solidFill>
          <a:ln w="6350">
            <a:solidFill>
              <a:srgbClr val="22222A"/>
            </a:solidFill>
            <a:prstDash val="solid"/>
          </a:ln>
        </p:spPr>
      </p:sp>
      <p:sp>
        <p:nvSpPr>
          <p:cNvPr id="218" name="Shape 216"/>
          <p:cNvSpPr/>
          <p:nvPr/>
        </p:nvSpPr>
        <p:spPr>
          <a:xfrm>
            <a:off x="2290501" y="2697480"/>
            <a:ext cx="73152" cy="73152"/>
          </a:xfrm>
          <a:prstGeom prst="ellipse">
            <a:avLst/>
          </a:prstGeom>
          <a:solidFill>
            <a:srgbClr val="4A4A55"/>
          </a:solidFill>
          <a:ln w="6350">
            <a:solidFill>
              <a:srgbClr val="22222A"/>
            </a:solidFill>
            <a:prstDash val="solid"/>
          </a:ln>
        </p:spPr>
      </p:sp>
      <p:sp>
        <p:nvSpPr>
          <p:cNvPr id="219" name="Shape 217"/>
          <p:cNvSpPr/>
          <p:nvPr/>
        </p:nvSpPr>
        <p:spPr>
          <a:xfrm>
            <a:off x="2512232" y="2761488"/>
            <a:ext cx="73152" cy="73152"/>
          </a:xfrm>
          <a:prstGeom prst="ellipse">
            <a:avLst/>
          </a:prstGeom>
          <a:solidFill>
            <a:srgbClr val="4A4A55"/>
          </a:solidFill>
          <a:ln w="6350">
            <a:solidFill>
              <a:srgbClr val="22222A"/>
            </a:solidFill>
            <a:prstDash val="solid"/>
          </a:ln>
        </p:spPr>
      </p:sp>
      <p:sp>
        <p:nvSpPr>
          <p:cNvPr id="220" name="Shape 218"/>
          <p:cNvSpPr/>
          <p:nvPr/>
        </p:nvSpPr>
        <p:spPr>
          <a:xfrm>
            <a:off x="2512232" y="2889504"/>
            <a:ext cx="73152" cy="73152"/>
          </a:xfrm>
          <a:prstGeom prst="ellipse">
            <a:avLst/>
          </a:prstGeom>
          <a:solidFill>
            <a:srgbClr val="4A4A55"/>
          </a:solidFill>
          <a:ln w="6350">
            <a:solidFill>
              <a:srgbClr val="22222A"/>
            </a:solidFill>
            <a:prstDash val="solid"/>
          </a:ln>
        </p:spPr>
      </p:sp>
      <p:sp>
        <p:nvSpPr>
          <p:cNvPr id="221" name="Shape 219"/>
          <p:cNvSpPr/>
          <p:nvPr/>
        </p:nvSpPr>
        <p:spPr>
          <a:xfrm>
            <a:off x="2733962" y="2953512"/>
            <a:ext cx="73152" cy="73152"/>
          </a:xfrm>
          <a:prstGeom prst="ellipse">
            <a:avLst/>
          </a:prstGeom>
          <a:solidFill>
            <a:srgbClr val="4A4A55"/>
          </a:solidFill>
          <a:ln w="6350">
            <a:solidFill>
              <a:srgbClr val="22222A"/>
            </a:solidFill>
            <a:prstDash val="solid"/>
          </a:ln>
        </p:spPr>
      </p:sp>
      <p:sp>
        <p:nvSpPr>
          <p:cNvPr id="222" name="Shape 220"/>
          <p:cNvSpPr/>
          <p:nvPr/>
        </p:nvSpPr>
        <p:spPr>
          <a:xfrm>
            <a:off x="2733962" y="3081528"/>
            <a:ext cx="73152" cy="73152"/>
          </a:xfrm>
          <a:prstGeom prst="ellipse">
            <a:avLst/>
          </a:prstGeom>
          <a:solidFill>
            <a:srgbClr val="4A4A55"/>
          </a:solidFill>
          <a:ln w="6350">
            <a:solidFill>
              <a:srgbClr val="22222A"/>
            </a:solidFill>
            <a:prstDash val="solid"/>
          </a:ln>
        </p:spPr>
      </p:sp>
      <p:sp>
        <p:nvSpPr>
          <p:cNvPr id="223" name="Shape 221"/>
          <p:cNvSpPr/>
          <p:nvPr/>
        </p:nvSpPr>
        <p:spPr>
          <a:xfrm>
            <a:off x="2955692" y="3145536"/>
            <a:ext cx="73152" cy="73152"/>
          </a:xfrm>
          <a:prstGeom prst="ellipse">
            <a:avLst/>
          </a:prstGeom>
          <a:solidFill>
            <a:srgbClr val="4A4A55"/>
          </a:solidFill>
          <a:ln w="6350">
            <a:solidFill>
              <a:srgbClr val="22222A"/>
            </a:solidFill>
            <a:prstDash val="solid"/>
          </a:ln>
        </p:spPr>
      </p:sp>
      <p:sp>
        <p:nvSpPr>
          <p:cNvPr id="224" name="Shape 222"/>
          <p:cNvSpPr/>
          <p:nvPr/>
        </p:nvSpPr>
        <p:spPr>
          <a:xfrm>
            <a:off x="2733962" y="2569464"/>
            <a:ext cx="73152" cy="73152"/>
          </a:xfrm>
          <a:prstGeom prst="ellipse">
            <a:avLst/>
          </a:prstGeom>
          <a:solidFill>
            <a:srgbClr val="4A4A55"/>
          </a:solidFill>
          <a:ln w="6350">
            <a:solidFill>
              <a:srgbClr val="22222A"/>
            </a:solidFill>
            <a:prstDash val="solid"/>
          </a:ln>
        </p:spPr>
      </p:sp>
      <p:sp>
        <p:nvSpPr>
          <p:cNvPr id="225" name="Shape 223"/>
          <p:cNvSpPr/>
          <p:nvPr/>
        </p:nvSpPr>
        <p:spPr>
          <a:xfrm>
            <a:off x="2733962" y="2697480"/>
            <a:ext cx="73152" cy="73152"/>
          </a:xfrm>
          <a:prstGeom prst="ellipse">
            <a:avLst/>
          </a:prstGeom>
          <a:solidFill>
            <a:srgbClr val="4A4A55"/>
          </a:solidFill>
          <a:ln w="6350">
            <a:solidFill>
              <a:srgbClr val="22222A"/>
            </a:solidFill>
            <a:prstDash val="solid"/>
          </a:ln>
        </p:spPr>
      </p:sp>
      <p:sp>
        <p:nvSpPr>
          <p:cNvPr id="226" name="Shape 224"/>
          <p:cNvSpPr/>
          <p:nvPr/>
        </p:nvSpPr>
        <p:spPr>
          <a:xfrm>
            <a:off x="2955692" y="2761488"/>
            <a:ext cx="73152" cy="73152"/>
          </a:xfrm>
          <a:prstGeom prst="ellipse">
            <a:avLst/>
          </a:prstGeom>
          <a:solidFill>
            <a:srgbClr val="4A4A55"/>
          </a:solidFill>
          <a:ln w="6350">
            <a:solidFill>
              <a:srgbClr val="22222A"/>
            </a:solidFill>
            <a:prstDash val="solid"/>
          </a:ln>
        </p:spPr>
      </p:sp>
      <p:sp>
        <p:nvSpPr>
          <p:cNvPr id="227" name="Shape 225"/>
          <p:cNvSpPr/>
          <p:nvPr/>
        </p:nvSpPr>
        <p:spPr>
          <a:xfrm>
            <a:off x="2955692" y="2889504"/>
            <a:ext cx="73152" cy="73152"/>
          </a:xfrm>
          <a:prstGeom prst="ellipse">
            <a:avLst/>
          </a:prstGeom>
          <a:solidFill>
            <a:srgbClr val="4A4A55"/>
          </a:solidFill>
          <a:ln w="6350">
            <a:solidFill>
              <a:srgbClr val="22222A"/>
            </a:solidFill>
            <a:prstDash val="solid"/>
          </a:ln>
        </p:spPr>
      </p:sp>
      <p:sp>
        <p:nvSpPr>
          <p:cNvPr id="228" name="Shape 226"/>
          <p:cNvSpPr/>
          <p:nvPr/>
        </p:nvSpPr>
        <p:spPr>
          <a:xfrm>
            <a:off x="3177422" y="2953512"/>
            <a:ext cx="73152" cy="73152"/>
          </a:xfrm>
          <a:prstGeom prst="ellipse">
            <a:avLst/>
          </a:prstGeom>
          <a:solidFill>
            <a:srgbClr val="4A4A55"/>
          </a:solidFill>
          <a:ln w="6350">
            <a:solidFill>
              <a:srgbClr val="22222A"/>
            </a:solidFill>
            <a:prstDash val="solid"/>
          </a:ln>
        </p:spPr>
      </p:sp>
      <p:sp>
        <p:nvSpPr>
          <p:cNvPr id="229" name="Shape 227"/>
          <p:cNvSpPr/>
          <p:nvPr/>
        </p:nvSpPr>
        <p:spPr>
          <a:xfrm>
            <a:off x="3177422" y="3081528"/>
            <a:ext cx="73152" cy="73152"/>
          </a:xfrm>
          <a:prstGeom prst="ellipse">
            <a:avLst/>
          </a:prstGeom>
          <a:solidFill>
            <a:srgbClr val="4A4A55"/>
          </a:solidFill>
          <a:ln w="6350">
            <a:solidFill>
              <a:srgbClr val="22222A"/>
            </a:solidFill>
            <a:prstDash val="solid"/>
          </a:ln>
        </p:spPr>
      </p:sp>
      <p:sp>
        <p:nvSpPr>
          <p:cNvPr id="230" name="Shape 228"/>
          <p:cNvSpPr/>
          <p:nvPr/>
        </p:nvSpPr>
        <p:spPr>
          <a:xfrm>
            <a:off x="3399152" y="3145536"/>
            <a:ext cx="73152" cy="73152"/>
          </a:xfrm>
          <a:prstGeom prst="ellipse">
            <a:avLst/>
          </a:prstGeom>
          <a:solidFill>
            <a:srgbClr val="4A4A55"/>
          </a:solidFill>
          <a:ln w="6350">
            <a:solidFill>
              <a:srgbClr val="22222A"/>
            </a:solidFill>
            <a:prstDash val="solid"/>
          </a:ln>
        </p:spPr>
      </p:sp>
      <p:sp>
        <p:nvSpPr>
          <p:cNvPr id="231" name="Shape 229"/>
          <p:cNvSpPr/>
          <p:nvPr/>
        </p:nvSpPr>
        <p:spPr>
          <a:xfrm>
            <a:off x="3177422" y="2569464"/>
            <a:ext cx="73152" cy="73152"/>
          </a:xfrm>
          <a:prstGeom prst="ellipse">
            <a:avLst/>
          </a:prstGeom>
          <a:solidFill>
            <a:srgbClr val="4A4A55"/>
          </a:solidFill>
          <a:ln w="6350">
            <a:solidFill>
              <a:srgbClr val="22222A"/>
            </a:solidFill>
            <a:prstDash val="solid"/>
          </a:ln>
        </p:spPr>
      </p:sp>
      <p:sp>
        <p:nvSpPr>
          <p:cNvPr id="232" name="Shape 230"/>
          <p:cNvSpPr/>
          <p:nvPr/>
        </p:nvSpPr>
        <p:spPr>
          <a:xfrm>
            <a:off x="3177422" y="2697480"/>
            <a:ext cx="73152" cy="73152"/>
          </a:xfrm>
          <a:prstGeom prst="ellipse">
            <a:avLst/>
          </a:prstGeom>
          <a:solidFill>
            <a:srgbClr val="4A4A55"/>
          </a:solidFill>
          <a:ln w="6350">
            <a:solidFill>
              <a:srgbClr val="22222A"/>
            </a:solidFill>
            <a:prstDash val="solid"/>
          </a:ln>
        </p:spPr>
      </p:sp>
      <p:sp>
        <p:nvSpPr>
          <p:cNvPr id="233" name="Shape 231"/>
          <p:cNvSpPr/>
          <p:nvPr/>
        </p:nvSpPr>
        <p:spPr>
          <a:xfrm>
            <a:off x="3399152" y="2761488"/>
            <a:ext cx="73152" cy="73152"/>
          </a:xfrm>
          <a:prstGeom prst="ellipse">
            <a:avLst/>
          </a:prstGeom>
          <a:solidFill>
            <a:srgbClr val="4A4A55"/>
          </a:solidFill>
          <a:ln w="6350">
            <a:solidFill>
              <a:srgbClr val="22222A"/>
            </a:solidFill>
            <a:prstDash val="solid"/>
          </a:ln>
        </p:spPr>
      </p:sp>
      <p:sp>
        <p:nvSpPr>
          <p:cNvPr id="234" name="Shape 232"/>
          <p:cNvSpPr/>
          <p:nvPr/>
        </p:nvSpPr>
        <p:spPr>
          <a:xfrm>
            <a:off x="3399152" y="2889504"/>
            <a:ext cx="73152" cy="73152"/>
          </a:xfrm>
          <a:prstGeom prst="ellipse">
            <a:avLst/>
          </a:prstGeom>
          <a:solidFill>
            <a:srgbClr val="4A4A55"/>
          </a:solidFill>
          <a:ln w="6350">
            <a:solidFill>
              <a:srgbClr val="22222A"/>
            </a:solidFill>
            <a:prstDash val="solid"/>
          </a:ln>
        </p:spPr>
      </p:sp>
      <p:sp>
        <p:nvSpPr>
          <p:cNvPr id="235" name="Shape 233"/>
          <p:cNvSpPr/>
          <p:nvPr/>
        </p:nvSpPr>
        <p:spPr>
          <a:xfrm>
            <a:off x="3620883" y="2953512"/>
            <a:ext cx="73152" cy="73152"/>
          </a:xfrm>
          <a:prstGeom prst="ellipse">
            <a:avLst/>
          </a:prstGeom>
          <a:solidFill>
            <a:srgbClr val="4A4A55"/>
          </a:solidFill>
          <a:ln w="6350">
            <a:solidFill>
              <a:srgbClr val="22222A"/>
            </a:solidFill>
            <a:prstDash val="solid"/>
          </a:ln>
        </p:spPr>
      </p:sp>
      <p:sp>
        <p:nvSpPr>
          <p:cNvPr id="236" name="Shape 234"/>
          <p:cNvSpPr/>
          <p:nvPr/>
        </p:nvSpPr>
        <p:spPr>
          <a:xfrm>
            <a:off x="3620883" y="3081528"/>
            <a:ext cx="73152" cy="73152"/>
          </a:xfrm>
          <a:prstGeom prst="ellipse">
            <a:avLst/>
          </a:prstGeom>
          <a:solidFill>
            <a:srgbClr val="4A4A55"/>
          </a:solidFill>
          <a:ln w="6350">
            <a:solidFill>
              <a:srgbClr val="22222A"/>
            </a:solidFill>
            <a:prstDash val="solid"/>
          </a:ln>
        </p:spPr>
      </p:sp>
      <p:sp>
        <p:nvSpPr>
          <p:cNvPr id="237" name="Shape 235"/>
          <p:cNvSpPr/>
          <p:nvPr/>
        </p:nvSpPr>
        <p:spPr>
          <a:xfrm>
            <a:off x="3842613" y="3145536"/>
            <a:ext cx="73152" cy="73152"/>
          </a:xfrm>
          <a:prstGeom prst="ellipse">
            <a:avLst/>
          </a:prstGeom>
          <a:solidFill>
            <a:srgbClr val="4A4A55"/>
          </a:solidFill>
          <a:ln w="6350">
            <a:solidFill>
              <a:srgbClr val="22222A"/>
            </a:solidFill>
            <a:prstDash val="solid"/>
          </a:ln>
        </p:spPr>
      </p:sp>
      <p:sp>
        <p:nvSpPr>
          <p:cNvPr id="238" name="Shape 236"/>
          <p:cNvSpPr/>
          <p:nvPr/>
        </p:nvSpPr>
        <p:spPr>
          <a:xfrm>
            <a:off x="3620883" y="2569464"/>
            <a:ext cx="73152" cy="73152"/>
          </a:xfrm>
          <a:prstGeom prst="ellipse">
            <a:avLst/>
          </a:prstGeom>
          <a:solidFill>
            <a:srgbClr val="4A4A55"/>
          </a:solidFill>
          <a:ln w="6350">
            <a:solidFill>
              <a:srgbClr val="22222A"/>
            </a:solidFill>
            <a:prstDash val="solid"/>
          </a:ln>
        </p:spPr>
      </p:sp>
      <p:sp>
        <p:nvSpPr>
          <p:cNvPr id="239" name="Shape 237"/>
          <p:cNvSpPr/>
          <p:nvPr/>
        </p:nvSpPr>
        <p:spPr>
          <a:xfrm>
            <a:off x="3620883" y="2697480"/>
            <a:ext cx="73152" cy="73152"/>
          </a:xfrm>
          <a:prstGeom prst="ellipse">
            <a:avLst/>
          </a:prstGeom>
          <a:solidFill>
            <a:srgbClr val="4A4A55"/>
          </a:solidFill>
          <a:ln w="6350">
            <a:solidFill>
              <a:srgbClr val="22222A"/>
            </a:solidFill>
            <a:prstDash val="solid"/>
          </a:ln>
        </p:spPr>
      </p:sp>
      <p:sp>
        <p:nvSpPr>
          <p:cNvPr id="240" name="Shape 238"/>
          <p:cNvSpPr/>
          <p:nvPr/>
        </p:nvSpPr>
        <p:spPr>
          <a:xfrm>
            <a:off x="3842613" y="2761488"/>
            <a:ext cx="73152" cy="73152"/>
          </a:xfrm>
          <a:prstGeom prst="ellipse">
            <a:avLst/>
          </a:prstGeom>
          <a:solidFill>
            <a:srgbClr val="4A4A55"/>
          </a:solidFill>
          <a:ln w="6350">
            <a:solidFill>
              <a:srgbClr val="22222A"/>
            </a:solidFill>
            <a:prstDash val="solid"/>
          </a:ln>
        </p:spPr>
      </p:sp>
      <p:sp>
        <p:nvSpPr>
          <p:cNvPr id="241" name="Shape 239"/>
          <p:cNvSpPr/>
          <p:nvPr/>
        </p:nvSpPr>
        <p:spPr>
          <a:xfrm>
            <a:off x="3842613" y="2889504"/>
            <a:ext cx="73152" cy="73152"/>
          </a:xfrm>
          <a:prstGeom prst="ellipse">
            <a:avLst/>
          </a:prstGeom>
          <a:solidFill>
            <a:srgbClr val="4A4A55"/>
          </a:solidFill>
          <a:ln w="6350">
            <a:solidFill>
              <a:srgbClr val="22222A"/>
            </a:solidFill>
            <a:prstDash val="solid"/>
          </a:ln>
        </p:spPr>
      </p:sp>
      <p:sp>
        <p:nvSpPr>
          <p:cNvPr id="242" name="Shape 240"/>
          <p:cNvSpPr/>
          <p:nvPr/>
        </p:nvSpPr>
        <p:spPr>
          <a:xfrm>
            <a:off x="4064343" y="2953512"/>
            <a:ext cx="73152" cy="73152"/>
          </a:xfrm>
          <a:prstGeom prst="ellipse">
            <a:avLst/>
          </a:prstGeom>
          <a:solidFill>
            <a:srgbClr val="4A4A55"/>
          </a:solidFill>
          <a:ln w="6350">
            <a:solidFill>
              <a:srgbClr val="22222A"/>
            </a:solidFill>
            <a:prstDash val="solid"/>
          </a:ln>
        </p:spPr>
      </p:sp>
      <p:sp>
        <p:nvSpPr>
          <p:cNvPr id="243" name="Shape 241"/>
          <p:cNvSpPr/>
          <p:nvPr/>
        </p:nvSpPr>
        <p:spPr>
          <a:xfrm>
            <a:off x="4064343" y="3081528"/>
            <a:ext cx="73152" cy="73152"/>
          </a:xfrm>
          <a:prstGeom prst="ellipse">
            <a:avLst/>
          </a:prstGeom>
          <a:solidFill>
            <a:srgbClr val="4A4A55"/>
          </a:solidFill>
          <a:ln w="6350">
            <a:solidFill>
              <a:srgbClr val="22222A"/>
            </a:solidFill>
            <a:prstDash val="solid"/>
          </a:ln>
        </p:spPr>
      </p:sp>
      <p:sp>
        <p:nvSpPr>
          <p:cNvPr id="244" name="Shape 242"/>
          <p:cNvSpPr/>
          <p:nvPr/>
        </p:nvSpPr>
        <p:spPr>
          <a:xfrm>
            <a:off x="4064343" y="2569464"/>
            <a:ext cx="73152" cy="73152"/>
          </a:xfrm>
          <a:prstGeom prst="ellipse">
            <a:avLst/>
          </a:prstGeom>
          <a:solidFill>
            <a:srgbClr val="4A4A55"/>
          </a:solidFill>
          <a:ln w="6350">
            <a:solidFill>
              <a:srgbClr val="22222A"/>
            </a:solidFill>
            <a:prstDash val="solid"/>
          </a:ln>
        </p:spPr>
      </p:sp>
      <p:sp>
        <p:nvSpPr>
          <p:cNvPr id="245" name="Shape 243"/>
          <p:cNvSpPr/>
          <p:nvPr/>
        </p:nvSpPr>
        <p:spPr>
          <a:xfrm>
            <a:off x="4064343" y="2697480"/>
            <a:ext cx="73152" cy="73152"/>
          </a:xfrm>
          <a:prstGeom prst="ellipse">
            <a:avLst/>
          </a:prstGeom>
          <a:solidFill>
            <a:srgbClr val="4A4A55"/>
          </a:solidFill>
          <a:ln w="6350">
            <a:solidFill>
              <a:srgbClr val="22222A"/>
            </a:solidFill>
            <a:prstDash val="solid"/>
          </a:ln>
        </p:spPr>
      </p:sp>
      <p:sp>
        <p:nvSpPr>
          <p:cNvPr id="246" name="Shape 244"/>
          <p:cNvSpPr/>
          <p:nvPr/>
        </p:nvSpPr>
        <p:spPr>
          <a:xfrm>
            <a:off x="777240" y="3995928"/>
            <a:ext cx="91" cy="128016"/>
          </a:xfrm>
          <a:prstGeom prst="line">
            <a:avLst/>
          </a:prstGeom>
          <a:noFill/>
          <a:ln w="19050">
            <a:solidFill>
              <a:srgbClr val="4A4A55"/>
            </a:solidFill>
            <a:prstDash val="solid"/>
          </a:ln>
        </p:spPr>
      </p:sp>
      <p:sp>
        <p:nvSpPr>
          <p:cNvPr id="247" name="Shape 245"/>
          <p:cNvSpPr/>
          <p:nvPr/>
        </p:nvSpPr>
        <p:spPr>
          <a:xfrm flipV="1">
            <a:off x="777240" y="3931920"/>
            <a:ext cx="221730" cy="64008"/>
          </a:xfrm>
          <a:prstGeom prst="line">
            <a:avLst/>
          </a:prstGeom>
          <a:noFill/>
          <a:ln w="19050">
            <a:solidFill>
              <a:srgbClr val="4A4A55"/>
            </a:solidFill>
            <a:prstDash val="solid"/>
          </a:ln>
        </p:spPr>
      </p:sp>
      <p:sp>
        <p:nvSpPr>
          <p:cNvPr id="248" name="Shape 246"/>
          <p:cNvSpPr/>
          <p:nvPr/>
        </p:nvSpPr>
        <p:spPr>
          <a:xfrm>
            <a:off x="777240" y="4123944"/>
            <a:ext cx="221730" cy="64008"/>
          </a:xfrm>
          <a:prstGeom prst="line">
            <a:avLst/>
          </a:prstGeom>
          <a:noFill/>
          <a:ln w="19050">
            <a:solidFill>
              <a:srgbClr val="4A4A55"/>
            </a:solidFill>
            <a:prstDash val="solid"/>
          </a:ln>
        </p:spPr>
      </p:sp>
      <p:sp>
        <p:nvSpPr>
          <p:cNvPr id="249" name="Shape 247"/>
          <p:cNvSpPr/>
          <p:nvPr/>
        </p:nvSpPr>
        <p:spPr>
          <a:xfrm flipV="1">
            <a:off x="998970" y="4123944"/>
            <a:ext cx="221730" cy="64008"/>
          </a:xfrm>
          <a:prstGeom prst="line">
            <a:avLst/>
          </a:prstGeom>
          <a:noFill/>
          <a:ln w="19050">
            <a:solidFill>
              <a:srgbClr val="4A4A55"/>
            </a:solidFill>
            <a:prstDash val="solid"/>
          </a:ln>
        </p:spPr>
      </p:sp>
      <p:sp>
        <p:nvSpPr>
          <p:cNvPr id="250" name="Shape 248"/>
          <p:cNvSpPr/>
          <p:nvPr/>
        </p:nvSpPr>
        <p:spPr>
          <a:xfrm>
            <a:off x="777240" y="3611880"/>
            <a:ext cx="91" cy="128016"/>
          </a:xfrm>
          <a:prstGeom prst="line">
            <a:avLst/>
          </a:prstGeom>
          <a:noFill/>
          <a:ln w="19050">
            <a:solidFill>
              <a:srgbClr val="4A4A55"/>
            </a:solidFill>
            <a:prstDash val="solid"/>
          </a:ln>
        </p:spPr>
      </p:sp>
      <p:sp>
        <p:nvSpPr>
          <p:cNvPr id="251" name="Shape 249"/>
          <p:cNvSpPr/>
          <p:nvPr/>
        </p:nvSpPr>
        <p:spPr>
          <a:xfrm>
            <a:off x="777240" y="3739896"/>
            <a:ext cx="221730" cy="64008"/>
          </a:xfrm>
          <a:prstGeom prst="line">
            <a:avLst/>
          </a:prstGeom>
          <a:noFill/>
          <a:ln w="19050">
            <a:solidFill>
              <a:srgbClr val="4A4A55"/>
            </a:solidFill>
            <a:prstDash val="solid"/>
          </a:ln>
        </p:spPr>
      </p:sp>
      <p:sp>
        <p:nvSpPr>
          <p:cNvPr id="252" name="Shape 250"/>
          <p:cNvSpPr/>
          <p:nvPr/>
        </p:nvSpPr>
        <p:spPr>
          <a:xfrm>
            <a:off x="998970" y="3803904"/>
            <a:ext cx="91" cy="128016"/>
          </a:xfrm>
          <a:prstGeom prst="line">
            <a:avLst/>
          </a:prstGeom>
          <a:noFill/>
          <a:ln w="19050">
            <a:solidFill>
              <a:srgbClr val="4A4A55"/>
            </a:solidFill>
            <a:prstDash val="solid"/>
          </a:ln>
        </p:spPr>
      </p:sp>
      <p:sp>
        <p:nvSpPr>
          <p:cNvPr id="253" name="Shape 251"/>
          <p:cNvSpPr/>
          <p:nvPr/>
        </p:nvSpPr>
        <p:spPr>
          <a:xfrm flipV="1">
            <a:off x="998970" y="3739896"/>
            <a:ext cx="221730" cy="64008"/>
          </a:xfrm>
          <a:prstGeom prst="line">
            <a:avLst/>
          </a:prstGeom>
          <a:noFill/>
          <a:ln w="19050">
            <a:solidFill>
              <a:srgbClr val="4A4A55"/>
            </a:solidFill>
            <a:prstDash val="solid"/>
          </a:ln>
        </p:spPr>
      </p:sp>
      <p:sp>
        <p:nvSpPr>
          <p:cNvPr id="254" name="Shape 252"/>
          <p:cNvSpPr/>
          <p:nvPr/>
        </p:nvSpPr>
        <p:spPr>
          <a:xfrm>
            <a:off x="998970" y="3931920"/>
            <a:ext cx="221730" cy="64008"/>
          </a:xfrm>
          <a:prstGeom prst="line">
            <a:avLst/>
          </a:prstGeom>
          <a:noFill/>
          <a:ln w="19050">
            <a:solidFill>
              <a:srgbClr val="4A4A55"/>
            </a:solidFill>
            <a:prstDash val="solid"/>
          </a:ln>
        </p:spPr>
      </p:sp>
      <p:sp>
        <p:nvSpPr>
          <p:cNvPr id="255" name="Shape 253"/>
          <p:cNvSpPr/>
          <p:nvPr/>
        </p:nvSpPr>
        <p:spPr>
          <a:xfrm>
            <a:off x="1220700" y="3995928"/>
            <a:ext cx="91" cy="128016"/>
          </a:xfrm>
          <a:prstGeom prst="line">
            <a:avLst/>
          </a:prstGeom>
          <a:noFill/>
          <a:ln w="19050">
            <a:solidFill>
              <a:srgbClr val="4A4A55"/>
            </a:solidFill>
            <a:prstDash val="solid"/>
          </a:ln>
        </p:spPr>
      </p:sp>
      <p:sp>
        <p:nvSpPr>
          <p:cNvPr id="256" name="Shape 254"/>
          <p:cNvSpPr/>
          <p:nvPr/>
        </p:nvSpPr>
        <p:spPr>
          <a:xfrm flipV="1">
            <a:off x="1220700" y="3931920"/>
            <a:ext cx="221730" cy="64008"/>
          </a:xfrm>
          <a:prstGeom prst="line">
            <a:avLst/>
          </a:prstGeom>
          <a:noFill/>
          <a:ln w="19050">
            <a:solidFill>
              <a:srgbClr val="4A4A55"/>
            </a:solidFill>
            <a:prstDash val="solid"/>
          </a:ln>
        </p:spPr>
      </p:sp>
      <p:sp>
        <p:nvSpPr>
          <p:cNvPr id="257" name="Shape 255"/>
          <p:cNvSpPr/>
          <p:nvPr/>
        </p:nvSpPr>
        <p:spPr>
          <a:xfrm>
            <a:off x="1220700" y="4123944"/>
            <a:ext cx="221730" cy="64008"/>
          </a:xfrm>
          <a:prstGeom prst="line">
            <a:avLst/>
          </a:prstGeom>
          <a:noFill/>
          <a:ln w="19050">
            <a:solidFill>
              <a:srgbClr val="4A4A55"/>
            </a:solidFill>
            <a:prstDash val="solid"/>
          </a:ln>
        </p:spPr>
      </p:sp>
      <p:sp>
        <p:nvSpPr>
          <p:cNvPr id="258" name="Shape 256"/>
          <p:cNvSpPr/>
          <p:nvPr/>
        </p:nvSpPr>
        <p:spPr>
          <a:xfrm flipV="1">
            <a:off x="1442431" y="4123944"/>
            <a:ext cx="221730" cy="64008"/>
          </a:xfrm>
          <a:prstGeom prst="line">
            <a:avLst/>
          </a:prstGeom>
          <a:noFill/>
          <a:ln w="19050">
            <a:solidFill>
              <a:srgbClr val="4A4A55"/>
            </a:solidFill>
            <a:prstDash val="solid"/>
          </a:ln>
        </p:spPr>
      </p:sp>
      <p:sp>
        <p:nvSpPr>
          <p:cNvPr id="259" name="Shape 257"/>
          <p:cNvSpPr/>
          <p:nvPr/>
        </p:nvSpPr>
        <p:spPr>
          <a:xfrm>
            <a:off x="1220700" y="3611880"/>
            <a:ext cx="91" cy="128016"/>
          </a:xfrm>
          <a:prstGeom prst="line">
            <a:avLst/>
          </a:prstGeom>
          <a:noFill/>
          <a:ln w="19050">
            <a:solidFill>
              <a:srgbClr val="4A4A55"/>
            </a:solidFill>
            <a:prstDash val="solid"/>
          </a:ln>
        </p:spPr>
      </p:sp>
      <p:sp>
        <p:nvSpPr>
          <p:cNvPr id="260" name="Shape 258"/>
          <p:cNvSpPr/>
          <p:nvPr/>
        </p:nvSpPr>
        <p:spPr>
          <a:xfrm>
            <a:off x="1220700" y="3739896"/>
            <a:ext cx="221730" cy="64008"/>
          </a:xfrm>
          <a:prstGeom prst="line">
            <a:avLst/>
          </a:prstGeom>
          <a:noFill/>
          <a:ln w="19050">
            <a:solidFill>
              <a:srgbClr val="4A4A55"/>
            </a:solidFill>
            <a:prstDash val="solid"/>
          </a:ln>
        </p:spPr>
      </p:sp>
      <p:sp>
        <p:nvSpPr>
          <p:cNvPr id="261" name="Shape 259"/>
          <p:cNvSpPr/>
          <p:nvPr/>
        </p:nvSpPr>
        <p:spPr>
          <a:xfrm>
            <a:off x="1442431" y="3803904"/>
            <a:ext cx="91" cy="128016"/>
          </a:xfrm>
          <a:prstGeom prst="line">
            <a:avLst/>
          </a:prstGeom>
          <a:noFill/>
          <a:ln w="19050">
            <a:solidFill>
              <a:srgbClr val="4A4A55"/>
            </a:solidFill>
            <a:prstDash val="solid"/>
          </a:ln>
        </p:spPr>
      </p:sp>
      <p:sp>
        <p:nvSpPr>
          <p:cNvPr id="262" name="Shape 260"/>
          <p:cNvSpPr/>
          <p:nvPr/>
        </p:nvSpPr>
        <p:spPr>
          <a:xfrm flipV="1">
            <a:off x="1442431" y="3739896"/>
            <a:ext cx="221730" cy="64008"/>
          </a:xfrm>
          <a:prstGeom prst="line">
            <a:avLst/>
          </a:prstGeom>
          <a:noFill/>
          <a:ln w="19050">
            <a:solidFill>
              <a:srgbClr val="4A4A55"/>
            </a:solidFill>
            <a:prstDash val="solid"/>
          </a:ln>
        </p:spPr>
      </p:sp>
      <p:sp>
        <p:nvSpPr>
          <p:cNvPr id="263" name="Shape 261"/>
          <p:cNvSpPr/>
          <p:nvPr/>
        </p:nvSpPr>
        <p:spPr>
          <a:xfrm>
            <a:off x="1442431" y="3931920"/>
            <a:ext cx="221730" cy="64008"/>
          </a:xfrm>
          <a:prstGeom prst="line">
            <a:avLst/>
          </a:prstGeom>
          <a:noFill/>
          <a:ln w="19050">
            <a:solidFill>
              <a:srgbClr val="4A4A55"/>
            </a:solidFill>
            <a:prstDash val="solid"/>
          </a:ln>
        </p:spPr>
      </p:sp>
      <p:sp>
        <p:nvSpPr>
          <p:cNvPr id="264" name="Shape 262"/>
          <p:cNvSpPr/>
          <p:nvPr/>
        </p:nvSpPr>
        <p:spPr>
          <a:xfrm>
            <a:off x="1664161" y="3995928"/>
            <a:ext cx="91" cy="128016"/>
          </a:xfrm>
          <a:prstGeom prst="line">
            <a:avLst/>
          </a:prstGeom>
          <a:noFill/>
          <a:ln w="19050">
            <a:solidFill>
              <a:srgbClr val="4A4A55"/>
            </a:solidFill>
            <a:prstDash val="solid"/>
          </a:ln>
        </p:spPr>
      </p:sp>
      <p:sp>
        <p:nvSpPr>
          <p:cNvPr id="265" name="Shape 263"/>
          <p:cNvSpPr/>
          <p:nvPr/>
        </p:nvSpPr>
        <p:spPr>
          <a:xfrm flipV="1">
            <a:off x="1664161" y="3931920"/>
            <a:ext cx="221730" cy="64008"/>
          </a:xfrm>
          <a:prstGeom prst="line">
            <a:avLst/>
          </a:prstGeom>
          <a:noFill/>
          <a:ln w="19050">
            <a:solidFill>
              <a:srgbClr val="4A4A55"/>
            </a:solidFill>
            <a:prstDash val="solid"/>
          </a:ln>
        </p:spPr>
      </p:sp>
      <p:sp>
        <p:nvSpPr>
          <p:cNvPr id="266" name="Shape 264"/>
          <p:cNvSpPr/>
          <p:nvPr/>
        </p:nvSpPr>
        <p:spPr>
          <a:xfrm>
            <a:off x="1664161" y="4123944"/>
            <a:ext cx="221730" cy="64008"/>
          </a:xfrm>
          <a:prstGeom prst="line">
            <a:avLst/>
          </a:prstGeom>
          <a:noFill/>
          <a:ln w="19050">
            <a:solidFill>
              <a:srgbClr val="4A4A55"/>
            </a:solidFill>
            <a:prstDash val="solid"/>
          </a:ln>
        </p:spPr>
      </p:sp>
      <p:sp>
        <p:nvSpPr>
          <p:cNvPr id="267" name="Shape 265"/>
          <p:cNvSpPr/>
          <p:nvPr/>
        </p:nvSpPr>
        <p:spPr>
          <a:xfrm flipV="1">
            <a:off x="1885891" y="4123944"/>
            <a:ext cx="221730" cy="64008"/>
          </a:xfrm>
          <a:prstGeom prst="line">
            <a:avLst/>
          </a:prstGeom>
          <a:noFill/>
          <a:ln w="19050">
            <a:solidFill>
              <a:srgbClr val="4A4A55"/>
            </a:solidFill>
            <a:prstDash val="solid"/>
          </a:ln>
        </p:spPr>
      </p:sp>
      <p:sp>
        <p:nvSpPr>
          <p:cNvPr id="268" name="Shape 266"/>
          <p:cNvSpPr/>
          <p:nvPr/>
        </p:nvSpPr>
        <p:spPr>
          <a:xfrm>
            <a:off x="1664161" y="3611880"/>
            <a:ext cx="91" cy="128016"/>
          </a:xfrm>
          <a:prstGeom prst="line">
            <a:avLst/>
          </a:prstGeom>
          <a:noFill/>
          <a:ln w="19050">
            <a:solidFill>
              <a:srgbClr val="4A4A55"/>
            </a:solidFill>
            <a:prstDash val="solid"/>
          </a:ln>
        </p:spPr>
      </p:sp>
      <p:sp>
        <p:nvSpPr>
          <p:cNvPr id="269" name="Shape 267"/>
          <p:cNvSpPr/>
          <p:nvPr/>
        </p:nvSpPr>
        <p:spPr>
          <a:xfrm>
            <a:off x="1664161" y="3739896"/>
            <a:ext cx="221730" cy="64008"/>
          </a:xfrm>
          <a:prstGeom prst="line">
            <a:avLst/>
          </a:prstGeom>
          <a:noFill/>
          <a:ln w="19050">
            <a:solidFill>
              <a:srgbClr val="4A4A55"/>
            </a:solidFill>
            <a:prstDash val="solid"/>
          </a:ln>
        </p:spPr>
      </p:sp>
      <p:sp>
        <p:nvSpPr>
          <p:cNvPr id="270" name="Shape 268"/>
          <p:cNvSpPr/>
          <p:nvPr/>
        </p:nvSpPr>
        <p:spPr>
          <a:xfrm>
            <a:off x="1885891" y="3803904"/>
            <a:ext cx="91" cy="128016"/>
          </a:xfrm>
          <a:prstGeom prst="line">
            <a:avLst/>
          </a:prstGeom>
          <a:noFill/>
          <a:ln w="19050">
            <a:solidFill>
              <a:srgbClr val="4A4A55"/>
            </a:solidFill>
            <a:prstDash val="solid"/>
          </a:ln>
        </p:spPr>
      </p:sp>
      <p:sp>
        <p:nvSpPr>
          <p:cNvPr id="271" name="Shape 269"/>
          <p:cNvSpPr/>
          <p:nvPr/>
        </p:nvSpPr>
        <p:spPr>
          <a:xfrm flipV="1">
            <a:off x="1885891" y="3739896"/>
            <a:ext cx="221730" cy="64008"/>
          </a:xfrm>
          <a:prstGeom prst="line">
            <a:avLst/>
          </a:prstGeom>
          <a:noFill/>
          <a:ln w="19050">
            <a:solidFill>
              <a:srgbClr val="4A4A55"/>
            </a:solidFill>
            <a:prstDash val="solid"/>
          </a:ln>
        </p:spPr>
      </p:sp>
      <p:sp>
        <p:nvSpPr>
          <p:cNvPr id="272" name="Shape 270"/>
          <p:cNvSpPr/>
          <p:nvPr/>
        </p:nvSpPr>
        <p:spPr>
          <a:xfrm>
            <a:off x="1885891" y="3931920"/>
            <a:ext cx="221730" cy="64008"/>
          </a:xfrm>
          <a:prstGeom prst="line">
            <a:avLst/>
          </a:prstGeom>
          <a:noFill/>
          <a:ln w="19050">
            <a:solidFill>
              <a:srgbClr val="4A4A55"/>
            </a:solidFill>
            <a:prstDash val="solid"/>
          </a:ln>
        </p:spPr>
      </p:sp>
      <p:sp>
        <p:nvSpPr>
          <p:cNvPr id="273" name="Shape 271"/>
          <p:cNvSpPr/>
          <p:nvPr/>
        </p:nvSpPr>
        <p:spPr>
          <a:xfrm>
            <a:off x="2107621" y="3995928"/>
            <a:ext cx="91" cy="128016"/>
          </a:xfrm>
          <a:prstGeom prst="line">
            <a:avLst/>
          </a:prstGeom>
          <a:noFill/>
          <a:ln w="19050">
            <a:solidFill>
              <a:srgbClr val="4A4A55"/>
            </a:solidFill>
            <a:prstDash val="solid"/>
          </a:ln>
        </p:spPr>
      </p:sp>
      <p:sp>
        <p:nvSpPr>
          <p:cNvPr id="274" name="Shape 272"/>
          <p:cNvSpPr/>
          <p:nvPr/>
        </p:nvSpPr>
        <p:spPr>
          <a:xfrm flipV="1">
            <a:off x="2107621" y="3931920"/>
            <a:ext cx="221730" cy="64008"/>
          </a:xfrm>
          <a:prstGeom prst="line">
            <a:avLst/>
          </a:prstGeom>
          <a:noFill/>
          <a:ln w="19050">
            <a:solidFill>
              <a:srgbClr val="4A4A55"/>
            </a:solidFill>
            <a:prstDash val="solid"/>
          </a:ln>
        </p:spPr>
      </p:sp>
      <p:sp>
        <p:nvSpPr>
          <p:cNvPr id="275" name="Shape 273"/>
          <p:cNvSpPr/>
          <p:nvPr/>
        </p:nvSpPr>
        <p:spPr>
          <a:xfrm>
            <a:off x="2107621" y="4123944"/>
            <a:ext cx="221730" cy="64008"/>
          </a:xfrm>
          <a:prstGeom prst="line">
            <a:avLst/>
          </a:prstGeom>
          <a:noFill/>
          <a:ln w="19050">
            <a:solidFill>
              <a:srgbClr val="4A4A55"/>
            </a:solidFill>
            <a:prstDash val="solid"/>
          </a:ln>
        </p:spPr>
      </p:sp>
      <p:sp>
        <p:nvSpPr>
          <p:cNvPr id="276" name="Shape 274"/>
          <p:cNvSpPr/>
          <p:nvPr/>
        </p:nvSpPr>
        <p:spPr>
          <a:xfrm flipV="1">
            <a:off x="2329352" y="4123944"/>
            <a:ext cx="221730" cy="64008"/>
          </a:xfrm>
          <a:prstGeom prst="line">
            <a:avLst/>
          </a:prstGeom>
          <a:noFill/>
          <a:ln w="19050">
            <a:solidFill>
              <a:srgbClr val="4A4A55"/>
            </a:solidFill>
            <a:prstDash val="solid"/>
          </a:ln>
        </p:spPr>
      </p:sp>
      <p:sp>
        <p:nvSpPr>
          <p:cNvPr id="277" name="Shape 275"/>
          <p:cNvSpPr/>
          <p:nvPr/>
        </p:nvSpPr>
        <p:spPr>
          <a:xfrm>
            <a:off x="2107621" y="3611880"/>
            <a:ext cx="91" cy="128016"/>
          </a:xfrm>
          <a:prstGeom prst="line">
            <a:avLst/>
          </a:prstGeom>
          <a:noFill/>
          <a:ln w="19050">
            <a:solidFill>
              <a:srgbClr val="4A4A55"/>
            </a:solidFill>
            <a:prstDash val="solid"/>
          </a:ln>
        </p:spPr>
      </p:sp>
      <p:sp>
        <p:nvSpPr>
          <p:cNvPr id="278" name="Shape 276"/>
          <p:cNvSpPr/>
          <p:nvPr/>
        </p:nvSpPr>
        <p:spPr>
          <a:xfrm>
            <a:off x="2107621" y="3739896"/>
            <a:ext cx="221730" cy="64008"/>
          </a:xfrm>
          <a:prstGeom prst="line">
            <a:avLst/>
          </a:prstGeom>
          <a:noFill/>
          <a:ln w="19050">
            <a:solidFill>
              <a:srgbClr val="4A4A55"/>
            </a:solidFill>
            <a:prstDash val="solid"/>
          </a:ln>
        </p:spPr>
      </p:sp>
      <p:sp>
        <p:nvSpPr>
          <p:cNvPr id="279" name="Shape 277"/>
          <p:cNvSpPr/>
          <p:nvPr/>
        </p:nvSpPr>
        <p:spPr>
          <a:xfrm>
            <a:off x="2329352" y="3803904"/>
            <a:ext cx="91" cy="128016"/>
          </a:xfrm>
          <a:prstGeom prst="line">
            <a:avLst/>
          </a:prstGeom>
          <a:noFill/>
          <a:ln w="19050">
            <a:solidFill>
              <a:srgbClr val="4A4A55"/>
            </a:solidFill>
            <a:prstDash val="solid"/>
          </a:ln>
        </p:spPr>
      </p:sp>
      <p:sp>
        <p:nvSpPr>
          <p:cNvPr id="280" name="Shape 278"/>
          <p:cNvSpPr/>
          <p:nvPr/>
        </p:nvSpPr>
        <p:spPr>
          <a:xfrm flipV="1">
            <a:off x="2329352" y="3739896"/>
            <a:ext cx="221730" cy="64008"/>
          </a:xfrm>
          <a:prstGeom prst="line">
            <a:avLst/>
          </a:prstGeom>
          <a:noFill/>
          <a:ln w="19050">
            <a:solidFill>
              <a:srgbClr val="4A4A55"/>
            </a:solidFill>
            <a:prstDash val="solid"/>
          </a:ln>
        </p:spPr>
      </p:sp>
      <p:sp>
        <p:nvSpPr>
          <p:cNvPr id="281" name="Shape 279"/>
          <p:cNvSpPr/>
          <p:nvPr/>
        </p:nvSpPr>
        <p:spPr>
          <a:xfrm>
            <a:off x="2329352" y="3931920"/>
            <a:ext cx="221730" cy="64008"/>
          </a:xfrm>
          <a:prstGeom prst="line">
            <a:avLst/>
          </a:prstGeom>
          <a:noFill/>
          <a:ln w="19050">
            <a:solidFill>
              <a:srgbClr val="4A4A55"/>
            </a:solidFill>
            <a:prstDash val="solid"/>
          </a:ln>
        </p:spPr>
      </p:sp>
      <p:sp>
        <p:nvSpPr>
          <p:cNvPr id="282" name="Shape 280"/>
          <p:cNvSpPr/>
          <p:nvPr/>
        </p:nvSpPr>
        <p:spPr>
          <a:xfrm>
            <a:off x="2551082" y="3995928"/>
            <a:ext cx="91" cy="128016"/>
          </a:xfrm>
          <a:prstGeom prst="line">
            <a:avLst/>
          </a:prstGeom>
          <a:noFill/>
          <a:ln w="19050">
            <a:solidFill>
              <a:srgbClr val="4A4A55"/>
            </a:solidFill>
            <a:prstDash val="solid"/>
          </a:ln>
        </p:spPr>
      </p:sp>
      <p:sp>
        <p:nvSpPr>
          <p:cNvPr id="283" name="Shape 281"/>
          <p:cNvSpPr/>
          <p:nvPr/>
        </p:nvSpPr>
        <p:spPr>
          <a:xfrm flipV="1">
            <a:off x="2551082" y="3931920"/>
            <a:ext cx="221730" cy="64008"/>
          </a:xfrm>
          <a:prstGeom prst="line">
            <a:avLst/>
          </a:prstGeom>
          <a:noFill/>
          <a:ln w="19050">
            <a:solidFill>
              <a:srgbClr val="4A4A55"/>
            </a:solidFill>
            <a:prstDash val="solid"/>
          </a:ln>
        </p:spPr>
      </p:sp>
      <p:sp>
        <p:nvSpPr>
          <p:cNvPr id="284" name="Shape 282"/>
          <p:cNvSpPr/>
          <p:nvPr/>
        </p:nvSpPr>
        <p:spPr>
          <a:xfrm>
            <a:off x="2551082" y="4123944"/>
            <a:ext cx="221730" cy="64008"/>
          </a:xfrm>
          <a:prstGeom prst="line">
            <a:avLst/>
          </a:prstGeom>
          <a:noFill/>
          <a:ln w="19050">
            <a:solidFill>
              <a:srgbClr val="4A4A55"/>
            </a:solidFill>
            <a:prstDash val="solid"/>
          </a:ln>
        </p:spPr>
      </p:sp>
      <p:sp>
        <p:nvSpPr>
          <p:cNvPr id="285" name="Shape 283"/>
          <p:cNvSpPr/>
          <p:nvPr/>
        </p:nvSpPr>
        <p:spPr>
          <a:xfrm flipV="1">
            <a:off x="2772812" y="4123944"/>
            <a:ext cx="221730" cy="64008"/>
          </a:xfrm>
          <a:prstGeom prst="line">
            <a:avLst/>
          </a:prstGeom>
          <a:noFill/>
          <a:ln w="19050">
            <a:solidFill>
              <a:srgbClr val="4A4A55"/>
            </a:solidFill>
            <a:prstDash val="solid"/>
          </a:ln>
        </p:spPr>
      </p:sp>
      <p:sp>
        <p:nvSpPr>
          <p:cNvPr id="286" name="Shape 284"/>
          <p:cNvSpPr/>
          <p:nvPr/>
        </p:nvSpPr>
        <p:spPr>
          <a:xfrm>
            <a:off x="2551082" y="3611880"/>
            <a:ext cx="91" cy="128016"/>
          </a:xfrm>
          <a:prstGeom prst="line">
            <a:avLst/>
          </a:prstGeom>
          <a:noFill/>
          <a:ln w="19050">
            <a:solidFill>
              <a:srgbClr val="4A4A55"/>
            </a:solidFill>
            <a:prstDash val="solid"/>
          </a:ln>
        </p:spPr>
      </p:sp>
      <p:sp>
        <p:nvSpPr>
          <p:cNvPr id="287" name="Shape 285"/>
          <p:cNvSpPr/>
          <p:nvPr/>
        </p:nvSpPr>
        <p:spPr>
          <a:xfrm>
            <a:off x="2551082" y="3739896"/>
            <a:ext cx="221730" cy="64008"/>
          </a:xfrm>
          <a:prstGeom prst="line">
            <a:avLst/>
          </a:prstGeom>
          <a:noFill/>
          <a:ln w="19050">
            <a:solidFill>
              <a:srgbClr val="4A4A55"/>
            </a:solidFill>
            <a:prstDash val="solid"/>
          </a:ln>
        </p:spPr>
      </p:sp>
      <p:sp>
        <p:nvSpPr>
          <p:cNvPr id="288" name="Shape 286"/>
          <p:cNvSpPr/>
          <p:nvPr/>
        </p:nvSpPr>
        <p:spPr>
          <a:xfrm>
            <a:off x="2772812" y="3803904"/>
            <a:ext cx="91" cy="128016"/>
          </a:xfrm>
          <a:prstGeom prst="line">
            <a:avLst/>
          </a:prstGeom>
          <a:noFill/>
          <a:ln w="19050">
            <a:solidFill>
              <a:srgbClr val="4A4A55"/>
            </a:solidFill>
            <a:prstDash val="solid"/>
          </a:ln>
        </p:spPr>
      </p:sp>
      <p:sp>
        <p:nvSpPr>
          <p:cNvPr id="289" name="Shape 287"/>
          <p:cNvSpPr/>
          <p:nvPr/>
        </p:nvSpPr>
        <p:spPr>
          <a:xfrm flipV="1">
            <a:off x="2772812" y="3739896"/>
            <a:ext cx="221730" cy="64008"/>
          </a:xfrm>
          <a:prstGeom prst="line">
            <a:avLst/>
          </a:prstGeom>
          <a:noFill/>
          <a:ln w="19050">
            <a:solidFill>
              <a:srgbClr val="4A4A55"/>
            </a:solidFill>
            <a:prstDash val="solid"/>
          </a:ln>
        </p:spPr>
      </p:sp>
      <p:sp>
        <p:nvSpPr>
          <p:cNvPr id="290" name="Shape 288"/>
          <p:cNvSpPr/>
          <p:nvPr/>
        </p:nvSpPr>
        <p:spPr>
          <a:xfrm>
            <a:off x="2772812" y="3931920"/>
            <a:ext cx="221730" cy="64008"/>
          </a:xfrm>
          <a:prstGeom prst="line">
            <a:avLst/>
          </a:prstGeom>
          <a:noFill/>
          <a:ln w="19050">
            <a:solidFill>
              <a:srgbClr val="4A4A55"/>
            </a:solidFill>
            <a:prstDash val="solid"/>
          </a:ln>
        </p:spPr>
      </p:sp>
      <p:sp>
        <p:nvSpPr>
          <p:cNvPr id="291" name="Shape 289"/>
          <p:cNvSpPr/>
          <p:nvPr/>
        </p:nvSpPr>
        <p:spPr>
          <a:xfrm>
            <a:off x="2994542" y="3995928"/>
            <a:ext cx="91" cy="128016"/>
          </a:xfrm>
          <a:prstGeom prst="line">
            <a:avLst/>
          </a:prstGeom>
          <a:noFill/>
          <a:ln w="19050">
            <a:solidFill>
              <a:srgbClr val="4A4A55"/>
            </a:solidFill>
            <a:prstDash val="solid"/>
          </a:ln>
        </p:spPr>
      </p:sp>
      <p:sp>
        <p:nvSpPr>
          <p:cNvPr id="292" name="Shape 290"/>
          <p:cNvSpPr/>
          <p:nvPr/>
        </p:nvSpPr>
        <p:spPr>
          <a:xfrm flipV="1">
            <a:off x="2994542" y="3931920"/>
            <a:ext cx="221730" cy="64008"/>
          </a:xfrm>
          <a:prstGeom prst="line">
            <a:avLst/>
          </a:prstGeom>
          <a:noFill/>
          <a:ln w="19050">
            <a:solidFill>
              <a:srgbClr val="4A4A55"/>
            </a:solidFill>
            <a:prstDash val="solid"/>
          </a:ln>
        </p:spPr>
      </p:sp>
      <p:sp>
        <p:nvSpPr>
          <p:cNvPr id="293" name="Shape 291"/>
          <p:cNvSpPr/>
          <p:nvPr/>
        </p:nvSpPr>
        <p:spPr>
          <a:xfrm>
            <a:off x="2994542" y="4123944"/>
            <a:ext cx="221730" cy="64008"/>
          </a:xfrm>
          <a:prstGeom prst="line">
            <a:avLst/>
          </a:prstGeom>
          <a:noFill/>
          <a:ln w="19050">
            <a:solidFill>
              <a:srgbClr val="4A4A55"/>
            </a:solidFill>
            <a:prstDash val="solid"/>
          </a:ln>
        </p:spPr>
      </p:sp>
      <p:sp>
        <p:nvSpPr>
          <p:cNvPr id="294" name="Shape 292"/>
          <p:cNvSpPr/>
          <p:nvPr/>
        </p:nvSpPr>
        <p:spPr>
          <a:xfrm flipV="1">
            <a:off x="3216272" y="4123944"/>
            <a:ext cx="221730" cy="64008"/>
          </a:xfrm>
          <a:prstGeom prst="line">
            <a:avLst/>
          </a:prstGeom>
          <a:noFill/>
          <a:ln w="19050">
            <a:solidFill>
              <a:srgbClr val="4A4A55"/>
            </a:solidFill>
            <a:prstDash val="solid"/>
          </a:ln>
        </p:spPr>
      </p:sp>
      <p:sp>
        <p:nvSpPr>
          <p:cNvPr id="295" name="Shape 293"/>
          <p:cNvSpPr/>
          <p:nvPr/>
        </p:nvSpPr>
        <p:spPr>
          <a:xfrm>
            <a:off x="2994542" y="3611880"/>
            <a:ext cx="91" cy="128016"/>
          </a:xfrm>
          <a:prstGeom prst="line">
            <a:avLst/>
          </a:prstGeom>
          <a:noFill/>
          <a:ln w="19050">
            <a:solidFill>
              <a:srgbClr val="4A4A55"/>
            </a:solidFill>
            <a:prstDash val="solid"/>
          </a:ln>
        </p:spPr>
      </p:sp>
      <p:sp>
        <p:nvSpPr>
          <p:cNvPr id="296" name="Shape 294"/>
          <p:cNvSpPr/>
          <p:nvPr/>
        </p:nvSpPr>
        <p:spPr>
          <a:xfrm>
            <a:off x="2994542" y="3739896"/>
            <a:ext cx="221730" cy="64008"/>
          </a:xfrm>
          <a:prstGeom prst="line">
            <a:avLst/>
          </a:prstGeom>
          <a:noFill/>
          <a:ln w="19050">
            <a:solidFill>
              <a:srgbClr val="4A4A55"/>
            </a:solidFill>
            <a:prstDash val="solid"/>
          </a:ln>
        </p:spPr>
      </p:sp>
      <p:sp>
        <p:nvSpPr>
          <p:cNvPr id="297" name="Shape 295"/>
          <p:cNvSpPr/>
          <p:nvPr/>
        </p:nvSpPr>
        <p:spPr>
          <a:xfrm>
            <a:off x="3216272" y="3803904"/>
            <a:ext cx="91" cy="128016"/>
          </a:xfrm>
          <a:prstGeom prst="line">
            <a:avLst/>
          </a:prstGeom>
          <a:noFill/>
          <a:ln w="19050">
            <a:solidFill>
              <a:srgbClr val="4A4A55"/>
            </a:solidFill>
            <a:prstDash val="solid"/>
          </a:ln>
        </p:spPr>
      </p:sp>
      <p:sp>
        <p:nvSpPr>
          <p:cNvPr id="298" name="Shape 296"/>
          <p:cNvSpPr/>
          <p:nvPr/>
        </p:nvSpPr>
        <p:spPr>
          <a:xfrm flipV="1">
            <a:off x="3216272" y="3739896"/>
            <a:ext cx="221730" cy="64008"/>
          </a:xfrm>
          <a:prstGeom prst="line">
            <a:avLst/>
          </a:prstGeom>
          <a:noFill/>
          <a:ln w="19050">
            <a:solidFill>
              <a:srgbClr val="4A4A55"/>
            </a:solidFill>
            <a:prstDash val="solid"/>
          </a:ln>
        </p:spPr>
      </p:sp>
      <p:sp>
        <p:nvSpPr>
          <p:cNvPr id="299" name="Shape 297"/>
          <p:cNvSpPr/>
          <p:nvPr/>
        </p:nvSpPr>
        <p:spPr>
          <a:xfrm>
            <a:off x="3216272" y="3931920"/>
            <a:ext cx="221730" cy="64008"/>
          </a:xfrm>
          <a:prstGeom prst="line">
            <a:avLst/>
          </a:prstGeom>
          <a:noFill/>
          <a:ln w="19050">
            <a:solidFill>
              <a:srgbClr val="4A4A55"/>
            </a:solidFill>
            <a:prstDash val="solid"/>
          </a:ln>
        </p:spPr>
      </p:sp>
      <p:sp>
        <p:nvSpPr>
          <p:cNvPr id="300" name="Shape 298"/>
          <p:cNvSpPr/>
          <p:nvPr/>
        </p:nvSpPr>
        <p:spPr>
          <a:xfrm>
            <a:off x="3438003" y="3995928"/>
            <a:ext cx="91" cy="128016"/>
          </a:xfrm>
          <a:prstGeom prst="line">
            <a:avLst/>
          </a:prstGeom>
          <a:noFill/>
          <a:ln w="19050">
            <a:solidFill>
              <a:srgbClr val="4A4A55"/>
            </a:solidFill>
            <a:prstDash val="solid"/>
          </a:ln>
        </p:spPr>
      </p:sp>
      <p:sp>
        <p:nvSpPr>
          <p:cNvPr id="301" name="Shape 299"/>
          <p:cNvSpPr/>
          <p:nvPr/>
        </p:nvSpPr>
        <p:spPr>
          <a:xfrm flipV="1">
            <a:off x="3438003" y="3931920"/>
            <a:ext cx="221730" cy="64008"/>
          </a:xfrm>
          <a:prstGeom prst="line">
            <a:avLst/>
          </a:prstGeom>
          <a:noFill/>
          <a:ln w="19050">
            <a:solidFill>
              <a:srgbClr val="4A4A55"/>
            </a:solidFill>
            <a:prstDash val="solid"/>
          </a:ln>
        </p:spPr>
      </p:sp>
      <p:sp>
        <p:nvSpPr>
          <p:cNvPr id="302" name="Shape 300"/>
          <p:cNvSpPr/>
          <p:nvPr/>
        </p:nvSpPr>
        <p:spPr>
          <a:xfrm>
            <a:off x="3438003" y="4123944"/>
            <a:ext cx="221730" cy="64008"/>
          </a:xfrm>
          <a:prstGeom prst="line">
            <a:avLst/>
          </a:prstGeom>
          <a:noFill/>
          <a:ln w="19050">
            <a:solidFill>
              <a:srgbClr val="4A4A55"/>
            </a:solidFill>
            <a:prstDash val="solid"/>
          </a:ln>
        </p:spPr>
      </p:sp>
      <p:sp>
        <p:nvSpPr>
          <p:cNvPr id="303" name="Shape 301"/>
          <p:cNvSpPr/>
          <p:nvPr/>
        </p:nvSpPr>
        <p:spPr>
          <a:xfrm flipV="1">
            <a:off x="3659733" y="4123944"/>
            <a:ext cx="221730" cy="64008"/>
          </a:xfrm>
          <a:prstGeom prst="line">
            <a:avLst/>
          </a:prstGeom>
          <a:noFill/>
          <a:ln w="19050">
            <a:solidFill>
              <a:srgbClr val="4A4A55"/>
            </a:solidFill>
            <a:prstDash val="solid"/>
          </a:ln>
        </p:spPr>
      </p:sp>
      <p:sp>
        <p:nvSpPr>
          <p:cNvPr id="304" name="Shape 302"/>
          <p:cNvSpPr/>
          <p:nvPr/>
        </p:nvSpPr>
        <p:spPr>
          <a:xfrm>
            <a:off x="3438003" y="3611880"/>
            <a:ext cx="91" cy="128016"/>
          </a:xfrm>
          <a:prstGeom prst="line">
            <a:avLst/>
          </a:prstGeom>
          <a:noFill/>
          <a:ln w="19050">
            <a:solidFill>
              <a:srgbClr val="4A4A55"/>
            </a:solidFill>
            <a:prstDash val="solid"/>
          </a:ln>
        </p:spPr>
      </p:sp>
      <p:sp>
        <p:nvSpPr>
          <p:cNvPr id="305" name="Shape 303"/>
          <p:cNvSpPr/>
          <p:nvPr/>
        </p:nvSpPr>
        <p:spPr>
          <a:xfrm>
            <a:off x="3438003" y="3739896"/>
            <a:ext cx="221730" cy="64008"/>
          </a:xfrm>
          <a:prstGeom prst="line">
            <a:avLst/>
          </a:prstGeom>
          <a:noFill/>
          <a:ln w="19050">
            <a:solidFill>
              <a:srgbClr val="4A4A55"/>
            </a:solidFill>
            <a:prstDash val="solid"/>
          </a:ln>
        </p:spPr>
      </p:sp>
      <p:sp>
        <p:nvSpPr>
          <p:cNvPr id="306" name="Shape 304"/>
          <p:cNvSpPr/>
          <p:nvPr/>
        </p:nvSpPr>
        <p:spPr>
          <a:xfrm>
            <a:off x="3659733" y="3803904"/>
            <a:ext cx="91" cy="128016"/>
          </a:xfrm>
          <a:prstGeom prst="line">
            <a:avLst/>
          </a:prstGeom>
          <a:noFill/>
          <a:ln w="19050">
            <a:solidFill>
              <a:srgbClr val="4A4A55"/>
            </a:solidFill>
            <a:prstDash val="solid"/>
          </a:ln>
        </p:spPr>
      </p:sp>
      <p:sp>
        <p:nvSpPr>
          <p:cNvPr id="307" name="Shape 305"/>
          <p:cNvSpPr/>
          <p:nvPr/>
        </p:nvSpPr>
        <p:spPr>
          <a:xfrm flipV="1">
            <a:off x="3659733" y="3739896"/>
            <a:ext cx="221730" cy="64008"/>
          </a:xfrm>
          <a:prstGeom prst="line">
            <a:avLst/>
          </a:prstGeom>
          <a:noFill/>
          <a:ln w="19050">
            <a:solidFill>
              <a:srgbClr val="4A4A55"/>
            </a:solidFill>
            <a:prstDash val="solid"/>
          </a:ln>
        </p:spPr>
      </p:sp>
      <p:sp>
        <p:nvSpPr>
          <p:cNvPr id="308" name="Shape 306"/>
          <p:cNvSpPr/>
          <p:nvPr/>
        </p:nvSpPr>
        <p:spPr>
          <a:xfrm>
            <a:off x="3659733" y="3931920"/>
            <a:ext cx="221730" cy="64008"/>
          </a:xfrm>
          <a:prstGeom prst="line">
            <a:avLst/>
          </a:prstGeom>
          <a:noFill/>
          <a:ln w="19050">
            <a:solidFill>
              <a:srgbClr val="4A4A55"/>
            </a:solidFill>
            <a:prstDash val="solid"/>
          </a:ln>
        </p:spPr>
      </p:sp>
      <p:sp>
        <p:nvSpPr>
          <p:cNvPr id="309" name="Shape 307"/>
          <p:cNvSpPr/>
          <p:nvPr/>
        </p:nvSpPr>
        <p:spPr>
          <a:xfrm>
            <a:off x="3881463" y="3995928"/>
            <a:ext cx="91" cy="128016"/>
          </a:xfrm>
          <a:prstGeom prst="line">
            <a:avLst/>
          </a:prstGeom>
          <a:noFill/>
          <a:ln w="19050">
            <a:solidFill>
              <a:srgbClr val="4A4A55"/>
            </a:solidFill>
            <a:prstDash val="solid"/>
          </a:ln>
        </p:spPr>
      </p:sp>
      <p:sp>
        <p:nvSpPr>
          <p:cNvPr id="310" name="Shape 308"/>
          <p:cNvSpPr/>
          <p:nvPr/>
        </p:nvSpPr>
        <p:spPr>
          <a:xfrm>
            <a:off x="3881463" y="3611880"/>
            <a:ext cx="91" cy="128016"/>
          </a:xfrm>
          <a:prstGeom prst="line">
            <a:avLst/>
          </a:prstGeom>
          <a:noFill/>
          <a:ln w="19050">
            <a:solidFill>
              <a:srgbClr val="4A4A55"/>
            </a:solidFill>
            <a:prstDash val="solid"/>
          </a:ln>
        </p:spPr>
      </p:sp>
      <p:sp>
        <p:nvSpPr>
          <p:cNvPr id="311" name="Shape 309"/>
          <p:cNvSpPr/>
          <p:nvPr/>
        </p:nvSpPr>
        <p:spPr>
          <a:xfrm>
            <a:off x="740664" y="3959352"/>
            <a:ext cx="73152" cy="73152"/>
          </a:xfrm>
          <a:prstGeom prst="ellipse">
            <a:avLst/>
          </a:prstGeom>
          <a:solidFill>
            <a:srgbClr val="4A4A55"/>
          </a:solidFill>
          <a:ln w="6350">
            <a:solidFill>
              <a:srgbClr val="22222A"/>
            </a:solidFill>
            <a:prstDash val="solid"/>
          </a:ln>
        </p:spPr>
      </p:sp>
      <p:sp>
        <p:nvSpPr>
          <p:cNvPr id="312" name="Shape 310"/>
          <p:cNvSpPr/>
          <p:nvPr/>
        </p:nvSpPr>
        <p:spPr>
          <a:xfrm>
            <a:off x="740664" y="4087368"/>
            <a:ext cx="73152" cy="73152"/>
          </a:xfrm>
          <a:prstGeom prst="ellipse">
            <a:avLst/>
          </a:prstGeom>
          <a:solidFill>
            <a:srgbClr val="4A4A55"/>
          </a:solidFill>
          <a:ln w="6350">
            <a:solidFill>
              <a:srgbClr val="22222A"/>
            </a:solidFill>
            <a:prstDash val="solid"/>
          </a:ln>
        </p:spPr>
      </p:sp>
      <p:sp>
        <p:nvSpPr>
          <p:cNvPr id="313" name="Shape 311"/>
          <p:cNvSpPr/>
          <p:nvPr/>
        </p:nvSpPr>
        <p:spPr>
          <a:xfrm>
            <a:off x="962394" y="4151376"/>
            <a:ext cx="73152" cy="73152"/>
          </a:xfrm>
          <a:prstGeom prst="ellipse">
            <a:avLst/>
          </a:prstGeom>
          <a:solidFill>
            <a:srgbClr val="4A4A55"/>
          </a:solidFill>
          <a:ln w="6350">
            <a:solidFill>
              <a:srgbClr val="22222A"/>
            </a:solidFill>
            <a:prstDash val="solid"/>
          </a:ln>
        </p:spPr>
      </p:sp>
      <p:sp>
        <p:nvSpPr>
          <p:cNvPr id="314" name="Shape 312"/>
          <p:cNvSpPr/>
          <p:nvPr/>
        </p:nvSpPr>
        <p:spPr>
          <a:xfrm>
            <a:off x="740664" y="3575304"/>
            <a:ext cx="73152" cy="73152"/>
          </a:xfrm>
          <a:prstGeom prst="ellipse">
            <a:avLst/>
          </a:prstGeom>
          <a:solidFill>
            <a:srgbClr val="4A4A55"/>
          </a:solidFill>
          <a:ln w="6350">
            <a:solidFill>
              <a:srgbClr val="22222A"/>
            </a:solidFill>
            <a:prstDash val="solid"/>
          </a:ln>
        </p:spPr>
      </p:sp>
      <p:sp>
        <p:nvSpPr>
          <p:cNvPr id="315" name="Shape 313"/>
          <p:cNvSpPr/>
          <p:nvPr/>
        </p:nvSpPr>
        <p:spPr>
          <a:xfrm>
            <a:off x="740664" y="3703320"/>
            <a:ext cx="73152" cy="73152"/>
          </a:xfrm>
          <a:prstGeom prst="ellipse">
            <a:avLst/>
          </a:prstGeom>
          <a:solidFill>
            <a:srgbClr val="4A4A55"/>
          </a:solidFill>
          <a:ln w="6350">
            <a:solidFill>
              <a:srgbClr val="22222A"/>
            </a:solidFill>
            <a:prstDash val="solid"/>
          </a:ln>
        </p:spPr>
      </p:sp>
      <p:sp>
        <p:nvSpPr>
          <p:cNvPr id="316" name="Shape 314"/>
          <p:cNvSpPr/>
          <p:nvPr/>
        </p:nvSpPr>
        <p:spPr>
          <a:xfrm>
            <a:off x="962394" y="3767328"/>
            <a:ext cx="73152" cy="73152"/>
          </a:xfrm>
          <a:prstGeom prst="ellipse">
            <a:avLst/>
          </a:prstGeom>
          <a:solidFill>
            <a:srgbClr val="4A4A55"/>
          </a:solidFill>
          <a:ln w="6350">
            <a:solidFill>
              <a:srgbClr val="22222A"/>
            </a:solidFill>
            <a:prstDash val="solid"/>
          </a:ln>
        </p:spPr>
      </p:sp>
      <p:sp>
        <p:nvSpPr>
          <p:cNvPr id="317" name="Shape 315"/>
          <p:cNvSpPr/>
          <p:nvPr/>
        </p:nvSpPr>
        <p:spPr>
          <a:xfrm>
            <a:off x="962394" y="3895344"/>
            <a:ext cx="73152" cy="73152"/>
          </a:xfrm>
          <a:prstGeom prst="ellipse">
            <a:avLst/>
          </a:prstGeom>
          <a:solidFill>
            <a:srgbClr val="4A4A55"/>
          </a:solidFill>
          <a:ln w="6350">
            <a:solidFill>
              <a:srgbClr val="22222A"/>
            </a:solidFill>
            <a:prstDash val="solid"/>
          </a:ln>
        </p:spPr>
      </p:sp>
      <p:sp>
        <p:nvSpPr>
          <p:cNvPr id="318" name="Shape 316"/>
          <p:cNvSpPr/>
          <p:nvPr/>
        </p:nvSpPr>
        <p:spPr>
          <a:xfrm>
            <a:off x="1184124" y="3959352"/>
            <a:ext cx="73152" cy="73152"/>
          </a:xfrm>
          <a:prstGeom prst="ellipse">
            <a:avLst/>
          </a:prstGeom>
          <a:solidFill>
            <a:srgbClr val="4A4A55"/>
          </a:solidFill>
          <a:ln w="6350">
            <a:solidFill>
              <a:srgbClr val="22222A"/>
            </a:solidFill>
            <a:prstDash val="solid"/>
          </a:ln>
        </p:spPr>
      </p:sp>
      <p:sp>
        <p:nvSpPr>
          <p:cNvPr id="319" name="Shape 317"/>
          <p:cNvSpPr/>
          <p:nvPr/>
        </p:nvSpPr>
        <p:spPr>
          <a:xfrm>
            <a:off x="1184124" y="4087368"/>
            <a:ext cx="73152" cy="73152"/>
          </a:xfrm>
          <a:prstGeom prst="ellipse">
            <a:avLst/>
          </a:prstGeom>
          <a:solidFill>
            <a:srgbClr val="4A4A55"/>
          </a:solidFill>
          <a:ln w="6350">
            <a:solidFill>
              <a:srgbClr val="22222A"/>
            </a:solidFill>
            <a:prstDash val="solid"/>
          </a:ln>
        </p:spPr>
      </p:sp>
      <p:sp>
        <p:nvSpPr>
          <p:cNvPr id="320" name="Shape 318"/>
          <p:cNvSpPr/>
          <p:nvPr/>
        </p:nvSpPr>
        <p:spPr>
          <a:xfrm>
            <a:off x="1405855" y="4151376"/>
            <a:ext cx="73152" cy="73152"/>
          </a:xfrm>
          <a:prstGeom prst="ellipse">
            <a:avLst/>
          </a:prstGeom>
          <a:solidFill>
            <a:srgbClr val="4A4A55"/>
          </a:solidFill>
          <a:ln w="6350">
            <a:solidFill>
              <a:srgbClr val="22222A"/>
            </a:solidFill>
            <a:prstDash val="solid"/>
          </a:ln>
        </p:spPr>
      </p:sp>
      <p:sp>
        <p:nvSpPr>
          <p:cNvPr id="321" name="Shape 319"/>
          <p:cNvSpPr/>
          <p:nvPr/>
        </p:nvSpPr>
        <p:spPr>
          <a:xfrm>
            <a:off x="1184124" y="3575304"/>
            <a:ext cx="73152" cy="73152"/>
          </a:xfrm>
          <a:prstGeom prst="ellipse">
            <a:avLst/>
          </a:prstGeom>
          <a:solidFill>
            <a:srgbClr val="4A4A55"/>
          </a:solidFill>
          <a:ln w="6350">
            <a:solidFill>
              <a:srgbClr val="22222A"/>
            </a:solidFill>
            <a:prstDash val="solid"/>
          </a:ln>
        </p:spPr>
      </p:sp>
      <p:sp>
        <p:nvSpPr>
          <p:cNvPr id="322" name="Shape 320"/>
          <p:cNvSpPr/>
          <p:nvPr/>
        </p:nvSpPr>
        <p:spPr>
          <a:xfrm>
            <a:off x="1184124" y="3703320"/>
            <a:ext cx="73152" cy="73152"/>
          </a:xfrm>
          <a:prstGeom prst="ellipse">
            <a:avLst/>
          </a:prstGeom>
          <a:solidFill>
            <a:srgbClr val="4A4A55"/>
          </a:solidFill>
          <a:ln w="6350">
            <a:solidFill>
              <a:srgbClr val="22222A"/>
            </a:solidFill>
            <a:prstDash val="solid"/>
          </a:ln>
        </p:spPr>
      </p:sp>
      <p:sp>
        <p:nvSpPr>
          <p:cNvPr id="323" name="Shape 321"/>
          <p:cNvSpPr/>
          <p:nvPr/>
        </p:nvSpPr>
        <p:spPr>
          <a:xfrm>
            <a:off x="1405855" y="3767328"/>
            <a:ext cx="73152" cy="73152"/>
          </a:xfrm>
          <a:prstGeom prst="ellipse">
            <a:avLst/>
          </a:prstGeom>
          <a:solidFill>
            <a:srgbClr val="4A4A55"/>
          </a:solidFill>
          <a:ln w="6350">
            <a:solidFill>
              <a:srgbClr val="22222A"/>
            </a:solidFill>
            <a:prstDash val="solid"/>
          </a:ln>
        </p:spPr>
      </p:sp>
      <p:sp>
        <p:nvSpPr>
          <p:cNvPr id="324" name="Shape 322"/>
          <p:cNvSpPr/>
          <p:nvPr/>
        </p:nvSpPr>
        <p:spPr>
          <a:xfrm>
            <a:off x="1405855" y="3895344"/>
            <a:ext cx="73152" cy="73152"/>
          </a:xfrm>
          <a:prstGeom prst="ellipse">
            <a:avLst/>
          </a:prstGeom>
          <a:solidFill>
            <a:srgbClr val="4A4A55"/>
          </a:solidFill>
          <a:ln w="6350">
            <a:solidFill>
              <a:srgbClr val="22222A"/>
            </a:solidFill>
            <a:prstDash val="solid"/>
          </a:ln>
        </p:spPr>
      </p:sp>
      <p:sp>
        <p:nvSpPr>
          <p:cNvPr id="325" name="Shape 323"/>
          <p:cNvSpPr/>
          <p:nvPr/>
        </p:nvSpPr>
        <p:spPr>
          <a:xfrm>
            <a:off x="1627585" y="3959352"/>
            <a:ext cx="73152" cy="73152"/>
          </a:xfrm>
          <a:prstGeom prst="ellipse">
            <a:avLst/>
          </a:prstGeom>
          <a:solidFill>
            <a:srgbClr val="4A4A55"/>
          </a:solidFill>
          <a:ln w="6350">
            <a:solidFill>
              <a:srgbClr val="22222A"/>
            </a:solidFill>
            <a:prstDash val="solid"/>
          </a:ln>
        </p:spPr>
      </p:sp>
      <p:sp>
        <p:nvSpPr>
          <p:cNvPr id="326" name="Shape 324"/>
          <p:cNvSpPr/>
          <p:nvPr/>
        </p:nvSpPr>
        <p:spPr>
          <a:xfrm>
            <a:off x="1627585" y="4087368"/>
            <a:ext cx="73152" cy="73152"/>
          </a:xfrm>
          <a:prstGeom prst="ellipse">
            <a:avLst/>
          </a:prstGeom>
          <a:solidFill>
            <a:srgbClr val="4A4A55"/>
          </a:solidFill>
          <a:ln w="6350">
            <a:solidFill>
              <a:srgbClr val="22222A"/>
            </a:solidFill>
            <a:prstDash val="solid"/>
          </a:ln>
        </p:spPr>
      </p:sp>
      <p:sp>
        <p:nvSpPr>
          <p:cNvPr id="327" name="Shape 325"/>
          <p:cNvSpPr/>
          <p:nvPr/>
        </p:nvSpPr>
        <p:spPr>
          <a:xfrm>
            <a:off x="1849315" y="4151376"/>
            <a:ext cx="73152" cy="73152"/>
          </a:xfrm>
          <a:prstGeom prst="ellipse">
            <a:avLst/>
          </a:prstGeom>
          <a:solidFill>
            <a:srgbClr val="4A4A55"/>
          </a:solidFill>
          <a:ln w="6350">
            <a:solidFill>
              <a:srgbClr val="22222A"/>
            </a:solidFill>
            <a:prstDash val="solid"/>
          </a:ln>
        </p:spPr>
      </p:sp>
      <p:sp>
        <p:nvSpPr>
          <p:cNvPr id="328" name="Shape 326"/>
          <p:cNvSpPr/>
          <p:nvPr/>
        </p:nvSpPr>
        <p:spPr>
          <a:xfrm>
            <a:off x="1627585" y="3575304"/>
            <a:ext cx="73152" cy="73152"/>
          </a:xfrm>
          <a:prstGeom prst="ellipse">
            <a:avLst/>
          </a:prstGeom>
          <a:solidFill>
            <a:srgbClr val="4A4A55"/>
          </a:solidFill>
          <a:ln w="6350">
            <a:solidFill>
              <a:srgbClr val="22222A"/>
            </a:solidFill>
            <a:prstDash val="solid"/>
          </a:ln>
        </p:spPr>
      </p:sp>
      <p:sp>
        <p:nvSpPr>
          <p:cNvPr id="329" name="Shape 327"/>
          <p:cNvSpPr/>
          <p:nvPr/>
        </p:nvSpPr>
        <p:spPr>
          <a:xfrm>
            <a:off x="1627585" y="3703320"/>
            <a:ext cx="73152" cy="73152"/>
          </a:xfrm>
          <a:prstGeom prst="ellipse">
            <a:avLst/>
          </a:prstGeom>
          <a:solidFill>
            <a:srgbClr val="4A4A55"/>
          </a:solidFill>
          <a:ln w="6350">
            <a:solidFill>
              <a:srgbClr val="22222A"/>
            </a:solidFill>
            <a:prstDash val="solid"/>
          </a:ln>
        </p:spPr>
      </p:sp>
      <p:sp>
        <p:nvSpPr>
          <p:cNvPr id="330" name="Shape 328"/>
          <p:cNvSpPr/>
          <p:nvPr/>
        </p:nvSpPr>
        <p:spPr>
          <a:xfrm>
            <a:off x="1849315" y="3767328"/>
            <a:ext cx="73152" cy="73152"/>
          </a:xfrm>
          <a:prstGeom prst="ellipse">
            <a:avLst/>
          </a:prstGeom>
          <a:solidFill>
            <a:srgbClr val="4A4A55"/>
          </a:solidFill>
          <a:ln w="6350">
            <a:solidFill>
              <a:srgbClr val="22222A"/>
            </a:solidFill>
            <a:prstDash val="solid"/>
          </a:ln>
        </p:spPr>
      </p:sp>
      <p:sp>
        <p:nvSpPr>
          <p:cNvPr id="331" name="Shape 329"/>
          <p:cNvSpPr/>
          <p:nvPr/>
        </p:nvSpPr>
        <p:spPr>
          <a:xfrm>
            <a:off x="1849315" y="3895344"/>
            <a:ext cx="73152" cy="73152"/>
          </a:xfrm>
          <a:prstGeom prst="ellipse">
            <a:avLst/>
          </a:prstGeom>
          <a:solidFill>
            <a:srgbClr val="4A4A55"/>
          </a:solidFill>
          <a:ln w="6350">
            <a:solidFill>
              <a:srgbClr val="22222A"/>
            </a:solidFill>
            <a:prstDash val="solid"/>
          </a:ln>
        </p:spPr>
      </p:sp>
      <p:sp>
        <p:nvSpPr>
          <p:cNvPr id="332" name="Shape 330"/>
          <p:cNvSpPr/>
          <p:nvPr/>
        </p:nvSpPr>
        <p:spPr>
          <a:xfrm>
            <a:off x="2071045" y="3959352"/>
            <a:ext cx="73152" cy="73152"/>
          </a:xfrm>
          <a:prstGeom prst="ellipse">
            <a:avLst/>
          </a:prstGeom>
          <a:solidFill>
            <a:srgbClr val="4A4A55"/>
          </a:solidFill>
          <a:ln w="6350">
            <a:solidFill>
              <a:srgbClr val="22222A"/>
            </a:solidFill>
            <a:prstDash val="solid"/>
          </a:ln>
        </p:spPr>
      </p:sp>
      <p:sp>
        <p:nvSpPr>
          <p:cNvPr id="333" name="Shape 331"/>
          <p:cNvSpPr/>
          <p:nvPr/>
        </p:nvSpPr>
        <p:spPr>
          <a:xfrm>
            <a:off x="2071045" y="4087368"/>
            <a:ext cx="73152" cy="73152"/>
          </a:xfrm>
          <a:prstGeom prst="ellipse">
            <a:avLst/>
          </a:prstGeom>
          <a:solidFill>
            <a:srgbClr val="4A4A55"/>
          </a:solidFill>
          <a:ln w="6350">
            <a:solidFill>
              <a:srgbClr val="22222A"/>
            </a:solidFill>
            <a:prstDash val="solid"/>
          </a:ln>
        </p:spPr>
      </p:sp>
      <p:sp>
        <p:nvSpPr>
          <p:cNvPr id="334" name="Shape 332"/>
          <p:cNvSpPr/>
          <p:nvPr/>
        </p:nvSpPr>
        <p:spPr>
          <a:xfrm>
            <a:off x="2292776" y="4151376"/>
            <a:ext cx="73152" cy="73152"/>
          </a:xfrm>
          <a:prstGeom prst="ellipse">
            <a:avLst/>
          </a:prstGeom>
          <a:solidFill>
            <a:srgbClr val="4A4A55"/>
          </a:solidFill>
          <a:ln w="6350">
            <a:solidFill>
              <a:srgbClr val="22222A"/>
            </a:solidFill>
            <a:prstDash val="solid"/>
          </a:ln>
        </p:spPr>
      </p:sp>
      <p:sp>
        <p:nvSpPr>
          <p:cNvPr id="335" name="Shape 333"/>
          <p:cNvSpPr/>
          <p:nvPr/>
        </p:nvSpPr>
        <p:spPr>
          <a:xfrm>
            <a:off x="2071045" y="3575304"/>
            <a:ext cx="73152" cy="73152"/>
          </a:xfrm>
          <a:prstGeom prst="ellipse">
            <a:avLst/>
          </a:prstGeom>
          <a:solidFill>
            <a:srgbClr val="4A4A55"/>
          </a:solidFill>
          <a:ln w="6350">
            <a:solidFill>
              <a:srgbClr val="22222A"/>
            </a:solidFill>
            <a:prstDash val="solid"/>
          </a:ln>
        </p:spPr>
      </p:sp>
      <p:sp>
        <p:nvSpPr>
          <p:cNvPr id="336" name="Shape 334"/>
          <p:cNvSpPr/>
          <p:nvPr/>
        </p:nvSpPr>
        <p:spPr>
          <a:xfrm>
            <a:off x="2071045" y="3703320"/>
            <a:ext cx="73152" cy="73152"/>
          </a:xfrm>
          <a:prstGeom prst="ellipse">
            <a:avLst/>
          </a:prstGeom>
          <a:solidFill>
            <a:srgbClr val="4A4A55"/>
          </a:solidFill>
          <a:ln w="6350">
            <a:solidFill>
              <a:srgbClr val="22222A"/>
            </a:solidFill>
            <a:prstDash val="solid"/>
          </a:ln>
        </p:spPr>
      </p:sp>
      <p:sp>
        <p:nvSpPr>
          <p:cNvPr id="337" name="Shape 335"/>
          <p:cNvSpPr/>
          <p:nvPr/>
        </p:nvSpPr>
        <p:spPr>
          <a:xfrm>
            <a:off x="2292776" y="3767328"/>
            <a:ext cx="73152" cy="73152"/>
          </a:xfrm>
          <a:prstGeom prst="ellipse">
            <a:avLst/>
          </a:prstGeom>
          <a:solidFill>
            <a:srgbClr val="4A4A55"/>
          </a:solidFill>
          <a:ln w="6350">
            <a:solidFill>
              <a:srgbClr val="22222A"/>
            </a:solidFill>
            <a:prstDash val="solid"/>
          </a:ln>
        </p:spPr>
      </p:sp>
      <p:sp>
        <p:nvSpPr>
          <p:cNvPr id="338" name="Shape 336"/>
          <p:cNvSpPr/>
          <p:nvPr/>
        </p:nvSpPr>
        <p:spPr>
          <a:xfrm>
            <a:off x="2292776" y="3895344"/>
            <a:ext cx="73152" cy="73152"/>
          </a:xfrm>
          <a:prstGeom prst="ellipse">
            <a:avLst/>
          </a:prstGeom>
          <a:solidFill>
            <a:srgbClr val="4A4A55"/>
          </a:solidFill>
          <a:ln w="6350">
            <a:solidFill>
              <a:srgbClr val="22222A"/>
            </a:solidFill>
            <a:prstDash val="solid"/>
          </a:ln>
        </p:spPr>
      </p:sp>
      <p:sp>
        <p:nvSpPr>
          <p:cNvPr id="339" name="Shape 337"/>
          <p:cNvSpPr/>
          <p:nvPr/>
        </p:nvSpPr>
        <p:spPr>
          <a:xfrm>
            <a:off x="2514506" y="3959352"/>
            <a:ext cx="73152" cy="73152"/>
          </a:xfrm>
          <a:prstGeom prst="ellipse">
            <a:avLst/>
          </a:prstGeom>
          <a:solidFill>
            <a:srgbClr val="4A4A55"/>
          </a:solidFill>
          <a:ln w="6350">
            <a:solidFill>
              <a:srgbClr val="22222A"/>
            </a:solidFill>
            <a:prstDash val="solid"/>
          </a:ln>
        </p:spPr>
      </p:sp>
      <p:sp>
        <p:nvSpPr>
          <p:cNvPr id="340" name="Shape 338"/>
          <p:cNvSpPr/>
          <p:nvPr/>
        </p:nvSpPr>
        <p:spPr>
          <a:xfrm>
            <a:off x="2514506" y="4087368"/>
            <a:ext cx="73152" cy="73152"/>
          </a:xfrm>
          <a:prstGeom prst="ellipse">
            <a:avLst/>
          </a:prstGeom>
          <a:solidFill>
            <a:srgbClr val="4A4A55"/>
          </a:solidFill>
          <a:ln w="6350">
            <a:solidFill>
              <a:srgbClr val="22222A"/>
            </a:solidFill>
            <a:prstDash val="solid"/>
          </a:ln>
        </p:spPr>
      </p:sp>
      <p:sp>
        <p:nvSpPr>
          <p:cNvPr id="341" name="Shape 339"/>
          <p:cNvSpPr/>
          <p:nvPr/>
        </p:nvSpPr>
        <p:spPr>
          <a:xfrm>
            <a:off x="2736236" y="4151376"/>
            <a:ext cx="73152" cy="73152"/>
          </a:xfrm>
          <a:prstGeom prst="ellipse">
            <a:avLst/>
          </a:prstGeom>
          <a:solidFill>
            <a:srgbClr val="4A4A55"/>
          </a:solidFill>
          <a:ln w="6350">
            <a:solidFill>
              <a:srgbClr val="22222A"/>
            </a:solidFill>
            <a:prstDash val="solid"/>
          </a:ln>
        </p:spPr>
      </p:sp>
      <p:sp>
        <p:nvSpPr>
          <p:cNvPr id="342" name="Shape 340"/>
          <p:cNvSpPr/>
          <p:nvPr/>
        </p:nvSpPr>
        <p:spPr>
          <a:xfrm>
            <a:off x="2514506" y="3575304"/>
            <a:ext cx="73152" cy="73152"/>
          </a:xfrm>
          <a:prstGeom prst="ellipse">
            <a:avLst/>
          </a:prstGeom>
          <a:solidFill>
            <a:srgbClr val="4A4A55"/>
          </a:solidFill>
          <a:ln w="6350">
            <a:solidFill>
              <a:srgbClr val="22222A"/>
            </a:solidFill>
            <a:prstDash val="solid"/>
          </a:ln>
        </p:spPr>
      </p:sp>
      <p:sp>
        <p:nvSpPr>
          <p:cNvPr id="343" name="Shape 341"/>
          <p:cNvSpPr/>
          <p:nvPr/>
        </p:nvSpPr>
        <p:spPr>
          <a:xfrm>
            <a:off x="2514506" y="3703320"/>
            <a:ext cx="73152" cy="73152"/>
          </a:xfrm>
          <a:prstGeom prst="ellipse">
            <a:avLst/>
          </a:prstGeom>
          <a:solidFill>
            <a:srgbClr val="4A4A55"/>
          </a:solidFill>
          <a:ln w="6350">
            <a:solidFill>
              <a:srgbClr val="22222A"/>
            </a:solidFill>
            <a:prstDash val="solid"/>
          </a:ln>
        </p:spPr>
      </p:sp>
      <p:sp>
        <p:nvSpPr>
          <p:cNvPr id="344" name="Shape 342"/>
          <p:cNvSpPr/>
          <p:nvPr/>
        </p:nvSpPr>
        <p:spPr>
          <a:xfrm>
            <a:off x="2736236" y="3767328"/>
            <a:ext cx="73152" cy="73152"/>
          </a:xfrm>
          <a:prstGeom prst="ellipse">
            <a:avLst/>
          </a:prstGeom>
          <a:solidFill>
            <a:srgbClr val="4A4A55"/>
          </a:solidFill>
          <a:ln w="6350">
            <a:solidFill>
              <a:srgbClr val="22222A"/>
            </a:solidFill>
            <a:prstDash val="solid"/>
          </a:ln>
        </p:spPr>
      </p:sp>
      <p:sp>
        <p:nvSpPr>
          <p:cNvPr id="345" name="Shape 343"/>
          <p:cNvSpPr/>
          <p:nvPr/>
        </p:nvSpPr>
        <p:spPr>
          <a:xfrm>
            <a:off x="2736236" y="3895344"/>
            <a:ext cx="73152" cy="73152"/>
          </a:xfrm>
          <a:prstGeom prst="ellipse">
            <a:avLst/>
          </a:prstGeom>
          <a:solidFill>
            <a:srgbClr val="4A4A55"/>
          </a:solidFill>
          <a:ln w="6350">
            <a:solidFill>
              <a:srgbClr val="22222A"/>
            </a:solidFill>
            <a:prstDash val="solid"/>
          </a:ln>
        </p:spPr>
      </p:sp>
      <p:sp>
        <p:nvSpPr>
          <p:cNvPr id="346" name="Shape 344"/>
          <p:cNvSpPr/>
          <p:nvPr/>
        </p:nvSpPr>
        <p:spPr>
          <a:xfrm>
            <a:off x="2957966" y="3959352"/>
            <a:ext cx="73152" cy="73152"/>
          </a:xfrm>
          <a:prstGeom prst="ellipse">
            <a:avLst/>
          </a:prstGeom>
          <a:solidFill>
            <a:srgbClr val="4A4A55"/>
          </a:solidFill>
          <a:ln w="6350">
            <a:solidFill>
              <a:srgbClr val="22222A"/>
            </a:solidFill>
            <a:prstDash val="solid"/>
          </a:ln>
        </p:spPr>
      </p:sp>
      <p:sp>
        <p:nvSpPr>
          <p:cNvPr id="347" name="Shape 345"/>
          <p:cNvSpPr/>
          <p:nvPr/>
        </p:nvSpPr>
        <p:spPr>
          <a:xfrm>
            <a:off x="2957966" y="4087368"/>
            <a:ext cx="73152" cy="73152"/>
          </a:xfrm>
          <a:prstGeom prst="ellipse">
            <a:avLst/>
          </a:prstGeom>
          <a:solidFill>
            <a:srgbClr val="4A4A55"/>
          </a:solidFill>
          <a:ln w="6350">
            <a:solidFill>
              <a:srgbClr val="22222A"/>
            </a:solidFill>
            <a:prstDash val="solid"/>
          </a:ln>
        </p:spPr>
      </p:sp>
      <p:sp>
        <p:nvSpPr>
          <p:cNvPr id="348" name="Shape 346"/>
          <p:cNvSpPr/>
          <p:nvPr/>
        </p:nvSpPr>
        <p:spPr>
          <a:xfrm>
            <a:off x="3179696" y="4151376"/>
            <a:ext cx="73152" cy="73152"/>
          </a:xfrm>
          <a:prstGeom prst="ellipse">
            <a:avLst/>
          </a:prstGeom>
          <a:solidFill>
            <a:srgbClr val="4A4A55"/>
          </a:solidFill>
          <a:ln w="6350">
            <a:solidFill>
              <a:srgbClr val="22222A"/>
            </a:solidFill>
            <a:prstDash val="solid"/>
          </a:ln>
        </p:spPr>
      </p:sp>
      <p:sp>
        <p:nvSpPr>
          <p:cNvPr id="349" name="Shape 347"/>
          <p:cNvSpPr/>
          <p:nvPr/>
        </p:nvSpPr>
        <p:spPr>
          <a:xfrm>
            <a:off x="2957966" y="3575304"/>
            <a:ext cx="73152" cy="73152"/>
          </a:xfrm>
          <a:prstGeom prst="ellipse">
            <a:avLst/>
          </a:prstGeom>
          <a:solidFill>
            <a:srgbClr val="4A4A55"/>
          </a:solidFill>
          <a:ln w="6350">
            <a:solidFill>
              <a:srgbClr val="22222A"/>
            </a:solidFill>
            <a:prstDash val="solid"/>
          </a:ln>
        </p:spPr>
      </p:sp>
      <p:sp>
        <p:nvSpPr>
          <p:cNvPr id="350" name="Shape 348"/>
          <p:cNvSpPr/>
          <p:nvPr/>
        </p:nvSpPr>
        <p:spPr>
          <a:xfrm>
            <a:off x="2957966" y="3703320"/>
            <a:ext cx="73152" cy="73152"/>
          </a:xfrm>
          <a:prstGeom prst="ellipse">
            <a:avLst/>
          </a:prstGeom>
          <a:solidFill>
            <a:srgbClr val="4A4A55"/>
          </a:solidFill>
          <a:ln w="6350">
            <a:solidFill>
              <a:srgbClr val="22222A"/>
            </a:solidFill>
            <a:prstDash val="solid"/>
          </a:ln>
        </p:spPr>
      </p:sp>
      <p:sp>
        <p:nvSpPr>
          <p:cNvPr id="351" name="Shape 349"/>
          <p:cNvSpPr/>
          <p:nvPr/>
        </p:nvSpPr>
        <p:spPr>
          <a:xfrm>
            <a:off x="3179696" y="3767328"/>
            <a:ext cx="73152" cy="73152"/>
          </a:xfrm>
          <a:prstGeom prst="ellipse">
            <a:avLst/>
          </a:prstGeom>
          <a:solidFill>
            <a:srgbClr val="4A4A55"/>
          </a:solidFill>
          <a:ln w="6350">
            <a:solidFill>
              <a:srgbClr val="22222A"/>
            </a:solidFill>
            <a:prstDash val="solid"/>
          </a:ln>
        </p:spPr>
      </p:sp>
      <p:sp>
        <p:nvSpPr>
          <p:cNvPr id="352" name="Shape 350"/>
          <p:cNvSpPr/>
          <p:nvPr/>
        </p:nvSpPr>
        <p:spPr>
          <a:xfrm>
            <a:off x="3179696" y="3895344"/>
            <a:ext cx="73152" cy="73152"/>
          </a:xfrm>
          <a:prstGeom prst="ellipse">
            <a:avLst/>
          </a:prstGeom>
          <a:solidFill>
            <a:srgbClr val="4A4A55"/>
          </a:solidFill>
          <a:ln w="6350">
            <a:solidFill>
              <a:srgbClr val="22222A"/>
            </a:solidFill>
            <a:prstDash val="solid"/>
          </a:ln>
        </p:spPr>
      </p:sp>
      <p:sp>
        <p:nvSpPr>
          <p:cNvPr id="353" name="Shape 351"/>
          <p:cNvSpPr/>
          <p:nvPr/>
        </p:nvSpPr>
        <p:spPr>
          <a:xfrm>
            <a:off x="3401427" y="3959352"/>
            <a:ext cx="73152" cy="73152"/>
          </a:xfrm>
          <a:prstGeom prst="ellipse">
            <a:avLst/>
          </a:prstGeom>
          <a:solidFill>
            <a:srgbClr val="4A4A55"/>
          </a:solidFill>
          <a:ln w="6350">
            <a:solidFill>
              <a:srgbClr val="22222A"/>
            </a:solidFill>
            <a:prstDash val="solid"/>
          </a:ln>
        </p:spPr>
      </p:sp>
      <p:sp>
        <p:nvSpPr>
          <p:cNvPr id="354" name="Shape 352"/>
          <p:cNvSpPr/>
          <p:nvPr/>
        </p:nvSpPr>
        <p:spPr>
          <a:xfrm>
            <a:off x="3401427" y="4087368"/>
            <a:ext cx="73152" cy="73152"/>
          </a:xfrm>
          <a:prstGeom prst="ellipse">
            <a:avLst/>
          </a:prstGeom>
          <a:solidFill>
            <a:srgbClr val="4A4A55"/>
          </a:solidFill>
          <a:ln w="6350">
            <a:solidFill>
              <a:srgbClr val="22222A"/>
            </a:solidFill>
            <a:prstDash val="solid"/>
          </a:ln>
        </p:spPr>
      </p:sp>
      <p:sp>
        <p:nvSpPr>
          <p:cNvPr id="355" name="Shape 353"/>
          <p:cNvSpPr/>
          <p:nvPr/>
        </p:nvSpPr>
        <p:spPr>
          <a:xfrm>
            <a:off x="3623157" y="4151376"/>
            <a:ext cx="73152" cy="73152"/>
          </a:xfrm>
          <a:prstGeom prst="ellipse">
            <a:avLst/>
          </a:prstGeom>
          <a:solidFill>
            <a:srgbClr val="4A4A55"/>
          </a:solidFill>
          <a:ln w="6350">
            <a:solidFill>
              <a:srgbClr val="22222A"/>
            </a:solidFill>
            <a:prstDash val="solid"/>
          </a:ln>
        </p:spPr>
      </p:sp>
      <p:sp>
        <p:nvSpPr>
          <p:cNvPr id="356" name="Shape 354"/>
          <p:cNvSpPr/>
          <p:nvPr/>
        </p:nvSpPr>
        <p:spPr>
          <a:xfrm>
            <a:off x="3401427" y="3575304"/>
            <a:ext cx="73152" cy="73152"/>
          </a:xfrm>
          <a:prstGeom prst="ellipse">
            <a:avLst/>
          </a:prstGeom>
          <a:solidFill>
            <a:srgbClr val="4A4A55"/>
          </a:solidFill>
          <a:ln w="6350">
            <a:solidFill>
              <a:srgbClr val="22222A"/>
            </a:solidFill>
            <a:prstDash val="solid"/>
          </a:ln>
        </p:spPr>
      </p:sp>
      <p:sp>
        <p:nvSpPr>
          <p:cNvPr id="357" name="Shape 355"/>
          <p:cNvSpPr/>
          <p:nvPr/>
        </p:nvSpPr>
        <p:spPr>
          <a:xfrm>
            <a:off x="3401427" y="3703320"/>
            <a:ext cx="73152" cy="73152"/>
          </a:xfrm>
          <a:prstGeom prst="ellipse">
            <a:avLst/>
          </a:prstGeom>
          <a:solidFill>
            <a:srgbClr val="4A4A55"/>
          </a:solidFill>
          <a:ln w="6350">
            <a:solidFill>
              <a:srgbClr val="22222A"/>
            </a:solidFill>
            <a:prstDash val="solid"/>
          </a:ln>
        </p:spPr>
      </p:sp>
      <p:sp>
        <p:nvSpPr>
          <p:cNvPr id="358" name="Shape 356"/>
          <p:cNvSpPr/>
          <p:nvPr/>
        </p:nvSpPr>
        <p:spPr>
          <a:xfrm>
            <a:off x="3623157" y="3767328"/>
            <a:ext cx="73152" cy="73152"/>
          </a:xfrm>
          <a:prstGeom prst="ellipse">
            <a:avLst/>
          </a:prstGeom>
          <a:solidFill>
            <a:srgbClr val="4A4A55"/>
          </a:solidFill>
          <a:ln w="6350">
            <a:solidFill>
              <a:srgbClr val="22222A"/>
            </a:solidFill>
            <a:prstDash val="solid"/>
          </a:ln>
        </p:spPr>
      </p:sp>
      <p:sp>
        <p:nvSpPr>
          <p:cNvPr id="359" name="Shape 357"/>
          <p:cNvSpPr/>
          <p:nvPr/>
        </p:nvSpPr>
        <p:spPr>
          <a:xfrm>
            <a:off x="3623157" y="3895344"/>
            <a:ext cx="73152" cy="73152"/>
          </a:xfrm>
          <a:prstGeom prst="ellipse">
            <a:avLst/>
          </a:prstGeom>
          <a:solidFill>
            <a:srgbClr val="4A4A55"/>
          </a:solidFill>
          <a:ln w="6350">
            <a:solidFill>
              <a:srgbClr val="22222A"/>
            </a:solidFill>
            <a:prstDash val="solid"/>
          </a:ln>
        </p:spPr>
      </p:sp>
      <p:sp>
        <p:nvSpPr>
          <p:cNvPr id="360" name="Shape 358"/>
          <p:cNvSpPr/>
          <p:nvPr/>
        </p:nvSpPr>
        <p:spPr>
          <a:xfrm>
            <a:off x="3844887" y="3959352"/>
            <a:ext cx="73152" cy="73152"/>
          </a:xfrm>
          <a:prstGeom prst="ellipse">
            <a:avLst/>
          </a:prstGeom>
          <a:solidFill>
            <a:srgbClr val="4A4A55"/>
          </a:solidFill>
          <a:ln w="6350">
            <a:solidFill>
              <a:srgbClr val="22222A"/>
            </a:solidFill>
            <a:prstDash val="solid"/>
          </a:ln>
        </p:spPr>
      </p:sp>
      <p:sp>
        <p:nvSpPr>
          <p:cNvPr id="361" name="Shape 359"/>
          <p:cNvSpPr/>
          <p:nvPr/>
        </p:nvSpPr>
        <p:spPr>
          <a:xfrm>
            <a:off x="3844887" y="4087368"/>
            <a:ext cx="73152" cy="73152"/>
          </a:xfrm>
          <a:prstGeom prst="ellipse">
            <a:avLst/>
          </a:prstGeom>
          <a:solidFill>
            <a:srgbClr val="4A4A55"/>
          </a:solidFill>
          <a:ln w="6350">
            <a:solidFill>
              <a:srgbClr val="22222A"/>
            </a:solidFill>
            <a:prstDash val="solid"/>
          </a:ln>
        </p:spPr>
      </p:sp>
      <p:sp>
        <p:nvSpPr>
          <p:cNvPr id="362" name="Shape 360"/>
          <p:cNvSpPr/>
          <p:nvPr/>
        </p:nvSpPr>
        <p:spPr>
          <a:xfrm>
            <a:off x="3844887" y="3575304"/>
            <a:ext cx="73152" cy="73152"/>
          </a:xfrm>
          <a:prstGeom prst="ellipse">
            <a:avLst/>
          </a:prstGeom>
          <a:solidFill>
            <a:srgbClr val="4A4A55"/>
          </a:solidFill>
          <a:ln w="6350">
            <a:solidFill>
              <a:srgbClr val="22222A"/>
            </a:solidFill>
            <a:prstDash val="solid"/>
          </a:ln>
        </p:spPr>
      </p:sp>
      <p:sp>
        <p:nvSpPr>
          <p:cNvPr id="363" name="Shape 361"/>
          <p:cNvSpPr/>
          <p:nvPr/>
        </p:nvSpPr>
        <p:spPr>
          <a:xfrm>
            <a:off x="3844887" y="3703320"/>
            <a:ext cx="73152" cy="73152"/>
          </a:xfrm>
          <a:prstGeom prst="ellipse">
            <a:avLst/>
          </a:prstGeom>
          <a:solidFill>
            <a:srgbClr val="4A4A55"/>
          </a:solidFill>
          <a:ln w="6350">
            <a:solidFill>
              <a:srgbClr val="22222A"/>
            </a:solidFill>
            <a:prstDash val="solid"/>
          </a:ln>
        </p:spPr>
      </p:sp>
      <p:sp>
        <p:nvSpPr>
          <p:cNvPr id="364" name="Shape 362"/>
          <p:cNvSpPr/>
          <p:nvPr/>
        </p:nvSpPr>
        <p:spPr>
          <a:xfrm>
            <a:off x="1417320" y="2286000"/>
            <a:ext cx="91" cy="320040"/>
          </a:xfrm>
          <a:prstGeom prst="line">
            <a:avLst/>
          </a:prstGeom>
          <a:noFill/>
          <a:ln w="15875">
            <a:solidFill>
              <a:srgbClr val="C8414C"/>
            </a:solidFill>
            <a:prstDash val="sysDot"/>
          </a:ln>
        </p:spPr>
      </p:sp>
      <p:sp>
        <p:nvSpPr>
          <p:cNvPr id="365" name="Shape 363"/>
          <p:cNvSpPr/>
          <p:nvPr/>
        </p:nvSpPr>
        <p:spPr>
          <a:xfrm>
            <a:off x="2743200" y="2286000"/>
            <a:ext cx="91" cy="320040"/>
          </a:xfrm>
          <a:prstGeom prst="line">
            <a:avLst/>
          </a:prstGeom>
          <a:noFill/>
          <a:ln w="15875">
            <a:solidFill>
              <a:srgbClr val="C8414C"/>
            </a:solidFill>
            <a:prstDash val="sysDot"/>
          </a:ln>
        </p:spPr>
      </p:sp>
      <p:sp>
        <p:nvSpPr>
          <p:cNvPr id="366" name="Shape 364"/>
          <p:cNvSpPr/>
          <p:nvPr/>
        </p:nvSpPr>
        <p:spPr>
          <a:xfrm>
            <a:off x="3931920" y="2286000"/>
            <a:ext cx="91" cy="320040"/>
          </a:xfrm>
          <a:prstGeom prst="line">
            <a:avLst/>
          </a:prstGeom>
          <a:noFill/>
          <a:ln w="15875">
            <a:solidFill>
              <a:srgbClr val="C8414C"/>
            </a:solidFill>
            <a:prstDash val="sysDot"/>
          </a:ln>
        </p:spPr>
      </p:sp>
      <p:sp>
        <p:nvSpPr>
          <p:cNvPr id="367" name="Shape 365"/>
          <p:cNvSpPr/>
          <p:nvPr/>
        </p:nvSpPr>
        <p:spPr>
          <a:xfrm>
            <a:off x="1600200" y="3246120"/>
            <a:ext cx="91" cy="320040"/>
          </a:xfrm>
          <a:prstGeom prst="line">
            <a:avLst/>
          </a:prstGeom>
          <a:noFill/>
          <a:ln w="15875">
            <a:solidFill>
              <a:srgbClr val="C8414C"/>
            </a:solidFill>
            <a:prstDash val="sysDot"/>
          </a:ln>
        </p:spPr>
      </p:sp>
      <p:sp>
        <p:nvSpPr>
          <p:cNvPr id="368" name="Shape 366"/>
          <p:cNvSpPr/>
          <p:nvPr/>
        </p:nvSpPr>
        <p:spPr>
          <a:xfrm>
            <a:off x="2926080" y="3246120"/>
            <a:ext cx="91" cy="320040"/>
          </a:xfrm>
          <a:prstGeom prst="line">
            <a:avLst/>
          </a:prstGeom>
          <a:noFill/>
          <a:ln w="15875">
            <a:solidFill>
              <a:srgbClr val="C8414C"/>
            </a:solidFill>
            <a:prstDash val="sysDot"/>
          </a:ln>
        </p:spPr>
      </p:sp>
      <p:sp>
        <p:nvSpPr>
          <p:cNvPr id="369" name="Shape 367"/>
          <p:cNvSpPr/>
          <p:nvPr/>
        </p:nvSpPr>
        <p:spPr>
          <a:xfrm>
            <a:off x="4114800" y="3246120"/>
            <a:ext cx="91" cy="320040"/>
          </a:xfrm>
          <a:prstGeom prst="line">
            <a:avLst/>
          </a:prstGeom>
          <a:noFill/>
          <a:ln w="15875">
            <a:solidFill>
              <a:srgbClr val="C8414C"/>
            </a:solidFill>
            <a:prstDash val="sysDot"/>
          </a:ln>
        </p:spPr>
      </p:sp>
      <p:sp>
        <p:nvSpPr>
          <p:cNvPr id="370" name="Shape 368"/>
          <p:cNvSpPr/>
          <p:nvPr/>
        </p:nvSpPr>
        <p:spPr>
          <a:xfrm>
            <a:off x="1417320" y="1764792"/>
            <a:ext cx="91440" cy="91440"/>
          </a:xfrm>
          <a:prstGeom prst="ellipse">
            <a:avLst/>
          </a:prstGeom>
          <a:solidFill>
            <a:srgbClr val="2F7FC1"/>
          </a:solidFill>
          <a:ln w="6350">
            <a:solidFill>
              <a:srgbClr val="1B4F7A"/>
            </a:solidFill>
            <a:prstDash val="solid"/>
          </a:ln>
        </p:spPr>
      </p:sp>
      <p:sp>
        <p:nvSpPr>
          <p:cNvPr id="371" name="Shape 369"/>
          <p:cNvSpPr/>
          <p:nvPr/>
        </p:nvSpPr>
        <p:spPr>
          <a:xfrm>
            <a:off x="2148840" y="1965960"/>
            <a:ext cx="91440" cy="91440"/>
          </a:xfrm>
          <a:prstGeom prst="ellipse">
            <a:avLst/>
          </a:prstGeom>
          <a:solidFill>
            <a:srgbClr val="2F7FC1"/>
          </a:solidFill>
          <a:ln w="6350">
            <a:solidFill>
              <a:srgbClr val="1B4F7A"/>
            </a:solidFill>
            <a:prstDash val="solid"/>
          </a:ln>
        </p:spPr>
      </p:sp>
      <p:sp>
        <p:nvSpPr>
          <p:cNvPr id="372" name="Shape 370"/>
          <p:cNvSpPr/>
          <p:nvPr/>
        </p:nvSpPr>
        <p:spPr>
          <a:xfrm>
            <a:off x="2788920" y="1737360"/>
            <a:ext cx="91440" cy="91440"/>
          </a:xfrm>
          <a:prstGeom prst="ellipse">
            <a:avLst/>
          </a:prstGeom>
          <a:solidFill>
            <a:srgbClr val="2F7FC1"/>
          </a:solidFill>
          <a:ln w="6350">
            <a:solidFill>
              <a:srgbClr val="1B4F7A"/>
            </a:solidFill>
            <a:prstDash val="solid"/>
          </a:ln>
        </p:spPr>
      </p:sp>
      <p:sp>
        <p:nvSpPr>
          <p:cNvPr id="373" name="Shape 371"/>
          <p:cNvSpPr/>
          <p:nvPr/>
        </p:nvSpPr>
        <p:spPr>
          <a:xfrm>
            <a:off x="3429000" y="2011680"/>
            <a:ext cx="91440" cy="91440"/>
          </a:xfrm>
          <a:prstGeom prst="ellipse">
            <a:avLst/>
          </a:prstGeom>
          <a:solidFill>
            <a:srgbClr val="2F7FC1"/>
          </a:solidFill>
          <a:ln w="6350">
            <a:solidFill>
              <a:srgbClr val="1B4F7A"/>
            </a:solidFill>
            <a:prstDash val="solid"/>
          </a:ln>
        </p:spPr>
      </p:sp>
      <p:sp>
        <p:nvSpPr>
          <p:cNvPr id="374" name="Shape 372"/>
          <p:cNvSpPr/>
          <p:nvPr/>
        </p:nvSpPr>
        <p:spPr>
          <a:xfrm>
            <a:off x="1783080" y="2103120"/>
            <a:ext cx="91440" cy="91440"/>
          </a:xfrm>
          <a:prstGeom prst="ellipse">
            <a:avLst/>
          </a:prstGeom>
          <a:solidFill>
            <a:srgbClr val="2F7FC1"/>
          </a:solidFill>
          <a:ln w="6350">
            <a:solidFill>
              <a:srgbClr val="1B4F7A"/>
            </a:solidFill>
            <a:prstDash val="solid"/>
          </a:ln>
        </p:spPr>
      </p:sp>
      <p:sp>
        <p:nvSpPr>
          <p:cNvPr id="375" name="Shape 373"/>
          <p:cNvSpPr/>
          <p:nvPr/>
        </p:nvSpPr>
        <p:spPr>
          <a:xfrm>
            <a:off x="1280160" y="1463040"/>
            <a:ext cx="2286000" cy="91"/>
          </a:xfrm>
          <a:prstGeom prst="line">
            <a:avLst/>
          </a:prstGeom>
          <a:noFill/>
          <a:ln w="25400">
            <a:solidFill>
              <a:srgbClr val="2F7FC1"/>
            </a:solidFill>
            <a:prstDash val="solid"/>
            <a:tailEnd type="triangle"/>
          </a:ln>
        </p:spPr>
      </p:sp>
      <p:sp>
        <p:nvSpPr>
          <p:cNvPr id="376" name="Text 374"/>
          <p:cNvSpPr/>
          <p:nvPr/>
        </p:nvSpPr>
        <p:spPr>
          <a:xfrm>
            <a:off x="3611880" y="1325880"/>
            <a:ext cx="2286000" cy="411480"/>
          </a:xfrm>
          <a:prstGeom prst="rect">
            <a:avLst/>
          </a:prstGeom>
          <a:noFill/>
          <a:ln/>
        </p:spPr>
        <p:txBody>
          <a:bodyPr wrap="square" lIns="0" tIns="0" rIns="0" bIns="0" rtlCol="0" anchor="t"/>
          <a:lstStyle/>
          <a:p>
            <a:pPr algn="l" indent="0" marL="0">
              <a:buNone/>
            </a:pPr>
            <a:r>
              <a:rPr lang="en-US" sz="1000" b="1" dirty="0">
                <a:solidFill>
                  <a:srgbClr val="2F7FC1"/>
                </a:solidFill>
                <a:latin typeface="Calibri" pitchFamily="34" charset="0"/>
                <a:ea typeface="Calibri" pitchFamily="34" charset="-122"/>
                <a:cs typeface="Calibri" pitchFamily="34" charset="-120"/>
              </a:rPr>
              <a:t>delocalised electrons move </a:t>
            </a:r>
            <a:r>
              <a:rPr lang="en-US" sz="1000" b="1" dirty="0">
                <a:solidFill>
                  <a:srgbClr val="2F7FC1"/>
                </a:solidFill>
                <a:latin typeface="Calibri" pitchFamily="34" charset="0"/>
                <a:ea typeface="Calibri" pitchFamily="34" charset="-122"/>
                <a:cs typeface="Calibri" pitchFamily="34" charset="-120"/>
              </a:rPr>
              <a:t>along</a:t>
            </a:r>
            <a:r>
              <a:rPr lang="en-US" sz="1000" b="1" dirty="0">
                <a:solidFill>
                  <a:srgbClr val="2F7FC1"/>
                </a:solidFill>
                <a:latin typeface="Calibri" pitchFamily="34" charset="0"/>
                <a:ea typeface="Calibri" pitchFamily="34" charset="-122"/>
                <a:cs typeface="Calibri" pitchFamily="34" charset="-120"/>
              </a:rPr>
              <a:t> the layers</a:t>
            </a:r>
            <a:endParaRPr lang="en-US" sz="1000" dirty="0"/>
          </a:p>
        </p:txBody>
      </p:sp>
      <p:sp>
        <p:nvSpPr>
          <p:cNvPr id="377" name="Text 375"/>
          <p:cNvSpPr/>
          <p:nvPr/>
        </p:nvSpPr>
        <p:spPr>
          <a:xfrm>
            <a:off x="4434840" y="2377440"/>
            <a:ext cx="1508760" cy="548640"/>
          </a:xfrm>
          <a:prstGeom prst="rect">
            <a:avLst/>
          </a:prstGeom>
          <a:noFill/>
          <a:ln/>
        </p:spPr>
        <p:txBody>
          <a:bodyPr wrap="square" lIns="0" tIns="0" rIns="0" bIns="0" rtlCol="0" anchor="t"/>
          <a:lstStyle/>
          <a:p>
            <a:pPr algn="l" indent="0" marL="0">
              <a:buNone/>
            </a:pPr>
            <a:r>
              <a:rPr lang="en-US" sz="1000" b="1" dirty="0">
                <a:solidFill>
                  <a:srgbClr val="C8414C"/>
                </a:solidFill>
                <a:latin typeface="Calibri" pitchFamily="34" charset="0"/>
                <a:ea typeface="Calibri" pitchFamily="34" charset="-122"/>
                <a:cs typeface="Calibri" pitchFamily="34" charset="-120"/>
              </a:rPr>
              <a:t>weak forces </a:t>
            </a:r>
            <a:r>
              <a:rPr lang="en-US" sz="1000" b="1" dirty="0">
                <a:solidFill>
                  <a:srgbClr val="C8414C"/>
                </a:solidFill>
                <a:latin typeface="Calibri" pitchFamily="34" charset="0"/>
                <a:ea typeface="Calibri" pitchFamily="34" charset="-122"/>
                <a:cs typeface="Calibri" pitchFamily="34" charset="-120"/>
              </a:rPr>
              <a:t>between</a:t>
            </a:r>
            <a:r>
              <a:rPr lang="en-US" sz="1000" b="1" dirty="0">
                <a:solidFill>
                  <a:srgbClr val="C8414C"/>
                </a:solidFill>
                <a:latin typeface="Calibri" pitchFamily="34" charset="0"/>
                <a:ea typeface="Calibri" pitchFamily="34" charset="-122"/>
                <a:cs typeface="Calibri" pitchFamily="34" charset="-120"/>
              </a:rPr>
              <a:t> layers: layers slide</a:t>
            </a:r>
            <a:endParaRPr lang="en-US" sz="1000" dirty="0"/>
          </a:p>
        </p:txBody>
      </p:sp>
      <p:sp>
        <p:nvSpPr>
          <p:cNvPr id="378" name="Text 376"/>
          <p:cNvSpPr/>
          <p:nvPr/>
        </p:nvSpPr>
        <p:spPr>
          <a:xfrm>
            <a:off x="4434840" y="3520440"/>
            <a:ext cx="1508760" cy="548640"/>
          </a:xfrm>
          <a:prstGeom prst="rect">
            <a:avLst/>
          </a:prstGeom>
          <a:noFill/>
          <a:ln/>
        </p:spPr>
        <p:txBody>
          <a:bodyPr wrap="square" lIns="0" tIns="0" rIns="0" bIns="0" rtlCol="0" anchor="t"/>
          <a:lstStyle/>
          <a:p>
            <a:pPr algn="l" indent="0" marL="0">
              <a:buNone/>
            </a:pPr>
            <a:r>
              <a:rPr lang="en-US" sz="1000" dirty="0">
                <a:solidFill>
                  <a:srgbClr val="2A1F3D"/>
                </a:solidFill>
                <a:latin typeface="Calibri" pitchFamily="34" charset="0"/>
                <a:ea typeface="Calibri" pitchFamily="34" charset="-122"/>
                <a:cs typeface="Calibri" pitchFamily="34" charset="-120"/>
              </a:rPr>
              <a:t>each C: </a:t>
            </a:r>
            <a:r>
              <a:rPr lang="en-US" sz="1000" b="1" dirty="0">
                <a:solidFill>
                  <a:srgbClr val="2A1F3D"/>
                </a:solidFill>
                <a:latin typeface="Calibri" pitchFamily="34" charset="0"/>
                <a:ea typeface="Calibri" pitchFamily="34" charset="-122"/>
                <a:cs typeface="Calibri" pitchFamily="34" charset="-120"/>
              </a:rPr>
              <a:t>3</a:t>
            </a:r>
            <a:r>
              <a:rPr lang="en-US" sz="1000" dirty="0">
                <a:solidFill>
                  <a:srgbClr val="2A1F3D"/>
                </a:solidFill>
                <a:latin typeface="Calibri" pitchFamily="34" charset="0"/>
                <a:ea typeface="Calibri" pitchFamily="34" charset="-122"/>
                <a:cs typeface="Calibri" pitchFamily="34" charset="-120"/>
              </a:rPr>
              <a:t> strong covalent bonds in hexagons</a:t>
            </a:r>
            <a:endParaRPr lang="en-US" sz="1000" dirty="0"/>
          </a:p>
        </p:txBody>
      </p:sp>
      <p:sp>
        <p:nvSpPr>
          <p:cNvPr id="379" name="Text 377"/>
          <p:cNvSpPr/>
          <p:nvPr/>
        </p:nvSpPr>
        <p:spPr>
          <a:xfrm>
            <a:off x="594360" y="4983480"/>
            <a:ext cx="5212080" cy="228600"/>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A single layer is </a:t>
            </a:r>
            <a:r>
              <a:rPr lang="en-US" sz="1000" b="1" i="1" dirty="0">
                <a:solidFill>
                  <a:srgbClr val="6B7385"/>
                </a:solidFill>
                <a:latin typeface="Calibri" pitchFamily="34" charset="0"/>
                <a:ea typeface="Calibri" pitchFamily="34" charset="-122"/>
                <a:cs typeface="Calibri" pitchFamily="34" charset="-120"/>
              </a:rPr>
              <a:t>graphene</a:t>
            </a:r>
            <a:r>
              <a:rPr lang="en-US" sz="1000" i="1" dirty="0">
                <a:solidFill>
                  <a:srgbClr val="6B7385"/>
                </a:solidFill>
                <a:latin typeface="Calibri" pitchFamily="34" charset="0"/>
                <a:ea typeface="Calibri" pitchFamily="34" charset="-122"/>
                <a:cs typeface="Calibri" pitchFamily="34" charset="-120"/>
              </a:rPr>
              <a:t> (see C4.3)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051560"/>
                <a:gridCol w="1188720"/>
                <a:gridCol w="1234440"/>
                <a:gridCol w="2084832"/>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Property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Diamond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Graphite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Why the graphite is different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Hardness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hard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soft, slippery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weak forces between layers: layers slide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Melting point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both: many strong covalent bonds to break</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Conducts?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one delocalised electron per C atom</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Uses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drill tips, cutting tools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electrodes, lubricant, pencils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381" name="Shape 378"/>
          <p:cNvSpPr/>
          <p:nvPr/>
        </p:nvSpPr>
        <p:spPr>
          <a:xfrm>
            <a:off x="6217920" y="3520440"/>
            <a:ext cx="5559552" cy="2194560"/>
          </a:xfrm>
          <a:prstGeom prst="roundRect">
            <a:avLst>
              <a:gd name="adj" fmla="val 2500"/>
            </a:avLst>
          </a:prstGeom>
          <a:solidFill>
            <a:srgbClr val="FFF4E0"/>
          </a:solidFill>
          <a:ln w="9525">
            <a:solidFill>
              <a:srgbClr val="F1D9A8"/>
            </a:solidFill>
            <a:prstDash val="solid"/>
          </a:ln>
        </p:spPr>
      </p:sp>
      <p:sp>
        <p:nvSpPr>
          <p:cNvPr id="382" name="Text 379"/>
          <p:cNvSpPr/>
          <p:nvPr/>
        </p:nvSpPr>
        <p:spPr>
          <a:xfrm>
            <a:off x="6382512" y="359359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where does the free electron come from?</a:t>
            </a:r>
            <a:endParaRPr lang="en-US" sz="1300" dirty="0"/>
          </a:p>
        </p:txBody>
      </p:sp>
      <p:sp>
        <p:nvSpPr>
          <p:cNvPr id="383" name="Text 380"/>
          <p:cNvSpPr/>
          <p:nvPr/>
        </p:nvSpPr>
        <p:spPr>
          <a:xfrm>
            <a:off x="6382512" y="3904488"/>
            <a:ext cx="5230368" cy="17373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Carbon has 4 outer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Bonds   </a:t>
            </a:r>
            <a:r>
              <a:rPr lang="en-US" sz="1050" dirty="0">
                <a:solidFill>
                  <a:srgbClr val="262B3A"/>
                </a:solidFill>
                <a:latin typeface="Calibri" pitchFamily="34" charset="0"/>
                <a:ea typeface="Calibri" pitchFamily="34" charset="-122"/>
                <a:cs typeface="Calibri" pitchFamily="34" charset="-120"/>
              </a:rPr>
              <a:t>each C forms 3 covalent bonds in its layer: 3 electrons used</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Left over   </a:t>
            </a:r>
            <a:r>
              <a:rPr lang="en-US" sz="1050" dirty="0">
                <a:solidFill>
                  <a:srgbClr val="262B3A"/>
                </a:solidFill>
                <a:latin typeface="Calibri" pitchFamily="34" charset="0"/>
                <a:ea typeface="Calibri" pitchFamily="34" charset="-122"/>
                <a:cs typeface="Calibri" pitchFamily="34" charset="-120"/>
              </a:rPr>
              <a:t>4 − 3 = </a:t>
            </a:r>
            <a:r>
              <a:rPr lang="en-US" sz="1050" b="1" dirty="0">
                <a:solidFill>
                  <a:srgbClr val="262B3A"/>
                </a:solidFill>
                <a:latin typeface="Calibri" pitchFamily="34" charset="0"/>
                <a:ea typeface="Calibri" pitchFamily="34" charset="-122"/>
                <a:cs typeface="Calibri" pitchFamily="34" charset="-120"/>
              </a:rPr>
              <a:t>1</a:t>
            </a:r>
            <a:r>
              <a:rPr lang="en-US" sz="1050" dirty="0">
                <a:solidFill>
                  <a:srgbClr val="262B3A"/>
                </a:solidFill>
                <a:latin typeface="Calibri" pitchFamily="34" charset="0"/>
                <a:ea typeface="Calibri" pitchFamily="34" charset="-122"/>
                <a:cs typeface="Calibri" pitchFamily="34" charset="-120"/>
              </a:rPr>
              <a:t> electron per atom</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Shared   </a:t>
            </a:r>
            <a:r>
              <a:rPr lang="en-US" sz="1050" dirty="0">
                <a:solidFill>
                  <a:srgbClr val="262B3A"/>
                </a:solidFill>
                <a:latin typeface="Calibri" pitchFamily="34" charset="0"/>
                <a:ea typeface="Calibri" pitchFamily="34" charset="-122"/>
                <a:cs typeface="Calibri" pitchFamily="34" charset="-120"/>
              </a:rPr>
              <a:t>bonds per atom = 3 ÷ 2 = 1.5 (each bond shared by 2 atoms)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one </a:t>
            </a:r>
            <a:r>
              <a:rPr lang="en-US" sz="1050" b="1" dirty="0">
                <a:solidFill>
                  <a:srgbClr val="C8414C"/>
                </a:solidFill>
                <a:latin typeface="Calibri" pitchFamily="34" charset="0"/>
                <a:ea typeface="Calibri" pitchFamily="34" charset="-122"/>
                <a:cs typeface="Calibri" pitchFamily="34" charset="-120"/>
              </a:rPr>
              <a:t>delocalised</a:t>
            </a:r>
            <a:r>
              <a:rPr lang="en-US" sz="1050" b="1" dirty="0">
                <a:solidFill>
                  <a:srgbClr val="C8414C"/>
                </a:solidFill>
                <a:latin typeface="Calibri" pitchFamily="34" charset="0"/>
                <a:ea typeface="Calibri" pitchFamily="34" charset="-122"/>
                <a:cs typeface="Calibri" pitchFamily="34" charset="-120"/>
              </a:rPr>
              <a:t> electron per C: it moves along the layer and carries charge</a:t>
            </a:r>
            <a:endParaRPr lang="en-US" sz="1050" dirty="0"/>
          </a:p>
        </p:txBody>
      </p:sp>
      <p:sp>
        <p:nvSpPr>
          <p:cNvPr id="384" name="Shape 381"/>
          <p:cNvSpPr/>
          <p:nvPr/>
        </p:nvSpPr>
        <p:spPr>
          <a:xfrm>
            <a:off x="411480" y="5833872"/>
            <a:ext cx="11368735" cy="530352"/>
          </a:xfrm>
          <a:prstGeom prst="rect">
            <a:avLst/>
          </a:prstGeom>
          <a:solidFill>
            <a:srgbClr val="FFF4E0"/>
          </a:solidFill>
          <a:ln w="6350">
            <a:solidFill>
              <a:srgbClr val="F1D9A8"/>
            </a:solidFill>
            <a:prstDash val="solid"/>
          </a:ln>
        </p:spPr>
      </p:sp>
      <p:sp>
        <p:nvSpPr>
          <p:cNvPr id="385" name="Shape 382"/>
          <p:cNvSpPr/>
          <p:nvPr/>
        </p:nvSpPr>
        <p:spPr>
          <a:xfrm>
            <a:off x="411480" y="5833872"/>
            <a:ext cx="82296" cy="530352"/>
          </a:xfrm>
          <a:prstGeom prst="rect">
            <a:avLst/>
          </a:prstGeom>
          <a:solidFill>
            <a:srgbClr val="E39A2F"/>
          </a:solidFill>
          <a:ln w="12700">
            <a:solidFill>
              <a:srgbClr val="E39A2F"/>
            </a:solidFill>
            <a:prstDash val="solid"/>
          </a:ln>
        </p:spPr>
      </p:sp>
      <p:sp>
        <p:nvSpPr>
          <p:cNvPr id="386" name="Text 38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graphite is used as a </a:t>
            </a:r>
            <a:r>
              <a:rPr lang="en-US" sz="1150" b="1" dirty="0">
                <a:solidFill>
                  <a:srgbClr val="262B3A"/>
                </a:solidFill>
                <a:latin typeface="Calibri" pitchFamily="34" charset="0"/>
                <a:ea typeface="Calibri" pitchFamily="34" charset="-122"/>
                <a:cs typeface="Calibri" pitchFamily="34" charset="-120"/>
              </a:rPr>
              <a:t>lubricant</a:t>
            </a:r>
            <a:r>
              <a:rPr lang="en-US" sz="1150" dirty="0">
                <a:solidFill>
                  <a:srgbClr val="262B3A"/>
                </a:solidFill>
                <a:latin typeface="Calibri" pitchFamily="34" charset="0"/>
                <a:ea typeface="Calibri" pitchFamily="34" charset="-122"/>
                <a:cs typeface="Calibri" pitchFamily="34" charset="-120"/>
              </a:rPr>
              <a:t> and as an </a:t>
            </a:r>
            <a:r>
              <a:rPr lang="en-US" sz="1150" b="1" dirty="0">
                <a:solidFill>
                  <a:srgbClr val="262B3A"/>
                </a:solidFill>
                <a:latin typeface="Calibri" pitchFamily="34" charset="0"/>
                <a:ea typeface="Calibri" pitchFamily="34" charset="-122"/>
                <a:cs typeface="Calibri" pitchFamily="34" charset="-120"/>
              </a:rPr>
              <a:t>electrode</a:t>
            </a:r>
            <a:r>
              <a:rPr lang="en-US" sz="1150" dirty="0">
                <a:solidFill>
                  <a:srgbClr val="262B3A"/>
                </a:solidFill>
                <a:latin typeface="Calibri" pitchFamily="34" charset="0"/>
                <a:ea typeface="Calibri" pitchFamily="34" charset="-122"/>
                <a:cs typeface="Calibri" pitchFamily="34" charset="-120"/>
              </a:rPr>
              <a:t>. How many C–C bonds are in a layer of </a:t>
            </a:r>
            <a:r>
              <a:rPr lang="en-US" sz="1150" b="1" dirty="0">
                <a:solidFill>
                  <a:srgbClr val="262B3A"/>
                </a:solidFill>
                <a:latin typeface="Calibri" pitchFamily="34" charset="0"/>
                <a:ea typeface="Calibri" pitchFamily="34" charset="-122"/>
                <a:cs typeface="Calibri" pitchFamily="34" charset="-120"/>
              </a:rPr>
              <a:t>10</a:t>
            </a:r>
            <a:r>
              <a:rPr lang="en-US" sz="1150" dirty="0">
                <a:solidFill>
                  <a:srgbClr val="262B3A"/>
                </a:solidFill>
                <a:latin typeface="Calibri" pitchFamily="34" charset="0"/>
                <a:ea typeface="Calibri" pitchFamily="34" charset="-122"/>
                <a:cs typeface="Calibri" pitchFamily="34" charset="-120"/>
              </a:rPr>
              <a:t> carbon atoms (ignore edges)?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Metals and ionic solids: malleable or brittle?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explaining malleability, brittleness and conductivity (uses C2 and C3.1)</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14</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force is applied to each lattice (left: before, right: after); not to scale</a:t>
            </a:r>
            <a:endParaRPr lang="en-US" sz="1000" dirty="0"/>
          </a:p>
        </p:txBody>
      </p:sp>
      <p:sp>
        <p:nvSpPr>
          <p:cNvPr id="10" name="Text 8"/>
          <p:cNvSpPr/>
          <p:nvPr/>
        </p:nvSpPr>
        <p:spPr>
          <a:xfrm>
            <a:off x="594360" y="1298448"/>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Metal</a:t>
            </a:r>
            <a:r>
              <a:rPr lang="en-US" sz="1050" dirty="0">
                <a:solidFill>
                  <a:srgbClr val="262B3A"/>
                </a:solidFill>
                <a:latin typeface="Calibri" pitchFamily="34" charset="0"/>
                <a:ea typeface="Calibri" pitchFamily="34" charset="-122"/>
                <a:cs typeface="Calibri" pitchFamily="34" charset="-120"/>
              </a:rPr>
              <a:t>: layers of ions slide, electrons still hold them → </a:t>
            </a:r>
            <a:r>
              <a:rPr lang="en-US" sz="1050" b="1" dirty="0">
                <a:solidFill>
                  <a:srgbClr val="262B3A"/>
                </a:solidFill>
                <a:latin typeface="Calibri" pitchFamily="34" charset="0"/>
                <a:ea typeface="Calibri" pitchFamily="34" charset="-122"/>
                <a:cs typeface="Calibri" pitchFamily="34" charset="-120"/>
              </a:rPr>
              <a:t>malleable</a:t>
            </a:r>
            <a:endParaRPr lang="en-US" sz="1050" dirty="0"/>
          </a:p>
        </p:txBody>
      </p:sp>
      <p:sp>
        <p:nvSpPr>
          <p:cNvPr id="11" name="Shape 9"/>
          <p:cNvSpPr/>
          <p:nvPr/>
        </p:nvSpPr>
        <p:spPr>
          <a:xfrm>
            <a:off x="749808" y="1709928"/>
            <a:ext cx="237744" cy="237744"/>
          </a:xfrm>
          <a:prstGeom prst="ellipse">
            <a:avLst/>
          </a:prstGeom>
          <a:solidFill>
            <a:srgbClr val="D7A15E"/>
          </a:solidFill>
          <a:ln w="12700">
            <a:solidFill>
              <a:srgbClr val="8A5A2B"/>
            </a:solidFill>
            <a:prstDash val="solid"/>
          </a:ln>
        </p:spPr>
      </p:sp>
      <p:sp>
        <p:nvSpPr>
          <p:cNvPr id="12" name="Text 10"/>
          <p:cNvSpPr/>
          <p:nvPr/>
        </p:nvSpPr>
        <p:spPr>
          <a:xfrm>
            <a:off x="749808"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078992" y="1709928"/>
            <a:ext cx="237744" cy="237744"/>
          </a:xfrm>
          <a:prstGeom prst="ellipse">
            <a:avLst/>
          </a:prstGeom>
          <a:solidFill>
            <a:srgbClr val="D7A15E"/>
          </a:solidFill>
          <a:ln w="12700">
            <a:solidFill>
              <a:srgbClr val="8A5A2B"/>
            </a:solidFill>
            <a:prstDash val="solid"/>
          </a:ln>
        </p:spPr>
      </p:sp>
      <p:sp>
        <p:nvSpPr>
          <p:cNvPr id="14" name="Text 12"/>
          <p:cNvSpPr/>
          <p:nvPr/>
        </p:nvSpPr>
        <p:spPr>
          <a:xfrm>
            <a:off x="1078992"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1408176" y="1709928"/>
            <a:ext cx="237744" cy="237744"/>
          </a:xfrm>
          <a:prstGeom prst="ellipse">
            <a:avLst/>
          </a:prstGeom>
          <a:solidFill>
            <a:srgbClr val="D7A15E"/>
          </a:solidFill>
          <a:ln w="12700">
            <a:solidFill>
              <a:srgbClr val="8A5A2B"/>
            </a:solidFill>
            <a:prstDash val="solid"/>
          </a:ln>
        </p:spPr>
      </p:sp>
      <p:sp>
        <p:nvSpPr>
          <p:cNvPr id="16" name="Text 14"/>
          <p:cNvSpPr/>
          <p:nvPr/>
        </p:nvSpPr>
        <p:spPr>
          <a:xfrm>
            <a:off x="1408176"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 name="Shape 15"/>
          <p:cNvSpPr/>
          <p:nvPr/>
        </p:nvSpPr>
        <p:spPr>
          <a:xfrm>
            <a:off x="1737360" y="1709928"/>
            <a:ext cx="237744" cy="237744"/>
          </a:xfrm>
          <a:prstGeom prst="ellipse">
            <a:avLst/>
          </a:prstGeom>
          <a:solidFill>
            <a:srgbClr val="D7A15E"/>
          </a:solidFill>
          <a:ln w="12700">
            <a:solidFill>
              <a:srgbClr val="8A5A2B"/>
            </a:solidFill>
            <a:prstDash val="solid"/>
          </a:ln>
        </p:spPr>
      </p:sp>
      <p:sp>
        <p:nvSpPr>
          <p:cNvPr id="18" name="Text 16"/>
          <p:cNvSpPr/>
          <p:nvPr/>
        </p:nvSpPr>
        <p:spPr>
          <a:xfrm>
            <a:off x="1737360"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9" name="Shape 17"/>
          <p:cNvSpPr/>
          <p:nvPr/>
        </p:nvSpPr>
        <p:spPr>
          <a:xfrm>
            <a:off x="2066544" y="1709928"/>
            <a:ext cx="237744" cy="237744"/>
          </a:xfrm>
          <a:prstGeom prst="ellipse">
            <a:avLst/>
          </a:prstGeom>
          <a:solidFill>
            <a:srgbClr val="D7A15E"/>
          </a:solidFill>
          <a:ln w="12700">
            <a:solidFill>
              <a:srgbClr val="8A5A2B"/>
            </a:solidFill>
            <a:prstDash val="solid"/>
          </a:ln>
        </p:spPr>
      </p:sp>
      <p:sp>
        <p:nvSpPr>
          <p:cNvPr id="20" name="Text 18"/>
          <p:cNvSpPr/>
          <p:nvPr/>
        </p:nvSpPr>
        <p:spPr>
          <a:xfrm>
            <a:off x="2066544"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1" name="Shape 19"/>
          <p:cNvSpPr/>
          <p:nvPr/>
        </p:nvSpPr>
        <p:spPr>
          <a:xfrm>
            <a:off x="749808" y="2039112"/>
            <a:ext cx="237744" cy="237744"/>
          </a:xfrm>
          <a:prstGeom prst="ellipse">
            <a:avLst/>
          </a:prstGeom>
          <a:solidFill>
            <a:srgbClr val="D7A15E"/>
          </a:solidFill>
          <a:ln w="12700">
            <a:solidFill>
              <a:srgbClr val="8A5A2B"/>
            </a:solidFill>
            <a:prstDash val="solid"/>
          </a:ln>
        </p:spPr>
      </p:sp>
      <p:sp>
        <p:nvSpPr>
          <p:cNvPr id="22" name="Text 20"/>
          <p:cNvSpPr/>
          <p:nvPr/>
        </p:nvSpPr>
        <p:spPr>
          <a:xfrm>
            <a:off x="749808"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1078992" y="2039112"/>
            <a:ext cx="237744" cy="237744"/>
          </a:xfrm>
          <a:prstGeom prst="ellipse">
            <a:avLst/>
          </a:prstGeom>
          <a:solidFill>
            <a:srgbClr val="D7A15E"/>
          </a:solidFill>
          <a:ln w="12700">
            <a:solidFill>
              <a:srgbClr val="8A5A2B"/>
            </a:solidFill>
            <a:prstDash val="solid"/>
          </a:ln>
        </p:spPr>
      </p:sp>
      <p:sp>
        <p:nvSpPr>
          <p:cNvPr id="24" name="Text 22"/>
          <p:cNvSpPr/>
          <p:nvPr/>
        </p:nvSpPr>
        <p:spPr>
          <a:xfrm>
            <a:off x="1078992"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5" name="Shape 23"/>
          <p:cNvSpPr/>
          <p:nvPr/>
        </p:nvSpPr>
        <p:spPr>
          <a:xfrm>
            <a:off x="1408176" y="2039112"/>
            <a:ext cx="237744" cy="237744"/>
          </a:xfrm>
          <a:prstGeom prst="ellipse">
            <a:avLst/>
          </a:prstGeom>
          <a:solidFill>
            <a:srgbClr val="D7A15E"/>
          </a:solidFill>
          <a:ln w="12700">
            <a:solidFill>
              <a:srgbClr val="8A5A2B"/>
            </a:solidFill>
            <a:prstDash val="solid"/>
          </a:ln>
        </p:spPr>
      </p:sp>
      <p:sp>
        <p:nvSpPr>
          <p:cNvPr id="26" name="Text 24"/>
          <p:cNvSpPr/>
          <p:nvPr/>
        </p:nvSpPr>
        <p:spPr>
          <a:xfrm>
            <a:off x="1408176"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7" name="Shape 25"/>
          <p:cNvSpPr/>
          <p:nvPr/>
        </p:nvSpPr>
        <p:spPr>
          <a:xfrm>
            <a:off x="1737360" y="2039112"/>
            <a:ext cx="237744" cy="237744"/>
          </a:xfrm>
          <a:prstGeom prst="ellipse">
            <a:avLst/>
          </a:prstGeom>
          <a:solidFill>
            <a:srgbClr val="D7A15E"/>
          </a:solidFill>
          <a:ln w="12700">
            <a:solidFill>
              <a:srgbClr val="8A5A2B"/>
            </a:solidFill>
            <a:prstDash val="solid"/>
          </a:ln>
        </p:spPr>
      </p:sp>
      <p:sp>
        <p:nvSpPr>
          <p:cNvPr id="28" name="Text 26"/>
          <p:cNvSpPr/>
          <p:nvPr/>
        </p:nvSpPr>
        <p:spPr>
          <a:xfrm>
            <a:off x="1737360"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9" name="Shape 27"/>
          <p:cNvSpPr/>
          <p:nvPr/>
        </p:nvSpPr>
        <p:spPr>
          <a:xfrm>
            <a:off x="2066544" y="2039112"/>
            <a:ext cx="237744" cy="237744"/>
          </a:xfrm>
          <a:prstGeom prst="ellipse">
            <a:avLst/>
          </a:prstGeom>
          <a:solidFill>
            <a:srgbClr val="D7A15E"/>
          </a:solidFill>
          <a:ln w="12700">
            <a:solidFill>
              <a:srgbClr val="8A5A2B"/>
            </a:solidFill>
            <a:prstDash val="solid"/>
          </a:ln>
        </p:spPr>
      </p:sp>
      <p:sp>
        <p:nvSpPr>
          <p:cNvPr id="30" name="Text 28"/>
          <p:cNvSpPr/>
          <p:nvPr/>
        </p:nvSpPr>
        <p:spPr>
          <a:xfrm>
            <a:off x="2066544"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1" name="Shape 29"/>
          <p:cNvSpPr/>
          <p:nvPr/>
        </p:nvSpPr>
        <p:spPr>
          <a:xfrm>
            <a:off x="749808" y="2368296"/>
            <a:ext cx="237744" cy="237744"/>
          </a:xfrm>
          <a:prstGeom prst="ellipse">
            <a:avLst/>
          </a:prstGeom>
          <a:solidFill>
            <a:srgbClr val="D7A15E"/>
          </a:solidFill>
          <a:ln w="12700">
            <a:solidFill>
              <a:srgbClr val="8A5A2B"/>
            </a:solidFill>
            <a:prstDash val="solid"/>
          </a:ln>
        </p:spPr>
      </p:sp>
      <p:sp>
        <p:nvSpPr>
          <p:cNvPr id="32" name="Text 30"/>
          <p:cNvSpPr/>
          <p:nvPr/>
        </p:nvSpPr>
        <p:spPr>
          <a:xfrm>
            <a:off x="749808"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3" name="Shape 31"/>
          <p:cNvSpPr/>
          <p:nvPr/>
        </p:nvSpPr>
        <p:spPr>
          <a:xfrm>
            <a:off x="1078992" y="2368296"/>
            <a:ext cx="237744" cy="237744"/>
          </a:xfrm>
          <a:prstGeom prst="ellipse">
            <a:avLst/>
          </a:prstGeom>
          <a:solidFill>
            <a:srgbClr val="D7A15E"/>
          </a:solidFill>
          <a:ln w="12700">
            <a:solidFill>
              <a:srgbClr val="8A5A2B"/>
            </a:solidFill>
            <a:prstDash val="solid"/>
          </a:ln>
        </p:spPr>
      </p:sp>
      <p:sp>
        <p:nvSpPr>
          <p:cNvPr id="34" name="Text 32"/>
          <p:cNvSpPr/>
          <p:nvPr/>
        </p:nvSpPr>
        <p:spPr>
          <a:xfrm>
            <a:off x="1078992"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5" name="Shape 33"/>
          <p:cNvSpPr/>
          <p:nvPr/>
        </p:nvSpPr>
        <p:spPr>
          <a:xfrm>
            <a:off x="1408176" y="2368296"/>
            <a:ext cx="237744" cy="237744"/>
          </a:xfrm>
          <a:prstGeom prst="ellipse">
            <a:avLst/>
          </a:prstGeom>
          <a:solidFill>
            <a:srgbClr val="D7A15E"/>
          </a:solidFill>
          <a:ln w="12700">
            <a:solidFill>
              <a:srgbClr val="8A5A2B"/>
            </a:solidFill>
            <a:prstDash val="solid"/>
          </a:ln>
        </p:spPr>
      </p:sp>
      <p:sp>
        <p:nvSpPr>
          <p:cNvPr id="36" name="Text 34"/>
          <p:cNvSpPr/>
          <p:nvPr/>
        </p:nvSpPr>
        <p:spPr>
          <a:xfrm>
            <a:off x="1408176"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7" name="Shape 35"/>
          <p:cNvSpPr/>
          <p:nvPr/>
        </p:nvSpPr>
        <p:spPr>
          <a:xfrm>
            <a:off x="1737360" y="2368296"/>
            <a:ext cx="237744" cy="237744"/>
          </a:xfrm>
          <a:prstGeom prst="ellipse">
            <a:avLst/>
          </a:prstGeom>
          <a:solidFill>
            <a:srgbClr val="D7A15E"/>
          </a:solidFill>
          <a:ln w="12700">
            <a:solidFill>
              <a:srgbClr val="8A5A2B"/>
            </a:solidFill>
            <a:prstDash val="solid"/>
          </a:ln>
        </p:spPr>
      </p:sp>
      <p:sp>
        <p:nvSpPr>
          <p:cNvPr id="38" name="Text 36"/>
          <p:cNvSpPr/>
          <p:nvPr/>
        </p:nvSpPr>
        <p:spPr>
          <a:xfrm>
            <a:off x="1737360"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9" name="Shape 37"/>
          <p:cNvSpPr/>
          <p:nvPr/>
        </p:nvSpPr>
        <p:spPr>
          <a:xfrm>
            <a:off x="2066544" y="2368296"/>
            <a:ext cx="237744" cy="237744"/>
          </a:xfrm>
          <a:prstGeom prst="ellipse">
            <a:avLst/>
          </a:prstGeom>
          <a:solidFill>
            <a:srgbClr val="D7A15E"/>
          </a:solidFill>
          <a:ln w="12700">
            <a:solidFill>
              <a:srgbClr val="8A5A2B"/>
            </a:solidFill>
            <a:prstDash val="solid"/>
          </a:ln>
        </p:spPr>
      </p:sp>
      <p:sp>
        <p:nvSpPr>
          <p:cNvPr id="40" name="Text 38"/>
          <p:cNvSpPr/>
          <p:nvPr/>
        </p:nvSpPr>
        <p:spPr>
          <a:xfrm>
            <a:off x="2066544"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1" name="Shape 39"/>
          <p:cNvSpPr/>
          <p:nvPr/>
        </p:nvSpPr>
        <p:spPr>
          <a:xfrm>
            <a:off x="972373" y="1937431"/>
            <a:ext cx="82296" cy="82296"/>
          </a:xfrm>
          <a:prstGeom prst="ellipse">
            <a:avLst/>
          </a:prstGeom>
          <a:solidFill>
            <a:srgbClr val="2F7FC1"/>
          </a:solidFill>
          <a:ln w="6350">
            <a:solidFill>
              <a:srgbClr val="1B4F7A"/>
            </a:solidFill>
            <a:prstDash val="solid"/>
          </a:ln>
        </p:spPr>
      </p:sp>
      <p:sp>
        <p:nvSpPr>
          <p:cNvPr id="42" name="Shape 40"/>
          <p:cNvSpPr/>
          <p:nvPr/>
        </p:nvSpPr>
        <p:spPr>
          <a:xfrm>
            <a:off x="1321308" y="1967057"/>
            <a:ext cx="82296" cy="82296"/>
          </a:xfrm>
          <a:prstGeom prst="ellipse">
            <a:avLst/>
          </a:prstGeom>
          <a:solidFill>
            <a:srgbClr val="2F7FC1"/>
          </a:solidFill>
          <a:ln w="6350">
            <a:solidFill>
              <a:srgbClr val="1B4F7A"/>
            </a:solidFill>
            <a:prstDash val="solid"/>
          </a:ln>
        </p:spPr>
      </p:sp>
      <p:sp>
        <p:nvSpPr>
          <p:cNvPr id="43" name="Shape 41"/>
          <p:cNvSpPr/>
          <p:nvPr/>
        </p:nvSpPr>
        <p:spPr>
          <a:xfrm>
            <a:off x="1670243" y="1957182"/>
            <a:ext cx="82296" cy="82296"/>
          </a:xfrm>
          <a:prstGeom prst="ellipse">
            <a:avLst/>
          </a:prstGeom>
          <a:solidFill>
            <a:srgbClr val="2F7FC1"/>
          </a:solidFill>
          <a:ln w="6350">
            <a:solidFill>
              <a:srgbClr val="1B4F7A"/>
            </a:solidFill>
            <a:prstDash val="solid"/>
          </a:ln>
        </p:spPr>
      </p:sp>
      <p:sp>
        <p:nvSpPr>
          <p:cNvPr id="44" name="Shape 42"/>
          <p:cNvSpPr/>
          <p:nvPr/>
        </p:nvSpPr>
        <p:spPr>
          <a:xfrm>
            <a:off x="1969800" y="1947306"/>
            <a:ext cx="82296" cy="82296"/>
          </a:xfrm>
          <a:prstGeom prst="ellipse">
            <a:avLst/>
          </a:prstGeom>
          <a:solidFill>
            <a:srgbClr val="2F7FC1"/>
          </a:solidFill>
          <a:ln w="6350">
            <a:solidFill>
              <a:srgbClr val="1B4F7A"/>
            </a:solidFill>
            <a:prstDash val="solid"/>
          </a:ln>
        </p:spPr>
      </p:sp>
      <p:sp>
        <p:nvSpPr>
          <p:cNvPr id="45" name="Shape 43"/>
          <p:cNvSpPr/>
          <p:nvPr/>
        </p:nvSpPr>
        <p:spPr>
          <a:xfrm>
            <a:off x="1002000" y="2276490"/>
            <a:ext cx="82296" cy="82296"/>
          </a:xfrm>
          <a:prstGeom prst="ellipse">
            <a:avLst/>
          </a:prstGeom>
          <a:solidFill>
            <a:srgbClr val="2F7FC1"/>
          </a:solidFill>
          <a:ln w="6350">
            <a:solidFill>
              <a:srgbClr val="1B4F7A"/>
            </a:solidFill>
            <a:prstDash val="solid"/>
          </a:ln>
        </p:spPr>
      </p:sp>
      <p:sp>
        <p:nvSpPr>
          <p:cNvPr id="46" name="Shape 44"/>
          <p:cNvSpPr/>
          <p:nvPr/>
        </p:nvSpPr>
        <p:spPr>
          <a:xfrm>
            <a:off x="1301557" y="2266615"/>
            <a:ext cx="82296" cy="82296"/>
          </a:xfrm>
          <a:prstGeom prst="ellipse">
            <a:avLst/>
          </a:prstGeom>
          <a:solidFill>
            <a:srgbClr val="2F7FC1"/>
          </a:solidFill>
          <a:ln w="6350">
            <a:solidFill>
              <a:srgbClr val="1B4F7A"/>
            </a:solidFill>
            <a:prstDash val="solid"/>
          </a:ln>
        </p:spPr>
      </p:sp>
      <p:sp>
        <p:nvSpPr>
          <p:cNvPr id="47" name="Shape 45"/>
          <p:cNvSpPr/>
          <p:nvPr/>
        </p:nvSpPr>
        <p:spPr>
          <a:xfrm>
            <a:off x="1650492" y="2296241"/>
            <a:ext cx="82296" cy="82296"/>
          </a:xfrm>
          <a:prstGeom prst="ellipse">
            <a:avLst/>
          </a:prstGeom>
          <a:solidFill>
            <a:srgbClr val="2F7FC1"/>
          </a:solidFill>
          <a:ln w="6350">
            <a:solidFill>
              <a:srgbClr val="1B4F7A"/>
            </a:solidFill>
            <a:prstDash val="solid"/>
          </a:ln>
        </p:spPr>
      </p:sp>
      <p:sp>
        <p:nvSpPr>
          <p:cNvPr id="48" name="Shape 46"/>
          <p:cNvSpPr/>
          <p:nvPr/>
        </p:nvSpPr>
        <p:spPr>
          <a:xfrm>
            <a:off x="1999427" y="2286366"/>
            <a:ext cx="82296" cy="82296"/>
          </a:xfrm>
          <a:prstGeom prst="ellipse">
            <a:avLst/>
          </a:prstGeom>
          <a:solidFill>
            <a:srgbClr val="2F7FC1"/>
          </a:solidFill>
          <a:ln w="6350">
            <a:solidFill>
              <a:srgbClr val="1B4F7A"/>
            </a:solidFill>
            <a:prstDash val="solid"/>
          </a:ln>
        </p:spPr>
      </p:sp>
      <p:sp>
        <p:nvSpPr>
          <p:cNvPr id="49" name="Shape 47"/>
          <p:cNvSpPr/>
          <p:nvPr/>
        </p:nvSpPr>
        <p:spPr>
          <a:xfrm>
            <a:off x="982248" y="2615550"/>
            <a:ext cx="82296" cy="82296"/>
          </a:xfrm>
          <a:prstGeom prst="ellipse">
            <a:avLst/>
          </a:prstGeom>
          <a:solidFill>
            <a:srgbClr val="2F7FC1"/>
          </a:solidFill>
          <a:ln w="6350">
            <a:solidFill>
              <a:srgbClr val="1B4F7A"/>
            </a:solidFill>
            <a:prstDash val="solid"/>
          </a:ln>
        </p:spPr>
      </p:sp>
      <p:sp>
        <p:nvSpPr>
          <p:cNvPr id="50" name="Shape 48"/>
          <p:cNvSpPr/>
          <p:nvPr/>
        </p:nvSpPr>
        <p:spPr>
          <a:xfrm>
            <a:off x="1331184" y="2605674"/>
            <a:ext cx="82296" cy="82296"/>
          </a:xfrm>
          <a:prstGeom prst="ellipse">
            <a:avLst/>
          </a:prstGeom>
          <a:solidFill>
            <a:srgbClr val="2F7FC1"/>
          </a:solidFill>
          <a:ln w="6350">
            <a:solidFill>
              <a:srgbClr val="1B4F7A"/>
            </a:solidFill>
            <a:prstDash val="solid"/>
          </a:ln>
        </p:spPr>
      </p:sp>
      <p:sp>
        <p:nvSpPr>
          <p:cNvPr id="51" name="Shape 49"/>
          <p:cNvSpPr/>
          <p:nvPr/>
        </p:nvSpPr>
        <p:spPr>
          <a:xfrm>
            <a:off x="1630741" y="2595799"/>
            <a:ext cx="82296" cy="82296"/>
          </a:xfrm>
          <a:prstGeom prst="ellipse">
            <a:avLst/>
          </a:prstGeom>
          <a:solidFill>
            <a:srgbClr val="2F7FC1"/>
          </a:solidFill>
          <a:ln w="6350">
            <a:solidFill>
              <a:srgbClr val="1B4F7A"/>
            </a:solidFill>
            <a:prstDash val="solid"/>
          </a:ln>
        </p:spPr>
      </p:sp>
      <p:sp>
        <p:nvSpPr>
          <p:cNvPr id="52" name="Shape 50"/>
          <p:cNvSpPr/>
          <p:nvPr/>
        </p:nvSpPr>
        <p:spPr>
          <a:xfrm>
            <a:off x="1979676" y="2625425"/>
            <a:ext cx="82296" cy="82296"/>
          </a:xfrm>
          <a:prstGeom prst="ellipse">
            <a:avLst/>
          </a:prstGeom>
          <a:solidFill>
            <a:srgbClr val="2F7FC1"/>
          </a:solidFill>
          <a:ln w="6350">
            <a:solidFill>
              <a:srgbClr val="1B4F7A"/>
            </a:solidFill>
            <a:prstDash val="solid"/>
          </a:ln>
        </p:spPr>
      </p:sp>
      <p:sp>
        <p:nvSpPr>
          <p:cNvPr id="53" name="Shape 51"/>
          <p:cNvSpPr/>
          <p:nvPr/>
        </p:nvSpPr>
        <p:spPr>
          <a:xfrm>
            <a:off x="2697480" y="2157984"/>
            <a:ext cx="502920" cy="91"/>
          </a:xfrm>
          <a:prstGeom prst="line">
            <a:avLst/>
          </a:prstGeom>
          <a:noFill/>
          <a:ln w="25400">
            <a:solidFill>
              <a:srgbClr val="2A1F3D"/>
            </a:solidFill>
            <a:prstDash val="solid"/>
            <a:tailEnd type="triangle"/>
          </a:ln>
        </p:spPr>
      </p:sp>
      <p:sp>
        <p:nvSpPr>
          <p:cNvPr id="54" name="Shape 52"/>
          <p:cNvSpPr/>
          <p:nvPr/>
        </p:nvSpPr>
        <p:spPr>
          <a:xfrm>
            <a:off x="3401568" y="1709928"/>
            <a:ext cx="237744" cy="237744"/>
          </a:xfrm>
          <a:prstGeom prst="ellipse">
            <a:avLst/>
          </a:prstGeom>
          <a:solidFill>
            <a:srgbClr val="D7A15E"/>
          </a:solidFill>
          <a:ln w="12700">
            <a:solidFill>
              <a:srgbClr val="8A5A2B"/>
            </a:solidFill>
            <a:prstDash val="solid"/>
          </a:ln>
        </p:spPr>
      </p:sp>
      <p:sp>
        <p:nvSpPr>
          <p:cNvPr id="55" name="Text 53"/>
          <p:cNvSpPr/>
          <p:nvPr/>
        </p:nvSpPr>
        <p:spPr>
          <a:xfrm>
            <a:off x="3401568"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6" name="Shape 54"/>
          <p:cNvSpPr/>
          <p:nvPr/>
        </p:nvSpPr>
        <p:spPr>
          <a:xfrm>
            <a:off x="3730752" y="1709928"/>
            <a:ext cx="237744" cy="237744"/>
          </a:xfrm>
          <a:prstGeom prst="ellipse">
            <a:avLst/>
          </a:prstGeom>
          <a:solidFill>
            <a:srgbClr val="D7A15E"/>
          </a:solidFill>
          <a:ln w="12700">
            <a:solidFill>
              <a:srgbClr val="8A5A2B"/>
            </a:solidFill>
            <a:prstDash val="solid"/>
          </a:ln>
        </p:spPr>
      </p:sp>
      <p:sp>
        <p:nvSpPr>
          <p:cNvPr id="57" name="Text 55"/>
          <p:cNvSpPr/>
          <p:nvPr/>
        </p:nvSpPr>
        <p:spPr>
          <a:xfrm>
            <a:off x="3730752"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8" name="Shape 56"/>
          <p:cNvSpPr/>
          <p:nvPr/>
        </p:nvSpPr>
        <p:spPr>
          <a:xfrm>
            <a:off x="4059936" y="1709928"/>
            <a:ext cx="237744" cy="237744"/>
          </a:xfrm>
          <a:prstGeom prst="ellipse">
            <a:avLst/>
          </a:prstGeom>
          <a:solidFill>
            <a:srgbClr val="D7A15E"/>
          </a:solidFill>
          <a:ln w="12700">
            <a:solidFill>
              <a:srgbClr val="8A5A2B"/>
            </a:solidFill>
            <a:prstDash val="solid"/>
          </a:ln>
        </p:spPr>
      </p:sp>
      <p:sp>
        <p:nvSpPr>
          <p:cNvPr id="59" name="Text 57"/>
          <p:cNvSpPr/>
          <p:nvPr/>
        </p:nvSpPr>
        <p:spPr>
          <a:xfrm>
            <a:off x="4059936"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0" name="Shape 58"/>
          <p:cNvSpPr/>
          <p:nvPr/>
        </p:nvSpPr>
        <p:spPr>
          <a:xfrm>
            <a:off x="4389120" y="1709928"/>
            <a:ext cx="237744" cy="237744"/>
          </a:xfrm>
          <a:prstGeom prst="ellipse">
            <a:avLst/>
          </a:prstGeom>
          <a:solidFill>
            <a:srgbClr val="D7A15E"/>
          </a:solidFill>
          <a:ln w="12700">
            <a:solidFill>
              <a:srgbClr val="8A5A2B"/>
            </a:solidFill>
            <a:prstDash val="solid"/>
          </a:ln>
        </p:spPr>
      </p:sp>
      <p:sp>
        <p:nvSpPr>
          <p:cNvPr id="61" name="Text 59"/>
          <p:cNvSpPr/>
          <p:nvPr/>
        </p:nvSpPr>
        <p:spPr>
          <a:xfrm>
            <a:off x="4389120"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2" name="Shape 60"/>
          <p:cNvSpPr/>
          <p:nvPr/>
        </p:nvSpPr>
        <p:spPr>
          <a:xfrm>
            <a:off x="4718304" y="1709928"/>
            <a:ext cx="237744" cy="237744"/>
          </a:xfrm>
          <a:prstGeom prst="ellipse">
            <a:avLst/>
          </a:prstGeom>
          <a:solidFill>
            <a:srgbClr val="D7A15E"/>
          </a:solidFill>
          <a:ln w="12700">
            <a:solidFill>
              <a:srgbClr val="8A5A2B"/>
            </a:solidFill>
            <a:prstDash val="solid"/>
          </a:ln>
        </p:spPr>
      </p:sp>
      <p:sp>
        <p:nvSpPr>
          <p:cNvPr id="63" name="Text 61"/>
          <p:cNvSpPr/>
          <p:nvPr/>
        </p:nvSpPr>
        <p:spPr>
          <a:xfrm>
            <a:off x="4718304"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4" name="Shape 62"/>
          <p:cNvSpPr/>
          <p:nvPr/>
        </p:nvSpPr>
        <p:spPr>
          <a:xfrm>
            <a:off x="3730752" y="2039112"/>
            <a:ext cx="237744" cy="237744"/>
          </a:xfrm>
          <a:prstGeom prst="ellipse">
            <a:avLst/>
          </a:prstGeom>
          <a:solidFill>
            <a:srgbClr val="D7A15E"/>
          </a:solidFill>
          <a:ln w="12700">
            <a:solidFill>
              <a:srgbClr val="8A5A2B"/>
            </a:solidFill>
            <a:prstDash val="solid"/>
          </a:ln>
        </p:spPr>
      </p:sp>
      <p:sp>
        <p:nvSpPr>
          <p:cNvPr id="65" name="Text 63"/>
          <p:cNvSpPr/>
          <p:nvPr/>
        </p:nvSpPr>
        <p:spPr>
          <a:xfrm>
            <a:off x="3730752"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6" name="Shape 64"/>
          <p:cNvSpPr/>
          <p:nvPr/>
        </p:nvSpPr>
        <p:spPr>
          <a:xfrm>
            <a:off x="4059936" y="2039112"/>
            <a:ext cx="237744" cy="237744"/>
          </a:xfrm>
          <a:prstGeom prst="ellipse">
            <a:avLst/>
          </a:prstGeom>
          <a:solidFill>
            <a:srgbClr val="D7A15E"/>
          </a:solidFill>
          <a:ln w="12700">
            <a:solidFill>
              <a:srgbClr val="8A5A2B"/>
            </a:solidFill>
            <a:prstDash val="solid"/>
          </a:ln>
        </p:spPr>
      </p:sp>
      <p:sp>
        <p:nvSpPr>
          <p:cNvPr id="67" name="Text 65"/>
          <p:cNvSpPr/>
          <p:nvPr/>
        </p:nvSpPr>
        <p:spPr>
          <a:xfrm>
            <a:off x="4059936"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8" name="Shape 66"/>
          <p:cNvSpPr/>
          <p:nvPr/>
        </p:nvSpPr>
        <p:spPr>
          <a:xfrm>
            <a:off x="4389120" y="2039112"/>
            <a:ext cx="237744" cy="237744"/>
          </a:xfrm>
          <a:prstGeom prst="ellipse">
            <a:avLst/>
          </a:prstGeom>
          <a:solidFill>
            <a:srgbClr val="D7A15E"/>
          </a:solidFill>
          <a:ln w="12700">
            <a:solidFill>
              <a:srgbClr val="8A5A2B"/>
            </a:solidFill>
            <a:prstDash val="solid"/>
          </a:ln>
        </p:spPr>
      </p:sp>
      <p:sp>
        <p:nvSpPr>
          <p:cNvPr id="69" name="Text 67"/>
          <p:cNvSpPr/>
          <p:nvPr/>
        </p:nvSpPr>
        <p:spPr>
          <a:xfrm>
            <a:off x="4389120"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0" name="Shape 68"/>
          <p:cNvSpPr/>
          <p:nvPr/>
        </p:nvSpPr>
        <p:spPr>
          <a:xfrm>
            <a:off x="4718304" y="2039112"/>
            <a:ext cx="237744" cy="237744"/>
          </a:xfrm>
          <a:prstGeom prst="ellipse">
            <a:avLst/>
          </a:prstGeom>
          <a:solidFill>
            <a:srgbClr val="D7A15E"/>
          </a:solidFill>
          <a:ln w="12700">
            <a:solidFill>
              <a:srgbClr val="8A5A2B"/>
            </a:solidFill>
            <a:prstDash val="solid"/>
          </a:ln>
        </p:spPr>
      </p:sp>
      <p:sp>
        <p:nvSpPr>
          <p:cNvPr id="71" name="Text 69"/>
          <p:cNvSpPr/>
          <p:nvPr/>
        </p:nvSpPr>
        <p:spPr>
          <a:xfrm>
            <a:off x="4718304"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2" name="Shape 70"/>
          <p:cNvSpPr/>
          <p:nvPr/>
        </p:nvSpPr>
        <p:spPr>
          <a:xfrm>
            <a:off x="5047488" y="2039112"/>
            <a:ext cx="237744" cy="237744"/>
          </a:xfrm>
          <a:prstGeom prst="ellipse">
            <a:avLst/>
          </a:prstGeom>
          <a:solidFill>
            <a:srgbClr val="D7A15E"/>
          </a:solidFill>
          <a:ln w="12700">
            <a:solidFill>
              <a:srgbClr val="8A5A2B"/>
            </a:solidFill>
            <a:prstDash val="solid"/>
          </a:ln>
        </p:spPr>
      </p:sp>
      <p:sp>
        <p:nvSpPr>
          <p:cNvPr id="73" name="Text 71"/>
          <p:cNvSpPr/>
          <p:nvPr/>
        </p:nvSpPr>
        <p:spPr>
          <a:xfrm>
            <a:off x="5047488"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4" name="Shape 72"/>
          <p:cNvSpPr/>
          <p:nvPr/>
        </p:nvSpPr>
        <p:spPr>
          <a:xfrm>
            <a:off x="3730752" y="2368296"/>
            <a:ext cx="237744" cy="237744"/>
          </a:xfrm>
          <a:prstGeom prst="ellipse">
            <a:avLst/>
          </a:prstGeom>
          <a:solidFill>
            <a:srgbClr val="D7A15E"/>
          </a:solidFill>
          <a:ln w="12700">
            <a:solidFill>
              <a:srgbClr val="8A5A2B"/>
            </a:solidFill>
            <a:prstDash val="solid"/>
          </a:ln>
        </p:spPr>
      </p:sp>
      <p:sp>
        <p:nvSpPr>
          <p:cNvPr id="75" name="Text 73"/>
          <p:cNvSpPr/>
          <p:nvPr/>
        </p:nvSpPr>
        <p:spPr>
          <a:xfrm>
            <a:off x="3730752"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6" name="Shape 74"/>
          <p:cNvSpPr/>
          <p:nvPr/>
        </p:nvSpPr>
        <p:spPr>
          <a:xfrm>
            <a:off x="4059936" y="2368296"/>
            <a:ext cx="237744" cy="237744"/>
          </a:xfrm>
          <a:prstGeom prst="ellipse">
            <a:avLst/>
          </a:prstGeom>
          <a:solidFill>
            <a:srgbClr val="D7A15E"/>
          </a:solidFill>
          <a:ln w="12700">
            <a:solidFill>
              <a:srgbClr val="8A5A2B"/>
            </a:solidFill>
            <a:prstDash val="solid"/>
          </a:ln>
        </p:spPr>
      </p:sp>
      <p:sp>
        <p:nvSpPr>
          <p:cNvPr id="77" name="Text 75"/>
          <p:cNvSpPr/>
          <p:nvPr/>
        </p:nvSpPr>
        <p:spPr>
          <a:xfrm>
            <a:off x="4059936"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8" name="Shape 76"/>
          <p:cNvSpPr/>
          <p:nvPr/>
        </p:nvSpPr>
        <p:spPr>
          <a:xfrm>
            <a:off x="4389120" y="2368296"/>
            <a:ext cx="237744" cy="237744"/>
          </a:xfrm>
          <a:prstGeom prst="ellipse">
            <a:avLst/>
          </a:prstGeom>
          <a:solidFill>
            <a:srgbClr val="D7A15E"/>
          </a:solidFill>
          <a:ln w="12700">
            <a:solidFill>
              <a:srgbClr val="8A5A2B"/>
            </a:solidFill>
            <a:prstDash val="solid"/>
          </a:ln>
        </p:spPr>
      </p:sp>
      <p:sp>
        <p:nvSpPr>
          <p:cNvPr id="79" name="Text 77"/>
          <p:cNvSpPr/>
          <p:nvPr/>
        </p:nvSpPr>
        <p:spPr>
          <a:xfrm>
            <a:off x="4389120"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0" name="Shape 78"/>
          <p:cNvSpPr/>
          <p:nvPr/>
        </p:nvSpPr>
        <p:spPr>
          <a:xfrm>
            <a:off x="4718304" y="2368296"/>
            <a:ext cx="237744" cy="237744"/>
          </a:xfrm>
          <a:prstGeom prst="ellipse">
            <a:avLst/>
          </a:prstGeom>
          <a:solidFill>
            <a:srgbClr val="D7A15E"/>
          </a:solidFill>
          <a:ln w="12700">
            <a:solidFill>
              <a:srgbClr val="8A5A2B"/>
            </a:solidFill>
            <a:prstDash val="solid"/>
          </a:ln>
        </p:spPr>
      </p:sp>
      <p:sp>
        <p:nvSpPr>
          <p:cNvPr id="81" name="Text 79"/>
          <p:cNvSpPr/>
          <p:nvPr/>
        </p:nvSpPr>
        <p:spPr>
          <a:xfrm>
            <a:off x="4718304"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2" name="Shape 80"/>
          <p:cNvSpPr/>
          <p:nvPr/>
        </p:nvSpPr>
        <p:spPr>
          <a:xfrm>
            <a:off x="5047488" y="2368296"/>
            <a:ext cx="237744" cy="237744"/>
          </a:xfrm>
          <a:prstGeom prst="ellipse">
            <a:avLst/>
          </a:prstGeom>
          <a:solidFill>
            <a:srgbClr val="D7A15E"/>
          </a:solidFill>
          <a:ln w="12700">
            <a:solidFill>
              <a:srgbClr val="8A5A2B"/>
            </a:solidFill>
            <a:prstDash val="solid"/>
          </a:ln>
        </p:spPr>
      </p:sp>
      <p:sp>
        <p:nvSpPr>
          <p:cNvPr id="83" name="Text 81"/>
          <p:cNvSpPr/>
          <p:nvPr/>
        </p:nvSpPr>
        <p:spPr>
          <a:xfrm>
            <a:off x="5047488"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4" name="Shape 82"/>
          <p:cNvSpPr/>
          <p:nvPr/>
        </p:nvSpPr>
        <p:spPr>
          <a:xfrm>
            <a:off x="3624133" y="1937431"/>
            <a:ext cx="82296" cy="82296"/>
          </a:xfrm>
          <a:prstGeom prst="ellipse">
            <a:avLst/>
          </a:prstGeom>
          <a:solidFill>
            <a:srgbClr val="2F7FC1"/>
          </a:solidFill>
          <a:ln w="6350">
            <a:solidFill>
              <a:srgbClr val="1B4F7A"/>
            </a:solidFill>
            <a:prstDash val="solid"/>
          </a:ln>
        </p:spPr>
      </p:sp>
      <p:sp>
        <p:nvSpPr>
          <p:cNvPr id="85" name="Shape 83"/>
          <p:cNvSpPr/>
          <p:nvPr/>
        </p:nvSpPr>
        <p:spPr>
          <a:xfrm>
            <a:off x="3973068" y="1967057"/>
            <a:ext cx="82296" cy="82296"/>
          </a:xfrm>
          <a:prstGeom prst="ellipse">
            <a:avLst/>
          </a:prstGeom>
          <a:solidFill>
            <a:srgbClr val="2F7FC1"/>
          </a:solidFill>
          <a:ln w="6350">
            <a:solidFill>
              <a:srgbClr val="1B4F7A"/>
            </a:solidFill>
            <a:prstDash val="solid"/>
          </a:ln>
        </p:spPr>
      </p:sp>
      <p:sp>
        <p:nvSpPr>
          <p:cNvPr id="86" name="Shape 84"/>
          <p:cNvSpPr/>
          <p:nvPr/>
        </p:nvSpPr>
        <p:spPr>
          <a:xfrm>
            <a:off x="4322003" y="1957182"/>
            <a:ext cx="82296" cy="82296"/>
          </a:xfrm>
          <a:prstGeom prst="ellipse">
            <a:avLst/>
          </a:prstGeom>
          <a:solidFill>
            <a:srgbClr val="2F7FC1"/>
          </a:solidFill>
          <a:ln w="6350">
            <a:solidFill>
              <a:srgbClr val="1B4F7A"/>
            </a:solidFill>
            <a:prstDash val="solid"/>
          </a:ln>
        </p:spPr>
      </p:sp>
      <p:sp>
        <p:nvSpPr>
          <p:cNvPr id="87" name="Shape 85"/>
          <p:cNvSpPr/>
          <p:nvPr/>
        </p:nvSpPr>
        <p:spPr>
          <a:xfrm>
            <a:off x="4621560" y="1947306"/>
            <a:ext cx="82296" cy="82296"/>
          </a:xfrm>
          <a:prstGeom prst="ellipse">
            <a:avLst/>
          </a:prstGeom>
          <a:solidFill>
            <a:srgbClr val="2F7FC1"/>
          </a:solidFill>
          <a:ln w="6350">
            <a:solidFill>
              <a:srgbClr val="1B4F7A"/>
            </a:solidFill>
            <a:prstDash val="solid"/>
          </a:ln>
        </p:spPr>
      </p:sp>
      <p:sp>
        <p:nvSpPr>
          <p:cNvPr id="88" name="Shape 86"/>
          <p:cNvSpPr/>
          <p:nvPr/>
        </p:nvSpPr>
        <p:spPr>
          <a:xfrm>
            <a:off x="3982944" y="2276490"/>
            <a:ext cx="82296" cy="82296"/>
          </a:xfrm>
          <a:prstGeom prst="ellipse">
            <a:avLst/>
          </a:prstGeom>
          <a:solidFill>
            <a:srgbClr val="2F7FC1"/>
          </a:solidFill>
          <a:ln w="6350">
            <a:solidFill>
              <a:srgbClr val="1B4F7A"/>
            </a:solidFill>
            <a:prstDash val="solid"/>
          </a:ln>
        </p:spPr>
      </p:sp>
      <p:sp>
        <p:nvSpPr>
          <p:cNvPr id="89" name="Shape 87"/>
          <p:cNvSpPr/>
          <p:nvPr/>
        </p:nvSpPr>
        <p:spPr>
          <a:xfrm>
            <a:off x="4282501" y="2266615"/>
            <a:ext cx="82296" cy="82296"/>
          </a:xfrm>
          <a:prstGeom prst="ellipse">
            <a:avLst/>
          </a:prstGeom>
          <a:solidFill>
            <a:srgbClr val="2F7FC1"/>
          </a:solidFill>
          <a:ln w="6350">
            <a:solidFill>
              <a:srgbClr val="1B4F7A"/>
            </a:solidFill>
            <a:prstDash val="solid"/>
          </a:ln>
        </p:spPr>
      </p:sp>
      <p:sp>
        <p:nvSpPr>
          <p:cNvPr id="90" name="Shape 88"/>
          <p:cNvSpPr/>
          <p:nvPr/>
        </p:nvSpPr>
        <p:spPr>
          <a:xfrm>
            <a:off x="4631436" y="2296241"/>
            <a:ext cx="82296" cy="82296"/>
          </a:xfrm>
          <a:prstGeom prst="ellipse">
            <a:avLst/>
          </a:prstGeom>
          <a:solidFill>
            <a:srgbClr val="2F7FC1"/>
          </a:solidFill>
          <a:ln w="6350">
            <a:solidFill>
              <a:srgbClr val="1B4F7A"/>
            </a:solidFill>
            <a:prstDash val="solid"/>
          </a:ln>
        </p:spPr>
      </p:sp>
      <p:sp>
        <p:nvSpPr>
          <p:cNvPr id="91" name="Shape 89"/>
          <p:cNvSpPr/>
          <p:nvPr/>
        </p:nvSpPr>
        <p:spPr>
          <a:xfrm>
            <a:off x="4980371" y="2286366"/>
            <a:ext cx="82296" cy="82296"/>
          </a:xfrm>
          <a:prstGeom prst="ellipse">
            <a:avLst/>
          </a:prstGeom>
          <a:solidFill>
            <a:srgbClr val="2F7FC1"/>
          </a:solidFill>
          <a:ln w="6350">
            <a:solidFill>
              <a:srgbClr val="1B4F7A"/>
            </a:solidFill>
            <a:prstDash val="solid"/>
          </a:ln>
        </p:spPr>
      </p:sp>
      <p:sp>
        <p:nvSpPr>
          <p:cNvPr id="92" name="Shape 90"/>
          <p:cNvSpPr/>
          <p:nvPr/>
        </p:nvSpPr>
        <p:spPr>
          <a:xfrm>
            <a:off x="3963192" y="2615550"/>
            <a:ext cx="82296" cy="82296"/>
          </a:xfrm>
          <a:prstGeom prst="ellipse">
            <a:avLst/>
          </a:prstGeom>
          <a:solidFill>
            <a:srgbClr val="2F7FC1"/>
          </a:solidFill>
          <a:ln w="6350">
            <a:solidFill>
              <a:srgbClr val="1B4F7A"/>
            </a:solidFill>
            <a:prstDash val="solid"/>
          </a:ln>
        </p:spPr>
      </p:sp>
      <p:sp>
        <p:nvSpPr>
          <p:cNvPr id="93" name="Shape 91"/>
          <p:cNvSpPr/>
          <p:nvPr/>
        </p:nvSpPr>
        <p:spPr>
          <a:xfrm>
            <a:off x="4312128" y="2605674"/>
            <a:ext cx="82296" cy="82296"/>
          </a:xfrm>
          <a:prstGeom prst="ellipse">
            <a:avLst/>
          </a:prstGeom>
          <a:solidFill>
            <a:srgbClr val="2F7FC1"/>
          </a:solidFill>
          <a:ln w="6350">
            <a:solidFill>
              <a:srgbClr val="1B4F7A"/>
            </a:solidFill>
            <a:prstDash val="solid"/>
          </a:ln>
        </p:spPr>
      </p:sp>
      <p:sp>
        <p:nvSpPr>
          <p:cNvPr id="94" name="Shape 92"/>
          <p:cNvSpPr/>
          <p:nvPr/>
        </p:nvSpPr>
        <p:spPr>
          <a:xfrm>
            <a:off x="4611685" y="2595799"/>
            <a:ext cx="82296" cy="82296"/>
          </a:xfrm>
          <a:prstGeom prst="ellipse">
            <a:avLst/>
          </a:prstGeom>
          <a:solidFill>
            <a:srgbClr val="2F7FC1"/>
          </a:solidFill>
          <a:ln w="6350">
            <a:solidFill>
              <a:srgbClr val="1B4F7A"/>
            </a:solidFill>
            <a:prstDash val="solid"/>
          </a:ln>
        </p:spPr>
      </p:sp>
      <p:sp>
        <p:nvSpPr>
          <p:cNvPr id="95" name="Shape 93"/>
          <p:cNvSpPr/>
          <p:nvPr/>
        </p:nvSpPr>
        <p:spPr>
          <a:xfrm>
            <a:off x="4960620" y="2625425"/>
            <a:ext cx="82296" cy="82296"/>
          </a:xfrm>
          <a:prstGeom prst="ellipse">
            <a:avLst/>
          </a:prstGeom>
          <a:solidFill>
            <a:srgbClr val="2F7FC1"/>
          </a:solidFill>
          <a:ln w="6350">
            <a:solidFill>
              <a:srgbClr val="1B4F7A"/>
            </a:solidFill>
            <a:prstDash val="solid"/>
          </a:ln>
        </p:spPr>
      </p:sp>
      <p:sp>
        <p:nvSpPr>
          <p:cNvPr id="96" name="Shape 94"/>
          <p:cNvSpPr/>
          <p:nvPr/>
        </p:nvSpPr>
        <p:spPr>
          <a:xfrm>
            <a:off x="457200" y="2157984"/>
            <a:ext cx="228600" cy="91"/>
          </a:xfrm>
          <a:prstGeom prst="line">
            <a:avLst/>
          </a:prstGeom>
          <a:noFill/>
          <a:ln w="31750">
            <a:solidFill>
              <a:srgbClr val="C8414C"/>
            </a:solidFill>
            <a:prstDash val="solid"/>
            <a:tailEnd type="triangle"/>
          </a:ln>
        </p:spPr>
      </p:sp>
      <p:sp>
        <p:nvSpPr>
          <p:cNvPr id="97" name="Text 95"/>
          <p:cNvSpPr/>
          <p:nvPr/>
        </p:nvSpPr>
        <p:spPr>
          <a:xfrm>
            <a:off x="365760" y="1883664"/>
            <a:ext cx="365760" cy="182880"/>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force</a:t>
            </a:r>
            <a:endParaRPr lang="en-US" sz="1000" dirty="0"/>
          </a:p>
        </p:txBody>
      </p:sp>
      <p:sp>
        <p:nvSpPr>
          <p:cNvPr id="98" name="Shape 96"/>
          <p:cNvSpPr/>
          <p:nvPr/>
        </p:nvSpPr>
        <p:spPr>
          <a:xfrm>
            <a:off x="594360" y="2852928"/>
            <a:ext cx="5212080" cy="91"/>
          </a:xfrm>
          <a:prstGeom prst="line">
            <a:avLst/>
          </a:prstGeom>
          <a:noFill/>
          <a:ln w="12700">
            <a:solidFill>
              <a:srgbClr val="DDD3EC"/>
            </a:solidFill>
            <a:prstDash val="dash"/>
          </a:ln>
        </p:spPr>
      </p:sp>
      <p:sp>
        <p:nvSpPr>
          <p:cNvPr id="99" name="Text 97"/>
          <p:cNvSpPr/>
          <p:nvPr/>
        </p:nvSpPr>
        <p:spPr>
          <a:xfrm>
            <a:off x="594360" y="2944368"/>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Ionic</a:t>
            </a:r>
            <a:r>
              <a:rPr lang="en-US" sz="1050" dirty="0">
                <a:solidFill>
                  <a:srgbClr val="262B3A"/>
                </a:solidFill>
                <a:latin typeface="Calibri" pitchFamily="34" charset="0"/>
                <a:ea typeface="Calibri" pitchFamily="34" charset="-122"/>
                <a:cs typeface="Calibri" pitchFamily="34" charset="-120"/>
              </a:rPr>
              <a:t>: layer shifts, </a:t>
            </a:r>
            <a:r>
              <a:rPr lang="en-US" sz="1050" b="1" dirty="0">
                <a:solidFill>
                  <a:srgbClr val="262B3A"/>
                </a:solidFill>
                <a:latin typeface="Calibri" pitchFamily="34" charset="0"/>
                <a:ea typeface="Calibri" pitchFamily="34" charset="-122"/>
                <a:cs typeface="Calibri" pitchFamily="34" charset="-120"/>
              </a:rPr>
              <a:t>like charges line up and repel</a:t>
            </a:r>
            <a:r>
              <a:rPr lang="en-US" sz="1050" dirty="0">
                <a:solidFill>
                  <a:srgbClr val="262B3A"/>
                </a:solidFill>
                <a:latin typeface="Calibri" pitchFamily="34" charset="0"/>
                <a:ea typeface="Calibri" pitchFamily="34" charset="-122"/>
                <a:cs typeface="Calibri" pitchFamily="34" charset="-120"/>
              </a:rPr>
              <a:t> → </a:t>
            </a:r>
            <a:r>
              <a:rPr lang="en-US" sz="1050" b="1" dirty="0">
                <a:solidFill>
                  <a:srgbClr val="262B3A"/>
                </a:solidFill>
                <a:latin typeface="Calibri" pitchFamily="34" charset="0"/>
                <a:ea typeface="Calibri" pitchFamily="34" charset="-122"/>
                <a:cs typeface="Calibri" pitchFamily="34" charset="-120"/>
              </a:rPr>
              <a:t>brittle</a:t>
            </a:r>
            <a:r>
              <a:rPr lang="en-US" sz="1050" dirty="0">
                <a:solidFill>
                  <a:srgbClr val="262B3A"/>
                </a:solidFill>
                <a:latin typeface="Calibri" pitchFamily="34" charset="0"/>
                <a:ea typeface="Calibri" pitchFamily="34" charset="-122"/>
                <a:cs typeface="Calibri" pitchFamily="34" charset="-120"/>
              </a:rPr>
              <a:t>, it shatters</a:t>
            </a:r>
            <a:endParaRPr lang="en-US" sz="1050" dirty="0"/>
          </a:p>
        </p:txBody>
      </p:sp>
      <p:sp>
        <p:nvSpPr>
          <p:cNvPr id="100" name="Shape 98"/>
          <p:cNvSpPr/>
          <p:nvPr/>
        </p:nvSpPr>
        <p:spPr>
          <a:xfrm>
            <a:off x="804672" y="3410712"/>
            <a:ext cx="219456" cy="219456"/>
          </a:xfrm>
          <a:prstGeom prst="ellipse">
            <a:avLst/>
          </a:prstGeom>
          <a:solidFill>
            <a:srgbClr val="8E7CC3"/>
          </a:solidFill>
          <a:ln w="12700">
            <a:solidFill>
              <a:srgbClr val="5B3A8C"/>
            </a:solidFill>
            <a:prstDash val="solid"/>
          </a:ln>
        </p:spPr>
      </p:sp>
      <p:sp>
        <p:nvSpPr>
          <p:cNvPr id="101" name="Text 99"/>
          <p:cNvSpPr/>
          <p:nvPr/>
        </p:nvSpPr>
        <p:spPr>
          <a:xfrm>
            <a:off x="804672"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2" name="Shape 100"/>
          <p:cNvSpPr/>
          <p:nvPr/>
        </p:nvSpPr>
        <p:spPr>
          <a:xfrm>
            <a:off x="1097280" y="3374136"/>
            <a:ext cx="292608" cy="292608"/>
          </a:xfrm>
          <a:prstGeom prst="ellipse">
            <a:avLst/>
          </a:prstGeom>
          <a:solidFill>
            <a:srgbClr val="7DBE6A"/>
          </a:solidFill>
          <a:ln w="12700">
            <a:solidFill>
              <a:srgbClr val="3E7F2E"/>
            </a:solidFill>
            <a:prstDash val="solid"/>
          </a:ln>
        </p:spPr>
      </p:sp>
      <p:sp>
        <p:nvSpPr>
          <p:cNvPr id="103" name="Text 101"/>
          <p:cNvSpPr/>
          <p:nvPr/>
        </p:nvSpPr>
        <p:spPr>
          <a:xfrm>
            <a:off x="1097280"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04" name="Shape 102"/>
          <p:cNvSpPr/>
          <p:nvPr/>
        </p:nvSpPr>
        <p:spPr>
          <a:xfrm>
            <a:off x="1463040" y="3410712"/>
            <a:ext cx="219456" cy="219456"/>
          </a:xfrm>
          <a:prstGeom prst="ellipse">
            <a:avLst/>
          </a:prstGeom>
          <a:solidFill>
            <a:srgbClr val="8E7CC3"/>
          </a:solidFill>
          <a:ln w="12700">
            <a:solidFill>
              <a:srgbClr val="5B3A8C"/>
            </a:solidFill>
            <a:prstDash val="solid"/>
          </a:ln>
        </p:spPr>
      </p:sp>
      <p:sp>
        <p:nvSpPr>
          <p:cNvPr id="105" name="Text 103"/>
          <p:cNvSpPr/>
          <p:nvPr/>
        </p:nvSpPr>
        <p:spPr>
          <a:xfrm>
            <a:off x="1463040"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6" name="Shape 104"/>
          <p:cNvSpPr/>
          <p:nvPr/>
        </p:nvSpPr>
        <p:spPr>
          <a:xfrm>
            <a:off x="1755648" y="3374136"/>
            <a:ext cx="292608" cy="292608"/>
          </a:xfrm>
          <a:prstGeom prst="ellipse">
            <a:avLst/>
          </a:prstGeom>
          <a:solidFill>
            <a:srgbClr val="7DBE6A"/>
          </a:solidFill>
          <a:ln w="12700">
            <a:solidFill>
              <a:srgbClr val="3E7F2E"/>
            </a:solidFill>
            <a:prstDash val="solid"/>
          </a:ln>
        </p:spPr>
      </p:sp>
      <p:sp>
        <p:nvSpPr>
          <p:cNvPr id="107" name="Text 105"/>
          <p:cNvSpPr/>
          <p:nvPr/>
        </p:nvSpPr>
        <p:spPr>
          <a:xfrm>
            <a:off x="1755648"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08" name="Shape 106"/>
          <p:cNvSpPr/>
          <p:nvPr/>
        </p:nvSpPr>
        <p:spPr>
          <a:xfrm>
            <a:off x="2121408" y="3410712"/>
            <a:ext cx="219456" cy="219456"/>
          </a:xfrm>
          <a:prstGeom prst="ellipse">
            <a:avLst/>
          </a:prstGeom>
          <a:solidFill>
            <a:srgbClr val="8E7CC3"/>
          </a:solidFill>
          <a:ln w="12700">
            <a:solidFill>
              <a:srgbClr val="5B3A8C"/>
            </a:solidFill>
            <a:prstDash val="solid"/>
          </a:ln>
        </p:spPr>
      </p:sp>
      <p:sp>
        <p:nvSpPr>
          <p:cNvPr id="109" name="Text 107"/>
          <p:cNvSpPr/>
          <p:nvPr/>
        </p:nvSpPr>
        <p:spPr>
          <a:xfrm>
            <a:off x="2121408"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0" name="Shape 108"/>
          <p:cNvSpPr/>
          <p:nvPr/>
        </p:nvSpPr>
        <p:spPr>
          <a:xfrm>
            <a:off x="768096" y="3703320"/>
            <a:ext cx="292608" cy="292608"/>
          </a:xfrm>
          <a:prstGeom prst="ellipse">
            <a:avLst/>
          </a:prstGeom>
          <a:solidFill>
            <a:srgbClr val="7DBE6A"/>
          </a:solidFill>
          <a:ln w="12700">
            <a:solidFill>
              <a:srgbClr val="3E7F2E"/>
            </a:solidFill>
            <a:prstDash val="solid"/>
          </a:ln>
        </p:spPr>
      </p:sp>
      <p:sp>
        <p:nvSpPr>
          <p:cNvPr id="111" name="Text 109"/>
          <p:cNvSpPr/>
          <p:nvPr/>
        </p:nvSpPr>
        <p:spPr>
          <a:xfrm>
            <a:off x="768096"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12" name="Shape 110"/>
          <p:cNvSpPr/>
          <p:nvPr/>
        </p:nvSpPr>
        <p:spPr>
          <a:xfrm>
            <a:off x="1133856" y="3739896"/>
            <a:ext cx="219456" cy="219456"/>
          </a:xfrm>
          <a:prstGeom prst="ellipse">
            <a:avLst/>
          </a:prstGeom>
          <a:solidFill>
            <a:srgbClr val="8E7CC3"/>
          </a:solidFill>
          <a:ln w="12700">
            <a:solidFill>
              <a:srgbClr val="5B3A8C"/>
            </a:solidFill>
            <a:prstDash val="solid"/>
          </a:ln>
        </p:spPr>
      </p:sp>
      <p:sp>
        <p:nvSpPr>
          <p:cNvPr id="113" name="Text 111"/>
          <p:cNvSpPr/>
          <p:nvPr/>
        </p:nvSpPr>
        <p:spPr>
          <a:xfrm>
            <a:off x="1133856"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4" name="Shape 112"/>
          <p:cNvSpPr/>
          <p:nvPr/>
        </p:nvSpPr>
        <p:spPr>
          <a:xfrm>
            <a:off x="1426464" y="3703320"/>
            <a:ext cx="292608" cy="292608"/>
          </a:xfrm>
          <a:prstGeom prst="ellipse">
            <a:avLst/>
          </a:prstGeom>
          <a:solidFill>
            <a:srgbClr val="7DBE6A"/>
          </a:solidFill>
          <a:ln w="12700">
            <a:solidFill>
              <a:srgbClr val="3E7F2E"/>
            </a:solidFill>
            <a:prstDash val="solid"/>
          </a:ln>
        </p:spPr>
      </p:sp>
      <p:sp>
        <p:nvSpPr>
          <p:cNvPr id="115" name="Text 113"/>
          <p:cNvSpPr/>
          <p:nvPr/>
        </p:nvSpPr>
        <p:spPr>
          <a:xfrm>
            <a:off x="1426464"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16" name="Shape 114"/>
          <p:cNvSpPr/>
          <p:nvPr/>
        </p:nvSpPr>
        <p:spPr>
          <a:xfrm>
            <a:off x="1792224" y="3739896"/>
            <a:ext cx="219456" cy="219456"/>
          </a:xfrm>
          <a:prstGeom prst="ellipse">
            <a:avLst/>
          </a:prstGeom>
          <a:solidFill>
            <a:srgbClr val="8E7CC3"/>
          </a:solidFill>
          <a:ln w="12700">
            <a:solidFill>
              <a:srgbClr val="5B3A8C"/>
            </a:solidFill>
            <a:prstDash val="solid"/>
          </a:ln>
        </p:spPr>
      </p:sp>
      <p:sp>
        <p:nvSpPr>
          <p:cNvPr id="117" name="Text 115"/>
          <p:cNvSpPr/>
          <p:nvPr/>
        </p:nvSpPr>
        <p:spPr>
          <a:xfrm>
            <a:off x="1792224"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8" name="Shape 116"/>
          <p:cNvSpPr/>
          <p:nvPr/>
        </p:nvSpPr>
        <p:spPr>
          <a:xfrm>
            <a:off x="2084832" y="3703320"/>
            <a:ext cx="292608" cy="292608"/>
          </a:xfrm>
          <a:prstGeom prst="ellipse">
            <a:avLst/>
          </a:prstGeom>
          <a:solidFill>
            <a:srgbClr val="7DBE6A"/>
          </a:solidFill>
          <a:ln w="12700">
            <a:solidFill>
              <a:srgbClr val="3E7F2E"/>
            </a:solidFill>
            <a:prstDash val="solid"/>
          </a:ln>
        </p:spPr>
      </p:sp>
      <p:sp>
        <p:nvSpPr>
          <p:cNvPr id="119" name="Text 117"/>
          <p:cNvSpPr/>
          <p:nvPr/>
        </p:nvSpPr>
        <p:spPr>
          <a:xfrm>
            <a:off x="2084832"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0" name="Shape 118"/>
          <p:cNvSpPr/>
          <p:nvPr/>
        </p:nvSpPr>
        <p:spPr>
          <a:xfrm>
            <a:off x="804672" y="4069080"/>
            <a:ext cx="219456" cy="219456"/>
          </a:xfrm>
          <a:prstGeom prst="ellipse">
            <a:avLst/>
          </a:prstGeom>
          <a:solidFill>
            <a:srgbClr val="8E7CC3"/>
          </a:solidFill>
          <a:ln w="12700">
            <a:solidFill>
              <a:srgbClr val="5B3A8C"/>
            </a:solidFill>
            <a:prstDash val="solid"/>
          </a:ln>
        </p:spPr>
      </p:sp>
      <p:sp>
        <p:nvSpPr>
          <p:cNvPr id="121" name="Text 119"/>
          <p:cNvSpPr/>
          <p:nvPr/>
        </p:nvSpPr>
        <p:spPr>
          <a:xfrm>
            <a:off x="804672"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2" name="Shape 120"/>
          <p:cNvSpPr/>
          <p:nvPr/>
        </p:nvSpPr>
        <p:spPr>
          <a:xfrm>
            <a:off x="1097280" y="4032504"/>
            <a:ext cx="292608" cy="292608"/>
          </a:xfrm>
          <a:prstGeom prst="ellipse">
            <a:avLst/>
          </a:prstGeom>
          <a:solidFill>
            <a:srgbClr val="7DBE6A"/>
          </a:solidFill>
          <a:ln w="12700">
            <a:solidFill>
              <a:srgbClr val="3E7F2E"/>
            </a:solidFill>
            <a:prstDash val="solid"/>
          </a:ln>
        </p:spPr>
      </p:sp>
      <p:sp>
        <p:nvSpPr>
          <p:cNvPr id="123" name="Text 121"/>
          <p:cNvSpPr/>
          <p:nvPr/>
        </p:nvSpPr>
        <p:spPr>
          <a:xfrm>
            <a:off x="1097280"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4" name="Shape 122"/>
          <p:cNvSpPr/>
          <p:nvPr/>
        </p:nvSpPr>
        <p:spPr>
          <a:xfrm>
            <a:off x="1463040" y="4069080"/>
            <a:ext cx="219456" cy="219456"/>
          </a:xfrm>
          <a:prstGeom prst="ellipse">
            <a:avLst/>
          </a:prstGeom>
          <a:solidFill>
            <a:srgbClr val="8E7CC3"/>
          </a:solidFill>
          <a:ln w="12700">
            <a:solidFill>
              <a:srgbClr val="5B3A8C"/>
            </a:solidFill>
            <a:prstDash val="solid"/>
          </a:ln>
        </p:spPr>
      </p:sp>
      <p:sp>
        <p:nvSpPr>
          <p:cNvPr id="125" name="Text 123"/>
          <p:cNvSpPr/>
          <p:nvPr/>
        </p:nvSpPr>
        <p:spPr>
          <a:xfrm>
            <a:off x="1463040"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6" name="Shape 124"/>
          <p:cNvSpPr/>
          <p:nvPr/>
        </p:nvSpPr>
        <p:spPr>
          <a:xfrm>
            <a:off x="1755648" y="4032504"/>
            <a:ext cx="292608" cy="292608"/>
          </a:xfrm>
          <a:prstGeom prst="ellipse">
            <a:avLst/>
          </a:prstGeom>
          <a:solidFill>
            <a:srgbClr val="7DBE6A"/>
          </a:solidFill>
          <a:ln w="12700">
            <a:solidFill>
              <a:srgbClr val="3E7F2E"/>
            </a:solidFill>
            <a:prstDash val="solid"/>
          </a:ln>
        </p:spPr>
      </p:sp>
      <p:sp>
        <p:nvSpPr>
          <p:cNvPr id="127" name="Text 125"/>
          <p:cNvSpPr/>
          <p:nvPr/>
        </p:nvSpPr>
        <p:spPr>
          <a:xfrm>
            <a:off x="1755648"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8" name="Shape 126"/>
          <p:cNvSpPr/>
          <p:nvPr/>
        </p:nvSpPr>
        <p:spPr>
          <a:xfrm>
            <a:off x="2121408" y="4069080"/>
            <a:ext cx="219456" cy="219456"/>
          </a:xfrm>
          <a:prstGeom prst="ellipse">
            <a:avLst/>
          </a:prstGeom>
          <a:solidFill>
            <a:srgbClr val="8E7CC3"/>
          </a:solidFill>
          <a:ln w="12700">
            <a:solidFill>
              <a:srgbClr val="5B3A8C"/>
            </a:solidFill>
            <a:prstDash val="solid"/>
          </a:ln>
        </p:spPr>
      </p:sp>
      <p:sp>
        <p:nvSpPr>
          <p:cNvPr id="129" name="Text 127"/>
          <p:cNvSpPr/>
          <p:nvPr/>
        </p:nvSpPr>
        <p:spPr>
          <a:xfrm>
            <a:off x="2121408"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0" name="Shape 128"/>
          <p:cNvSpPr/>
          <p:nvPr/>
        </p:nvSpPr>
        <p:spPr>
          <a:xfrm>
            <a:off x="2697480" y="3840480"/>
            <a:ext cx="502920" cy="91"/>
          </a:xfrm>
          <a:prstGeom prst="line">
            <a:avLst/>
          </a:prstGeom>
          <a:noFill/>
          <a:ln w="25400">
            <a:solidFill>
              <a:srgbClr val="2A1F3D"/>
            </a:solidFill>
            <a:prstDash val="solid"/>
            <a:tailEnd type="triangle"/>
          </a:ln>
        </p:spPr>
      </p:sp>
      <p:sp>
        <p:nvSpPr>
          <p:cNvPr id="131" name="Shape 129"/>
          <p:cNvSpPr/>
          <p:nvPr/>
        </p:nvSpPr>
        <p:spPr>
          <a:xfrm>
            <a:off x="3785616" y="3410712"/>
            <a:ext cx="219456" cy="219456"/>
          </a:xfrm>
          <a:prstGeom prst="ellipse">
            <a:avLst/>
          </a:prstGeom>
          <a:solidFill>
            <a:srgbClr val="8E7CC3"/>
          </a:solidFill>
          <a:ln w="12700">
            <a:solidFill>
              <a:srgbClr val="5B3A8C"/>
            </a:solidFill>
            <a:prstDash val="solid"/>
          </a:ln>
        </p:spPr>
      </p:sp>
      <p:sp>
        <p:nvSpPr>
          <p:cNvPr id="132" name="Text 130"/>
          <p:cNvSpPr/>
          <p:nvPr/>
        </p:nvSpPr>
        <p:spPr>
          <a:xfrm>
            <a:off x="3785616"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3" name="Shape 131"/>
          <p:cNvSpPr/>
          <p:nvPr/>
        </p:nvSpPr>
        <p:spPr>
          <a:xfrm>
            <a:off x="4078224" y="3374136"/>
            <a:ext cx="292608" cy="292608"/>
          </a:xfrm>
          <a:prstGeom prst="ellipse">
            <a:avLst/>
          </a:prstGeom>
          <a:solidFill>
            <a:srgbClr val="7DBE6A"/>
          </a:solidFill>
          <a:ln w="12700">
            <a:solidFill>
              <a:srgbClr val="3E7F2E"/>
            </a:solidFill>
            <a:prstDash val="solid"/>
          </a:ln>
        </p:spPr>
      </p:sp>
      <p:sp>
        <p:nvSpPr>
          <p:cNvPr id="134" name="Text 132"/>
          <p:cNvSpPr/>
          <p:nvPr/>
        </p:nvSpPr>
        <p:spPr>
          <a:xfrm>
            <a:off x="4078224"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5" name="Shape 133"/>
          <p:cNvSpPr/>
          <p:nvPr/>
        </p:nvSpPr>
        <p:spPr>
          <a:xfrm>
            <a:off x="4443984" y="3410712"/>
            <a:ext cx="219456" cy="219456"/>
          </a:xfrm>
          <a:prstGeom prst="ellipse">
            <a:avLst/>
          </a:prstGeom>
          <a:solidFill>
            <a:srgbClr val="8E7CC3"/>
          </a:solidFill>
          <a:ln w="12700">
            <a:solidFill>
              <a:srgbClr val="5B3A8C"/>
            </a:solidFill>
            <a:prstDash val="solid"/>
          </a:ln>
        </p:spPr>
      </p:sp>
      <p:sp>
        <p:nvSpPr>
          <p:cNvPr id="136" name="Text 134"/>
          <p:cNvSpPr/>
          <p:nvPr/>
        </p:nvSpPr>
        <p:spPr>
          <a:xfrm>
            <a:off x="4443984"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7" name="Shape 135"/>
          <p:cNvSpPr/>
          <p:nvPr/>
        </p:nvSpPr>
        <p:spPr>
          <a:xfrm>
            <a:off x="4736592" y="3374136"/>
            <a:ext cx="292608" cy="292608"/>
          </a:xfrm>
          <a:prstGeom prst="ellipse">
            <a:avLst/>
          </a:prstGeom>
          <a:solidFill>
            <a:srgbClr val="7DBE6A"/>
          </a:solidFill>
          <a:ln w="12700">
            <a:solidFill>
              <a:srgbClr val="3E7F2E"/>
            </a:solidFill>
            <a:prstDash val="solid"/>
          </a:ln>
        </p:spPr>
      </p:sp>
      <p:sp>
        <p:nvSpPr>
          <p:cNvPr id="138" name="Text 136"/>
          <p:cNvSpPr/>
          <p:nvPr/>
        </p:nvSpPr>
        <p:spPr>
          <a:xfrm>
            <a:off x="4736592"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9" name="Shape 137"/>
          <p:cNvSpPr/>
          <p:nvPr/>
        </p:nvSpPr>
        <p:spPr>
          <a:xfrm>
            <a:off x="5102352" y="3410712"/>
            <a:ext cx="219456" cy="219456"/>
          </a:xfrm>
          <a:prstGeom prst="ellipse">
            <a:avLst/>
          </a:prstGeom>
          <a:solidFill>
            <a:srgbClr val="8E7CC3"/>
          </a:solidFill>
          <a:ln w="12700">
            <a:solidFill>
              <a:srgbClr val="5B3A8C"/>
            </a:solidFill>
            <a:prstDash val="solid"/>
          </a:ln>
        </p:spPr>
      </p:sp>
      <p:sp>
        <p:nvSpPr>
          <p:cNvPr id="140" name="Text 138"/>
          <p:cNvSpPr/>
          <p:nvPr/>
        </p:nvSpPr>
        <p:spPr>
          <a:xfrm>
            <a:off x="5102352"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1" name="Shape 139"/>
          <p:cNvSpPr/>
          <p:nvPr/>
        </p:nvSpPr>
        <p:spPr>
          <a:xfrm>
            <a:off x="3419856" y="3703320"/>
            <a:ext cx="292608" cy="292608"/>
          </a:xfrm>
          <a:prstGeom prst="ellipse">
            <a:avLst/>
          </a:prstGeom>
          <a:solidFill>
            <a:srgbClr val="7DBE6A"/>
          </a:solidFill>
          <a:ln w="12700">
            <a:solidFill>
              <a:srgbClr val="3E7F2E"/>
            </a:solidFill>
            <a:prstDash val="solid"/>
          </a:ln>
        </p:spPr>
      </p:sp>
      <p:sp>
        <p:nvSpPr>
          <p:cNvPr id="142" name="Text 140"/>
          <p:cNvSpPr/>
          <p:nvPr/>
        </p:nvSpPr>
        <p:spPr>
          <a:xfrm>
            <a:off x="3419856"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43" name="Shape 141"/>
          <p:cNvSpPr/>
          <p:nvPr/>
        </p:nvSpPr>
        <p:spPr>
          <a:xfrm>
            <a:off x="3785616" y="3739896"/>
            <a:ext cx="219456" cy="219456"/>
          </a:xfrm>
          <a:prstGeom prst="ellipse">
            <a:avLst/>
          </a:prstGeom>
          <a:solidFill>
            <a:srgbClr val="8E7CC3"/>
          </a:solidFill>
          <a:ln w="12700">
            <a:solidFill>
              <a:srgbClr val="5B3A8C"/>
            </a:solidFill>
            <a:prstDash val="solid"/>
          </a:ln>
        </p:spPr>
      </p:sp>
      <p:sp>
        <p:nvSpPr>
          <p:cNvPr id="144" name="Text 142"/>
          <p:cNvSpPr/>
          <p:nvPr/>
        </p:nvSpPr>
        <p:spPr>
          <a:xfrm>
            <a:off x="3785616"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5" name="Shape 143"/>
          <p:cNvSpPr/>
          <p:nvPr/>
        </p:nvSpPr>
        <p:spPr>
          <a:xfrm>
            <a:off x="4078224" y="3703320"/>
            <a:ext cx="292608" cy="292608"/>
          </a:xfrm>
          <a:prstGeom prst="ellipse">
            <a:avLst/>
          </a:prstGeom>
          <a:solidFill>
            <a:srgbClr val="7DBE6A"/>
          </a:solidFill>
          <a:ln w="12700">
            <a:solidFill>
              <a:srgbClr val="3E7F2E"/>
            </a:solidFill>
            <a:prstDash val="solid"/>
          </a:ln>
        </p:spPr>
      </p:sp>
      <p:sp>
        <p:nvSpPr>
          <p:cNvPr id="146" name="Text 144"/>
          <p:cNvSpPr/>
          <p:nvPr/>
        </p:nvSpPr>
        <p:spPr>
          <a:xfrm>
            <a:off x="4078224"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47" name="Shape 145"/>
          <p:cNvSpPr/>
          <p:nvPr/>
        </p:nvSpPr>
        <p:spPr>
          <a:xfrm>
            <a:off x="4443984" y="3739896"/>
            <a:ext cx="219456" cy="219456"/>
          </a:xfrm>
          <a:prstGeom prst="ellipse">
            <a:avLst/>
          </a:prstGeom>
          <a:solidFill>
            <a:srgbClr val="8E7CC3"/>
          </a:solidFill>
          <a:ln w="12700">
            <a:solidFill>
              <a:srgbClr val="5B3A8C"/>
            </a:solidFill>
            <a:prstDash val="solid"/>
          </a:ln>
        </p:spPr>
      </p:sp>
      <p:sp>
        <p:nvSpPr>
          <p:cNvPr id="148" name="Text 146"/>
          <p:cNvSpPr/>
          <p:nvPr/>
        </p:nvSpPr>
        <p:spPr>
          <a:xfrm>
            <a:off x="4443984"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9" name="Shape 147"/>
          <p:cNvSpPr/>
          <p:nvPr/>
        </p:nvSpPr>
        <p:spPr>
          <a:xfrm>
            <a:off x="4736592" y="3703320"/>
            <a:ext cx="292608" cy="292608"/>
          </a:xfrm>
          <a:prstGeom prst="ellipse">
            <a:avLst/>
          </a:prstGeom>
          <a:solidFill>
            <a:srgbClr val="7DBE6A"/>
          </a:solidFill>
          <a:ln w="12700">
            <a:solidFill>
              <a:srgbClr val="3E7F2E"/>
            </a:solidFill>
            <a:prstDash val="solid"/>
          </a:ln>
        </p:spPr>
      </p:sp>
      <p:sp>
        <p:nvSpPr>
          <p:cNvPr id="150" name="Text 148"/>
          <p:cNvSpPr/>
          <p:nvPr/>
        </p:nvSpPr>
        <p:spPr>
          <a:xfrm>
            <a:off x="4736592"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1" name="Shape 149"/>
          <p:cNvSpPr/>
          <p:nvPr/>
        </p:nvSpPr>
        <p:spPr>
          <a:xfrm>
            <a:off x="3456432" y="4069080"/>
            <a:ext cx="219456" cy="219456"/>
          </a:xfrm>
          <a:prstGeom prst="ellipse">
            <a:avLst/>
          </a:prstGeom>
          <a:solidFill>
            <a:srgbClr val="8E7CC3"/>
          </a:solidFill>
          <a:ln w="12700">
            <a:solidFill>
              <a:srgbClr val="5B3A8C"/>
            </a:solidFill>
            <a:prstDash val="solid"/>
          </a:ln>
        </p:spPr>
      </p:sp>
      <p:sp>
        <p:nvSpPr>
          <p:cNvPr id="152" name="Text 150"/>
          <p:cNvSpPr/>
          <p:nvPr/>
        </p:nvSpPr>
        <p:spPr>
          <a:xfrm>
            <a:off x="3456432"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53" name="Shape 151"/>
          <p:cNvSpPr/>
          <p:nvPr/>
        </p:nvSpPr>
        <p:spPr>
          <a:xfrm>
            <a:off x="3749040" y="4032504"/>
            <a:ext cx="292608" cy="292608"/>
          </a:xfrm>
          <a:prstGeom prst="ellipse">
            <a:avLst/>
          </a:prstGeom>
          <a:solidFill>
            <a:srgbClr val="7DBE6A"/>
          </a:solidFill>
          <a:ln w="12700">
            <a:solidFill>
              <a:srgbClr val="3E7F2E"/>
            </a:solidFill>
            <a:prstDash val="solid"/>
          </a:ln>
        </p:spPr>
      </p:sp>
      <p:sp>
        <p:nvSpPr>
          <p:cNvPr id="154" name="Text 152"/>
          <p:cNvSpPr/>
          <p:nvPr/>
        </p:nvSpPr>
        <p:spPr>
          <a:xfrm>
            <a:off x="3749040"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5" name="Shape 153"/>
          <p:cNvSpPr/>
          <p:nvPr/>
        </p:nvSpPr>
        <p:spPr>
          <a:xfrm>
            <a:off x="4114800" y="4069080"/>
            <a:ext cx="219456" cy="219456"/>
          </a:xfrm>
          <a:prstGeom prst="ellipse">
            <a:avLst/>
          </a:prstGeom>
          <a:solidFill>
            <a:srgbClr val="8E7CC3"/>
          </a:solidFill>
          <a:ln w="12700">
            <a:solidFill>
              <a:srgbClr val="5B3A8C"/>
            </a:solidFill>
            <a:prstDash val="solid"/>
          </a:ln>
        </p:spPr>
      </p:sp>
      <p:sp>
        <p:nvSpPr>
          <p:cNvPr id="156" name="Text 154"/>
          <p:cNvSpPr/>
          <p:nvPr/>
        </p:nvSpPr>
        <p:spPr>
          <a:xfrm>
            <a:off x="4114800"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57" name="Shape 155"/>
          <p:cNvSpPr/>
          <p:nvPr/>
        </p:nvSpPr>
        <p:spPr>
          <a:xfrm>
            <a:off x="4407408" y="4032504"/>
            <a:ext cx="292608" cy="292608"/>
          </a:xfrm>
          <a:prstGeom prst="ellipse">
            <a:avLst/>
          </a:prstGeom>
          <a:solidFill>
            <a:srgbClr val="7DBE6A"/>
          </a:solidFill>
          <a:ln w="12700">
            <a:solidFill>
              <a:srgbClr val="3E7F2E"/>
            </a:solidFill>
            <a:prstDash val="solid"/>
          </a:ln>
        </p:spPr>
      </p:sp>
      <p:sp>
        <p:nvSpPr>
          <p:cNvPr id="158" name="Text 156"/>
          <p:cNvSpPr/>
          <p:nvPr/>
        </p:nvSpPr>
        <p:spPr>
          <a:xfrm>
            <a:off x="4407408"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9" name="Shape 157"/>
          <p:cNvSpPr/>
          <p:nvPr/>
        </p:nvSpPr>
        <p:spPr>
          <a:xfrm>
            <a:off x="4773168" y="4069080"/>
            <a:ext cx="219456" cy="219456"/>
          </a:xfrm>
          <a:prstGeom prst="ellipse">
            <a:avLst/>
          </a:prstGeom>
          <a:solidFill>
            <a:srgbClr val="8E7CC3"/>
          </a:solidFill>
          <a:ln w="12700">
            <a:solidFill>
              <a:srgbClr val="5B3A8C"/>
            </a:solidFill>
            <a:prstDash val="solid"/>
          </a:ln>
        </p:spPr>
      </p:sp>
      <p:sp>
        <p:nvSpPr>
          <p:cNvPr id="160" name="Text 158"/>
          <p:cNvSpPr/>
          <p:nvPr/>
        </p:nvSpPr>
        <p:spPr>
          <a:xfrm>
            <a:off x="4773168"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1" name="Shape 159"/>
          <p:cNvSpPr/>
          <p:nvPr/>
        </p:nvSpPr>
        <p:spPr>
          <a:xfrm>
            <a:off x="3822192" y="3657600"/>
            <a:ext cx="146304" cy="91440"/>
          </a:xfrm>
          <a:prstGeom prst="line">
            <a:avLst/>
          </a:prstGeom>
          <a:noFill/>
          <a:ln w="25400">
            <a:solidFill>
              <a:srgbClr val="C8414C"/>
            </a:solidFill>
            <a:prstDash val="solid"/>
          </a:ln>
        </p:spPr>
      </p:sp>
      <p:sp>
        <p:nvSpPr>
          <p:cNvPr id="162" name="Shape 160"/>
          <p:cNvSpPr/>
          <p:nvPr/>
        </p:nvSpPr>
        <p:spPr>
          <a:xfrm flipV="1">
            <a:off x="3822192" y="3657600"/>
            <a:ext cx="146304" cy="91440"/>
          </a:xfrm>
          <a:prstGeom prst="line">
            <a:avLst/>
          </a:prstGeom>
          <a:noFill/>
          <a:ln w="25400">
            <a:solidFill>
              <a:srgbClr val="C8414C"/>
            </a:solidFill>
            <a:prstDash val="solid"/>
          </a:ln>
        </p:spPr>
      </p:sp>
      <p:sp>
        <p:nvSpPr>
          <p:cNvPr id="163" name="Shape 161"/>
          <p:cNvSpPr/>
          <p:nvPr/>
        </p:nvSpPr>
        <p:spPr>
          <a:xfrm>
            <a:off x="4151376" y="3657600"/>
            <a:ext cx="146304" cy="91440"/>
          </a:xfrm>
          <a:prstGeom prst="line">
            <a:avLst/>
          </a:prstGeom>
          <a:noFill/>
          <a:ln w="25400">
            <a:solidFill>
              <a:srgbClr val="C8414C"/>
            </a:solidFill>
            <a:prstDash val="solid"/>
          </a:ln>
        </p:spPr>
      </p:sp>
      <p:sp>
        <p:nvSpPr>
          <p:cNvPr id="164" name="Shape 162"/>
          <p:cNvSpPr/>
          <p:nvPr/>
        </p:nvSpPr>
        <p:spPr>
          <a:xfrm flipV="1">
            <a:off x="4151376" y="3657600"/>
            <a:ext cx="146304" cy="91440"/>
          </a:xfrm>
          <a:prstGeom prst="line">
            <a:avLst/>
          </a:prstGeom>
          <a:noFill/>
          <a:ln w="25400">
            <a:solidFill>
              <a:srgbClr val="C8414C"/>
            </a:solidFill>
            <a:prstDash val="solid"/>
          </a:ln>
        </p:spPr>
      </p:sp>
      <p:sp>
        <p:nvSpPr>
          <p:cNvPr id="165" name="Shape 163"/>
          <p:cNvSpPr/>
          <p:nvPr/>
        </p:nvSpPr>
        <p:spPr>
          <a:xfrm>
            <a:off x="4480560" y="3657600"/>
            <a:ext cx="146304" cy="91440"/>
          </a:xfrm>
          <a:prstGeom prst="line">
            <a:avLst/>
          </a:prstGeom>
          <a:noFill/>
          <a:ln w="25400">
            <a:solidFill>
              <a:srgbClr val="C8414C"/>
            </a:solidFill>
            <a:prstDash val="solid"/>
          </a:ln>
        </p:spPr>
      </p:sp>
      <p:sp>
        <p:nvSpPr>
          <p:cNvPr id="166" name="Shape 164"/>
          <p:cNvSpPr/>
          <p:nvPr/>
        </p:nvSpPr>
        <p:spPr>
          <a:xfrm flipV="1">
            <a:off x="4480560" y="3657600"/>
            <a:ext cx="146304" cy="91440"/>
          </a:xfrm>
          <a:prstGeom prst="line">
            <a:avLst/>
          </a:prstGeom>
          <a:noFill/>
          <a:ln w="25400">
            <a:solidFill>
              <a:srgbClr val="C8414C"/>
            </a:solidFill>
            <a:prstDash val="solid"/>
          </a:ln>
        </p:spPr>
      </p:sp>
      <p:sp>
        <p:nvSpPr>
          <p:cNvPr id="167" name="Shape 165"/>
          <p:cNvSpPr/>
          <p:nvPr/>
        </p:nvSpPr>
        <p:spPr>
          <a:xfrm>
            <a:off x="4809744" y="3657600"/>
            <a:ext cx="146304" cy="91440"/>
          </a:xfrm>
          <a:prstGeom prst="line">
            <a:avLst/>
          </a:prstGeom>
          <a:noFill/>
          <a:ln w="25400">
            <a:solidFill>
              <a:srgbClr val="C8414C"/>
            </a:solidFill>
            <a:prstDash val="solid"/>
          </a:ln>
        </p:spPr>
      </p:sp>
      <p:sp>
        <p:nvSpPr>
          <p:cNvPr id="168" name="Shape 166"/>
          <p:cNvSpPr/>
          <p:nvPr/>
        </p:nvSpPr>
        <p:spPr>
          <a:xfrm flipV="1">
            <a:off x="4809744" y="3657600"/>
            <a:ext cx="146304" cy="91440"/>
          </a:xfrm>
          <a:prstGeom prst="line">
            <a:avLst/>
          </a:prstGeom>
          <a:noFill/>
          <a:ln w="25400">
            <a:solidFill>
              <a:srgbClr val="C8414C"/>
            </a:solidFill>
            <a:prstDash val="solid"/>
          </a:ln>
        </p:spPr>
      </p:sp>
      <p:sp>
        <p:nvSpPr>
          <p:cNvPr id="169" name="Text 167"/>
          <p:cNvSpPr/>
          <p:nvPr/>
        </p:nvSpPr>
        <p:spPr>
          <a:xfrm>
            <a:off x="3429000" y="4343400"/>
            <a:ext cx="2377440" cy="219456"/>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repulsion between like charges</a:t>
            </a:r>
            <a:endParaRPr lang="en-US" sz="1000" dirty="0"/>
          </a:p>
        </p:txBody>
      </p:sp>
      <p:sp>
        <p:nvSpPr>
          <p:cNvPr id="170" name="Text 168"/>
          <p:cNvSpPr/>
          <p:nvPr/>
        </p:nvSpPr>
        <p:spPr>
          <a:xfrm>
            <a:off x="594360" y="4709160"/>
            <a:ext cx="521208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blue dots: </a:t>
            </a:r>
            <a:r>
              <a:rPr lang="en-US" sz="1000" b="1" i="1" dirty="0">
                <a:solidFill>
                  <a:srgbClr val="6B7385"/>
                </a:solidFill>
                <a:latin typeface="Calibri" pitchFamily="34" charset="0"/>
                <a:ea typeface="Calibri" pitchFamily="34" charset="-122"/>
                <a:cs typeface="Calibri" pitchFamily="34" charset="-120"/>
              </a:rPr>
              <a:t>delocalised electrons</a:t>
            </a:r>
            <a:r>
              <a:rPr lang="en-US" sz="1000" i="1" dirty="0">
                <a:solidFill>
                  <a:srgbClr val="6B7385"/>
                </a:solidFill>
                <a:latin typeface="Calibri" pitchFamily="34" charset="0"/>
                <a:ea typeface="Calibri" pitchFamily="34" charset="-122"/>
                <a:cs typeface="Calibri" pitchFamily="34" charset="-120"/>
              </a:rPr>
              <a:t>; + metal ions; Na⁺ purple, Cl⁻ green</a:t>
            </a:r>
            <a:endParaRPr lang="en-US" sz="1000" dirty="0"/>
          </a:p>
        </p:txBody>
      </p:sp>
      <p:sp>
        <p:nvSpPr>
          <p:cNvPr id="171" name="Shape 169"/>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72" name="Text 170"/>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Explaining the properties</a:t>
            </a:r>
            <a:endParaRPr lang="en-US" sz="1300" dirty="0"/>
          </a:p>
        </p:txBody>
      </p:sp>
      <p:sp>
        <p:nvSpPr>
          <p:cNvPr id="173" name="Text 171"/>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Metals</a:t>
            </a:r>
            <a:r>
              <a:rPr lang="en-US" sz="1200" dirty="0">
                <a:solidFill>
                  <a:srgbClr val="262B3A"/>
                </a:solidFill>
                <a:latin typeface="Calibri" pitchFamily="34" charset="0"/>
                <a:ea typeface="Calibri" pitchFamily="34" charset="-122"/>
                <a:cs typeface="Calibri" pitchFamily="34" charset="-120"/>
              </a:rPr>
              <a:t>: strong attraction between + ions and the sea of delocalised electrons → high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Malleable</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ductile</a:t>
            </a:r>
            <a:r>
              <a:rPr lang="en-US" sz="1200" dirty="0">
                <a:solidFill>
                  <a:srgbClr val="262B3A"/>
                </a:solidFill>
                <a:latin typeface="Calibri" pitchFamily="34" charset="0"/>
                <a:ea typeface="Calibri" pitchFamily="34" charset="-122"/>
                <a:cs typeface="Calibri" pitchFamily="34" charset="-120"/>
              </a:rPr>
              <a:t>: layers of ions slide but the electrons still hold them, so the metal bends instead of breaking.</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Conduct</a:t>
            </a:r>
            <a:r>
              <a:rPr lang="en-US" sz="1200" dirty="0">
                <a:solidFill>
                  <a:srgbClr val="262B3A"/>
                </a:solidFill>
                <a:latin typeface="Calibri" pitchFamily="34" charset="0"/>
                <a:ea typeface="Calibri" pitchFamily="34" charset="-122"/>
                <a:cs typeface="Calibri" pitchFamily="34" charset="-120"/>
              </a:rPr>
              <a:t> electricity and heat: delocalised electrons move through the lattice.</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Ionic</a:t>
            </a:r>
            <a:r>
              <a:rPr lang="en-US" sz="1200" dirty="0">
                <a:solidFill>
                  <a:srgbClr val="262B3A"/>
                </a:solidFill>
                <a:latin typeface="Calibri" pitchFamily="34" charset="0"/>
                <a:ea typeface="Calibri" pitchFamily="34" charset="-122"/>
                <a:cs typeface="Calibri" pitchFamily="34" charset="-120"/>
              </a:rPr>
              <a:t> solids: hard, high melting point, but </a:t>
            </a:r>
            <a:r>
              <a:rPr lang="en-US" sz="1200" b="1" dirty="0">
                <a:solidFill>
                  <a:srgbClr val="262B3A"/>
                </a:solidFill>
                <a:latin typeface="Calibri" pitchFamily="34" charset="0"/>
                <a:ea typeface="Calibri" pitchFamily="34" charset="-122"/>
                <a:cs typeface="Calibri" pitchFamily="34" charset="-120"/>
              </a:rPr>
              <a:t>brittle</a:t>
            </a:r>
            <a:r>
              <a:rPr lang="en-US" sz="1200" dirty="0">
                <a:solidFill>
                  <a:srgbClr val="262B3A"/>
                </a:solidFill>
                <a:latin typeface="Calibri" pitchFamily="34" charset="0"/>
                <a:ea typeface="Calibri" pitchFamily="34" charset="-122"/>
                <a:cs typeface="Calibri" pitchFamily="34" charset="-120"/>
              </a:rPr>
              <a:t>. They conduct only when </a:t>
            </a:r>
            <a:r>
              <a:rPr lang="en-US" sz="1200" b="1" dirty="0">
                <a:solidFill>
                  <a:srgbClr val="262B3A"/>
                </a:solidFill>
                <a:latin typeface="Calibri" pitchFamily="34" charset="0"/>
                <a:ea typeface="Calibri" pitchFamily="34" charset="-122"/>
                <a:cs typeface="Calibri" pitchFamily="34" charset="-120"/>
              </a:rPr>
              <a:t>molten</a:t>
            </a:r>
            <a:r>
              <a:rPr lang="en-US" sz="1200" dirty="0">
                <a:solidFill>
                  <a:srgbClr val="262B3A"/>
                </a:solidFill>
                <a:latin typeface="Calibri" pitchFamily="34" charset="0"/>
                <a:ea typeface="Calibri" pitchFamily="34" charset="-122"/>
                <a:cs typeface="Calibri" pitchFamily="34" charset="-120"/>
              </a:rPr>
              <a:t> or </a:t>
            </a:r>
            <a:r>
              <a:rPr lang="en-US" sz="1200" b="1" dirty="0">
                <a:solidFill>
                  <a:srgbClr val="262B3A"/>
                </a:solidFill>
                <a:latin typeface="Calibri" pitchFamily="34" charset="0"/>
                <a:ea typeface="Calibri" pitchFamily="34" charset="-122"/>
                <a:cs typeface="Calibri" pitchFamily="34" charset="-120"/>
              </a:rPr>
              <a:t>dissolved</a:t>
            </a:r>
            <a:r>
              <a:rPr lang="en-US" sz="1200" dirty="0">
                <a:solidFill>
                  <a:srgbClr val="262B3A"/>
                </a:solidFill>
                <a:latin typeface="Calibri" pitchFamily="34" charset="0"/>
                <a:ea typeface="Calibri" pitchFamily="34" charset="-122"/>
                <a:cs typeface="Calibri" pitchFamily="34" charset="-120"/>
              </a:rPr>
              <a:t>, when ions can move.</a:t>
            </a:r>
            <a:endParaRPr lang="en-US" sz="1200" dirty="0"/>
          </a:p>
        </p:txBody>
      </p:sp>
      <p:sp>
        <p:nvSpPr>
          <p:cNvPr id="174" name="Shape 172"/>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75" name="Text 173"/>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counting free electrons</a:t>
            </a:r>
            <a:endParaRPr lang="en-US" sz="1300" dirty="0"/>
          </a:p>
        </p:txBody>
      </p:sp>
      <p:sp>
        <p:nvSpPr>
          <p:cNvPr id="176" name="Text 174"/>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Each magnesium atom gives 2 electrons to the sea: Mg → Mg²⁺ + 2e⁻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Per atom   </a:t>
            </a:r>
            <a:r>
              <a:rPr lang="en-US" sz="1050" dirty="0">
                <a:solidFill>
                  <a:srgbClr val="262B3A"/>
                </a:solidFill>
                <a:latin typeface="Calibri" pitchFamily="34" charset="0"/>
                <a:ea typeface="Calibri" pitchFamily="34" charset="-122"/>
                <a:cs typeface="Calibri" pitchFamily="34" charset="-120"/>
              </a:rPr>
              <a:t>2 delocalised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10 atoms   </a:t>
            </a:r>
            <a:r>
              <a:rPr lang="en-US" sz="1050" dirty="0">
                <a:solidFill>
                  <a:srgbClr val="262B3A"/>
                </a:solidFill>
                <a:latin typeface="Calibri" pitchFamily="34" charset="0"/>
                <a:ea typeface="Calibri" pitchFamily="34" charset="-122"/>
                <a:cs typeface="Calibri" pitchFamily="34" charset="-120"/>
              </a:rPr>
              <a:t>10 × 2 = 20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20</a:t>
            </a:r>
            <a:r>
              <a:rPr lang="en-US" sz="1050" b="1" dirty="0">
                <a:solidFill>
                  <a:srgbClr val="C8414C"/>
                </a:solidFill>
                <a:latin typeface="Calibri" pitchFamily="34" charset="0"/>
                <a:ea typeface="Calibri" pitchFamily="34" charset="-122"/>
                <a:cs typeface="Calibri" pitchFamily="34" charset="-120"/>
              </a:rPr>
              <a:t> delocalised electrons; the charges balance (+20 and −20)</a:t>
            </a:r>
            <a:endParaRPr lang="en-US" sz="1050" dirty="0"/>
          </a:p>
        </p:txBody>
      </p:sp>
      <p:sp>
        <p:nvSpPr>
          <p:cNvPr id="177" name="Shape 175"/>
          <p:cNvSpPr/>
          <p:nvPr/>
        </p:nvSpPr>
        <p:spPr>
          <a:xfrm>
            <a:off x="411480" y="5833872"/>
            <a:ext cx="11368735" cy="530352"/>
          </a:xfrm>
          <a:prstGeom prst="rect">
            <a:avLst/>
          </a:prstGeom>
          <a:solidFill>
            <a:srgbClr val="FFF4E0"/>
          </a:solidFill>
          <a:ln w="6350">
            <a:solidFill>
              <a:srgbClr val="F1D9A8"/>
            </a:solidFill>
            <a:prstDash val="solid"/>
          </a:ln>
        </p:spPr>
      </p:sp>
      <p:sp>
        <p:nvSpPr>
          <p:cNvPr id="178" name="Shape 176"/>
          <p:cNvSpPr/>
          <p:nvPr/>
        </p:nvSpPr>
        <p:spPr>
          <a:xfrm>
            <a:off x="411480" y="5833872"/>
            <a:ext cx="82296" cy="530352"/>
          </a:xfrm>
          <a:prstGeom prst="rect">
            <a:avLst/>
          </a:prstGeom>
          <a:solidFill>
            <a:srgbClr val="E39A2F"/>
          </a:solidFill>
          <a:ln w="12700">
            <a:solidFill>
              <a:srgbClr val="E39A2F"/>
            </a:solidFill>
            <a:prstDash val="solid"/>
          </a:ln>
        </p:spPr>
      </p:sp>
      <p:sp>
        <p:nvSpPr>
          <p:cNvPr id="179" name="Text 177"/>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can copper be drawn into </a:t>
            </a:r>
            <a:r>
              <a:rPr lang="en-US" sz="1150" b="1" dirty="0">
                <a:solidFill>
                  <a:srgbClr val="262B3A"/>
                </a:solidFill>
                <a:latin typeface="Calibri" pitchFamily="34" charset="0"/>
                <a:ea typeface="Calibri" pitchFamily="34" charset="-122"/>
                <a:cs typeface="Calibri" pitchFamily="34" charset="-120"/>
              </a:rPr>
              <a:t>wires</a:t>
            </a:r>
            <a:r>
              <a:rPr lang="en-US" sz="1150" dirty="0">
                <a:solidFill>
                  <a:srgbClr val="262B3A"/>
                </a:solidFill>
                <a:latin typeface="Calibri" pitchFamily="34" charset="0"/>
                <a:ea typeface="Calibri" pitchFamily="34" charset="-122"/>
                <a:cs typeface="Calibri" pitchFamily="34" charset="-120"/>
              </a:rPr>
              <a:t> but a salt crystal </a:t>
            </a:r>
            <a:r>
              <a:rPr lang="en-US" sz="1150" b="1" dirty="0">
                <a:solidFill>
                  <a:srgbClr val="262B3A"/>
                </a:solidFill>
                <a:latin typeface="Calibri" pitchFamily="34" charset="0"/>
                <a:ea typeface="Calibri" pitchFamily="34" charset="-122"/>
                <a:cs typeface="Calibri" pitchFamily="34" charset="-120"/>
              </a:rPr>
              <a:t>shatters</a:t>
            </a:r>
            <a:r>
              <a:rPr lang="en-US" sz="1150" dirty="0">
                <a:solidFill>
                  <a:srgbClr val="262B3A"/>
                </a:solidFill>
                <a:latin typeface="Calibri" pitchFamily="34" charset="0"/>
                <a:ea typeface="Calibri" pitchFamily="34" charset="-122"/>
                <a:cs typeface="Calibri" pitchFamily="34" charset="-120"/>
              </a:rPr>
              <a:t> when hit? How many delocalised electrons come from </a:t>
            </a:r>
            <a:r>
              <a:rPr lang="en-US" sz="1150" b="1" dirty="0">
                <a:solidFill>
                  <a:srgbClr val="262B3A"/>
                </a:solidFill>
                <a:latin typeface="Calibri" pitchFamily="34" charset="0"/>
                <a:ea typeface="Calibri" pitchFamily="34" charset="-122"/>
                <a:cs typeface="Calibri" pitchFamily="34" charset="-120"/>
              </a:rPr>
              <a:t>50</a:t>
            </a:r>
            <a:r>
              <a:rPr lang="en-US" sz="1150" dirty="0">
                <a:solidFill>
                  <a:srgbClr val="262B3A"/>
                </a:solidFill>
                <a:latin typeface="Calibri" pitchFamily="34" charset="0"/>
                <a:ea typeface="Calibri" pitchFamily="34" charset="-122"/>
                <a:cs typeface="Calibri" pitchFamily="34" charset="-120"/>
              </a:rPr>
              <a:t> Al atoms (Al³⁺)?</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C4.2.3, C4.2.4 • giant structures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15</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diamond is very </a:t>
            </a:r>
            <a:r>
              <a:rPr lang="en-US" sz="1250" b="1" dirty="0">
                <a:solidFill>
                  <a:srgbClr val="262B3A"/>
                </a:solidFill>
                <a:latin typeface="Calibri" pitchFamily="34" charset="0"/>
                <a:ea typeface="Calibri" pitchFamily="34" charset="-122"/>
                <a:cs typeface="Calibri" pitchFamily="34" charset="-120"/>
              </a:rPr>
              <a:t>hard</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graphite </a:t>
            </a:r>
            <a:r>
              <a:rPr lang="en-US" sz="1250" b="1" dirty="0">
                <a:solidFill>
                  <a:srgbClr val="262B3A"/>
                </a:solidFill>
                <a:latin typeface="Calibri" pitchFamily="34" charset="0"/>
                <a:ea typeface="Calibri" pitchFamily="34" charset="-122"/>
                <a:cs typeface="Calibri" pitchFamily="34" charset="-120"/>
              </a:rPr>
              <a:t>conducts</a:t>
            </a:r>
            <a:r>
              <a:rPr lang="en-US" sz="1250" dirty="0">
                <a:solidFill>
                  <a:srgbClr val="262B3A"/>
                </a:solidFill>
                <a:latin typeface="Calibri" pitchFamily="34" charset="0"/>
                <a:ea typeface="Calibri" pitchFamily="34" charset="-122"/>
                <a:cs typeface="Calibri" pitchFamily="34" charset="-120"/>
              </a:rPr>
              <a:t> electricity but diamond does not.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metals are </a:t>
            </a:r>
            <a:r>
              <a:rPr lang="en-US" sz="1250" b="1" dirty="0">
                <a:solidFill>
                  <a:srgbClr val="262B3A"/>
                </a:solidFill>
                <a:latin typeface="Calibri" pitchFamily="34" charset="0"/>
                <a:ea typeface="Calibri" pitchFamily="34" charset="-122"/>
                <a:cs typeface="Calibri" pitchFamily="34" charset="-120"/>
              </a:rPr>
              <a:t>malleable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In silicon dioxide each Si is bonded to </a:t>
            </a:r>
            <a:r>
              <a:rPr lang="en-US" sz="1250" b="1" dirty="0">
                <a:solidFill>
                  <a:srgbClr val="262B3A"/>
                </a:solidFill>
                <a:latin typeface="Calibri" pitchFamily="34" charset="0"/>
                <a:ea typeface="Calibri" pitchFamily="34" charset="-122"/>
                <a:cs typeface="Calibri" pitchFamily="34" charset="-120"/>
              </a:rPr>
              <a:t>4</a:t>
            </a:r>
            <a:r>
              <a:rPr lang="en-US" sz="1250" dirty="0">
                <a:solidFill>
                  <a:srgbClr val="262B3A"/>
                </a:solidFill>
                <a:latin typeface="Calibri" pitchFamily="34" charset="0"/>
                <a:ea typeface="Calibri" pitchFamily="34" charset="-122"/>
                <a:cs typeface="Calibri" pitchFamily="34" charset="-120"/>
              </a:rPr>
              <a:t> O and each O to </a:t>
            </a:r>
            <a:r>
              <a:rPr lang="en-US" sz="1250" b="1" dirty="0">
                <a:solidFill>
                  <a:srgbClr val="262B3A"/>
                </a:solidFill>
                <a:latin typeface="Calibri" pitchFamily="34" charset="0"/>
                <a:ea typeface="Calibri" pitchFamily="34" charset="-122"/>
                <a:cs typeface="Calibri" pitchFamily="34" charset="-120"/>
              </a:rPr>
              <a:t>2</a:t>
            </a:r>
            <a:r>
              <a:rPr lang="en-US" sz="1250" dirty="0">
                <a:solidFill>
                  <a:srgbClr val="262B3A"/>
                </a:solidFill>
                <a:latin typeface="Calibri" pitchFamily="34" charset="0"/>
                <a:ea typeface="Calibri" pitchFamily="34" charset="-122"/>
                <a:cs typeface="Calibri" pitchFamily="34" charset="-120"/>
              </a:rPr>
              <a:t> Si. Show that the formula is </a:t>
            </a:r>
            <a:r>
              <a:rPr lang="en-US" sz="1250" b="1" dirty="0">
                <a:solidFill>
                  <a:srgbClr val="262B3A"/>
                </a:solidFill>
                <a:latin typeface="Calibri" pitchFamily="34" charset="0"/>
                <a:ea typeface="Calibri" pitchFamily="34" charset="-122"/>
                <a:cs typeface="Calibri" pitchFamily="34" charset="-120"/>
              </a:rPr>
              <a:t>SiO₂</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Cross-linking slime: method</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how does the amount of cross-linker change how a polymer flows?</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16</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apparatus: measuring cylinders, beaker, glass rod, tile on a block, ruler, stopwatch</a:t>
            </a:r>
            <a:endParaRPr lang="en-US" sz="1000" dirty="0"/>
          </a:p>
        </p:txBody>
      </p:sp>
      <p:sp>
        <p:nvSpPr>
          <p:cNvPr id="12" name="Shape 10"/>
          <p:cNvSpPr/>
          <p:nvPr/>
        </p:nvSpPr>
        <p:spPr>
          <a:xfrm>
            <a:off x="777240" y="1851660"/>
            <a:ext cx="384048" cy="1165860"/>
          </a:xfrm>
          <a:prstGeom prst="rect">
            <a:avLst/>
          </a:prstGeom>
          <a:solidFill>
            <a:srgbClr val="F4F0FA"/>
          </a:solidFill>
          <a:ln/>
        </p:spPr>
      </p:sp>
      <p:sp>
        <p:nvSpPr>
          <p:cNvPr id="13" name="Shape 11"/>
          <p:cNvSpPr/>
          <p:nvPr/>
        </p:nvSpPr>
        <p:spPr>
          <a:xfrm>
            <a:off x="777240" y="1463040"/>
            <a:ext cx="91" cy="1554480"/>
          </a:xfrm>
          <a:prstGeom prst="line">
            <a:avLst/>
          </a:prstGeom>
          <a:noFill/>
          <a:ln w="15875">
            <a:solidFill>
              <a:srgbClr val="6B7385"/>
            </a:solidFill>
            <a:prstDash val="solid"/>
          </a:ln>
        </p:spPr>
      </p:sp>
      <p:sp>
        <p:nvSpPr>
          <p:cNvPr id="14" name="Shape 12"/>
          <p:cNvSpPr/>
          <p:nvPr/>
        </p:nvSpPr>
        <p:spPr>
          <a:xfrm>
            <a:off x="1161288" y="1463040"/>
            <a:ext cx="91" cy="1554480"/>
          </a:xfrm>
          <a:prstGeom prst="line">
            <a:avLst/>
          </a:prstGeom>
          <a:noFill/>
          <a:ln w="15875">
            <a:solidFill>
              <a:srgbClr val="6B7385"/>
            </a:solidFill>
            <a:prstDash val="solid"/>
          </a:ln>
        </p:spPr>
      </p:sp>
      <p:sp>
        <p:nvSpPr>
          <p:cNvPr id="15" name="Shape 13"/>
          <p:cNvSpPr/>
          <p:nvPr/>
        </p:nvSpPr>
        <p:spPr>
          <a:xfrm>
            <a:off x="667512" y="3017520"/>
            <a:ext cx="603504" cy="64008"/>
          </a:xfrm>
          <a:prstGeom prst="rect">
            <a:avLst/>
          </a:prstGeom>
          <a:solidFill>
            <a:srgbClr val="6B7385"/>
          </a:solidFill>
          <a:ln/>
        </p:spPr>
      </p:sp>
      <p:sp>
        <p:nvSpPr>
          <p:cNvPr id="16" name="Shape 14"/>
          <p:cNvSpPr/>
          <p:nvPr/>
        </p:nvSpPr>
        <p:spPr>
          <a:xfrm>
            <a:off x="777240" y="1657350"/>
            <a:ext cx="115214" cy="91"/>
          </a:xfrm>
          <a:prstGeom prst="line">
            <a:avLst/>
          </a:prstGeom>
          <a:noFill/>
          <a:ln w="9525">
            <a:solidFill>
              <a:srgbClr val="6B7385"/>
            </a:solidFill>
            <a:prstDash val="solid"/>
          </a:ln>
        </p:spPr>
      </p:sp>
      <p:sp>
        <p:nvSpPr>
          <p:cNvPr id="17" name="Shape 15"/>
          <p:cNvSpPr/>
          <p:nvPr/>
        </p:nvSpPr>
        <p:spPr>
          <a:xfrm>
            <a:off x="777240" y="1851660"/>
            <a:ext cx="192024" cy="91"/>
          </a:xfrm>
          <a:prstGeom prst="line">
            <a:avLst/>
          </a:prstGeom>
          <a:noFill/>
          <a:ln w="9525">
            <a:solidFill>
              <a:srgbClr val="6B7385"/>
            </a:solidFill>
            <a:prstDash val="solid"/>
          </a:ln>
        </p:spPr>
      </p:sp>
      <p:sp>
        <p:nvSpPr>
          <p:cNvPr id="18" name="Shape 16"/>
          <p:cNvSpPr/>
          <p:nvPr/>
        </p:nvSpPr>
        <p:spPr>
          <a:xfrm>
            <a:off x="777240" y="2045970"/>
            <a:ext cx="115214" cy="91"/>
          </a:xfrm>
          <a:prstGeom prst="line">
            <a:avLst/>
          </a:prstGeom>
          <a:noFill/>
          <a:ln w="9525">
            <a:solidFill>
              <a:srgbClr val="6B7385"/>
            </a:solidFill>
            <a:prstDash val="solid"/>
          </a:ln>
        </p:spPr>
      </p:sp>
      <p:sp>
        <p:nvSpPr>
          <p:cNvPr id="19" name="Shape 17"/>
          <p:cNvSpPr/>
          <p:nvPr/>
        </p:nvSpPr>
        <p:spPr>
          <a:xfrm>
            <a:off x="777240" y="2240280"/>
            <a:ext cx="192024" cy="91"/>
          </a:xfrm>
          <a:prstGeom prst="line">
            <a:avLst/>
          </a:prstGeom>
          <a:noFill/>
          <a:ln w="9525">
            <a:solidFill>
              <a:srgbClr val="6B7385"/>
            </a:solidFill>
            <a:prstDash val="solid"/>
          </a:ln>
        </p:spPr>
      </p:sp>
      <p:sp>
        <p:nvSpPr>
          <p:cNvPr id="20" name="Shape 18"/>
          <p:cNvSpPr/>
          <p:nvPr/>
        </p:nvSpPr>
        <p:spPr>
          <a:xfrm>
            <a:off x="777240" y="2434590"/>
            <a:ext cx="115214" cy="91"/>
          </a:xfrm>
          <a:prstGeom prst="line">
            <a:avLst/>
          </a:prstGeom>
          <a:noFill/>
          <a:ln w="9525">
            <a:solidFill>
              <a:srgbClr val="6B7385"/>
            </a:solidFill>
            <a:prstDash val="solid"/>
          </a:ln>
        </p:spPr>
      </p:sp>
      <p:sp>
        <p:nvSpPr>
          <p:cNvPr id="21" name="Shape 19"/>
          <p:cNvSpPr/>
          <p:nvPr/>
        </p:nvSpPr>
        <p:spPr>
          <a:xfrm>
            <a:off x="777240" y="2628900"/>
            <a:ext cx="192024" cy="91"/>
          </a:xfrm>
          <a:prstGeom prst="line">
            <a:avLst/>
          </a:prstGeom>
          <a:noFill/>
          <a:ln w="9525">
            <a:solidFill>
              <a:srgbClr val="6B7385"/>
            </a:solidFill>
            <a:prstDash val="solid"/>
          </a:ln>
        </p:spPr>
      </p:sp>
      <p:sp>
        <p:nvSpPr>
          <p:cNvPr id="22" name="Shape 20"/>
          <p:cNvSpPr/>
          <p:nvPr/>
        </p:nvSpPr>
        <p:spPr>
          <a:xfrm>
            <a:off x="777240" y="2823210"/>
            <a:ext cx="115214" cy="91"/>
          </a:xfrm>
          <a:prstGeom prst="line">
            <a:avLst/>
          </a:prstGeom>
          <a:noFill/>
          <a:ln w="9525">
            <a:solidFill>
              <a:srgbClr val="6B7385"/>
            </a:solidFill>
            <a:prstDash val="solid"/>
          </a:ln>
        </p:spPr>
      </p:sp>
      <p:sp>
        <p:nvSpPr>
          <p:cNvPr id="23" name="Text 21"/>
          <p:cNvSpPr/>
          <p:nvPr/>
        </p:nvSpPr>
        <p:spPr>
          <a:xfrm>
            <a:off x="502920" y="3154680"/>
            <a:ext cx="96012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25 cm³ of 4% </a:t>
            </a:r>
            <a:r>
              <a:rPr lang="en-US" sz="1000" b="1" dirty="0">
                <a:solidFill>
                  <a:srgbClr val="262B3A"/>
                </a:solidFill>
                <a:latin typeface="Calibri" pitchFamily="34" charset="0"/>
                <a:ea typeface="Calibri" pitchFamily="34" charset="-122"/>
                <a:cs typeface="Calibri" pitchFamily="34" charset="-120"/>
              </a:rPr>
              <a:t>PVA</a:t>
            </a:r>
            <a:endParaRPr lang="en-US" sz="1000" dirty="0"/>
          </a:p>
        </p:txBody>
      </p:sp>
      <p:sp>
        <p:nvSpPr>
          <p:cNvPr id="24" name="Shape 22"/>
          <p:cNvSpPr/>
          <p:nvPr/>
        </p:nvSpPr>
        <p:spPr>
          <a:xfrm>
            <a:off x="1737360" y="2514600"/>
            <a:ext cx="256032" cy="502920"/>
          </a:xfrm>
          <a:prstGeom prst="rect">
            <a:avLst/>
          </a:prstGeom>
          <a:solidFill>
            <a:srgbClr val="DDEFF7"/>
          </a:solidFill>
          <a:ln/>
        </p:spPr>
      </p:sp>
      <p:sp>
        <p:nvSpPr>
          <p:cNvPr id="25" name="Shape 23"/>
          <p:cNvSpPr/>
          <p:nvPr/>
        </p:nvSpPr>
        <p:spPr>
          <a:xfrm>
            <a:off x="1737360" y="2011680"/>
            <a:ext cx="91" cy="1005840"/>
          </a:xfrm>
          <a:prstGeom prst="line">
            <a:avLst/>
          </a:prstGeom>
          <a:noFill/>
          <a:ln w="15875">
            <a:solidFill>
              <a:srgbClr val="6B7385"/>
            </a:solidFill>
            <a:prstDash val="solid"/>
          </a:ln>
        </p:spPr>
      </p:sp>
      <p:sp>
        <p:nvSpPr>
          <p:cNvPr id="26" name="Shape 24"/>
          <p:cNvSpPr/>
          <p:nvPr/>
        </p:nvSpPr>
        <p:spPr>
          <a:xfrm>
            <a:off x="1993392" y="2011680"/>
            <a:ext cx="91" cy="1005840"/>
          </a:xfrm>
          <a:prstGeom prst="line">
            <a:avLst/>
          </a:prstGeom>
          <a:noFill/>
          <a:ln w="15875">
            <a:solidFill>
              <a:srgbClr val="6B7385"/>
            </a:solidFill>
            <a:prstDash val="solid"/>
          </a:ln>
        </p:spPr>
      </p:sp>
      <p:sp>
        <p:nvSpPr>
          <p:cNvPr id="27" name="Shape 25"/>
          <p:cNvSpPr/>
          <p:nvPr/>
        </p:nvSpPr>
        <p:spPr>
          <a:xfrm>
            <a:off x="1627632" y="3017520"/>
            <a:ext cx="475488" cy="64008"/>
          </a:xfrm>
          <a:prstGeom prst="rect">
            <a:avLst/>
          </a:prstGeom>
          <a:solidFill>
            <a:srgbClr val="6B7385"/>
          </a:solidFill>
          <a:ln/>
        </p:spPr>
      </p:sp>
      <p:sp>
        <p:nvSpPr>
          <p:cNvPr id="28" name="Shape 26"/>
          <p:cNvSpPr/>
          <p:nvPr/>
        </p:nvSpPr>
        <p:spPr>
          <a:xfrm>
            <a:off x="1737360" y="2137410"/>
            <a:ext cx="76810" cy="91"/>
          </a:xfrm>
          <a:prstGeom prst="line">
            <a:avLst/>
          </a:prstGeom>
          <a:noFill/>
          <a:ln w="9525">
            <a:solidFill>
              <a:srgbClr val="6B7385"/>
            </a:solidFill>
            <a:prstDash val="solid"/>
          </a:ln>
        </p:spPr>
      </p:sp>
      <p:sp>
        <p:nvSpPr>
          <p:cNvPr id="29" name="Shape 27"/>
          <p:cNvSpPr/>
          <p:nvPr/>
        </p:nvSpPr>
        <p:spPr>
          <a:xfrm>
            <a:off x="1737360" y="2263140"/>
            <a:ext cx="128016" cy="91"/>
          </a:xfrm>
          <a:prstGeom prst="line">
            <a:avLst/>
          </a:prstGeom>
          <a:noFill/>
          <a:ln w="9525">
            <a:solidFill>
              <a:srgbClr val="6B7385"/>
            </a:solidFill>
            <a:prstDash val="solid"/>
          </a:ln>
        </p:spPr>
      </p:sp>
      <p:sp>
        <p:nvSpPr>
          <p:cNvPr id="30" name="Shape 28"/>
          <p:cNvSpPr/>
          <p:nvPr/>
        </p:nvSpPr>
        <p:spPr>
          <a:xfrm>
            <a:off x="1737360" y="2388870"/>
            <a:ext cx="76810" cy="91"/>
          </a:xfrm>
          <a:prstGeom prst="line">
            <a:avLst/>
          </a:prstGeom>
          <a:noFill/>
          <a:ln w="9525">
            <a:solidFill>
              <a:srgbClr val="6B7385"/>
            </a:solidFill>
            <a:prstDash val="solid"/>
          </a:ln>
        </p:spPr>
      </p:sp>
      <p:sp>
        <p:nvSpPr>
          <p:cNvPr id="31" name="Shape 29"/>
          <p:cNvSpPr/>
          <p:nvPr/>
        </p:nvSpPr>
        <p:spPr>
          <a:xfrm>
            <a:off x="1737360" y="2514600"/>
            <a:ext cx="128016" cy="91"/>
          </a:xfrm>
          <a:prstGeom prst="line">
            <a:avLst/>
          </a:prstGeom>
          <a:noFill/>
          <a:ln w="9525">
            <a:solidFill>
              <a:srgbClr val="6B7385"/>
            </a:solidFill>
            <a:prstDash val="solid"/>
          </a:ln>
        </p:spPr>
      </p:sp>
      <p:sp>
        <p:nvSpPr>
          <p:cNvPr id="32" name="Shape 30"/>
          <p:cNvSpPr/>
          <p:nvPr/>
        </p:nvSpPr>
        <p:spPr>
          <a:xfrm>
            <a:off x="1737360" y="2640330"/>
            <a:ext cx="76810" cy="91"/>
          </a:xfrm>
          <a:prstGeom prst="line">
            <a:avLst/>
          </a:prstGeom>
          <a:noFill/>
          <a:ln w="9525">
            <a:solidFill>
              <a:srgbClr val="6B7385"/>
            </a:solidFill>
            <a:prstDash val="solid"/>
          </a:ln>
        </p:spPr>
      </p:sp>
      <p:sp>
        <p:nvSpPr>
          <p:cNvPr id="33" name="Shape 31"/>
          <p:cNvSpPr/>
          <p:nvPr/>
        </p:nvSpPr>
        <p:spPr>
          <a:xfrm>
            <a:off x="1737360" y="2766060"/>
            <a:ext cx="128016" cy="91"/>
          </a:xfrm>
          <a:prstGeom prst="line">
            <a:avLst/>
          </a:prstGeom>
          <a:noFill/>
          <a:ln w="9525">
            <a:solidFill>
              <a:srgbClr val="6B7385"/>
            </a:solidFill>
            <a:prstDash val="solid"/>
          </a:ln>
        </p:spPr>
      </p:sp>
      <p:sp>
        <p:nvSpPr>
          <p:cNvPr id="34" name="Shape 32"/>
          <p:cNvSpPr/>
          <p:nvPr/>
        </p:nvSpPr>
        <p:spPr>
          <a:xfrm>
            <a:off x="1737360" y="2891790"/>
            <a:ext cx="76810" cy="91"/>
          </a:xfrm>
          <a:prstGeom prst="line">
            <a:avLst/>
          </a:prstGeom>
          <a:noFill/>
          <a:ln w="9525">
            <a:solidFill>
              <a:srgbClr val="6B7385"/>
            </a:solidFill>
            <a:prstDash val="solid"/>
          </a:ln>
        </p:spPr>
      </p:sp>
      <p:sp>
        <p:nvSpPr>
          <p:cNvPr id="35" name="Text 33"/>
          <p:cNvSpPr/>
          <p:nvPr/>
        </p:nvSpPr>
        <p:spPr>
          <a:xfrm>
            <a:off x="1417320" y="3154680"/>
            <a:ext cx="91440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x cm³ of 4% </a:t>
            </a:r>
            <a:r>
              <a:rPr lang="en-US" sz="1000" b="1" dirty="0">
                <a:solidFill>
                  <a:srgbClr val="262B3A"/>
                </a:solidFill>
                <a:latin typeface="Calibri" pitchFamily="34" charset="0"/>
                <a:ea typeface="Calibri" pitchFamily="34" charset="-122"/>
                <a:cs typeface="Calibri" pitchFamily="34" charset="-120"/>
              </a:rPr>
              <a:t>borax</a:t>
            </a:r>
            <a:endParaRPr lang="en-US" sz="1000" dirty="0"/>
          </a:p>
        </p:txBody>
      </p:sp>
      <p:sp>
        <p:nvSpPr>
          <p:cNvPr id="36" name="Shape 34"/>
          <p:cNvSpPr/>
          <p:nvPr/>
        </p:nvSpPr>
        <p:spPr>
          <a:xfrm>
            <a:off x="2606040" y="2514600"/>
            <a:ext cx="914400" cy="502920"/>
          </a:xfrm>
          <a:prstGeom prst="rect">
            <a:avLst/>
          </a:prstGeom>
          <a:solidFill>
            <a:srgbClr val="E6DDF3"/>
          </a:solidFill>
          <a:ln/>
        </p:spPr>
      </p:sp>
      <p:sp>
        <p:nvSpPr>
          <p:cNvPr id="37" name="Shape 35"/>
          <p:cNvSpPr/>
          <p:nvPr/>
        </p:nvSpPr>
        <p:spPr>
          <a:xfrm>
            <a:off x="2606040" y="2011680"/>
            <a:ext cx="91" cy="1005840"/>
          </a:xfrm>
          <a:prstGeom prst="line">
            <a:avLst/>
          </a:prstGeom>
          <a:noFill/>
          <a:ln w="19050">
            <a:solidFill>
              <a:srgbClr val="6B7385"/>
            </a:solidFill>
            <a:prstDash val="solid"/>
          </a:ln>
        </p:spPr>
      </p:sp>
      <p:sp>
        <p:nvSpPr>
          <p:cNvPr id="38" name="Shape 36"/>
          <p:cNvSpPr/>
          <p:nvPr/>
        </p:nvSpPr>
        <p:spPr>
          <a:xfrm>
            <a:off x="3520440" y="2011680"/>
            <a:ext cx="91" cy="1005840"/>
          </a:xfrm>
          <a:prstGeom prst="line">
            <a:avLst/>
          </a:prstGeom>
          <a:noFill/>
          <a:ln w="19050">
            <a:solidFill>
              <a:srgbClr val="6B7385"/>
            </a:solidFill>
            <a:prstDash val="solid"/>
          </a:ln>
        </p:spPr>
      </p:sp>
      <p:sp>
        <p:nvSpPr>
          <p:cNvPr id="39" name="Shape 37"/>
          <p:cNvSpPr/>
          <p:nvPr/>
        </p:nvSpPr>
        <p:spPr>
          <a:xfrm>
            <a:off x="2606040" y="3017520"/>
            <a:ext cx="914400" cy="91"/>
          </a:xfrm>
          <a:prstGeom prst="line">
            <a:avLst/>
          </a:prstGeom>
          <a:noFill/>
          <a:ln w="19050">
            <a:solidFill>
              <a:srgbClr val="6B7385"/>
            </a:solidFill>
            <a:prstDash val="solid"/>
          </a:ln>
        </p:spPr>
      </p:sp>
      <p:sp>
        <p:nvSpPr>
          <p:cNvPr id="40" name="Shape 38"/>
          <p:cNvSpPr/>
          <p:nvPr/>
        </p:nvSpPr>
        <p:spPr>
          <a:xfrm>
            <a:off x="2551176" y="2011680"/>
            <a:ext cx="54864" cy="54864"/>
          </a:xfrm>
          <a:prstGeom prst="line">
            <a:avLst/>
          </a:prstGeom>
          <a:noFill/>
          <a:ln w="19050">
            <a:solidFill>
              <a:srgbClr val="6B7385"/>
            </a:solidFill>
            <a:prstDash val="solid"/>
          </a:ln>
        </p:spPr>
      </p:sp>
      <p:sp>
        <p:nvSpPr>
          <p:cNvPr id="41" name="Shape 39"/>
          <p:cNvSpPr/>
          <p:nvPr/>
        </p:nvSpPr>
        <p:spPr>
          <a:xfrm>
            <a:off x="2788920" y="1600200"/>
            <a:ext cx="457200" cy="1280160"/>
          </a:xfrm>
          <a:prstGeom prst="line">
            <a:avLst/>
          </a:prstGeom>
          <a:noFill/>
          <a:ln w="31750">
            <a:solidFill>
              <a:srgbClr val="8C96A8"/>
            </a:solidFill>
            <a:prstDash val="solid"/>
          </a:ln>
        </p:spPr>
      </p:sp>
      <p:sp>
        <p:nvSpPr>
          <p:cNvPr id="42" name="Text 40"/>
          <p:cNvSpPr/>
          <p:nvPr/>
        </p:nvSpPr>
        <p:spPr>
          <a:xfrm>
            <a:off x="2423160" y="3154680"/>
            <a:ext cx="12801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stir for </a:t>
            </a:r>
            <a:r>
              <a:rPr lang="en-US" sz="1000" b="1" dirty="0">
                <a:solidFill>
                  <a:srgbClr val="262B3A"/>
                </a:solidFill>
                <a:latin typeface="Calibri" pitchFamily="34" charset="0"/>
                <a:ea typeface="Calibri" pitchFamily="34" charset="-122"/>
                <a:cs typeface="Calibri" pitchFamily="34" charset="-120"/>
              </a:rPr>
              <a:t>1 min</a:t>
            </a:r>
            <a:endParaRPr lang="en-US" sz="1000" dirty="0"/>
          </a:p>
        </p:txBody>
      </p:sp>
      <p:sp>
        <p:nvSpPr>
          <p:cNvPr id="43" name="Shape 41"/>
          <p:cNvSpPr/>
          <p:nvPr/>
        </p:nvSpPr>
        <p:spPr>
          <a:xfrm>
            <a:off x="1280160" y="1920240"/>
            <a:ext cx="1234440" cy="274320"/>
          </a:xfrm>
          <a:prstGeom prst="line">
            <a:avLst/>
          </a:prstGeom>
          <a:noFill/>
          <a:ln w="15875">
            <a:solidFill>
              <a:srgbClr val="2A1F3D"/>
            </a:solidFill>
            <a:prstDash val="solid"/>
            <a:tailEnd type="triangle"/>
          </a:ln>
        </p:spPr>
      </p:sp>
      <p:sp>
        <p:nvSpPr>
          <p:cNvPr id="44" name="Shape 42"/>
          <p:cNvSpPr/>
          <p:nvPr/>
        </p:nvSpPr>
        <p:spPr>
          <a:xfrm>
            <a:off x="2057400" y="2423160"/>
            <a:ext cx="457200" cy="45720"/>
          </a:xfrm>
          <a:prstGeom prst="line">
            <a:avLst/>
          </a:prstGeom>
          <a:noFill/>
          <a:ln w="15875">
            <a:solidFill>
              <a:srgbClr val="2A1F3D"/>
            </a:solidFill>
            <a:prstDash val="solid"/>
            <a:tailEnd type="triangle"/>
          </a:ln>
        </p:spPr>
      </p:sp>
      <p:sp>
        <p:nvSpPr>
          <p:cNvPr id="45" name="Shape 43"/>
          <p:cNvSpPr/>
          <p:nvPr/>
        </p:nvSpPr>
        <p:spPr>
          <a:xfrm>
            <a:off x="3474720" y="4297680"/>
            <a:ext cx="502920" cy="548640"/>
          </a:xfrm>
          <a:prstGeom prst="rect">
            <a:avLst/>
          </a:prstGeom>
          <a:solidFill>
            <a:srgbClr val="C99A5B"/>
          </a:solidFill>
          <a:ln w="12700">
            <a:solidFill>
              <a:srgbClr val="8A5A2B"/>
            </a:solidFill>
            <a:prstDash val="solid"/>
          </a:ln>
        </p:spPr>
      </p:sp>
      <p:sp>
        <p:nvSpPr>
          <p:cNvPr id="46" name="Shape 44"/>
          <p:cNvSpPr/>
          <p:nvPr/>
        </p:nvSpPr>
        <p:spPr>
          <a:xfrm>
            <a:off x="822960" y="4297680"/>
            <a:ext cx="3154680" cy="640080"/>
          </a:xfrm>
          <a:custGeom>
            <a:avLst/>
            <a:gdLst/>
            <a:ahLst/>
            <a:cxnLst/>
            <a:rect l="l" t="t" r="r" b="b"/>
            <a:pathLst>
              <a:path w="3154680" h="640080">
                <a:moveTo>
                  <a:pt x="0" y="548640"/>
                </a:moveTo>
                <a:lnTo>
                  <a:pt x="3154680" y="0"/>
                </a:lnTo>
                <a:lnTo>
                  <a:pt x="3154680" y="91440"/>
                </a:lnTo>
                <a:lnTo>
                  <a:pt x="0" y="640080"/>
                </a:lnTo>
                <a:close/>
              </a:path>
            </a:pathLst>
          </a:custGeom>
          <a:solidFill>
            <a:srgbClr val="FFFFFF"/>
          </a:solidFill>
          <a:ln w="15875">
            <a:solidFill>
              <a:srgbClr val="6B7385"/>
            </a:solidFill>
            <a:prstDash val="solid"/>
          </a:ln>
        </p:spPr>
      </p:sp>
      <p:sp>
        <p:nvSpPr>
          <p:cNvPr id="47" name="Text 45"/>
          <p:cNvSpPr/>
          <p:nvPr/>
        </p:nvSpPr>
        <p:spPr>
          <a:xfrm>
            <a:off x="3474720" y="4617720"/>
            <a:ext cx="50292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block</a:t>
            </a:r>
            <a:endParaRPr lang="en-US" sz="1000" dirty="0"/>
          </a:p>
        </p:txBody>
      </p:sp>
      <p:sp>
        <p:nvSpPr>
          <p:cNvPr id="48" name="Shape 46"/>
          <p:cNvSpPr/>
          <p:nvPr/>
        </p:nvSpPr>
        <p:spPr>
          <a:xfrm rot="-600000">
            <a:off x="3246120" y="4133088"/>
            <a:ext cx="411480" cy="201168"/>
          </a:xfrm>
          <a:prstGeom prst="ellipse">
            <a:avLst/>
          </a:prstGeom>
          <a:solidFill>
            <a:srgbClr val="B9A3E0"/>
          </a:solidFill>
          <a:ln w="12700">
            <a:solidFill>
              <a:srgbClr val="6A4C93"/>
            </a:solidFill>
            <a:prstDash val="solid"/>
          </a:ln>
        </p:spPr>
      </p:sp>
      <p:sp>
        <p:nvSpPr>
          <p:cNvPr id="49" name="Shape 47"/>
          <p:cNvSpPr/>
          <p:nvPr/>
        </p:nvSpPr>
        <p:spPr>
          <a:xfrm>
            <a:off x="3200400" y="4325112"/>
            <a:ext cx="91" cy="219456"/>
          </a:xfrm>
          <a:prstGeom prst="line">
            <a:avLst/>
          </a:prstGeom>
          <a:noFill/>
          <a:ln w="25400">
            <a:solidFill>
              <a:srgbClr val="C8414C"/>
            </a:solidFill>
            <a:prstDash val="solid"/>
          </a:ln>
        </p:spPr>
      </p:sp>
      <p:sp>
        <p:nvSpPr>
          <p:cNvPr id="50" name="Shape 48"/>
          <p:cNvSpPr/>
          <p:nvPr/>
        </p:nvSpPr>
        <p:spPr>
          <a:xfrm>
            <a:off x="1691640" y="4590288"/>
            <a:ext cx="91" cy="219456"/>
          </a:xfrm>
          <a:prstGeom prst="line">
            <a:avLst/>
          </a:prstGeom>
          <a:noFill/>
          <a:ln w="25400">
            <a:solidFill>
              <a:srgbClr val="C8414C"/>
            </a:solidFill>
            <a:prstDash val="solid"/>
          </a:ln>
        </p:spPr>
      </p:sp>
      <p:sp>
        <p:nvSpPr>
          <p:cNvPr id="51" name="Text 49"/>
          <p:cNvSpPr/>
          <p:nvPr/>
        </p:nvSpPr>
        <p:spPr>
          <a:xfrm>
            <a:off x="1737360" y="4187952"/>
            <a:ext cx="1463040" cy="20116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flows 10 cm</a:t>
            </a:r>
            <a:endParaRPr lang="en-US" sz="1000" dirty="0"/>
          </a:p>
        </p:txBody>
      </p:sp>
      <p:sp>
        <p:nvSpPr>
          <p:cNvPr id="52" name="Shape 50"/>
          <p:cNvSpPr/>
          <p:nvPr/>
        </p:nvSpPr>
        <p:spPr>
          <a:xfrm flipH="1">
            <a:off x="1737360" y="4398264"/>
            <a:ext cx="1417320" cy="246888"/>
          </a:xfrm>
          <a:prstGeom prst="line">
            <a:avLst/>
          </a:prstGeom>
          <a:noFill/>
          <a:ln w="12700">
            <a:solidFill>
              <a:srgbClr val="C8414C"/>
            </a:solidFill>
            <a:prstDash val="dash"/>
            <a:tailEnd type="triangle"/>
          </a:ln>
        </p:spPr>
      </p:sp>
      <p:sp>
        <p:nvSpPr>
          <p:cNvPr id="53" name="Shape 51"/>
          <p:cNvSpPr/>
          <p:nvPr/>
        </p:nvSpPr>
        <p:spPr>
          <a:xfrm>
            <a:off x="5074920" y="1856232"/>
            <a:ext cx="91440" cy="91440"/>
          </a:xfrm>
          <a:prstGeom prst="rect">
            <a:avLst/>
          </a:prstGeom>
          <a:solidFill>
            <a:srgbClr val="6B7385"/>
          </a:solidFill>
          <a:ln/>
        </p:spPr>
      </p:sp>
      <p:sp>
        <p:nvSpPr>
          <p:cNvPr id="54" name="Shape 52"/>
          <p:cNvSpPr/>
          <p:nvPr/>
        </p:nvSpPr>
        <p:spPr>
          <a:xfrm>
            <a:off x="4736592" y="1947672"/>
            <a:ext cx="768096" cy="768096"/>
          </a:xfrm>
          <a:prstGeom prst="ellipse">
            <a:avLst/>
          </a:prstGeom>
          <a:solidFill>
            <a:srgbClr val="FFFFFF"/>
          </a:solidFill>
          <a:ln w="19050">
            <a:solidFill>
              <a:srgbClr val="4A5568"/>
            </a:solidFill>
            <a:prstDash val="solid"/>
          </a:ln>
        </p:spPr>
      </p:sp>
      <p:sp>
        <p:nvSpPr>
          <p:cNvPr id="55" name="Shape 53"/>
          <p:cNvSpPr/>
          <p:nvPr/>
        </p:nvSpPr>
        <p:spPr>
          <a:xfrm flipV="1">
            <a:off x="5120640" y="2043684"/>
            <a:ext cx="91" cy="288036"/>
          </a:xfrm>
          <a:prstGeom prst="line">
            <a:avLst/>
          </a:prstGeom>
          <a:noFill/>
          <a:ln w="19050">
            <a:solidFill>
              <a:srgbClr val="C8414C"/>
            </a:solidFill>
            <a:prstDash val="solid"/>
          </a:ln>
        </p:spPr>
      </p:sp>
      <p:sp>
        <p:nvSpPr>
          <p:cNvPr id="56" name="Shape 54"/>
          <p:cNvSpPr/>
          <p:nvPr/>
        </p:nvSpPr>
        <p:spPr>
          <a:xfrm>
            <a:off x="5120640" y="2331720"/>
            <a:ext cx="192024" cy="76810"/>
          </a:xfrm>
          <a:prstGeom prst="line">
            <a:avLst/>
          </a:prstGeom>
          <a:noFill/>
          <a:ln w="19050">
            <a:solidFill>
              <a:srgbClr val="2A1F3D"/>
            </a:solidFill>
            <a:prstDash val="solid"/>
          </a:ln>
        </p:spPr>
      </p:sp>
      <p:sp>
        <p:nvSpPr>
          <p:cNvPr id="57" name="Text 55"/>
          <p:cNvSpPr/>
          <p:nvPr/>
        </p:nvSpPr>
        <p:spPr>
          <a:xfrm>
            <a:off x="4480560" y="2788920"/>
            <a:ext cx="12801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time to flow </a:t>
            </a:r>
            <a:r>
              <a:rPr lang="en-US" sz="1000" b="1" dirty="0">
                <a:solidFill>
                  <a:srgbClr val="262B3A"/>
                </a:solidFill>
                <a:latin typeface="Calibri" pitchFamily="34" charset="0"/>
                <a:ea typeface="Calibri" pitchFamily="34" charset="-122"/>
                <a:cs typeface="Calibri" pitchFamily="34" charset="-120"/>
              </a:rPr>
              <a:t>10 cm</a:t>
            </a:r>
            <a:endParaRPr lang="en-US" sz="1000" dirty="0"/>
          </a:p>
        </p:txBody>
      </p:sp>
      <p:sp>
        <p:nvSpPr>
          <p:cNvPr id="58" name="Text 56"/>
          <p:cNvSpPr/>
          <p:nvPr/>
        </p:nvSpPr>
        <p:spPr>
          <a:xfrm>
            <a:off x="594360" y="5029200"/>
            <a:ext cx="521208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Repeat for 0, 1, 2, 3, 4 and 5 cm³ of borax; three trials each</a:t>
            </a:r>
            <a:endParaRPr lang="en-US" sz="1050" dirty="0"/>
          </a:p>
        </p:txBody>
      </p:sp>
      <p:sp>
        <p:nvSpPr>
          <p:cNvPr id="59" name="Shape 57"/>
          <p:cNvSpPr/>
          <p:nvPr/>
        </p:nvSpPr>
        <p:spPr>
          <a:xfrm>
            <a:off x="6217920" y="1188720"/>
            <a:ext cx="5562295" cy="3108960"/>
          </a:xfrm>
          <a:prstGeom prst="roundRect">
            <a:avLst>
              <a:gd name="adj" fmla="val 1765"/>
            </a:avLst>
          </a:prstGeom>
          <a:solidFill>
            <a:srgbClr val="F8F5FC"/>
          </a:solidFill>
          <a:ln w="9525">
            <a:solidFill>
              <a:srgbClr val="DDD3EC"/>
            </a:solidFill>
            <a:prstDash val="solid"/>
          </a:ln>
        </p:spPr>
      </p:sp>
      <p:sp>
        <p:nvSpPr>
          <p:cNvPr id="60" name="Text 5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Method</a:t>
            </a:r>
            <a:endParaRPr lang="en-US" sz="1300" dirty="0"/>
          </a:p>
        </p:txBody>
      </p:sp>
      <p:sp>
        <p:nvSpPr>
          <p:cNvPr id="61" name="Text 59"/>
          <p:cNvSpPr/>
          <p:nvPr/>
        </p:nvSpPr>
        <p:spPr>
          <a:xfrm>
            <a:off x="6382512" y="1609344"/>
            <a:ext cx="5233111" cy="261518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Measure </a:t>
            </a:r>
            <a:r>
              <a:rPr lang="en-US" sz="1050" b="1" dirty="0">
                <a:solidFill>
                  <a:srgbClr val="262B3A"/>
                </a:solidFill>
                <a:latin typeface="Calibri" pitchFamily="34" charset="0"/>
                <a:ea typeface="Calibri" pitchFamily="34" charset="-122"/>
                <a:cs typeface="Calibri" pitchFamily="34" charset="-120"/>
              </a:rPr>
              <a:t>25 cm³</a:t>
            </a:r>
            <a:r>
              <a:rPr lang="en-US" sz="1050" dirty="0">
                <a:solidFill>
                  <a:srgbClr val="262B3A"/>
                </a:solidFill>
                <a:latin typeface="Calibri" pitchFamily="34" charset="0"/>
                <a:ea typeface="Calibri" pitchFamily="34" charset="-122"/>
                <a:cs typeface="Calibri" pitchFamily="34" charset="-120"/>
              </a:rPr>
              <a:t> of PVA solution into a beaker. Add </a:t>
            </a:r>
            <a:r>
              <a:rPr lang="en-US" sz="1050" b="1" dirty="0">
                <a:solidFill>
                  <a:srgbClr val="262B3A"/>
                </a:solidFill>
                <a:latin typeface="Calibri" pitchFamily="34" charset="0"/>
                <a:ea typeface="Calibri" pitchFamily="34" charset="-122"/>
                <a:cs typeface="Calibri" pitchFamily="34" charset="-120"/>
              </a:rPr>
              <a:t>1.0 cm³</a:t>
            </a:r>
            <a:r>
              <a:rPr lang="en-US" sz="1050" dirty="0">
                <a:solidFill>
                  <a:srgbClr val="262B3A"/>
                </a:solidFill>
                <a:latin typeface="Calibri" pitchFamily="34" charset="0"/>
                <a:ea typeface="Calibri" pitchFamily="34" charset="-122"/>
                <a:cs typeface="Calibri" pitchFamily="34" charset="-120"/>
              </a:rPr>
              <a:t> of borax solution and stir for exactly </a:t>
            </a:r>
            <a:r>
              <a:rPr lang="en-US" sz="1050" b="1" dirty="0">
                <a:solidFill>
                  <a:srgbClr val="262B3A"/>
                </a:solidFill>
                <a:latin typeface="Calibri" pitchFamily="34" charset="0"/>
                <a:ea typeface="Calibri" pitchFamily="34" charset="-122"/>
                <a:cs typeface="Calibri" pitchFamily="34" charset="-120"/>
              </a:rPr>
              <a:t>1 minute</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Put the slime at the top mark of a tile propped at a </a:t>
            </a:r>
            <a:r>
              <a:rPr lang="en-US" sz="1050" b="1" dirty="0">
                <a:solidFill>
                  <a:srgbClr val="262B3A"/>
                </a:solidFill>
                <a:latin typeface="Calibri" pitchFamily="34" charset="0"/>
                <a:ea typeface="Calibri" pitchFamily="34" charset="-122"/>
                <a:cs typeface="Calibri" pitchFamily="34" charset="-120"/>
              </a:rPr>
              <a:t>fixed angle</a:t>
            </a:r>
            <a:r>
              <a:rPr lang="en-US" sz="1050" dirty="0">
                <a:solidFill>
                  <a:srgbClr val="262B3A"/>
                </a:solidFill>
                <a:latin typeface="Calibri" pitchFamily="34" charset="0"/>
                <a:ea typeface="Calibri" pitchFamily="34" charset="-122"/>
                <a:cs typeface="Calibri" pitchFamily="34" charset="-120"/>
              </a:rPr>
              <a:t>. Time how long it takes to flow </a:t>
            </a:r>
            <a:r>
              <a:rPr lang="en-US" sz="1050" b="1" dirty="0">
                <a:solidFill>
                  <a:srgbClr val="262B3A"/>
                </a:solidFill>
                <a:latin typeface="Calibri" pitchFamily="34" charset="0"/>
                <a:ea typeface="Calibri" pitchFamily="34" charset="-122"/>
                <a:cs typeface="Calibri" pitchFamily="34" charset="-120"/>
              </a:rPr>
              <a:t>10 cm</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Repeat with 0–5 cm³ of borax, </a:t>
            </a:r>
            <a:r>
              <a:rPr lang="en-US" sz="1050" b="1" dirty="0">
                <a:solidFill>
                  <a:srgbClr val="262B3A"/>
                </a:solidFill>
                <a:latin typeface="Calibri" pitchFamily="34" charset="0"/>
                <a:ea typeface="Calibri" pitchFamily="34" charset="-122"/>
                <a:cs typeface="Calibri" pitchFamily="34" charset="-120"/>
              </a:rPr>
              <a:t>three</a:t>
            </a:r>
            <a:r>
              <a:rPr lang="en-US" sz="1050" dirty="0">
                <a:solidFill>
                  <a:srgbClr val="262B3A"/>
                </a:solidFill>
                <a:latin typeface="Calibri" pitchFamily="34" charset="0"/>
                <a:ea typeface="Calibri" pitchFamily="34" charset="-122"/>
                <a:cs typeface="Calibri" pitchFamily="34" charset="-120"/>
              </a:rPr>
              <a:t> trials each. Calculate the </a:t>
            </a:r>
            <a:r>
              <a:rPr lang="en-US" sz="1050" b="1" dirty="0">
                <a:solidFill>
                  <a:srgbClr val="262B3A"/>
                </a:solidFill>
                <a:latin typeface="Calibri" pitchFamily="34" charset="0"/>
                <a:ea typeface="Calibri" pitchFamily="34" charset="-122"/>
                <a:cs typeface="Calibri" pitchFamily="34" charset="-120"/>
              </a:rPr>
              <a:t>mean</a:t>
            </a:r>
            <a:r>
              <a:rPr lang="en-US" sz="1050" dirty="0">
                <a:solidFill>
                  <a:srgbClr val="262B3A"/>
                </a:solidFill>
                <a:latin typeface="Calibri" pitchFamily="34" charset="0"/>
                <a:ea typeface="Calibri" pitchFamily="34" charset="-122"/>
                <a:cs typeface="Calibri" pitchFamily="34" charset="-120"/>
              </a:rPr>
              <a:t> time.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IV</a:t>
            </a:r>
            <a:r>
              <a:rPr lang="en-US" sz="1050" dirty="0">
                <a:solidFill>
                  <a:srgbClr val="262B3A"/>
                </a:solidFill>
                <a:latin typeface="Calibri" pitchFamily="34" charset="0"/>
                <a:ea typeface="Calibri" pitchFamily="34" charset="-122"/>
                <a:cs typeface="Calibri" pitchFamily="34" charset="-120"/>
              </a:rPr>
              <a:t>: volume of borax. </a:t>
            </a:r>
            <a:r>
              <a:rPr lang="en-US" sz="1050" b="1" dirty="0">
                <a:solidFill>
                  <a:srgbClr val="262B3A"/>
                </a:solidFill>
                <a:latin typeface="Calibri" pitchFamily="34" charset="0"/>
                <a:ea typeface="Calibri" pitchFamily="34" charset="-122"/>
                <a:cs typeface="Calibri" pitchFamily="34" charset="-120"/>
              </a:rPr>
              <a:t>DV</a:t>
            </a:r>
            <a:r>
              <a:rPr lang="en-US" sz="1050" dirty="0">
                <a:solidFill>
                  <a:srgbClr val="262B3A"/>
                </a:solidFill>
                <a:latin typeface="Calibri" pitchFamily="34" charset="0"/>
                <a:ea typeface="Calibri" pitchFamily="34" charset="-122"/>
                <a:cs typeface="Calibri" pitchFamily="34" charset="-120"/>
              </a:rPr>
              <a:t>: time to flow 10 cm. </a:t>
            </a:r>
            <a:r>
              <a:rPr lang="en-US" sz="1050" b="1" dirty="0">
                <a:solidFill>
                  <a:srgbClr val="262B3A"/>
                </a:solidFill>
                <a:latin typeface="Calibri" pitchFamily="34" charset="0"/>
                <a:ea typeface="Calibri" pitchFamily="34" charset="-122"/>
                <a:cs typeface="Calibri" pitchFamily="34" charset="-120"/>
              </a:rPr>
              <a:t>Control</a:t>
            </a:r>
            <a:r>
              <a:rPr lang="en-US" sz="1050" dirty="0">
                <a:solidFill>
                  <a:srgbClr val="262B3A"/>
                </a:solidFill>
                <a:latin typeface="Calibri" pitchFamily="34" charset="0"/>
                <a:ea typeface="Calibri" pitchFamily="34" charset="-122"/>
                <a:cs typeface="Calibri" pitchFamily="34" charset="-120"/>
              </a:rPr>
              <a:t>: PVA volume and concentration, tile angle, stirring time, temperature.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Safety</a:t>
            </a:r>
            <a:r>
              <a:rPr lang="en-US" sz="1050" dirty="0">
                <a:solidFill>
                  <a:srgbClr val="262B3A"/>
                </a:solidFill>
                <a:latin typeface="Calibri" pitchFamily="34" charset="0"/>
                <a:ea typeface="Calibri" pitchFamily="34" charset="-122"/>
                <a:cs typeface="Calibri" pitchFamily="34" charset="-120"/>
              </a:rPr>
              <a:t>: wear eye protection. Borax is a </a:t>
            </a:r>
            <a:r>
              <a:rPr lang="en-US" sz="1050" b="1" dirty="0">
                <a:solidFill>
                  <a:srgbClr val="262B3A"/>
                </a:solidFill>
                <a:latin typeface="Calibri" pitchFamily="34" charset="0"/>
                <a:ea typeface="Calibri" pitchFamily="34" charset="-122"/>
                <a:cs typeface="Calibri" pitchFamily="34" charset="-120"/>
              </a:rPr>
              <a:t>reproductive toxicant</a:t>
            </a:r>
            <a:r>
              <a:rPr lang="en-US" sz="1050" dirty="0">
                <a:solidFill>
                  <a:srgbClr val="262B3A"/>
                </a:solidFill>
                <a:latin typeface="Calibri" pitchFamily="34" charset="0"/>
                <a:ea typeface="Calibri" pitchFamily="34" charset="-122"/>
                <a:cs typeface="Calibri" pitchFamily="34" charset="-120"/>
              </a:rPr>
              <a:t>: the technician makes up the dilute solution; avoid skin contact; wash hands; never eat or take the slime home.</a:t>
            </a:r>
            <a:endParaRPr lang="en-US" sz="1050" dirty="0"/>
          </a:p>
        </p:txBody>
      </p:sp>
      <p:sp>
        <p:nvSpPr>
          <p:cNvPr id="62" name="Shape 60"/>
          <p:cNvSpPr/>
          <p:nvPr/>
        </p:nvSpPr>
        <p:spPr>
          <a:xfrm>
            <a:off x="6217920" y="4434840"/>
            <a:ext cx="5562295" cy="1280160"/>
          </a:xfrm>
          <a:prstGeom prst="roundRect">
            <a:avLst>
              <a:gd name="adj" fmla="val 4286"/>
            </a:avLst>
          </a:prstGeom>
          <a:solidFill>
            <a:srgbClr val="FFF4E0"/>
          </a:solidFill>
          <a:ln w="9525">
            <a:solidFill>
              <a:srgbClr val="F1D9A8"/>
            </a:solidFill>
            <a:prstDash val="solid"/>
          </a:ln>
        </p:spPr>
      </p:sp>
      <p:sp>
        <p:nvSpPr>
          <p:cNvPr id="63" name="Text 61"/>
          <p:cNvSpPr/>
          <p:nvPr/>
        </p:nvSpPr>
        <p:spPr>
          <a:xfrm>
            <a:off x="6382512" y="45079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Why does it work?</a:t>
            </a:r>
            <a:endParaRPr lang="en-US" sz="1300" dirty="0"/>
          </a:p>
        </p:txBody>
      </p:sp>
      <p:sp>
        <p:nvSpPr>
          <p:cNvPr id="64" name="Text 62"/>
          <p:cNvSpPr/>
          <p:nvPr/>
        </p:nvSpPr>
        <p:spPr>
          <a:xfrm>
            <a:off x="6382512" y="4818888"/>
            <a:ext cx="5233111" cy="822960"/>
          </a:xfrm>
          <a:prstGeom prst="rect">
            <a:avLst/>
          </a:prstGeom>
          <a:noFill/>
          <a:ln/>
        </p:spPr>
        <p:txBody>
          <a:bodyPr wrap="square" lIns="0" tIns="0" rIns="0" bIns="0" rtlCol="0" anchor="t"/>
          <a:lstStyle/>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PVA   </a:t>
            </a:r>
            <a:r>
              <a:rPr lang="en-US" sz="1050" dirty="0">
                <a:solidFill>
                  <a:srgbClr val="262B3A"/>
                </a:solidFill>
                <a:latin typeface="Calibri" pitchFamily="34" charset="0"/>
                <a:ea typeface="Calibri" pitchFamily="34" charset="-122"/>
                <a:cs typeface="Calibri" pitchFamily="34" charset="-120"/>
              </a:rPr>
              <a:t>long polymer chains, poly(ethenol), dissolved in water</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Borax   </a:t>
            </a:r>
            <a:r>
              <a:rPr lang="en-US" sz="1050" dirty="0">
                <a:solidFill>
                  <a:srgbClr val="262B3A"/>
                </a:solidFill>
                <a:latin typeface="Calibri" pitchFamily="34" charset="0"/>
                <a:ea typeface="Calibri" pitchFamily="34" charset="-122"/>
                <a:cs typeface="Calibri" pitchFamily="34" charset="-120"/>
              </a:rPr>
              <a:t>borate ions form </a:t>
            </a:r>
            <a:r>
              <a:rPr lang="en-US" sz="1050" b="1" dirty="0">
                <a:solidFill>
                  <a:srgbClr val="262B3A"/>
                </a:solidFill>
                <a:latin typeface="Calibri" pitchFamily="34" charset="0"/>
                <a:ea typeface="Calibri" pitchFamily="34" charset="-122"/>
                <a:cs typeface="Calibri" pitchFamily="34" charset="-120"/>
              </a:rPr>
              <a:t>cross-links</a:t>
            </a:r>
            <a:r>
              <a:rPr lang="en-US" sz="1050" dirty="0">
                <a:solidFill>
                  <a:srgbClr val="262B3A"/>
                </a:solidFill>
                <a:latin typeface="Calibri" pitchFamily="34" charset="0"/>
                <a:ea typeface="Calibri" pitchFamily="34" charset="-122"/>
                <a:cs typeface="Calibri" pitchFamily="34" charset="-120"/>
              </a:rPr>
              <a:t> between chains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more borax → </a:t>
            </a:r>
            <a:r>
              <a:rPr lang="en-US" sz="1050" b="1" dirty="0">
                <a:solidFill>
                  <a:srgbClr val="C8414C"/>
                </a:solidFill>
                <a:latin typeface="Calibri" pitchFamily="34" charset="0"/>
                <a:ea typeface="Calibri" pitchFamily="34" charset="-122"/>
                <a:cs typeface="Calibri" pitchFamily="34" charset="-120"/>
              </a:rPr>
              <a:t>more cross-links</a:t>
            </a:r>
            <a:r>
              <a:rPr lang="en-US" sz="1050" b="1" dirty="0">
                <a:solidFill>
                  <a:srgbClr val="C8414C"/>
                </a:solidFill>
                <a:latin typeface="Calibri" pitchFamily="34" charset="0"/>
                <a:ea typeface="Calibri" pitchFamily="34" charset="-122"/>
                <a:cs typeface="Calibri" pitchFamily="34" charset="-120"/>
              </a:rPr>
              <a:t> → chains slide less → flows </a:t>
            </a:r>
            <a:r>
              <a:rPr lang="en-US" sz="1050" b="1" dirty="0">
                <a:solidFill>
                  <a:srgbClr val="C8414C"/>
                </a:solidFill>
                <a:latin typeface="Calibri" pitchFamily="34" charset="0"/>
                <a:ea typeface="Calibri" pitchFamily="34" charset="-122"/>
                <a:cs typeface="Calibri" pitchFamily="34" charset="-120"/>
              </a:rPr>
              <a:t>more slowly</a:t>
            </a:r>
            <a:endParaRPr lang="en-US" sz="1050" dirty="0"/>
          </a:p>
        </p:txBody>
      </p:sp>
      <p:sp>
        <p:nvSpPr>
          <p:cNvPr id="65" name="Shape 63"/>
          <p:cNvSpPr/>
          <p:nvPr/>
        </p:nvSpPr>
        <p:spPr>
          <a:xfrm>
            <a:off x="411480" y="5833872"/>
            <a:ext cx="11368735" cy="530352"/>
          </a:xfrm>
          <a:prstGeom prst="rect">
            <a:avLst/>
          </a:prstGeom>
          <a:solidFill>
            <a:srgbClr val="FFF4E0"/>
          </a:solidFill>
          <a:ln w="6350">
            <a:solidFill>
              <a:srgbClr val="F1D9A8"/>
            </a:solidFill>
            <a:prstDash val="solid"/>
          </a:ln>
        </p:spPr>
      </p:sp>
      <p:sp>
        <p:nvSpPr>
          <p:cNvPr id="66" name="Shape 64"/>
          <p:cNvSpPr/>
          <p:nvPr/>
        </p:nvSpPr>
        <p:spPr>
          <a:xfrm>
            <a:off x="411480" y="5833872"/>
            <a:ext cx="82296" cy="530352"/>
          </a:xfrm>
          <a:prstGeom prst="rect">
            <a:avLst/>
          </a:prstGeom>
          <a:solidFill>
            <a:srgbClr val="E39A2F"/>
          </a:solidFill>
          <a:ln w="12700">
            <a:solidFill>
              <a:srgbClr val="E39A2F"/>
            </a:solidFill>
            <a:prstDash val="solid"/>
          </a:ln>
        </p:spPr>
      </p:sp>
      <p:sp>
        <p:nvSpPr>
          <p:cNvPr id="67" name="Text 6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a:t>
            </a:r>
            <a:r>
              <a:rPr lang="en-US" sz="1150" b="1" dirty="0">
                <a:solidFill>
                  <a:srgbClr val="262B3A"/>
                </a:solidFill>
                <a:latin typeface="Calibri" pitchFamily="34" charset="0"/>
                <a:ea typeface="Calibri" pitchFamily="34" charset="-122"/>
                <a:cs typeface="Calibri" pitchFamily="34" charset="-120"/>
              </a:rPr>
              <a:t>independent</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dependent</a:t>
            </a:r>
            <a:r>
              <a:rPr lang="en-US" sz="1150" dirty="0">
                <a:solidFill>
                  <a:srgbClr val="262B3A"/>
                </a:solidFill>
                <a:latin typeface="Calibri" pitchFamily="34" charset="0"/>
                <a:ea typeface="Calibri" pitchFamily="34" charset="-122"/>
                <a:cs typeface="Calibri" pitchFamily="34" charset="-120"/>
              </a:rPr>
              <a:t> variables. Why must the tile be at the </a:t>
            </a:r>
            <a:r>
              <a:rPr lang="en-US" sz="1150" b="1" dirty="0">
                <a:solidFill>
                  <a:srgbClr val="262B3A"/>
                </a:solidFill>
                <a:latin typeface="Calibri" pitchFamily="34" charset="0"/>
                <a:ea typeface="Calibri" pitchFamily="34" charset="-122"/>
                <a:cs typeface="Calibri" pitchFamily="34" charset="-120"/>
              </a:rPr>
              <a:t>same angle</a:t>
            </a:r>
            <a:r>
              <a:rPr lang="en-US" sz="1150" dirty="0">
                <a:solidFill>
                  <a:srgbClr val="262B3A"/>
                </a:solidFill>
                <a:latin typeface="Calibri" pitchFamily="34" charset="0"/>
                <a:ea typeface="Calibri" pitchFamily="34" charset="-122"/>
                <a:cs typeface="Calibri" pitchFamily="34" charset="-120"/>
              </a:rPr>
              <a:t> every time?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Cross-linking slime: results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means, anomalies, uncertainty and a graph</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17</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of mean time against borax volume, plotted to scale; bars show the range</a:t>
            </a:r>
            <a:endParaRPr lang="en-US" sz="1000" dirty="0"/>
          </a:p>
        </p:txBody>
      </p:sp>
      <p:sp>
        <p:nvSpPr>
          <p:cNvPr id="12" name="Shape 10"/>
          <p:cNvSpPr/>
          <p:nvPr/>
        </p:nvSpPr>
        <p:spPr>
          <a:xfrm>
            <a:off x="1234440" y="1417320"/>
            <a:ext cx="4480560" cy="3246120"/>
          </a:xfrm>
          <a:prstGeom prst="rect">
            <a:avLst/>
          </a:prstGeom>
          <a:solidFill>
            <a:srgbClr val="FFFFFF"/>
          </a:solidFill>
          <a:ln/>
        </p:spPr>
      </p:sp>
      <p:sp>
        <p:nvSpPr>
          <p:cNvPr id="13" name="Shape 11"/>
          <p:cNvSpPr/>
          <p:nvPr/>
        </p:nvSpPr>
        <p:spPr>
          <a:xfrm>
            <a:off x="1234440" y="1417320"/>
            <a:ext cx="91" cy="3246120"/>
          </a:xfrm>
          <a:prstGeom prst="line">
            <a:avLst/>
          </a:prstGeom>
          <a:noFill/>
          <a:ln w="6350">
            <a:solidFill>
              <a:srgbClr val="D6CBE8"/>
            </a:solidFill>
            <a:prstDash val="solid"/>
          </a:ln>
        </p:spPr>
      </p:sp>
      <p:sp>
        <p:nvSpPr>
          <p:cNvPr id="14" name="Shape 12"/>
          <p:cNvSpPr/>
          <p:nvPr/>
        </p:nvSpPr>
        <p:spPr>
          <a:xfrm>
            <a:off x="1682496" y="1417320"/>
            <a:ext cx="91" cy="3246120"/>
          </a:xfrm>
          <a:prstGeom prst="line">
            <a:avLst/>
          </a:prstGeom>
          <a:noFill/>
          <a:ln w="6350">
            <a:solidFill>
              <a:srgbClr val="EEE9F6"/>
            </a:solidFill>
            <a:prstDash val="solid"/>
          </a:ln>
        </p:spPr>
      </p:sp>
      <p:sp>
        <p:nvSpPr>
          <p:cNvPr id="15" name="Shape 13"/>
          <p:cNvSpPr/>
          <p:nvPr/>
        </p:nvSpPr>
        <p:spPr>
          <a:xfrm>
            <a:off x="2130552" y="1417320"/>
            <a:ext cx="91" cy="3246120"/>
          </a:xfrm>
          <a:prstGeom prst="line">
            <a:avLst/>
          </a:prstGeom>
          <a:noFill/>
          <a:ln w="6350">
            <a:solidFill>
              <a:srgbClr val="D6CBE8"/>
            </a:solidFill>
            <a:prstDash val="solid"/>
          </a:ln>
        </p:spPr>
      </p:sp>
      <p:sp>
        <p:nvSpPr>
          <p:cNvPr id="16" name="Shape 14"/>
          <p:cNvSpPr/>
          <p:nvPr/>
        </p:nvSpPr>
        <p:spPr>
          <a:xfrm>
            <a:off x="2578608" y="1417320"/>
            <a:ext cx="91" cy="3246120"/>
          </a:xfrm>
          <a:prstGeom prst="line">
            <a:avLst/>
          </a:prstGeom>
          <a:noFill/>
          <a:ln w="6350">
            <a:solidFill>
              <a:srgbClr val="EEE9F6"/>
            </a:solidFill>
            <a:prstDash val="solid"/>
          </a:ln>
        </p:spPr>
      </p:sp>
      <p:sp>
        <p:nvSpPr>
          <p:cNvPr id="17" name="Shape 15"/>
          <p:cNvSpPr/>
          <p:nvPr/>
        </p:nvSpPr>
        <p:spPr>
          <a:xfrm>
            <a:off x="3026664" y="1417320"/>
            <a:ext cx="91" cy="3246120"/>
          </a:xfrm>
          <a:prstGeom prst="line">
            <a:avLst/>
          </a:prstGeom>
          <a:noFill/>
          <a:ln w="6350">
            <a:solidFill>
              <a:srgbClr val="D6CBE8"/>
            </a:solidFill>
            <a:prstDash val="solid"/>
          </a:ln>
        </p:spPr>
      </p:sp>
      <p:sp>
        <p:nvSpPr>
          <p:cNvPr id="18" name="Shape 16"/>
          <p:cNvSpPr/>
          <p:nvPr/>
        </p:nvSpPr>
        <p:spPr>
          <a:xfrm>
            <a:off x="3474720" y="1417320"/>
            <a:ext cx="91" cy="3246120"/>
          </a:xfrm>
          <a:prstGeom prst="line">
            <a:avLst/>
          </a:prstGeom>
          <a:noFill/>
          <a:ln w="6350">
            <a:solidFill>
              <a:srgbClr val="EEE9F6"/>
            </a:solidFill>
            <a:prstDash val="solid"/>
          </a:ln>
        </p:spPr>
      </p:sp>
      <p:sp>
        <p:nvSpPr>
          <p:cNvPr id="19" name="Shape 17"/>
          <p:cNvSpPr/>
          <p:nvPr/>
        </p:nvSpPr>
        <p:spPr>
          <a:xfrm>
            <a:off x="3922776" y="1417320"/>
            <a:ext cx="91" cy="3246120"/>
          </a:xfrm>
          <a:prstGeom prst="line">
            <a:avLst/>
          </a:prstGeom>
          <a:noFill/>
          <a:ln w="6350">
            <a:solidFill>
              <a:srgbClr val="D6CBE8"/>
            </a:solidFill>
            <a:prstDash val="solid"/>
          </a:ln>
        </p:spPr>
      </p:sp>
      <p:sp>
        <p:nvSpPr>
          <p:cNvPr id="20" name="Shape 18"/>
          <p:cNvSpPr/>
          <p:nvPr/>
        </p:nvSpPr>
        <p:spPr>
          <a:xfrm>
            <a:off x="4370832" y="1417320"/>
            <a:ext cx="91" cy="3246120"/>
          </a:xfrm>
          <a:prstGeom prst="line">
            <a:avLst/>
          </a:prstGeom>
          <a:noFill/>
          <a:ln w="6350">
            <a:solidFill>
              <a:srgbClr val="EEE9F6"/>
            </a:solidFill>
            <a:prstDash val="solid"/>
          </a:ln>
        </p:spPr>
      </p:sp>
      <p:sp>
        <p:nvSpPr>
          <p:cNvPr id="21" name="Shape 19"/>
          <p:cNvSpPr/>
          <p:nvPr/>
        </p:nvSpPr>
        <p:spPr>
          <a:xfrm>
            <a:off x="4818888" y="1417320"/>
            <a:ext cx="91" cy="3246120"/>
          </a:xfrm>
          <a:prstGeom prst="line">
            <a:avLst/>
          </a:prstGeom>
          <a:noFill/>
          <a:ln w="6350">
            <a:solidFill>
              <a:srgbClr val="D6CBE8"/>
            </a:solidFill>
            <a:prstDash val="solid"/>
          </a:ln>
        </p:spPr>
      </p:sp>
      <p:sp>
        <p:nvSpPr>
          <p:cNvPr id="22" name="Shape 20"/>
          <p:cNvSpPr/>
          <p:nvPr/>
        </p:nvSpPr>
        <p:spPr>
          <a:xfrm>
            <a:off x="5266944" y="1417320"/>
            <a:ext cx="91" cy="3246120"/>
          </a:xfrm>
          <a:prstGeom prst="line">
            <a:avLst/>
          </a:prstGeom>
          <a:noFill/>
          <a:ln w="6350">
            <a:solidFill>
              <a:srgbClr val="EEE9F6"/>
            </a:solidFill>
            <a:prstDash val="solid"/>
          </a:ln>
        </p:spPr>
      </p:sp>
      <p:sp>
        <p:nvSpPr>
          <p:cNvPr id="23" name="Shape 21"/>
          <p:cNvSpPr/>
          <p:nvPr/>
        </p:nvSpPr>
        <p:spPr>
          <a:xfrm>
            <a:off x="5715000" y="1417320"/>
            <a:ext cx="91" cy="3246120"/>
          </a:xfrm>
          <a:prstGeom prst="line">
            <a:avLst/>
          </a:prstGeom>
          <a:noFill/>
          <a:ln w="6350">
            <a:solidFill>
              <a:srgbClr val="D6CBE8"/>
            </a:solidFill>
            <a:prstDash val="solid"/>
          </a:ln>
        </p:spPr>
      </p:sp>
      <p:sp>
        <p:nvSpPr>
          <p:cNvPr id="24" name="Shape 22"/>
          <p:cNvSpPr/>
          <p:nvPr/>
        </p:nvSpPr>
        <p:spPr>
          <a:xfrm>
            <a:off x="1234440" y="4663440"/>
            <a:ext cx="4480560" cy="91"/>
          </a:xfrm>
          <a:prstGeom prst="line">
            <a:avLst/>
          </a:prstGeom>
          <a:noFill/>
          <a:ln w="6350">
            <a:solidFill>
              <a:srgbClr val="D6CBE8"/>
            </a:solidFill>
            <a:prstDash val="solid"/>
          </a:ln>
        </p:spPr>
      </p:sp>
      <p:sp>
        <p:nvSpPr>
          <p:cNvPr id="25" name="Shape 23"/>
          <p:cNvSpPr/>
          <p:nvPr/>
        </p:nvSpPr>
        <p:spPr>
          <a:xfrm>
            <a:off x="1234440" y="4501134"/>
            <a:ext cx="4480560" cy="91"/>
          </a:xfrm>
          <a:prstGeom prst="line">
            <a:avLst/>
          </a:prstGeom>
          <a:noFill/>
          <a:ln w="6350">
            <a:solidFill>
              <a:srgbClr val="EEE9F6"/>
            </a:solidFill>
            <a:prstDash val="solid"/>
          </a:ln>
        </p:spPr>
      </p:sp>
      <p:sp>
        <p:nvSpPr>
          <p:cNvPr id="26" name="Shape 24"/>
          <p:cNvSpPr/>
          <p:nvPr/>
        </p:nvSpPr>
        <p:spPr>
          <a:xfrm>
            <a:off x="1234440" y="4338828"/>
            <a:ext cx="4480560" cy="91"/>
          </a:xfrm>
          <a:prstGeom prst="line">
            <a:avLst/>
          </a:prstGeom>
          <a:noFill/>
          <a:ln w="6350">
            <a:solidFill>
              <a:srgbClr val="D6CBE8"/>
            </a:solidFill>
            <a:prstDash val="solid"/>
          </a:ln>
        </p:spPr>
      </p:sp>
      <p:sp>
        <p:nvSpPr>
          <p:cNvPr id="27" name="Shape 25"/>
          <p:cNvSpPr/>
          <p:nvPr/>
        </p:nvSpPr>
        <p:spPr>
          <a:xfrm>
            <a:off x="1234440" y="4176522"/>
            <a:ext cx="4480560" cy="91"/>
          </a:xfrm>
          <a:prstGeom prst="line">
            <a:avLst/>
          </a:prstGeom>
          <a:noFill/>
          <a:ln w="6350">
            <a:solidFill>
              <a:srgbClr val="EEE9F6"/>
            </a:solidFill>
            <a:prstDash val="solid"/>
          </a:ln>
        </p:spPr>
      </p:sp>
      <p:sp>
        <p:nvSpPr>
          <p:cNvPr id="28" name="Shape 26"/>
          <p:cNvSpPr/>
          <p:nvPr/>
        </p:nvSpPr>
        <p:spPr>
          <a:xfrm>
            <a:off x="1234440" y="4014216"/>
            <a:ext cx="4480560" cy="91"/>
          </a:xfrm>
          <a:prstGeom prst="line">
            <a:avLst/>
          </a:prstGeom>
          <a:noFill/>
          <a:ln w="6350">
            <a:solidFill>
              <a:srgbClr val="D6CBE8"/>
            </a:solidFill>
            <a:prstDash val="solid"/>
          </a:ln>
        </p:spPr>
      </p:sp>
      <p:sp>
        <p:nvSpPr>
          <p:cNvPr id="29" name="Shape 27"/>
          <p:cNvSpPr/>
          <p:nvPr/>
        </p:nvSpPr>
        <p:spPr>
          <a:xfrm>
            <a:off x="1234440" y="3851910"/>
            <a:ext cx="4480560" cy="91"/>
          </a:xfrm>
          <a:prstGeom prst="line">
            <a:avLst/>
          </a:prstGeom>
          <a:noFill/>
          <a:ln w="6350">
            <a:solidFill>
              <a:srgbClr val="EEE9F6"/>
            </a:solidFill>
            <a:prstDash val="solid"/>
          </a:ln>
        </p:spPr>
      </p:sp>
      <p:sp>
        <p:nvSpPr>
          <p:cNvPr id="30" name="Shape 28"/>
          <p:cNvSpPr/>
          <p:nvPr/>
        </p:nvSpPr>
        <p:spPr>
          <a:xfrm>
            <a:off x="1234440" y="3689604"/>
            <a:ext cx="4480560" cy="91"/>
          </a:xfrm>
          <a:prstGeom prst="line">
            <a:avLst/>
          </a:prstGeom>
          <a:noFill/>
          <a:ln w="6350">
            <a:solidFill>
              <a:srgbClr val="D6CBE8"/>
            </a:solidFill>
            <a:prstDash val="solid"/>
          </a:ln>
        </p:spPr>
      </p:sp>
      <p:sp>
        <p:nvSpPr>
          <p:cNvPr id="31" name="Shape 29"/>
          <p:cNvSpPr/>
          <p:nvPr/>
        </p:nvSpPr>
        <p:spPr>
          <a:xfrm>
            <a:off x="1234440" y="3527298"/>
            <a:ext cx="4480560" cy="91"/>
          </a:xfrm>
          <a:prstGeom prst="line">
            <a:avLst/>
          </a:prstGeom>
          <a:noFill/>
          <a:ln w="6350">
            <a:solidFill>
              <a:srgbClr val="EEE9F6"/>
            </a:solidFill>
            <a:prstDash val="solid"/>
          </a:ln>
        </p:spPr>
      </p:sp>
      <p:sp>
        <p:nvSpPr>
          <p:cNvPr id="32" name="Shape 30"/>
          <p:cNvSpPr/>
          <p:nvPr/>
        </p:nvSpPr>
        <p:spPr>
          <a:xfrm>
            <a:off x="1234440" y="3364992"/>
            <a:ext cx="4480560" cy="91"/>
          </a:xfrm>
          <a:prstGeom prst="line">
            <a:avLst/>
          </a:prstGeom>
          <a:noFill/>
          <a:ln w="6350">
            <a:solidFill>
              <a:srgbClr val="D6CBE8"/>
            </a:solidFill>
            <a:prstDash val="solid"/>
          </a:ln>
        </p:spPr>
      </p:sp>
      <p:sp>
        <p:nvSpPr>
          <p:cNvPr id="33" name="Shape 31"/>
          <p:cNvSpPr/>
          <p:nvPr/>
        </p:nvSpPr>
        <p:spPr>
          <a:xfrm>
            <a:off x="1234440" y="3202686"/>
            <a:ext cx="4480560" cy="91"/>
          </a:xfrm>
          <a:prstGeom prst="line">
            <a:avLst/>
          </a:prstGeom>
          <a:noFill/>
          <a:ln w="6350">
            <a:solidFill>
              <a:srgbClr val="EEE9F6"/>
            </a:solidFill>
            <a:prstDash val="solid"/>
          </a:ln>
        </p:spPr>
      </p:sp>
      <p:sp>
        <p:nvSpPr>
          <p:cNvPr id="34" name="Shape 32"/>
          <p:cNvSpPr/>
          <p:nvPr/>
        </p:nvSpPr>
        <p:spPr>
          <a:xfrm>
            <a:off x="1234440" y="3040380"/>
            <a:ext cx="4480560" cy="91"/>
          </a:xfrm>
          <a:prstGeom prst="line">
            <a:avLst/>
          </a:prstGeom>
          <a:noFill/>
          <a:ln w="6350">
            <a:solidFill>
              <a:srgbClr val="D6CBE8"/>
            </a:solidFill>
            <a:prstDash val="solid"/>
          </a:ln>
        </p:spPr>
      </p:sp>
      <p:sp>
        <p:nvSpPr>
          <p:cNvPr id="35" name="Shape 33"/>
          <p:cNvSpPr/>
          <p:nvPr/>
        </p:nvSpPr>
        <p:spPr>
          <a:xfrm>
            <a:off x="1234440" y="2878074"/>
            <a:ext cx="4480560" cy="91"/>
          </a:xfrm>
          <a:prstGeom prst="line">
            <a:avLst/>
          </a:prstGeom>
          <a:noFill/>
          <a:ln w="6350">
            <a:solidFill>
              <a:srgbClr val="EEE9F6"/>
            </a:solidFill>
            <a:prstDash val="solid"/>
          </a:ln>
        </p:spPr>
      </p:sp>
      <p:sp>
        <p:nvSpPr>
          <p:cNvPr id="36" name="Shape 34"/>
          <p:cNvSpPr/>
          <p:nvPr/>
        </p:nvSpPr>
        <p:spPr>
          <a:xfrm>
            <a:off x="1234440" y="2715768"/>
            <a:ext cx="4480560" cy="91"/>
          </a:xfrm>
          <a:prstGeom prst="line">
            <a:avLst/>
          </a:prstGeom>
          <a:noFill/>
          <a:ln w="6350">
            <a:solidFill>
              <a:srgbClr val="D6CBE8"/>
            </a:solidFill>
            <a:prstDash val="solid"/>
          </a:ln>
        </p:spPr>
      </p:sp>
      <p:sp>
        <p:nvSpPr>
          <p:cNvPr id="37" name="Shape 35"/>
          <p:cNvSpPr/>
          <p:nvPr/>
        </p:nvSpPr>
        <p:spPr>
          <a:xfrm>
            <a:off x="1234440" y="2553462"/>
            <a:ext cx="4480560" cy="91"/>
          </a:xfrm>
          <a:prstGeom prst="line">
            <a:avLst/>
          </a:prstGeom>
          <a:noFill/>
          <a:ln w="6350">
            <a:solidFill>
              <a:srgbClr val="EEE9F6"/>
            </a:solidFill>
            <a:prstDash val="solid"/>
          </a:ln>
        </p:spPr>
      </p:sp>
      <p:sp>
        <p:nvSpPr>
          <p:cNvPr id="38" name="Shape 36"/>
          <p:cNvSpPr/>
          <p:nvPr/>
        </p:nvSpPr>
        <p:spPr>
          <a:xfrm>
            <a:off x="1234440" y="2391156"/>
            <a:ext cx="4480560" cy="91"/>
          </a:xfrm>
          <a:prstGeom prst="line">
            <a:avLst/>
          </a:prstGeom>
          <a:noFill/>
          <a:ln w="6350">
            <a:solidFill>
              <a:srgbClr val="D6CBE8"/>
            </a:solidFill>
            <a:prstDash val="solid"/>
          </a:ln>
        </p:spPr>
      </p:sp>
      <p:sp>
        <p:nvSpPr>
          <p:cNvPr id="39" name="Shape 37"/>
          <p:cNvSpPr/>
          <p:nvPr/>
        </p:nvSpPr>
        <p:spPr>
          <a:xfrm>
            <a:off x="1234440" y="2228850"/>
            <a:ext cx="4480560" cy="91"/>
          </a:xfrm>
          <a:prstGeom prst="line">
            <a:avLst/>
          </a:prstGeom>
          <a:noFill/>
          <a:ln w="6350">
            <a:solidFill>
              <a:srgbClr val="EEE9F6"/>
            </a:solidFill>
            <a:prstDash val="solid"/>
          </a:ln>
        </p:spPr>
      </p:sp>
      <p:sp>
        <p:nvSpPr>
          <p:cNvPr id="40" name="Shape 38"/>
          <p:cNvSpPr/>
          <p:nvPr/>
        </p:nvSpPr>
        <p:spPr>
          <a:xfrm>
            <a:off x="1234440" y="2066544"/>
            <a:ext cx="4480560" cy="91"/>
          </a:xfrm>
          <a:prstGeom prst="line">
            <a:avLst/>
          </a:prstGeom>
          <a:noFill/>
          <a:ln w="6350">
            <a:solidFill>
              <a:srgbClr val="D6CBE8"/>
            </a:solidFill>
            <a:prstDash val="solid"/>
          </a:ln>
        </p:spPr>
      </p:sp>
      <p:sp>
        <p:nvSpPr>
          <p:cNvPr id="41" name="Shape 39"/>
          <p:cNvSpPr/>
          <p:nvPr/>
        </p:nvSpPr>
        <p:spPr>
          <a:xfrm>
            <a:off x="1234440" y="1904238"/>
            <a:ext cx="4480560" cy="91"/>
          </a:xfrm>
          <a:prstGeom prst="line">
            <a:avLst/>
          </a:prstGeom>
          <a:noFill/>
          <a:ln w="6350">
            <a:solidFill>
              <a:srgbClr val="EEE9F6"/>
            </a:solidFill>
            <a:prstDash val="solid"/>
          </a:ln>
        </p:spPr>
      </p:sp>
      <p:sp>
        <p:nvSpPr>
          <p:cNvPr id="42" name="Shape 40"/>
          <p:cNvSpPr/>
          <p:nvPr/>
        </p:nvSpPr>
        <p:spPr>
          <a:xfrm>
            <a:off x="1234440" y="1741932"/>
            <a:ext cx="4480560" cy="91"/>
          </a:xfrm>
          <a:prstGeom prst="line">
            <a:avLst/>
          </a:prstGeom>
          <a:noFill/>
          <a:ln w="6350">
            <a:solidFill>
              <a:srgbClr val="D6CBE8"/>
            </a:solidFill>
            <a:prstDash val="solid"/>
          </a:ln>
        </p:spPr>
      </p:sp>
      <p:sp>
        <p:nvSpPr>
          <p:cNvPr id="43" name="Shape 41"/>
          <p:cNvSpPr/>
          <p:nvPr/>
        </p:nvSpPr>
        <p:spPr>
          <a:xfrm>
            <a:off x="1234440" y="1579626"/>
            <a:ext cx="4480560" cy="91"/>
          </a:xfrm>
          <a:prstGeom prst="line">
            <a:avLst/>
          </a:prstGeom>
          <a:noFill/>
          <a:ln w="6350">
            <a:solidFill>
              <a:srgbClr val="EEE9F6"/>
            </a:solidFill>
            <a:prstDash val="solid"/>
          </a:ln>
        </p:spPr>
      </p:sp>
      <p:sp>
        <p:nvSpPr>
          <p:cNvPr id="44" name="Shape 42"/>
          <p:cNvSpPr/>
          <p:nvPr/>
        </p:nvSpPr>
        <p:spPr>
          <a:xfrm>
            <a:off x="1234440" y="1417320"/>
            <a:ext cx="4480560" cy="91"/>
          </a:xfrm>
          <a:prstGeom prst="line">
            <a:avLst/>
          </a:prstGeom>
          <a:noFill/>
          <a:ln w="6350">
            <a:solidFill>
              <a:srgbClr val="D6CBE8"/>
            </a:solidFill>
            <a:prstDash val="solid"/>
          </a:ln>
        </p:spPr>
      </p:sp>
      <p:sp>
        <p:nvSpPr>
          <p:cNvPr id="45" name="Shape 43"/>
          <p:cNvSpPr/>
          <p:nvPr/>
        </p:nvSpPr>
        <p:spPr>
          <a:xfrm>
            <a:off x="1234440" y="4663440"/>
            <a:ext cx="4480560" cy="91"/>
          </a:xfrm>
          <a:prstGeom prst="line">
            <a:avLst/>
          </a:prstGeom>
          <a:noFill/>
          <a:ln w="19050">
            <a:solidFill>
              <a:srgbClr val="2A1F3D"/>
            </a:solidFill>
            <a:prstDash val="solid"/>
          </a:ln>
        </p:spPr>
      </p:sp>
      <p:sp>
        <p:nvSpPr>
          <p:cNvPr id="46" name="Shape 44"/>
          <p:cNvSpPr/>
          <p:nvPr/>
        </p:nvSpPr>
        <p:spPr>
          <a:xfrm flipV="1">
            <a:off x="1234440" y="1417320"/>
            <a:ext cx="91" cy="3246120"/>
          </a:xfrm>
          <a:prstGeom prst="line">
            <a:avLst/>
          </a:prstGeom>
          <a:noFill/>
          <a:ln w="19050">
            <a:solidFill>
              <a:srgbClr val="2A1F3D"/>
            </a:solidFill>
            <a:prstDash val="solid"/>
          </a:ln>
        </p:spPr>
      </p:sp>
      <p:sp>
        <p:nvSpPr>
          <p:cNvPr id="47" name="Shape 45"/>
          <p:cNvSpPr/>
          <p:nvPr/>
        </p:nvSpPr>
        <p:spPr>
          <a:xfrm>
            <a:off x="1234440" y="4663440"/>
            <a:ext cx="91" cy="54864"/>
          </a:xfrm>
          <a:prstGeom prst="line">
            <a:avLst/>
          </a:prstGeom>
          <a:noFill/>
          <a:ln w="12700">
            <a:solidFill>
              <a:srgbClr val="2A1F3D"/>
            </a:solidFill>
            <a:prstDash val="solid"/>
          </a:ln>
        </p:spPr>
      </p:sp>
      <p:sp>
        <p:nvSpPr>
          <p:cNvPr id="48" name="Text 46"/>
          <p:cNvSpPr/>
          <p:nvPr/>
        </p:nvSpPr>
        <p:spPr>
          <a:xfrm>
            <a:off x="96012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9" name="Shape 47"/>
          <p:cNvSpPr/>
          <p:nvPr/>
        </p:nvSpPr>
        <p:spPr>
          <a:xfrm>
            <a:off x="2130552" y="4663440"/>
            <a:ext cx="91" cy="54864"/>
          </a:xfrm>
          <a:prstGeom prst="line">
            <a:avLst/>
          </a:prstGeom>
          <a:noFill/>
          <a:ln w="12700">
            <a:solidFill>
              <a:srgbClr val="2A1F3D"/>
            </a:solidFill>
            <a:prstDash val="solid"/>
          </a:ln>
        </p:spPr>
      </p:sp>
      <p:sp>
        <p:nvSpPr>
          <p:cNvPr id="50" name="Text 48"/>
          <p:cNvSpPr/>
          <p:nvPr/>
        </p:nvSpPr>
        <p:spPr>
          <a:xfrm>
            <a:off x="1856232"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a:t>
            </a:r>
            <a:endParaRPr lang="en-US" sz="1000" dirty="0"/>
          </a:p>
        </p:txBody>
      </p:sp>
      <p:sp>
        <p:nvSpPr>
          <p:cNvPr id="51" name="Shape 49"/>
          <p:cNvSpPr/>
          <p:nvPr/>
        </p:nvSpPr>
        <p:spPr>
          <a:xfrm>
            <a:off x="3026664" y="4663440"/>
            <a:ext cx="91" cy="54864"/>
          </a:xfrm>
          <a:prstGeom prst="line">
            <a:avLst/>
          </a:prstGeom>
          <a:noFill/>
          <a:ln w="12700">
            <a:solidFill>
              <a:srgbClr val="2A1F3D"/>
            </a:solidFill>
            <a:prstDash val="solid"/>
          </a:ln>
        </p:spPr>
      </p:sp>
      <p:sp>
        <p:nvSpPr>
          <p:cNvPr id="52" name="Text 50"/>
          <p:cNvSpPr/>
          <p:nvPr/>
        </p:nvSpPr>
        <p:spPr>
          <a:xfrm>
            <a:off x="2752344"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53" name="Shape 51"/>
          <p:cNvSpPr/>
          <p:nvPr/>
        </p:nvSpPr>
        <p:spPr>
          <a:xfrm>
            <a:off x="3922776" y="4663440"/>
            <a:ext cx="91" cy="54864"/>
          </a:xfrm>
          <a:prstGeom prst="line">
            <a:avLst/>
          </a:prstGeom>
          <a:noFill/>
          <a:ln w="12700">
            <a:solidFill>
              <a:srgbClr val="2A1F3D"/>
            </a:solidFill>
            <a:prstDash val="solid"/>
          </a:ln>
        </p:spPr>
      </p:sp>
      <p:sp>
        <p:nvSpPr>
          <p:cNvPr id="54" name="Text 52"/>
          <p:cNvSpPr/>
          <p:nvPr/>
        </p:nvSpPr>
        <p:spPr>
          <a:xfrm>
            <a:off x="3648456"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p>
        </p:txBody>
      </p:sp>
      <p:sp>
        <p:nvSpPr>
          <p:cNvPr id="55" name="Shape 53"/>
          <p:cNvSpPr/>
          <p:nvPr/>
        </p:nvSpPr>
        <p:spPr>
          <a:xfrm>
            <a:off x="4818888" y="4663440"/>
            <a:ext cx="91" cy="54864"/>
          </a:xfrm>
          <a:prstGeom prst="line">
            <a:avLst/>
          </a:prstGeom>
          <a:noFill/>
          <a:ln w="12700">
            <a:solidFill>
              <a:srgbClr val="2A1F3D"/>
            </a:solidFill>
            <a:prstDash val="solid"/>
          </a:ln>
        </p:spPr>
      </p:sp>
      <p:sp>
        <p:nvSpPr>
          <p:cNvPr id="56" name="Text 54"/>
          <p:cNvSpPr/>
          <p:nvPr/>
        </p:nvSpPr>
        <p:spPr>
          <a:xfrm>
            <a:off x="4544568"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57" name="Shape 55"/>
          <p:cNvSpPr/>
          <p:nvPr/>
        </p:nvSpPr>
        <p:spPr>
          <a:xfrm>
            <a:off x="5715000" y="4663440"/>
            <a:ext cx="91" cy="54864"/>
          </a:xfrm>
          <a:prstGeom prst="line">
            <a:avLst/>
          </a:prstGeom>
          <a:noFill/>
          <a:ln w="12700">
            <a:solidFill>
              <a:srgbClr val="2A1F3D"/>
            </a:solidFill>
            <a:prstDash val="solid"/>
          </a:ln>
        </p:spPr>
      </p:sp>
      <p:sp>
        <p:nvSpPr>
          <p:cNvPr id="58" name="Text 56"/>
          <p:cNvSpPr/>
          <p:nvPr/>
        </p:nvSpPr>
        <p:spPr>
          <a:xfrm>
            <a:off x="544068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59" name="Shape 57"/>
          <p:cNvSpPr/>
          <p:nvPr/>
        </p:nvSpPr>
        <p:spPr>
          <a:xfrm>
            <a:off x="1179576" y="4663440"/>
            <a:ext cx="54864" cy="91"/>
          </a:xfrm>
          <a:prstGeom prst="line">
            <a:avLst/>
          </a:prstGeom>
          <a:noFill/>
          <a:ln w="12700">
            <a:solidFill>
              <a:srgbClr val="2A1F3D"/>
            </a:solidFill>
            <a:prstDash val="solid"/>
          </a:ln>
        </p:spPr>
      </p:sp>
      <p:sp>
        <p:nvSpPr>
          <p:cNvPr id="60" name="Text 58"/>
          <p:cNvSpPr/>
          <p:nvPr/>
        </p:nvSpPr>
        <p:spPr>
          <a:xfrm>
            <a:off x="795528" y="45720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61" name="Shape 59"/>
          <p:cNvSpPr/>
          <p:nvPr/>
        </p:nvSpPr>
        <p:spPr>
          <a:xfrm>
            <a:off x="1179576" y="4338828"/>
            <a:ext cx="54864" cy="91"/>
          </a:xfrm>
          <a:prstGeom prst="line">
            <a:avLst/>
          </a:prstGeom>
          <a:noFill/>
          <a:ln w="12700">
            <a:solidFill>
              <a:srgbClr val="2A1F3D"/>
            </a:solidFill>
            <a:prstDash val="solid"/>
          </a:ln>
        </p:spPr>
      </p:sp>
      <p:sp>
        <p:nvSpPr>
          <p:cNvPr id="62" name="Text 60"/>
          <p:cNvSpPr/>
          <p:nvPr/>
        </p:nvSpPr>
        <p:spPr>
          <a:xfrm>
            <a:off x="795528" y="424738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63" name="Shape 61"/>
          <p:cNvSpPr/>
          <p:nvPr/>
        </p:nvSpPr>
        <p:spPr>
          <a:xfrm>
            <a:off x="1179576" y="4014216"/>
            <a:ext cx="54864" cy="91"/>
          </a:xfrm>
          <a:prstGeom prst="line">
            <a:avLst/>
          </a:prstGeom>
          <a:noFill/>
          <a:ln w="12700">
            <a:solidFill>
              <a:srgbClr val="2A1F3D"/>
            </a:solidFill>
            <a:prstDash val="solid"/>
          </a:ln>
        </p:spPr>
      </p:sp>
      <p:sp>
        <p:nvSpPr>
          <p:cNvPr id="64" name="Text 62"/>
          <p:cNvSpPr/>
          <p:nvPr/>
        </p:nvSpPr>
        <p:spPr>
          <a:xfrm>
            <a:off x="795528" y="392277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65" name="Shape 63"/>
          <p:cNvSpPr/>
          <p:nvPr/>
        </p:nvSpPr>
        <p:spPr>
          <a:xfrm>
            <a:off x="1179576" y="3689604"/>
            <a:ext cx="54864" cy="91"/>
          </a:xfrm>
          <a:prstGeom prst="line">
            <a:avLst/>
          </a:prstGeom>
          <a:noFill/>
          <a:ln w="12700">
            <a:solidFill>
              <a:srgbClr val="2A1F3D"/>
            </a:solidFill>
            <a:prstDash val="solid"/>
          </a:ln>
        </p:spPr>
      </p:sp>
      <p:sp>
        <p:nvSpPr>
          <p:cNvPr id="66" name="Text 64"/>
          <p:cNvSpPr/>
          <p:nvPr/>
        </p:nvSpPr>
        <p:spPr>
          <a:xfrm>
            <a:off x="795528" y="359816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67" name="Shape 65"/>
          <p:cNvSpPr/>
          <p:nvPr/>
        </p:nvSpPr>
        <p:spPr>
          <a:xfrm>
            <a:off x="1179576" y="3364992"/>
            <a:ext cx="54864" cy="91"/>
          </a:xfrm>
          <a:prstGeom prst="line">
            <a:avLst/>
          </a:prstGeom>
          <a:noFill/>
          <a:ln w="12700">
            <a:solidFill>
              <a:srgbClr val="2A1F3D"/>
            </a:solidFill>
            <a:prstDash val="solid"/>
          </a:ln>
        </p:spPr>
      </p:sp>
      <p:sp>
        <p:nvSpPr>
          <p:cNvPr id="68" name="Text 66"/>
          <p:cNvSpPr/>
          <p:nvPr/>
        </p:nvSpPr>
        <p:spPr>
          <a:xfrm>
            <a:off x="795528" y="327355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9" name="Shape 67"/>
          <p:cNvSpPr/>
          <p:nvPr/>
        </p:nvSpPr>
        <p:spPr>
          <a:xfrm>
            <a:off x="1179576" y="3040380"/>
            <a:ext cx="54864" cy="91"/>
          </a:xfrm>
          <a:prstGeom prst="line">
            <a:avLst/>
          </a:prstGeom>
          <a:noFill/>
          <a:ln w="12700">
            <a:solidFill>
              <a:srgbClr val="2A1F3D"/>
            </a:solidFill>
            <a:prstDash val="solid"/>
          </a:ln>
        </p:spPr>
      </p:sp>
      <p:sp>
        <p:nvSpPr>
          <p:cNvPr id="70" name="Text 68"/>
          <p:cNvSpPr/>
          <p:nvPr/>
        </p:nvSpPr>
        <p:spPr>
          <a:xfrm>
            <a:off x="795528" y="29489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71" name="Shape 69"/>
          <p:cNvSpPr/>
          <p:nvPr/>
        </p:nvSpPr>
        <p:spPr>
          <a:xfrm>
            <a:off x="1179576" y="2715768"/>
            <a:ext cx="54864" cy="91"/>
          </a:xfrm>
          <a:prstGeom prst="line">
            <a:avLst/>
          </a:prstGeom>
          <a:noFill/>
          <a:ln w="12700">
            <a:solidFill>
              <a:srgbClr val="2A1F3D"/>
            </a:solidFill>
            <a:prstDash val="solid"/>
          </a:ln>
        </p:spPr>
      </p:sp>
      <p:sp>
        <p:nvSpPr>
          <p:cNvPr id="72" name="Text 70"/>
          <p:cNvSpPr/>
          <p:nvPr/>
        </p:nvSpPr>
        <p:spPr>
          <a:xfrm>
            <a:off x="795528" y="262432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73" name="Shape 71"/>
          <p:cNvSpPr/>
          <p:nvPr/>
        </p:nvSpPr>
        <p:spPr>
          <a:xfrm>
            <a:off x="1179576" y="2391156"/>
            <a:ext cx="54864" cy="91"/>
          </a:xfrm>
          <a:prstGeom prst="line">
            <a:avLst/>
          </a:prstGeom>
          <a:noFill/>
          <a:ln w="12700">
            <a:solidFill>
              <a:srgbClr val="2A1F3D"/>
            </a:solidFill>
            <a:prstDash val="solid"/>
          </a:ln>
        </p:spPr>
      </p:sp>
      <p:sp>
        <p:nvSpPr>
          <p:cNvPr id="74" name="Text 72"/>
          <p:cNvSpPr/>
          <p:nvPr/>
        </p:nvSpPr>
        <p:spPr>
          <a:xfrm>
            <a:off x="795528" y="229971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70</a:t>
            </a:r>
            <a:endParaRPr lang="en-US" sz="1000" dirty="0"/>
          </a:p>
        </p:txBody>
      </p:sp>
      <p:sp>
        <p:nvSpPr>
          <p:cNvPr id="75" name="Shape 73"/>
          <p:cNvSpPr/>
          <p:nvPr/>
        </p:nvSpPr>
        <p:spPr>
          <a:xfrm>
            <a:off x="1179576" y="2066544"/>
            <a:ext cx="54864" cy="91"/>
          </a:xfrm>
          <a:prstGeom prst="line">
            <a:avLst/>
          </a:prstGeom>
          <a:noFill/>
          <a:ln w="12700">
            <a:solidFill>
              <a:srgbClr val="2A1F3D"/>
            </a:solidFill>
            <a:prstDash val="solid"/>
          </a:ln>
        </p:spPr>
      </p:sp>
      <p:sp>
        <p:nvSpPr>
          <p:cNvPr id="76" name="Text 74"/>
          <p:cNvSpPr/>
          <p:nvPr/>
        </p:nvSpPr>
        <p:spPr>
          <a:xfrm>
            <a:off x="795528" y="197510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77" name="Shape 75"/>
          <p:cNvSpPr/>
          <p:nvPr/>
        </p:nvSpPr>
        <p:spPr>
          <a:xfrm>
            <a:off x="1179576" y="1741932"/>
            <a:ext cx="54864" cy="91"/>
          </a:xfrm>
          <a:prstGeom prst="line">
            <a:avLst/>
          </a:prstGeom>
          <a:noFill/>
          <a:ln w="12700">
            <a:solidFill>
              <a:srgbClr val="2A1F3D"/>
            </a:solidFill>
            <a:prstDash val="solid"/>
          </a:ln>
        </p:spPr>
      </p:sp>
      <p:sp>
        <p:nvSpPr>
          <p:cNvPr id="78" name="Text 76"/>
          <p:cNvSpPr/>
          <p:nvPr/>
        </p:nvSpPr>
        <p:spPr>
          <a:xfrm>
            <a:off x="795528" y="165049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90</a:t>
            </a:r>
            <a:endParaRPr lang="en-US" sz="1000" dirty="0"/>
          </a:p>
        </p:txBody>
      </p:sp>
      <p:sp>
        <p:nvSpPr>
          <p:cNvPr id="79" name="Shape 77"/>
          <p:cNvSpPr/>
          <p:nvPr/>
        </p:nvSpPr>
        <p:spPr>
          <a:xfrm>
            <a:off x="1179576" y="1417320"/>
            <a:ext cx="54864" cy="91"/>
          </a:xfrm>
          <a:prstGeom prst="line">
            <a:avLst/>
          </a:prstGeom>
          <a:noFill/>
          <a:ln w="12700">
            <a:solidFill>
              <a:srgbClr val="2A1F3D"/>
            </a:solidFill>
            <a:prstDash val="solid"/>
          </a:ln>
        </p:spPr>
      </p:sp>
      <p:sp>
        <p:nvSpPr>
          <p:cNvPr id="80" name="Text 78"/>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81" name="Text 79"/>
          <p:cNvSpPr/>
          <p:nvPr/>
        </p:nvSpPr>
        <p:spPr>
          <a:xfrm>
            <a:off x="1234440" y="4910328"/>
            <a:ext cx="44805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Volume of borax solution / cm³</a:t>
            </a:r>
            <a:endParaRPr lang="en-US" sz="1050" dirty="0"/>
          </a:p>
        </p:txBody>
      </p:sp>
      <p:sp>
        <p:nvSpPr>
          <p:cNvPr id="82" name="Text 80"/>
          <p:cNvSpPr/>
          <p:nvPr/>
        </p:nvSpPr>
        <p:spPr>
          <a:xfrm rot="16200000">
            <a:off x="-955548" y="2912364"/>
            <a:ext cx="32461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Mean time to flow 10 cm / s</a:t>
            </a:r>
            <a:endParaRPr lang="en-US" sz="1050" dirty="0"/>
          </a:p>
        </p:txBody>
      </p:sp>
      <p:sp>
        <p:nvSpPr>
          <p:cNvPr id="83" name="Shape 81"/>
          <p:cNvSpPr/>
          <p:nvPr/>
        </p:nvSpPr>
        <p:spPr>
          <a:xfrm flipV="1">
            <a:off x="1234440" y="4555220"/>
            <a:ext cx="112014" cy="27067"/>
          </a:xfrm>
          <a:prstGeom prst="line">
            <a:avLst/>
          </a:prstGeom>
          <a:noFill/>
          <a:ln w="25400">
            <a:solidFill>
              <a:srgbClr val="6A3FA0"/>
            </a:solidFill>
            <a:prstDash val="solid"/>
          </a:ln>
        </p:spPr>
      </p:sp>
      <p:sp>
        <p:nvSpPr>
          <p:cNvPr id="84" name="Shape 82"/>
          <p:cNvSpPr/>
          <p:nvPr/>
        </p:nvSpPr>
        <p:spPr>
          <a:xfrm flipV="1">
            <a:off x="1346454" y="4526016"/>
            <a:ext cx="112014" cy="29204"/>
          </a:xfrm>
          <a:prstGeom prst="line">
            <a:avLst/>
          </a:prstGeom>
          <a:noFill/>
          <a:ln w="25400">
            <a:solidFill>
              <a:srgbClr val="6A3FA0"/>
            </a:solidFill>
            <a:prstDash val="solid"/>
          </a:ln>
        </p:spPr>
      </p:sp>
      <p:sp>
        <p:nvSpPr>
          <p:cNvPr id="85" name="Shape 83"/>
          <p:cNvSpPr/>
          <p:nvPr/>
        </p:nvSpPr>
        <p:spPr>
          <a:xfrm flipV="1">
            <a:off x="1458468" y="4494674"/>
            <a:ext cx="112014" cy="31342"/>
          </a:xfrm>
          <a:prstGeom prst="line">
            <a:avLst/>
          </a:prstGeom>
          <a:noFill/>
          <a:ln w="25400">
            <a:solidFill>
              <a:srgbClr val="6A3FA0"/>
            </a:solidFill>
            <a:prstDash val="solid"/>
          </a:ln>
        </p:spPr>
      </p:sp>
      <p:sp>
        <p:nvSpPr>
          <p:cNvPr id="86" name="Shape 84"/>
          <p:cNvSpPr/>
          <p:nvPr/>
        </p:nvSpPr>
        <p:spPr>
          <a:xfrm flipV="1">
            <a:off x="1570482" y="4461195"/>
            <a:ext cx="112014" cy="33479"/>
          </a:xfrm>
          <a:prstGeom prst="line">
            <a:avLst/>
          </a:prstGeom>
          <a:noFill/>
          <a:ln w="25400">
            <a:solidFill>
              <a:srgbClr val="6A3FA0"/>
            </a:solidFill>
            <a:prstDash val="solid"/>
          </a:ln>
        </p:spPr>
      </p:sp>
      <p:sp>
        <p:nvSpPr>
          <p:cNvPr id="87" name="Shape 85"/>
          <p:cNvSpPr/>
          <p:nvPr/>
        </p:nvSpPr>
        <p:spPr>
          <a:xfrm flipV="1">
            <a:off x="1682496" y="4425578"/>
            <a:ext cx="112014" cy="35617"/>
          </a:xfrm>
          <a:prstGeom prst="line">
            <a:avLst/>
          </a:prstGeom>
          <a:noFill/>
          <a:ln w="25400">
            <a:solidFill>
              <a:srgbClr val="6A3FA0"/>
            </a:solidFill>
            <a:prstDash val="solid"/>
          </a:ln>
        </p:spPr>
      </p:sp>
      <p:sp>
        <p:nvSpPr>
          <p:cNvPr id="88" name="Shape 86"/>
          <p:cNvSpPr/>
          <p:nvPr/>
        </p:nvSpPr>
        <p:spPr>
          <a:xfrm flipV="1">
            <a:off x="1794510" y="4387824"/>
            <a:ext cx="112014" cy="37754"/>
          </a:xfrm>
          <a:prstGeom prst="line">
            <a:avLst/>
          </a:prstGeom>
          <a:noFill/>
          <a:ln w="25400">
            <a:solidFill>
              <a:srgbClr val="6A3FA0"/>
            </a:solidFill>
            <a:prstDash val="solid"/>
          </a:ln>
        </p:spPr>
      </p:sp>
      <p:sp>
        <p:nvSpPr>
          <p:cNvPr id="89" name="Shape 87"/>
          <p:cNvSpPr/>
          <p:nvPr/>
        </p:nvSpPr>
        <p:spPr>
          <a:xfrm flipV="1">
            <a:off x="1906524" y="4347932"/>
            <a:ext cx="112014" cy="39892"/>
          </a:xfrm>
          <a:prstGeom prst="line">
            <a:avLst/>
          </a:prstGeom>
          <a:noFill/>
          <a:ln w="25400">
            <a:solidFill>
              <a:srgbClr val="6A3FA0"/>
            </a:solidFill>
            <a:prstDash val="solid"/>
          </a:ln>
        </p:spPr>
      </p:sp>
      <p:sp>
        <p:nvSpPr>
          <p:cNvPr id="90" name="Shape 88"/>
          <p:cNvSpPr/>
          <p:nvPr/>
        </p:nvSpPr>
        <p:spPr>
          <a:xfrm flipV="1">
            <a:off x="2018538" y="4305903"/>
            <a:ext cx="112014" cy="42029"/>
          </a:xfrm>
          <a:prstGeom prst="line">
            <a:avLst/>
          </a:prstGeom>
          <a:noFill/>
          <a:ln w="25400">
            <a:solidFill>
              <a:srgbClr val="6A3FA0"/>
            </a:solidFill>
            <a:prstDash val="solid"/>
          </a:ln>
        </p:spPr>
      </p:sp>
      <p:sp>
        <p:nvSpPr>
          <p:cNvPr id="91" name="Shape 89"/>
          <p:cNvSpPr/>
          <p:nvPr/>
        </p:nvSpPr>
        <p:spPr>
          <a:xfrm flipV="1">
            <a:off x="2130552" y="4261736"/>
            <a:ext cx="112014" cy="44167"/>
          </a:xfrm>
          <a:prstGeom prst="line">
            <a:avLst/>
          </a:prstGeom>
          <a:noFill/>
          <a:ln w="25400">
            <a:solidFill>
              <a:srgbClr val="6A3FA0"/>
            </a:solidFill>
            <a:prstDash val="solid"/>
          </a:ln>
        </p:spPr>
      </p:sp>
      <p:sp>
        <p:nvSpPr>
          <p:cNvPr id="92" name="Shape 90"/>
          <p:cNvSpPr/>
          <p:nvPr/>
        </p:nvSpPr>
        <p:spPr>
          <a:xfrm flipV="1">
            <a:off x="2242566" y="4215432"/>
            <a:ext cx="112014" cy="46304"/>
          </a:xfrm>
          <a:prstGeom prst="line">
            <a:avLst/>
          </a:prstGeom>
          <a:noFill/>
          <a:ln w="25400">
            <a:solidFill>
              <a:srgbClr val="6A3FA0"/>
            </a:solidFill>
            <a:prstDash val="solid"/>
          </a:ln>
        </p:spPr>
      </p:sp>
      <p:sp>
        <p:nvSpPr>
          <p:cNvPr id="93" name="Shape 91"/>
          <p:cNvSpPr/>
          <p:nvPr/>
        </p:nvSpPr>
        <p:spPr>
          <a:xfrm flipV="1">
            <a:off x="2354580" y="4166990"/>
            <a:ext cx="112014" cy="48442"/>
          </a:xfrm>
          <a:prstGeom prst="line">
            <a:avLst/>
          </a:prstGeom>
          <a:noFill/>
          <a:ln w="25400">
            <a:solidFill>
              <a:srgbClr val="6A3FA0"/>
            </a:solidFill>
            <a:prstDash val="solid"/>
          </a:ln>
        </p:spPr>
      </p:sp>
      <p:sp>
        <p:nvSpPr>
          <p:cNvPr id="94" name="Shape 92"/>
          <p:cNvSpPr/>
          <p:nvPr/>
        </p:nvSpPr>
        <p:spPr>
          <a:xfrm flipV="1">
            <a:off x="2466594" y="4116411"/>
            <a:ext cx="112014" cy="50579"/>
          </a:xfrm>
          <a:prstGeom prst="line">
            <a:avLst/>
          </a:prstGeom>
          <a:noFill/>
          <a:ln w="25400">
            <a:solidFill>
              <a:srgbClr val="6A3FA0"/>
            </a:solidFill>
            <a:prstDash val="solid"/>
          </a:ln>
        </p:spPr>
      </p:sp>
      <p:sp>
        <p:nvSpPr>
          <p:cNvPr id="95" name="Shape 93"/>
          <p:cNvSpPr/>
          <p:nvPr/>
        </p:nvSpPr>
        <p:spPr>
          <a:xfrm flipV="1">
            <a:off x="2578608" y="4063694"/>
            <a:ext cx="112014" cy="52717"/>
          </a:xfrm>
          <a:prstGeom prst="line">
            <a:avLst/>
          </a:prstGeom>
          <a:noFill/>
          <a:ln w="25400">
            <a:solidFill>
              <a:srgbClr val="6A3FA0"/>
            </a:solidFill>
            <a:prstDash val="solid"/>
          </a:ln>
        </p:spPr>
      </p:sp>
      <p:sp>
        <p:nvSpPr>
          <p:cNvPr id="96" name="Shape 94"/>
          <p:cNvSpPr/>
          <p:nvPr/>
        </p:nvSpPr>
        <p:spPr>
          <a:xfrm flipV="1">
            <a:off x="2690622" y="4008840"/>
            <a:ext cx="112014" cy="54854"/>
          </a:xfrm>
          <a:prstGeom prst="line">
            <a:avLst/>
          </a:prstGeom>
          <a:noFill/>
          <a:ln w="25400">
            <a:solidFill>
              <a:srgbClr val="6A3FA0"/>
            </a:solidFill>
            <a:prstDash val="solid"/>
          </a:ln>
        </p:spPr>
      </p:sp>
      <p:sp>
        <p:nvSpPr>
          <p:cNvPr id="97" name="Shape 95"/>
          <p:cNvSpPr/>
          <p:nvPr/>
        </p:nvSpPr>
        <p:spPr>
          <a:xfrm flipV="1">
            <a:off x="2802636" y="3951848"/>
            <a:ext cx="112014" cy="56992"/>
          </a:xfrm>
          <a:prstGeom prst="line">
            <a:avLst/>
          </a:prstGeom>
          <a:noFill/>
          <a:ln w="25400">
            <a:solidFill>
              <a:srgbClr val="6A3FA0"/>
            </a:solidFill>
            <a:prstDash val="solid"/>
          </a:ln>
        </p:spPr>
      </p:sp>
      <p:sp>
        <p:nvSpPr>
          <p:cNvPr id="98" name="Shape 96"/>
          <p:cNvSpPr/>
          <p:nvPr/>
        </p:nvSpPr>
        <p:spPr>
          <a:xfrm flipV="1">
            <a:off x="2914650" y="3892718"/>
            <a:ext cx="112014" cy="59129"/>
          </a:xfrm>
          <a:prstGeom prst="line">
            <a:avLst/>
          </a:prstGeom>
          <a:noFill/>
          <a:ln w="25400">
            <a:solidFill>
              <a:srgbClr val="6A3FA0"/>
            </a:solidFill>
            <a:prstDash val="solid"/>
          </a:ln>
        </p:spPr>
      </p:sp>
      <p:sp>
        <p:nvSpPr>
          <p:cNvPr id="99" name="Shape 97"/>
          <p:cNvSpPr/>
          <p:nvPr/>
        </p:nvSpPr>
        <p:spPr>
          <a:xfrm flipV="1">
            <a:off x="3026664" y="3831451"/>
            <a:ext cx="112014" cy="61267"/>
          </a:xfrm>
          <a:prstGeom prst="line">
            <a:avLst/>
          </a:prstGeom>
          <a:noFill/>
          <a:ln w="25400">
            <a:solidFill>
              <a:srgbClr val="6A3FA0"/>
            </a:solidFill>
            <a:prstDash val="solid"/>
          </a:ln>
        </p:spPr>
      </p:sp>
      <p:sp>
        <p:nvSpPr>
          <p:cNvPr id="100" name="Shape 98"/>
          <p:cNvSpPr/>
          <p:nvPr/>
        </p:nvSpPr>
        <p:spPr>
          <a:xfrm flipV="1">
            <a:off x="3138678" y="3768047"/>
            <a:ext cx="112014" cy="63404"/>
          </a:xfrm>
          <a:prstGeom prst="line">
            <a:avLst/>
          </a:prstGeom>
          <a:noFill/>
          <a:ln w="25400">
            <a:solidFill>
              <a:srgbClr val="6A3FA0"/>
            </a:solidFill>
            <a:prstDash val="solid"/>
          </a:ln>
        </p:spPr>
      </p:sp>
      <p:sp>
        <p:nvSpPr>
          <p:cNvPr id="101" name="Shape 99"/>
          <p:cNvSpPr/>
          <p:nvPr/>
        </p:nvSpPr>
        <p:spPr>
          <a:xfrm flipV="1">
            <a:off x="3250692" y="3702505"/>
            <a:ext cx="112014" cy="65542"/>
          </a:xfrm>
          <a:prstGeom prst="line">
            <a:avLst/>
          </a:prstGeom>
          <a:noFill/>
          <a:ln w="25400">
            <a:solidFill>
              <a:srgbClr val="6A3FA0"/>
            </a:solidFill>
            <a:prstDash val="solid"/>
          </a:ln>
        </p:spPr>
      </p:sp>
      <p:sp>
        <p:nvSpPr>
          <p:cNvPr id="102" name="Shape 100"/>
          <p:cNvSpPr/>
          <p:nvPr/>
        </p:nvSpPr>
        <p:spPr>
          <a:xfrm flipV="1">
            <a:off x="3362706" y="3634826"/>
            <a:ext cx="112014" cy="67679"/>
          </a:xfrm>
          <a:prstGeom prst="line">
            <a:avLst/>
          </a:prstGeom>
          <a:noFill/>
          <a:ln w="25400">
            <a:solidFill>
              <a:srgbClr val="6A3FA0"/>
            </a:solidFill>
            <a:prstDash val="solid"/>
          </a:ln>
        </p:spPr>
      </p:sp>
      <p:sp>
        <p:nvSpPr>
          <p:cNvPr id="103" name="Shape 101"/>
          <p:cNvSpPr/>
          <p:nvPr/>
        </p:nvSpPr>
        <p:spPr>
          <a:xfrm flipV="1">
            <a:off x="3474720" y="3565009"/>
            <a:ext cx="112014" cy="69817"/>
          </a:xfrm>
          <a:prstGeom prst="line">
            <a:avLst/>
          </a:prstGeom>
          <a:noFill/>
          <a:ln w="25400">
            <a:solidFill>
              <a:srgbClr val="6A3FA0"/>
            </a:solidFill>
            <a:prstDash val="solid"/>
          </a:ln>
        </p:spPr>
      </p:sp>
      <p:sp>
        <p:nvSpPr>
          <p:cNvPr id="104" name="Shape 102"/>
          <p:cNvSpPr/>
          <p:nvPr/>
        </p:nvSpPr>
        <p:spPr>
          <a:xfrm flipV="1">
            <a:off x="3586734" y="3493054"/>
            <a:ext cx="112014" cy="71954"/>
          </a:xfrm>
          <a:prstGeom prst="line">
            <a:avLst/>
          </a:prstGeom>
          <a:noFill/>
          <a:ln w="25400">
            <a:solidFill>
              <a:srgbClr val="6A3FA0"/>
            </a:solidFill>
            <a:prstDash val="solid"/>
          </a:ln>
        </p:spPr>
      </p:sp>
      <p:sp>
        <p:nvSpPr>
          <p:cNvPr id="105" name="Shape 103"/>
          <p:cNvSpPr/>
          <p:nvPr/>
        </p:nvSpPr>
        <p:spPr>
          <a:xfrm flipV="1">
            <a:off x="3698748" y="3418962"/>
            <a:ext cx="112014" cy="74092"/>
          </a:xfrm>
          <a:prstGeom prst="line">
            <a:avLst/>
          </a:prstGeom>
          <a:noFill/>
          <a:ln w="25400">
            <a:solidFill>
              <a:srgbClr val="6A3FA0"/>
            </a:solidFill>
            <a:prstDash val="solid"/>
          </a:ln>
        </p:spPr>
      </p:sp>
      <p:sp>
        <p:nvSpPr>
          <p:cNvPr id="106" name="Shape 104"/>
          <p:cNvSpPr/>
          <p:nvPr/>
        </p:nvSpPr>
        <p:spPr>
          <a:xfrm flipV="1">
            <a:off x="3810762" y="3342733"/>
            <a:ext cx="112014" cy="76229"/>
          </a:xfrm>
          <a:prstGeom prst="line">
            <a:avLst/>
          </a:prstGeom>
          <a:noFill/>
          <a:ln w="25400">
            <a:solidFill>
              <a:srgbClr val="6A3FA0"/>
            </a:solidFill>
            <a:prstDash val="solid"/>
          </a:ln>
        </p:spPr>
      </p:sp>
      <p:sp>
        <p:nvSpPr>
          <p:cNvPr id="107" name="Shape 105"/>
          <p:cNvSpPr/>
          <p:nvPr/>
        </p:nvSpPr>
        <p:spPr>
          <a:xfrm flipV="1">
            <a:off x="3922776" y="3264366"/>
            <a:ext cx="112014" cy="78367"/>
          </a:xfrm>
          <a:prstGeom prst="line">
            <a:avLst/>
          </a:prstGeom>
          <a:noFill/>
          <a:ln w="25400">
            <a:solidFill>
              <a:srgbClr val="6A3FA0"/>
            </a:solidFill>
            <a:prstDash val="solid"/>
          </a:ln>
        </p:spPr>
      </p:sp>
      <p:sp>
        <p:nvSpPr>
          <p:cNvPr id="108" name="Shape 106"/>
          <p:cNvSpPr/>
          <p:nvPr/>
        </p:nvSpPr>
        <p:spPr>
          <a:xfrm flipV="1">
            <a:off x="4034790" y="3183861"/>
            <a:ext cx="112014" cy="80505"/>
          </a:xfrm>
          <a:prstGeom prst="line">
            <a:avLst/>
          </a:prstGeom>
          <a:noFill/>
          <a:ln w="25400">
            <a:solidFill>
              <a:srgbClr val="6A3FA0"/>
            </a:solidFill>
            <a:prstDash val="solid"/>
          </a:ln>
        </p:spPr>
      </p:sp>
      <p:sp>
        <p:nvSpPr>
          <p:cNvPr id="109" name="Shape 107"/>
          <p:cNvSpPr/>
          <p:nvPr/>
        </p:nvSpPr>
        <p:spPr>
          <a:xfrm flipV="1">
            <a:off x="4146804" y="3101219"/>
            <a:ext cx="112014" cy="82642"/>
          </a:xfrm>
          <a:prstGeom prst="line">
            <a:avLst/>
          </a:prstGeom>
          <a:noFill/>
          <a:ln w="25400">
            <a:solidFill>
              <a:srgbClr val="6A3FA0"/>
            </a:solidFill>
            <a:prstDash val="solid"/>
          </a:ln>
        </p:spPr>
      </p:sp>
      <p:sp>
        <p:nvSpPr>
          <p:cNvPr id="110" name="Shape 108"/>
          <p:cNvSpPr/>
          <p:nvPr/>
        </p:nvSpPr>
        <p:spPr>
          <a:xfrm flipV="1">
            <a:off x="4258818" y="3016440"/>
            <a:ext cx="112014" cy="84780"/>
          </a:xfrm>
          <a:prstGeom prst="line">
            <a:avLst/>
          </a:prstGeom>
          <a:noFill/>
          <a:ln w="25400">
            <a:solidFill>
              <a:srgbClr val="6A3FA0"/>
            </a:solidFill>
            <a:prstDash val="solid"/>
          </a:ln>
        </p:spPr>
      </p:sp>
      <p:sp>
        <p:nvSpPr>
          <p:cNvPr id="111" name="Shape 109"/>
          <p:cNvSpPr/>
          <p:nvPr/>
        </p:nvSpPr>
        <p:spPr>
          <a:xfrm flipV="1">
            <a:off x="4370832" y="2929523"/>
            <a:ext cx="112014" cy="86917"/>
          </a:xfrm>
          <a:prstGeom prst="line">
            <a:avLst/>
          </a:prstGeom>
          <a:noFill/>
          <a:ln w="25400">
            <a:solidFill>
              <a:srgbClr val="6A3FA0"/>
            </a:solidFill>
            <a:prstDash val="solid"/>
          </a:ln>
        </p:spPr>
      </p:sp>
      <p:sp>
        <p:nvSpPr>
          <p:cNvPr id="112" name="Shape 110"/>
          <p:cNvSpPr/>
          <p:nvPr/>
        </p:nvSpPr>
        <p:spPr>
          <a:xfrm flipV="1">
            <a:off x="4482846" y="2840468"/>
            <a:ext cx="112014" cy="89055"/>
          </a:xfrm>
          <a:prstGeom prst="line">
            <a:avLst/>
          </a:prstGeom>
          <a:noFill/>
          <a:ln w="25400">
            <a:solidFill>
              <a:srgbClr val="6A3FA0"/>
            </a:solidFill>
            <a:prstDash val="solid"/>
          </a:ln>
        </p:spPr>
      </p:sp>
      <p:sp>
        <p:nvSpPr>
          <p:cNvPr id="113" name="Shape 111"/>
          <p:cNvSpPr/>
          <p:nvPr/>
        </p:nvSpPr>
        <p:spPr>
          <a:xfrm flipV="1">
            <a:off x="4594860" y="2749276"/>
            <a:ext cx="112014" cy="91192"/>
          </a:xfrm>
          <a:prstGeom prst="line">
            <a:avLst/>
          </a:prstGeom>
          <a:noFill/>
          <a:ln w="25400">
            <a:solidFill>
              <a:srgbClr val="6A3FA0"/>
            </a:solidFill>
            <a:prstDash val="solid"/>
          </a:ln>
        </p:spPr>
      </p:sp>
      <p:sp>
        <p:nvSpPr>
          <p:cNvPr id="114" name="Shape 112"/>
          <p:cNvSpPr/>
          <p:nvPr/>
        </p:nvSpPr>
        <p:spPr>
          <a:xfrm flipV="1">
            <a:off x="4706874" y="2655947"/>
            <a:ext cx="112014" cy="93330"/>
          </a:xfrm>
          <a:prstGeom prst="line">
            <a:avLst/>
          </a:prstGeom>
          <a:noFill/>
          <a:ln w="25400">
            <a:solidFill>
              <a:srgbClr val="6A3FA0"/>
            </a:solidFill>
            <a:prstDash val="solid"/>
          </a:ln>
        </p:spPr>
      </p:sp>
      <p:sp>
        <p:nvSpPr>
          <p:cNvPr id="115" name="Shape 113"/>
          <p:cNvSpPr/>
          <p:nvPr/>
        </p:nvSpPr>
        <p:spPr>
          <a:xfrm flipV="1">
            <a:off x="4818888" y="2560480"/>
            <a:ext cx="112014" cy="95467"/>
          </a:xfrm>
          <a:prstGeom prst="line">
            <a:avLst/>
          </a:prstGeom>
          <a:noFill/>
          <a:ln w="25400">
            <a:solidFill>
              <a:srgbClr val="6A3FA0"/>
            </a:solidFill>
            <a:prstDash val="solid"/>
          </a:ln>
        </p:spPr>
      </p:sp>
      <p:sp>
        <p:nvSpPr>
          <p:cNvPr id="116" name="Shape 114"/>
          <p:cNvSpPr/>
          <p:nvPr/>
        </p:nvSpPr>
        <p:spPr>
          <a:xfrm flipV="1">
            <a:off x="4930902" y="2462875"/>
            <a:ext cx="112014" cy="97605"/>
          </a:xfrm>
          <a:prstGeom prst="line">
            <a:avLst/>
          </a:prstGeom>
          <a:noFill/>
          <a:ln w="25400">
            <a:solidFill>
              <a:srgbClr val="6A3FA0"/>
            </a:solidFill>
            <a:prstDash val="solid"/>
          </a:ln>
        </p:spPr>
      </p:sp>
      <p:sp>
        <p:nvSpPr>
          <p:cNvPr id="117" name="Shape 115"/>
          <p:cNvSpPr/>
          <p:nvPr/>
        </p:nvSpPr>
        <p:spPr>
          <a:xfrm flipV="1">
            <a:off x="5042916" y="2363133"/>
            <a:ext cx="112014" cy="99742"/>
          </a:xfrm>
          <a:prstGeom prst="line">
            <a:avLst/>
          </a:prstGeom>
          <a:noFill/>
          <a:ln w="25400">
            <a:solidFill>
              <a:srgbClr val="6A3FA0"/>
            </a:solidFill>
            <a:prstDash val="solid"/>
          </a:ln>
        </p:spPr>
      </p:sp>
      <p:sp>
        <p:nvSpPr>
          <p:cNvPr id="118" name="Shape 116"/>
          <p:cNvSpPr/>
          <p:nvPr/>
        </p:nvSpPr>
        <p:spPr>
          <a:xfrm flipV="1">
            <a:off x="5154930" y="2261253"/>
            <a:ext cx="112014" cy="101880"/>
          </a:xfrm>
          <a:prstGeom prst="line">
            <a:avLst/>
          </a:prstGeom>
          <a:noFill/>
          <a:ln w="25400">
            <a:solidFill>
              <a:srgbClr val="6A3FA0"/>
            </a:solidFill>
            <a:prstDash val="solid"/>
          </a:ln>
        </p:spPr>
      </p:sp>
      <p:sp>
        <p:nvSpPr>
          <p:cNvPr id="119" name="Shape 117"/>
          <p:cNvSpPr/>
          <p:nvPr/>
        </p:nvSpPr>
        <p:spPr>
          <a:xfrm flipV="1">
            <a:off x="5266944" y="2157236"/>
            <a:ext cx="112014" cy="104017"/>
          </a:xfrm>
          <a:prstGeom prst="line">
            <a:avLst/>
          </a:prstGeom>
          <a:noFill/>
          <a:ln w="25400">
            <a:solidFill>
              <a:srgbClr val="6A3FA0"/>
            </a:solidFill>
            <a:prstDash val="solid"/>
          </a:ln>
        </p:spPr>
      </p:sp>
      <p:sp>
        <p:nvSpPr>
          <p:cNvPr id="120" name="Shape 118"/>
          <p:cNvSpPr/>
          <p:nvPr/>
        </p:nvSpPr>
        <p:spPr>
          <a:xfrm flipV="1">
            <a:off x="5378958" y="2051081"/>
            <a:ext cx="112014" cy="106155"/>
          </a:xfrm>
          <a:prstGeom prst="line">
            <a:avLst/>
          </a:prstGeom>
          <a:noFill/>
          <a:ln w="25400">
            <a:solidFill>
              <a:srgbClr val="6A3FA0"/>
            </a:solidFill>
            <a:prstDash val="solid"/>
          </a:ln>
        </p:spPr>
      </p:sp>
      <p:sp>
        <p:nvSpPr>
          <p:cNvPr id="121" name="Shape 119"/>
          <p:cNvSpPr/>
          <p:nvPr/>
        </p:nvSpPr>
        <p:spPr>
          <a:xfrm flipV="1">
            <a:off x="5490972" y="1942789"/>
            <a:ext cx="112014" cy="108292"/>
          </a:xfrm>
          <a:prstGeom prst="line">
            <a:avLst/>
          </a:prstGeom>
          <a:noFill/>
          <a:ln w="25400">
            <a:solidFill>
              <a:srgbClr val="6A3FA0"/>
            </a:solidFill>
            <a:prstDash val="solid"/>
          </a:ln>
        </p:spPr>
      </p:sp>
      <p:sp>
        <p:nvSpPr>
          <p:cNvPr id="122" name="Shape 120"/>
          <p:cNvSpPr/>
          <p:nvPr/>
        </p:nvSpPr>
        <p:spPr>
          <a:xfrm flipV="1">
            <a:off x="5602986" y="1832360"/>
            <a:ext cx="112014" cy="110430"/>
          </a:xfrm>
          <a:prstGeom prst="line">
            <a:avLst/>
          </a:prstGeom>
          <a:noFill/>
          <a:ln w="25400">
            <a:solidFill>
              <a:srgbClr val="6A3FA0"/>
            </a:solidFill>
            <a:prstDash val="solid"/>
          </a:ln>
        </p:spPr>
      </p:sp>
      <p:sp>
        <p:nvSpPr>
          <p:cNvPr id="123" name="Shape 121"/>
          <p:cNvSpPr/>
          <p:nvPr/>
        </p:nvSpPr>
        <p:spPr>
          <a:xfrm>
            <a:off x="1234440" y="4533595"/>
            <a:ext cx="91" cy="64922"/>
          </a:xfrm>
          <a:prstGeom prst="line">
            <a:avLst/>
          </a:prstGeom>
          <a:noFill/>
          <a:ln w="15875">
            <a:solidFill>
              <a:srgbClr val="2A1F3D"/>
            </a:solidFill>
            <a:prstDash val="solid"/>
          </a:ln>
        </p:spPr>
      </p:sp>
      <p:sp>
        <p:nvSpPr>
          <p:cNvPr id="124" name="Shape 122"/>
          <p:cNvSpPr/>
          <p:nvPr/>
        </p:nvSpPr>
        <p:spPr>
          <a:xfrm>
            <a:off x="1170432" y="4533595"/>
            <a:ext cx="128016" cy="91"/>
          </a:xfrm>
          <a:prstGeom prst="line">
            <a:avLst/>
          </a:prstGeom>
          <a:noFill/>
          <a:ln w="15875">
            <a:solidFill>
              <a:srgbClr val="2A1F3D"/>
            </a:solidFill>
            <a:prstDash val="solid"/>
          </a:ln>
        </p:spPr>
      </p:sp>
      <p:sp>
        <p:nvSpPr>
          <p:cNvPr id="125" name="Shape 123"/>
          <p:cNvSpPr/>
          <p:nvPr/>
        </p:nvSpPr>
        <p:spPr>
          <a:xfrm>
            <a:off x="1170432" y="4598518"/>
            <a:ext cx="128016" cy="91"/>
          </a:xfrm>
          <a:prstGeom prst="line">
            <a:avLst/>
          </a:prstGeom>
          <a:noFill/>
          <a:ln w="15875">
            <a:solidFill>
              <a:srgbClr val="2A1F3D"/>
            </a:solidFill>
            <a:prstDash val="solid"/>
          </a:ln>
        </p:spPr>
      </p:sp>
      <p:sp>
        <p:nvSpPr>
          <p:cNvPr id="126" name="Shape 124"/>
          <p:cNvSpPr/>
          <p:nvPr/>
        </p:nvSpPr>
        <p:spPr>
          <a:xfrm>
            <a:off x="2130552" y="4306367"/>
            <a:ext cx="91" cy="64922"/>
          </a:xfrm>
          <a:prstGeom prst="line">
            <a:avLst/>
          </a:prstGeom>
          <a:noFill/>
          <a:ln w="15875">
            <a:solidFill>
              <a:srgbClr val="2A1F3D"/>
            </a:solidFill>
            <a:prstDash val="solid"/>
          </a:ln>
        </p:spPr>
      </p:sp>
      <p:sp>
        <p:nvSpPr>
          <p:cNvPr id="127" name="Shape 125"/>
          <p:cNvSpPr/>
          <p:nvPr/>
        </p:nvSpPr>
        <p:spPr>
          <a:xfrm>
            <a:off x="2066544" y="4306367"/>
            <a:ext cx="128016" cy="91"/>
          </a:xfrm>
          <a:prstGeom prst="line">
            <a:avLst/>
          </a:prstGeom>
          <a:noFill/>
          <a:ln w="15875">
            <a:solidFill>
              <a:srgbClr val="2A1F3D"/>
            </a:solidFill>
            <a:prstDash val="solid"/>
          </a:ln>
        </p:spPr>
      </p:sp>
      <p:sp>
        <p:nvSpPr>
          <p:cNvPr id="128" name="Shape 126"/>
          <p:cNvSpPr/>
          <p:nvPr/>
        </p:nvSpPr>
        <p:spPr>
          <a:xfrm>
            <a:off x="2066544" y="4371289"/>
            <a:ext cx="128016" cy="91"/>
          </a:xfrm>
          <a:prstGeom prst="line">
            <a:avLst/>
          </a:prstGeom>
          <a:noFill/>
          <a:ln w="15875">
            <a:solidFill>
              <a:srgbClr val="2A1F3D"/>
            </a:solidFill>
            <a:prstDash val="solid"/>
          </a:ln>
        </p:spPr>
      </p:sp>
      <p:sp>
        <p:nvSpPr>
          <p:cNvPr id="129" name="Shape 127"/>
          <p:cNvSpPr/>
          <p:nvPr/>
        </p:nvSpPr>
        <p:spPr>
          <a:xfrm>
            <a:off x="3026664" y="3819449"/>
            <a:ext cx="91" cy="129845"/>
          </a:xfrm>
          <a:prstGeom prst="line">
            <a:avLst/>
          </a:prstGeom>
          <a:noFill/>
          <a:ln w="15875">
            <a:solidFill>
              <a:srgbClr val="2A1F3D"/>
            </a:solidFill>
            <a:prstDash val="solid"/>
          </a:ln>
        </p:spPr>
      </p:sp>
      <p:sp>
        <p:nvSpPr>
          <p:cNvPr id="130" name="Shape 128"/>
          <p:cNvSpPr/>
          <p:nvPr/>
        </p:nvSpPr>
        <p:spPr>
          <a:xfrm>
            <a:off x="2962656" y="3819449"/>
            <a:ext cx="128016" cy="91"/>
          </a:xfrm>
          <a:prstGeom prst="line">
            <a:avLst/>
          </a:prstGeom>
          <a:noFill/>
          <a:ln w="15875">
            <a:solidFill>
              <a:srgbClr val="2A1F3D"/>
            </a:solidFill>
            <a:prstDash val="solid"/>
          </a:ln>
        </p:spPr>
      </p:sp>
      <p:sp>
        <p:nvSpPr>
          <p:cNvPr id="131" name="Shape 129"/>
          <p:cNvSpPr/>
          <p:nvPr/>
        </p:nvSpPr>
        <p:spPr>
          <a:xfrm>
            <a:off x="2962656" y="3949294"/>
            <a:ext cx="128016" cy="91"/>
          </a:xfrm>
          <a:prstGeom prst="line">
            <a:avLst/>
          </a:prstGeom>
          <a:noFill/>
          <a:ln w="15875">
            <a:solidFill>
              <a:srgbClr val="2A1F3D"/>
            </a:solidFill>
            <a:prstDash val="solid"/>
          </a:ln>
        </p:spPr>
      </p:sp>
      <p:sp>
        <p:nvSpPr>
          <p:cNvPr id="132" name="Shape 130"/>
          <p:cNvSpPr/>
          <p:nvPr/>
        </p:nvSpPr>
        <p:spPr>
          <a:xfrm>
            <a:off x="3922776" y="3235147"/>
            <a:ext cx="91" cy="194767"/>
          </a:xfrm>
          <a:prstGeom prst="line">
            <a:avLst/>
          </a:prstGeom>
          <a:noFill/>
          <a:ln w="15875">
            <a:solidFill>
              <a:srgbClr val="2A1F3D"/>
            </a:solidFill>
            <a:prstDash val="solid"/>
          </a:ln>
        </p:spPr>
      </p:sp>
      <p:sp>
        <p:nvSpPr>
          <p:cNvPr id="133" name="Shape 131"/>
          <p:cNvSpPr/>
          <p:nvPr/>
        </p:nvSpPr>
        <p:spPr>
          <a:xfrm>
            <a:off x="3858768" y="3235147"/>
            <a:ext cx="128016" cy="91"/>
          </a:xfrm>
          <a:prstGeom prst="line">
            <a:avLst/>
          </a:prstGeom>
          <a:noFill/>
          <a:ln w="15875">
            <a:solidFill>
              <a:srgbClr val="2A1F3D"/>
            </a:solidFill>
            <a:prstDash val="solid"/>
          </a:ln>
        </p:spPr>
      </p:sp>
      <p:sp>
        <p:nvSpPr>
          <p:cNvPr id="134" name="Shape 132"/>
          <p:cNvSpPr/>
          <p:nvPr/>
        </p:nvSpPr>
        <p:spPr>
          <a:xfrm>
            <a:off x="3858768" y="3429914"/>
            <a:ext cx="128016" cy="91"/>
          </a:xfrm>
          <a:prstGeom prst="line">
            <a:avLst/>
          </a:prstGeom>
          <a:noFill/>
          <a:ln w="15875">
            <a:solidFill>
              <a:srgbClr val="2A1F3D"/>
            </a:solidFill>
            <a:prstDash val="solid"/>
          </a:ln>
        </p:spPr>
      </p:sp>
      <p:sp>
        <p:nvSpPr>
          <p:cNvPr id="135" name="Shape 133"/>
          <p:cNvSpPr/>
          <p:nvPr/>
        </p:nvSpPr>
        <p:spPr>
          <a:xfrm>
            <a:off x="4818888" y="2618384"/>
            <a:ext cx="91" cy="64922"/>
          </a:xfrm>
          <a:prstGeom prst="line">
            <a:avLst/>
          </a:prstGeom>
          <a:noFill/>
          <a:ln w="15875">
            <a:solidFill>
              <a:srgbClr val="2A1F3D"/>
            </a:solidFill>
            <a:prstDash val="solid"/>
          </a:ln>
        </p:spPr>
      </p:sp>
      <p:sp>
        <p:nvSpPr>
          <p:cNvPr id="136" name="Shape 134"/>
          <p:cNvSpPr/>
          <p:nvPr/>
        </p:nvSpPr>
        <p:spPr>
          <a:xfrm>
            <a:off x="4754880" y="2618384"/>
            <a:ext cx="128016" cy="91"/>
          </a:xfrm>
          <a:prstGeom prst="line">
            <a:avLst/>
          </a:prstGeom>
          <a:noFill/>
          <a:ln w="15875">
            <a:solidFill>
              <a:srgbClr val="2A1F3D"/>
            </a:solidFill>
            <a:prstDash val="solid"/>
          </a:ln>
        </p:spPr>
      </p:sp>
      <p:sp>
        <p:nvSpPr>
          <p:cNvPr id="137" name="Shape 135"/>
          <p:cNvSpPr/>
          <p:nvPr/>
        </p:nvSpPr>
        <p:spPr>
          <a:xfrm>
            <a:off x="4754880" y="2683307"/>
            <a:ext cx="128016" cy="91"/>
          </a:xfrm>
          <a:prstGeom prst="line">
            <a:avLst/>
          </a:prstGeom>
          <a:noFill/>
          <a:ln w="15875">
            <a:solidFill>
              <a:srgbClr val="2A1F3D"/>
            </a:solidFill>
            <a:prstDash val="solid"/>
          </a:ln>
        </p:spPr>
      </p:sp>
      <p:sp>
        <p:nvSpPr>
          <p:cNvPr id="138" name="Shape 136"/>
          <p:cNvSpPr/>
          <p:nvPr/>
        </p:nvSpPr>
        <p:spPr>
          <a:xfrm>
            <a:off x="5715000" y="1774393"/>
            <a:ext cx="91" cy="129845"/>
          </a:xfrm>
          <a:prstGeom prst="line">
            <a:avLst/>
          </a:prstGeom>
          <a:noFill/>
          <a:ln w="15875">
            <a:solidFill>
              <a:srgbClr val="2A1F3D"/>
            </a:solidFill>
            <a:prstDash val="solid"/>
          </a:ln>
        </p:spPr>
      </p:sp>
      <p:sp>
        <p:nvSpPr>
          <p:cNvPr id="139" name="Shape 137"/>
          <p:cNvSpPr/>
          <p:nvPr/>
        </p:nvSpPr>
        <p:spPr>
          <a:xfrm>
            <a:off x="5650992" y="1774393"/>
            <a:ext cx="128016" cy="91"/>
          </a:xfrm>
          <a:prstGeom prst="line">
            <a:avLst/>
          </a:prstGeom>
          <a:noFill/>
          <a:ln w="15875">
            <a:solidFill>
              <a:srgbClr val="2A1F3D"/>
            </a:solidFill>
            <a:prstDash val="solid"/>
          </a:ln>
        </p:spPr>
      </p:sp>
      <p:sp>
        <p:nvSpPr>
          <p:cNvPr id="140" name="Shape 138"/>
          <p:cNvSpPr/>
          <p:nvPr/>
        </p:nvSpPr>
        <p:spPr>
          <a:xfrm>
            <a:off x="5650992" y="1904238"/>
            <a:ext cx="128016" cy="91"/>
          </a:xfrm>
          <a:prstGeom prst="line">
            <a:avLst/>
          </a:prstGeom>
          <a:noFill/>
          <a:ln w="15875">
            <a:solidFill>
              <a:srgbClr val="2A1F3D"/>
            </a:solidFill>
            <a:prstDash val="solid"/>
          </a:ln>
        </p:spPr>
      </p:sp>
      <p:sp>
        <p:nvSpPr>
          <p:cNvPr id="141" name="Shape 139"/>
          <p:cNvSpPr/>
          <p:nvPr/>
        </p:nvSpPr>
        <p:spPr>
          <a:xfrm>
            <a:off x="1188720" y="4520336"/>
            <a:ext cx="91440" cy="91440"/>
          </a:xfrm>
          <a:prstGeom prst="line">
            <a:avLst/>
          </a:prstGeom>
          <a:noFill/>
          <a:ln w="15875">
            <a:solidFill>
              <a:srgbClr val="C8414C"/>
            </a:solidFill>
            <a:prstDash val="solid"/>
          </a:ln>
        </p:spPr>
      </p:sp>
      <p:sp>
        <p:nvSpPr>
          <p:cNvPr id="142" name="Shape 140"/>
          <p:cNvSpPr/>
          <p:nvPr/>
        </p:nvSpPr>
        <p:spPr>
          <a:xfrm flipV="1">
            <a:off x="1188720" y="4520336"/>
            <a:ext cx="91440" cy="91440"/>
          </a:xfrm>
          <a:prstGeom prst="line">
            <a:avLst/>
          </a:prstGeom>
          <a:noFill/>
          <a:ln w="15875">
            <a:solidFill>
              <a:srgbClr val="C8414C"/>
            </a:solidFill>
            <a:prstDash val="solid"/>
          </a:ln>
        </p:spPr>
      </p:sp>
      <p:sp>
        <p:nvSpPr>
          <p:cNvPr id="143" name="Shape 141"/>
          <p:cNvSpPr/>
          <p:nvPr/>
        </p:nvSpPr>
        <p:spPr>
          <a:xfrm>
            <a:off x="2084832" y="4293108"/>
            <a:ext cx="91440" cy="91440"/>
          </a:xfrm>
          <a:prstGeom prst="line">
            <a:avLst/>
          </a:prstGeom>
          <a:noFill/>
          <a:ln w="15875">
            <a:solidFill>
              <a:srgbClr val="C8414C"/>
            </a:solidFill>
            <a:prstDash val="solid"/>
          </a:ln>
        </p:spPr>
      </p:sp>
      <p:sp>
        <p:nvSpPr>
          <p:cNvPr id="144" name="Shape 142"/>
          <p:cNvSpPr/>
          <p:nvPr/>
        </p:nvSpPr>
        <p:spPr>
          <a:xfrm flipV="1">
            <a:off x="2084832" y="4293108"/>
            <a:ext cx="91440" cy="91440"/>
          </a:xfrm>
          <a:prstGeom prst="line">
            <a:avLst/>
          </a:prstGeom>
          <a:noFill/>
          <a:ln w="15875">
            <a:solidFill>
              <a:srgbClr val="C8414C"/>
            </a:solidFill>
            <a:prstDash val="solid"/>
          </a:ln>
        </p:spPr>
      </p:sp>
      <p:sp>
        <p:nvSpPr>
          <p:cNvPr id="145" name="Shape 143"/>
          <p:cNvSpPr/>
          <p:nvPr/>
        </p:nvSpPr>
        <p:spPr>
          <a:xfrm>
            <a:off x="2980944" y="3838651"/>
            <a:ext cx="91440" cy="91440"/>
          </a:xfrm>
          <a:prstGeom prst="line">
            <a:avLst/>
          </a:prstGeom>
          <a:noFill/>
          <a:ln w="15875">
            <a:solidFill>
              <a:srgbClr val="C8414C"/>
            </a:solidFill>
            <a:prstDash val="solid"/>
          </a:ln>
        </p:spPr>
      </p:sp>
      <p:sp>
        <p:nvSpPr>
          <p:cNvPr id="146" name="Shape 144"/>
          <p:cNvSpPr/>
          <p:nvPr/>
        </p:nvSpPr>
        <p:spPr>
          <a:xfrm flipV="1">
            <a:off x="2980944" y="3838651"/>
            <a:ext cx="91440" cy="91440"/>
          </a:xfrm>
          <a:prstGeom prst="line">
            <a:avLst/>
          </a:prstGeom>
          <a:noFill/>
          <a:ln w="15875">
            <a:solidFill>
              <a:srgbClr val="C8414C"/>
            </a:solidFill>
            <a:prstDash val="solid"/>
          </a:ln>
        </p:spPr>
      </p:sp>
      <p:sp>
        <p:nvSpPr>
          <p:cNvPr id="147" name="Shape 145"/>
          <p:cNvSpPr/>
          <p:nvPr/>
        </p:nvSpPr>
        <p:spPr>
          <a:xfrm>
            <a:off x="3877056" y="3286811"/>
            <a:ext cx="91440" cy="91440"/>
          </a:xfrm>
          <a:prstGeom prst="line">
            <a:avLst/>
          </a:prstGeom>
          <a:noFill/>
          <a:ln w="15875">
            <a:solidFill>
              <a:srgbClr val="C8414C"/>
            </a:solidFill>
            <a:prstDash val="solid"/>
          </a:ln>
        </p:spPr>
      </p:sp>
      <p:sp>
        <p:nvSpPr>
          <p:cNvPr id="148" name="Shape 146"/>
          <p:cNvSpPr/>
          <p:nvPr/>
        </p:nvSpPr>
        <p:spPr>
          <a:xfrm flipV="1">
            <a:off x="3877056" y="3286811"/>
            <a:ext cx="91440" cy="91440"/>
          </a:xfrm>
          <a:prstGeom prst="line">
            <a:avLst/>
          </a:prstGeom>
          <a:noFill/>
          <a:ln w="15875">
            <a:solidFill>
              <a:srgbClr val="C8414C"/>
            </a:solidFill>
            <a:prstDash val="solid"/>
          </a:ln>
        </p:spPr>
      </p:sp>
      <p:sp>
        <p:nvSpPr>
          <p:cNvPr id="149" name="Shape 147"/>
          <p:cNvSpPr/>
          <p:nvPr/>
        </p:nvSpPr>
        <p:spPr>
          <a:xfrm>
            <a:off x="4773168" y="2605126"/>
            <a:ext cx="91440" cy="91440"/>
          </a:xfrm>
          <a:prstGeom prst="line">
            <a:avLst/>
          </a:prstGeom>
          <a:noFill/>
          <a:ln w="15875">
            <a:solidFill>
              <a:srgbClr val="C8414C"/>
            </a:solidFill>
            <a:prstDash val="solid"/>
          </a:ln>
        </p:spPr>
      </p:sp>
      <p:sp>
        <p:nvSpPr>
          <p:cNvPr id="150" name="Shape 148"/>
          <p:cNvSpPr/>
          <p:nvPr/>
        </p:nvSpPr>
        <p:spPr>
          <a:xfrm flipV="1">
            <a:off x="4773168" y="2605126"/>
            <a:ext cx="91440" cy="91440"/>
          </a:xfrm>
          <a:prstGeom prst="line">
            <a:avLst/>
          </a:prstGeom>
          <a:noFill/>
          <a:ln w="15875">
            <a:solidFill>
              <a:srgbClr val="C8414C"/>
            </a:solidFill>
            <a:prstDash val="solid"/>
          </a:ln>
        </p:spPr>
      </p:sp>
      <p:sp>
        <p:nvSpPr>
          <p:cNvPr id="151" name="Shape 149"/>
          <p:cNvSpPr/>
          <p:nvPr/>
        </p:nvSpPr>
        <p:spPr>
          <a:xfrm>
            <a:off x="5669280" y="1793596"/>
            <a:ext cx="91440" cy="91440"/>
          </a:xfrm>
          <a:prstGeom prst="line">
            <a:avLst/>
          </a:prstGeom>
          <a:noFill/>
          <a:ln w="15875">
            <a:solidFill>
              <a:srgbClr val="C8414C"/>
            </a:solidFill>
            <a:prstDash val="solid"/>
          </a:ln>
        </p:spPr>
      </p:sp>
      <p:sp>
        <p:nvSpPr>
          <p:cNvPr id="152" name="Shape 150"/>
          <p:cNvSpPr/>
          <p:nvPr/>
        </p:nvSpPr>
        <p:spPr>
          <a:xfrm flipV="1">
            <a:off x="5669280" y="1793596"/>
            <a:ext cx="91440" cy="91440"/>
          </a:xfrm>
          <a:prstGeom prst="line">
            <a:avLst/>
          </a:prstGeom>
          <a:noFill/>
          <a:ln w="15875">
            <a:solidFill>
              <a:srgbClr val="C8414C"/>
            </a:solidFill>
            <a:prstDash val="solid"/>
          </a:ln>
        </p:spPr>
      </p:sp>
      <p:sp>
        <p:nvSpPr>
          <p:cNvPr id="153" name="Shape 151"/>
          <p:cNvSpPr/>
          <p:nvPr/>
        </p:nvSpPr>
        <p:spPr>
          <a:xfrm>
            <a:off x="4736592" y="1724558"/>
            <a:ext cx="164592" cy="164592"/>
          </a:xfrm>
          <a:prstGeom prst="ellipse">
            <a:avLst/>
          </a:prstGeom>
          <a:ln w="19050">
            <a:solidFill>
              <a:srgbClr val="B8730A"/>
            </a:solidFill>
            <a:prstDash val="solid"/>
          </a:ln>
        </p:spPr>
      </p:sp>
      <p:sp>
        <p:nvSpPr>
          <p:cNvPr id="154" name="Text 152"/>
          <p:cNvSpPr/>
          <p:nvPr/>
        </p:nvSpPr>
        <p:spPr>
          <a:xfrm>
            <a:off x="3218688" y="1697126"/>
            <a:ext cx="1463040" cy="201168"/>
          </a:xfrm>
          <a:prstGeom prst="rect">
            <a:avLst/>
          </a:prstGeom>
          <a:noFill/>
          <a:ln/>
        </p:spPr>
        <p:txBody>
          <a:bodyPr wrap="square" lIns="0" tIns="0" rIns="0" bIns="0" rtlCol="0" anchor="ctr"/>
          <a:lstStyle/>
          <a:p>
            <a:pPr algn="r" indent="0" marL="0">
              <a:buNone/>
            </a:pPr>
            <a:r>
              <a:rPr lang="en-US" sz="1000" b="1" dirty="0">
                <a:solidFill>
                  <a:srgbClr val="B8730A"/>
                </a:solidFill>
                <a:latin typeface="Calibri" pitchFamily="34" charset="0"/>
                <a:ea typeface="Calibri" pitchFamily="34" charset="-122"/>
                <a:cs typeface="Calibri" pitchFamily="34" charset="-120"/>
              </a:rPr>
              <a:t>anomaly 88 s (not used)</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170432"/>
                <a:gridCol w="1097280"/>
                <a:gridCol w="1097280"/>
                <a:gridCol w="1097280"/>
                <a:gridCol w="1097280"/>
              </a:tblGrid>
              <a:tr h="237744">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Borax / cm³</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1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2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3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Mean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B8730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156" name="Shape 153"/>
          <p:cNvSpPr/>
          <p:nvPr/>
        </p:nvSpPr>
        <p:spPr>
          <a:xfrm>
            <a:off x="6217920" y="3154680"/>
            <a:ext cx="5559552" cy="1280160"/>
          </a:xfrm>
          <a:prstGeom prst="roundRect">
            <a:avLst>
              <a:gd name="adj" fmla="val 4286"/>
            </a:avLst>
          </a:prstGeom>
          <a:solidFill>
            <a:srgbClr val="FFF4E0"/>
          </a:solidFill>
          <a:ln w="9525">
            <a:solidFill>
              <a:srgbClr val="F1D9A8"/>
            </a:solidFill>
            <a:prstDash val="solid"/>
          </a:ln>
        </p:spPr>
      </p:sp>
      <p:sp>
        <p:nvSpPr>
          <p:cNvPr id="157" name="Text 154"/>
          <p:cNvSpPr/>
          <p:nvPr/>
        </p:nvSpPr>
        <p:spPr>
          <a:xfrm>
            <a:off x="6382512" y="322783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mean and uncertainty</a:t>
            </a:r>
            <a:endParaRPr lang="en-US" sz="1300" dirty="0"/>
          </a:p>
        </p:txBody>
      </p:sp>
      <p:sp>
        <p:nvSpPr>
          <p:cNvPr id="158" name="Text 155"/>
          <p:cNvSpPr/>
          <p:nvPr/>
        </p:nvSpPr>
        <p:spPr>
          <a:xfrm>
            <a:off x="6382512" y="3538728"/>
            <a:ext cx="5230368" cy="822960"/>
          </a:xfrm>
          <a:prstGeom prst="rect">
            <a:avLst/>
          </a:prstGeom>
          <a:noFill/>
          <a:ln/>
        </p:spPr>
        <p:txBody>
          <a:bodyPr wrap="square" lIns="0" tIns="0" rIns="0" bIns="0" rtlCol="0" anchor="t"/>
          <a:lstStyle/>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4 cm³ mean   </a:t>
            </a:r>
            <a:r>
              <a:rPr lang="en-US" sz="1050" dirty="0">
                <a:solidFill>
                  <a:srgbClr val="262B3A"/>
                </a:solidFill>
                <a:latin typeface="Calibri" pitchFamily="34" charset="0"/>
                <a:ea typeface="Calibri" pitchFamily="34" charset="-122"/>
                <a:cs typeface="Calibri" pitchFamily="34" charset="-120"/>
              </a:rPr>
              <a:t>88 s is anomalous: (61 + 63) ÷ 2 = </a:t>
            </a:r>
            <a:r>
              <a:rPr lang="en-US" sz="1050" b="1" dirty="0">
                <a:solidFill>
                  <a:srgbClr val="262B3A"/>
                </a:solidFill>
                <a:latin typeface="Calibri" pitchFamily="34" charset="0"/>
                <a:ea typeface="Calibri" pitchFamily="34" charset="-122"/>
                <a:cs typeface="Calibri" pitchFamily="34" charset="-120"/>
              </a:rPr>
              <a:t>62 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5 cm³ range   </a:t>
            </a:r>
            <a:r>
              <a:rPr lang="en-US" sz="1050" dirty="0">
                <a:solidFill>
                  <a:srgbClr val="262B3A"/>
                </a:solidFill>
                <a:latin typeface="Calibri" pitchFamily="34" charset="0"/>
                <a:ea typeface="Calibri" pitchFamily="34" charset="-122"/>
                <a:cs typeface="Calibri" pitchFamily="34" charset="-120"/>
              </a:rPr>
              <a:t>(89 − 85) ÷ 2 = ±2 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87 ± 2 s, a 2.3% uncertainty</a:t>
            </a:r>
            <a:endParaRPr lang="en-US" sz="1050" dirty="0"/>
          </a:p>
        </p:txBody>
      </p:sp>
      <p:sp>
        <p:nvSpPr>
          <p:cNvPr id="159" name="Shape 156"/>
          <p:cNvSpPr/>
          <p:nvPr/>
        </p:nvSpPr>
        <p:spPr>
          <a:xfrm>
            <a:off x="6217920" y="4544568"/>
            <a:ext cx="5559552" cy="1170432"/>
          </a:xfrm>
          <a:prstGeom prst="roundRect">
            <a:avLst>
              <a:gd name="adj" fmla="val 4688"/>
            </a:avLst>
          </a:prstGeom>
          <a:solidFill>
            <a:srgbClr val="F8F5FC"/>
          </a:solidFill>
          <a:ln w="9525">
            <a:solidFill>
              <a:srgbClr val="DDD3EC"/>
            </a:solidFill>
            <a:prstDash val="solid"/>
          </a:ln>
        </p:spPr>
      </p:sp>
      <p:sp>
        <p:nvSpPr>
          <p:cNvPr id="160" name="Text 157"/>
          <p:cNvSpPr/>
          <p:nvPr/>
        </p:nvSpPr>
        <p:spPr>
          <a:xfrm>
            <a:off x="6382512" y="4636008"/>
            <a:ext cx="52303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Conclusion and errors</a:t>
            </a:r>
            <a:endParaRPr lang="en-US" sz="1300" dirty="0"/>
          </a:p>
        </p:txBody>
      </p:sp>
      <p:sp>
        <p:nvSpPr>
          <p:cNvPr id="161" name="Text 158"/>
          <p:cNvSpPr/>
          <p:nvPr/>
        </p:nvSpPr>
        <p:spPr>
          <a:xfrm>
            <a:off x="6382512" y="4965192"/>
            <a:ext cx="5230368" cy="676656"/>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More borax → longer flow time: more </a:t>
            </a:r>
            <a:r>
              <a:rPr lang="en-US" sz="1050" b="1" dirty="0">
                <a:solidFill>
                  <a:srgbClr val="262B3A"/>
                </a:solidFill>
                <a:latin typeface="Calibri" pitchFamily="34" charset="0"/>
                <a:ea typeface="Calibri" pitchFamily="34" charset="-122"/>
                <a:cs typeface="Calibri" pitchFamily="34" charset="-120"/>
              </a:rPr>
              <a:t>cross-links</a:t>
            </a:r>
            <a:r>
              <a:rPr lang="en-US" sz="1050" dirty="0">
                <a:solidFill>
                  <a:srgbClr val="262B3A"/>
                </a:solidFill>
                <a:latin typeface="Calibri" pitchFamily="34" charset="0"/>
                <a:ea typeface="Calibri" pitchFamily="34" charset="-122"/>
                <a:cs typeface="Calibri" pitchFamily="34" charset="-120"/>
              </a:rPr>
              <a:t> stop chains sliding. The curve gets steeper.</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Errors: judging when the slime reaches the line; slime sticks to the beaker. Improve: video it; use a fixed mass.</a:t>
            </a:r>
            <a:endParaRPr lang="en-US" sz="1050" dirty="0"/>
          </a:p>
        </p:txBody>
      </p:sp>
      <p:sp>
        <p:nvSpPr>
          <p:cNvPr id="162" name="Shape 159"/>
          <p:cNvSpPr/>
          <p:nvPr/>
        </p:nvSpPr>
        <p:spPr>
          <a:xfrm>
            <a:off x="411480" y="5833872"/>
            <a:ext cx="11368735" cy="530352"/>
          </a:xfrm>
          <a:prstGeom prst="rect">
            <a:avLst/>
          </a:prstGeom>
          <a:solidFill>
            <a:srgbClr val="FFF4E0"/>
          </a:solidFill>
          <a:ln w="6350">
            <a:solidFill>
              <a:srgbClr val="F1D9A8"/>
            </a:solidFill>
            <a:prstDash val="solid"/>
          </a:ln>
        </p:spPr>
      </p:sp>
      <p:sp>
        <p:nvSpPr>
          <p:cNvPr id="163" name="Shape 160"/>
          <p:cNvSpPr/>
          <p:nvPr/>
        </p:nvSpPr>
        <p:spPr>
          <a:xfrm>
            <a:off x="411480" y="5833872"/>
            <a:ext cx="82296" cy="530352"/>
          </a:xfrm>
          <a:prstGeom prst="rect">
            <a:avLst/>
          </a:prstGeom>
          <a:solidFill>
            <a:srgbClr val="E39A2F"/>
          </a:solidFill>
          <a:ln w="12700">
            <a:solidFill>
              <a:srgbClr val="E39A2F"/>
            </a:solidFill>
            <a:prstDash val="solid"/>
          </a:ln>
        </p:spPr>
      </p:sp>
      <p:sp>
        <p:nvSpPr>
          <p:cNvPr id="164" name="Text 161"/>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graph to estimate the flow time for </a:t>
            </a:r>
            <a:r>
              <a:rPr lang="en-US" sz="1150" b="1" dirty="0">
                <a:solidFill>
                  <a:srgbClr val="262B3A"/>
                </a:solidFill>
                <a:latin typeface="Calibri" pitchFamily="34" charset="0"/>
                <a:ea typeface="Calibri" pitchFamily="34" charset="-122"/>
                <a:cs typeface="Calibri" pitchFamily="34" charset="-120"/>
              </a:rPr>
              <a:t>2.5 cm³</a:t>
            </a:r>
            <a:r>
              <a:rPr lang="en-US" sz="1150" dirty="0">
                <a:solidFill>
                  <a:srgbClr val="262B3A"/>
                </a:solidFill>
                <a:latin typeface="Calibri" pitchFamily="34" charset="0"/>
                <a:ea typeface="Calibri" pitchFamily="34" charset="-122"/>
                <a:cs typeface="Calibri" pitchFamily="34" charset="-120"/>
              </a:rPr>
              <a:t> of borax. Suggest </a:t>
            </a:r>
            <a:r>
              <a:rPr lang="en-US" sz="1150" b="1" dirty="0">
                <a:solidFill>
                  <a:srgbClr val="262B3A"/>
                </a:solidFill>
                <a:latin typeface="Calibri" pitchFamily="34" charset="0"/>
                <a:ea typeface="Calibri" pitchFamily="34" charset="-122"/>
                <a:cs typeface="Calibri" pitchFamily="34" charset="-120"/>
              </a:rPr>
              <a:t>why</a:t>
            </a:r>
            <a:r>
              <a:rPr lang="en-US" sz="1150" dirty="0">
                <a:solidFill>
                  <a:srgbClr val="262B3A"/>
                </a:solidFill>
                <a:latin typeface="Calibri" pitchFamily="34" charset="0"/>
                <a:ea typeface="Calibri" pitchFamily="34" charset="-122"/>
                <a:cs typeface="Calibri" pitchFamily="34" charset="-120"/>
              </a:rPr>
              <a:t> trial 2 at 4 cm³ might be anomalous.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practical skills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18</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Three flow times were </a:t>
            </a:r>
            <a:r>
              <a:rPr lang="en-US" sz="1250" b="1" dirty="0">
                <a:solidFill>
                  <a:srgbClr val="262B3A"/>
                </a:solidFill>
                <a:latin typeface="Calibri" pitchFamily="34" charset="0"/>
                <a:ea typeface="Calibri" pitchFamily="34" charset="-122"/>
                <a:cs typeface="Calibri" pitchFamily="34" charset="-120"/>
              </a:rPr>
              <a:t>38 s</a:t>
            </a:r>
            <a:r>
              <a:rPr lang="en-US" sz="1250" dirty="0">
                <a:solidFill>
                  <a:srgbClr val="262B3A"/>
                </a:solidFill>
                <a:latin typeface="Calibri" pitchFamily="34" charset="0"/>
                <a:ea typeface="Calibri" pitchFamily="34" charset="-122"/>
                <a:cs typeface="Calibri" pitchFamily="34" charset="-120"/>
              </a:rPr>
              <a:t>, </a:t>
            </a:r>
            <a:r>
              <a:rPr lang="en-US" sz="1250" b="1" dirty="0">
                <a:solidFill>
                  <a:srgbClr val="262B3A"/>
                </a:solidFill>
                <a:latin typeface="Calibri" pitchFamily="34" charset="0"/>
                <a:ea typeface="Calibri" pitchFamily="34" charset="-122"/>
                <a:cs typeface="Calibri" pitchFamily="34" charset="-120"/>
              </a:rPr>
              <a:t>42 s</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40 s</a:t>
            </a:r>
            <a:r>
              <a:rPr lang="en-US" sz="1250" dirty="0">
                <a:solidFill>
                  <a:srgbClr val="262B3A"/>
                </a:solidFill>
                <a:latin typeface="Calibri" pitchFamily="34" charset="0"/>
                <a:ea typeface="Calibri" pitchFamily="34" charset="-122"/>
                <a:cs typeface="Calibri" pitchFamily="34" charset="-120"/>
              </a:rPr>
              <a:t>. Calculate the mean.</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Use the same three results to state the uncertainty in the mean.</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fourth result was </a:t>
            </a:r>
            <a:r>
              <a:rPr lang="en-US" sz="1250" b="1" dirty="0">
                <a:solidFill>
                  <a:srgbClr val="262B3A"/>
                </a:solidFill>
                <a:latin typeface="Calibri" pitchFamily="34" charset="0"/>
                <a:ea typeface="Calibri" pitchFamily="34" charset="-122"/>
                <a:cs typeface="Calibri" pitchFamily="34" charset="-120"/>
              </a:rPr>
              <a:t>65 s</a:t>
            </a:r>
            <a:r>
              <a:rPr lang="en-US" sz="1250" dirty="0">
                <a:solidFill>
                  <a:srgbClr val="262B3A"/>
                </a:solidFill>
                <a:latin typeface="Calibri" pitchFamily="34" charset="0"/>
                <a:ea typeface="Calibri" pitchFamily="34" charset="-122"/>
                <a:cs typeface="Calibri" pitchFamily="34" charset="-120"/>
              </a:rPr>
              <a:t>. What should the student do with it, and why?</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adding </a:t>
            </a:r>
            <a:r>
              <a:rPr lang="en-US" sz="1250" b="1" dirty="0">
                <a:solidFill>
                  <a:srgbClr val="262B3A"/>
                </a:solidFill>
                <a:latin typeface="Calibri" pitchFamily="34" charset="0"/>
                <a:ea typeface="Calibri" pitchFamily="34" charset="-122"/>
                <a:cs typeface="Calibri" pitchFamily="34" charset="-120"/>
              </a:rPr>
              <a:t>more borax</a:t>
            </a:r>
            <a:r>
              <a:rPr lang="en-US" sz="1250" dirty="0">
                <a:solidFill>
                  <a:srgbClr val="262B3A"/>
                </a:solidFill>
                <a:latin typeface="Calibri" pitchFamily="34" charset="0"/>
                <a:ea typeface="Calibri" pitchFamily="34" charset="-122"/>
                <a:cs typeface="Calibri" pitchFamily="34" charset="-120"/>
              </a:rPr>
              <a:t> makes the slime flow more slowly.</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C4.2 How do bonding and structure affect properties of materials? • learn these definitions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19</a:t>
            </a:r>
            <a:endParaRPr lang="en-US" sz="1000" dirty="0"/>
          </a:p>
        </p:txBody>
      </p:sp>
      <p:sp>
        <p:nvSpPr>
          <p:cNvPr id="8" name="Shape 6"/>
          <p:cNvSpPr/>
          <p:nvPr/>
        </p:nvSpPr>
        <p:spPr>
          <a:xfrm>
            <a:off x="411480" y="1188720"/>
            <a:ext cx="2739314" cy="1143000"/>
          </a:xfrm>
          <a:prstGeom prst="rect">
            <a:avLst/>
          </a:prstGeom>
          <a:solidFill>
            <a:srgbClr val="F8F5FC"/>
          </a:solidFill>
          <a:ln w="9525">
            <a:solidFill>
              <a:srgbClr val="DDD3EC"/>
            </a:solidFill>
            <a:prstDash val="solid"/>
          </a:ln>
        </p:spPr>
      </p:sp>
      <p:sp>
        <p:nvSpPr>
          <p:cNvPr id="9" name="Shape 7"/>
          <p:cNvSpPr/>
          <p:nvPr/>
        </p:nvSpPr>
        <p:spPr>
          <a:xfrm>
            <a:off x="411480" y="1188720"/>
            <a:ext cx="73152" cy="1143000"/>
          </a:xfrm>
          <a:prstGeom prst="rect">
            <a:avLst/>
          </a:prstGeom>
          <a:solidFill>
            <a:srgbClr val="6A3FA0"/>
          </a:solidFill>
          <a:ln w="12700">
            <a:solidFill>
              <a:srgbClr val="6A3FA0"/>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Bulk property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property of a large piece of material (e.g. hardness); single atoms do not have it.</a:t>
            </a:r>
            <a:endParaRPr lang="en-US" sz="1200" dirty="0"/>
          </a:p>
        </p:txBody>
      </p:sp>
      <p:sp>
        <p:nvSpPr>
          <p:cNvPr id="11" name="Shape 9"/>
          <p:cNvSpPr/>
          <p:nvPr/>
        </p:nvSpPr>
        <p:spPr>
          <a:xfrm>
            <a:off x="3287954" y="1188720"/>
            <a:ext cx="2739314" cy="1143000"/>
          </a:xfrm>
          <a:prstGeom prst="rect">
            <a:avLst/>
          </a:prstGeom>
          <a:solidFill>
            <a:srgbClr val="F8F5FC"/>
          </a:solidFill>
          <a:ln w="9525">
            <a:solidFill>
              <a:srgbClr val="DDD3EC"/>
            </a:solidFill>
            <a:prstDash val="solid"/>
          </a:ln>
        </p:spPr>
      </p:sp>
      <p:sp>
        <p:nvSpPr>
          <p:cNvPr id="12" name="Shape 10"/>
          <p:cNvSpPr/>
          <p:nvPr/>
        </p:nvSpPr>
        <p:spPr>
          <a:xfrm>
            <a:off x="3287954" y="1188720"/>
            <a:ext cx="73152" cy="1143000"/>
          </a:xfrm>
          <a:prstGeom prst="rect">
            <a:avLst/>
          </a:prstGeom>
          <a:solidFill>
            <a:srgbClr val="6A3FA0"/>
          </a:solidFill>
          <a:ln w="12700">
            <a:solidFill>
              <a:srgbClr val="6A3FA0"/>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Covalent bond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shared pair of electrons between two atoms; strong.</a:t>
            </a:r>
            <a:endParaRPr lang="en-US" sz="1200" dirty="0"/>
          </a:p>
        </p:txBody>
      </p:sp>
      <p:sp>
        <p:nvSpPr>
          <p:cNvPr id="14" name="Shape 12"/>
          <p:cNvSpPr/>
          <p:nvPr/>
        </p:nvSpPr>
        <p:spPr>
          <a:xfrm>
            <a:off x="6164428" y="1188720"/>
            <a:ext cx="2739314" cy="1143000"/>
          </a:xfrm>
          <a:prstGeom prst="rect">
            <a:avLst/>
          </a:prstGeom>
          <a:solidFill>
            <a:srgbClr val="F8F5FC"/>
          </a:solidFill>
          <a:ln w="9525">
            <a:solidFill>
              <a:srgbClr val="DDD3EC"/>
            </a:solidFill>
            <a:prstDash val="solid"/>
          </a:ln>
        </p:spPr>
      </p:sp>
      <p:sp>
        <p:nvSpPr>
          <p:cNvPr id="15" name="Shape 13"/>
          <p:cNvSpPr/>
          <p:nvPr/>
        </p:nvSpPr>
        <p:spPr>
          <a:xfrm>
            <a:off x="6164428" y="1188720"/>
            <a:ext cx="73152" cy="1143000"/>
          </a:xfrm>
          <a:prstGeom prst="rect">
            <a:avLst/>
          </a:prstGeom>
          <a:solidFill>
            <a:srgbClr val="6A3FA0"/>
          </a:solidFill>
          <a:ln w="12700">
            <a:solidFill>
              <a:srgbClr val="6A3FA0"/>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Intermolecular forces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Weak forces between molecules; overcome when simple molecules melt or boil.</a:t>
            </a:r>
            <a:endParaRPr lang="en-US" sz="1200" dirty="0"/>
          </a:p>
        </p:txBody>
      </p:sp>
      <p:sp>
        <p:nvSpPr>
          <p:cNvPr id="17" name="Shape 15"/>
          <p:cNvSpPr/>
          <p:nvPr/>
        </p:nvSpPr>
        <p:spPr>
          <a:xfrm>
            <a:off x="9040901" y="1188720"/>
            <a:ext cx="2739314" cy="1143000"/>
          </a:xfrm>
          <a:prstGeom prst="rect">
            <a:avLst/>
          </a:prstGeom>
          <a:solidFill>
            <a:srgbClr val="F8F5FC"/>
          </a:solidFill>
          <a:ln w="9525">
            <a:solidFill>
              <a:srgbClr val="DDD3EC"/>
            </a:solidFill>
            <a:prstDash val="solid"/>
          </a:ln>
        </p:spPr>
      </p:sp>
      <p:sp>
        <p:nvSpPr>
          <p:cNvPr id="18" name="Shape 16"/>
          <p:cNvSpPr/>
          <p:nvPr/>
        </p:nvSpPr>
        <p:spPr>
          <a:xfrm>
            <a:off x="9040901" y="1188720"/>
            <a:ext cx="73152" cy="1143000"/>
          </a:xfrm>
          <a:prstGeom prst="rect">
            <a:avLst/>
          </a:prstGeom>
          <a:solidFill>
            <a:srgbClr val="6A3FA0"/>
          </a:solidFill>
          <a:ln w="12700">
            <a:solidFill>
              <a:srgbClr val="6A3FA0"/>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Simple molecular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Small molecules: strong bonds inside, weak forces between; low m.p.</a:t>
            </a:r>
            <a:endParaRPr lang="en-US" sz="1200" dirty="0"/>
          </a:p>
        </p:txBody>
      </p:sp>
      <p:sp>
        <p:nvSpPr>
          <p:cNvPr id="20" name="Shape 18"/>
          <p:cNvSpPr/>
          <p:nvPr/>
        </p:nvSpPr>
        <p:spPr>
          <a:xfrm>
            <a:off x="411480" y="2441448"/>
            <a:ext cx="2739314" cy="1143000"/>
          </a:xfrm>
          <a:prstGeom prst="rect">
            <a:avLst/>
          </a:prstGeom>
          <a:solidFill>
            <a:srgbClr val="F8F5FC"/>
          </a:solidFill>
          <a:ln w="9525">
            <a:solidFill>
              <a:srgbClr val="DDD3EC"/>
            </a:solidFill>
            <a:prstDash val="solid"/>
          </a:ln>
        </p:spPr>
      </p:sp>
      <p:sp>
        <p:nvSpPr>
          <p:cNvPr id="21" name="Shape 19"/>
          <p:cNvSpPr/>
          <p:nvPr/>
        </p:nvSpPr>
        <p:spPr>
          <a:xfrm>
            <a:off x="411480" y="2441448"/>
            <a:ext cx="73152" cy="1143000"/>
          </a:xfrm>
          <a:prstGeom prst="rect">
            <a:avLst/>
          </a:prstGeom>
          <a:solidFill>
            <a:srgbClr val="6A3FA0"/>
          </a:solidFill>
          <a:ln w="12700">
            <a:solidFill>
              <a:srgbClr val="6A3FA0"/>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Giant covalent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huge network of atoms all joined by covalent bonds, e.g. diamond, SiO₂.</a:t>
            </a:r>
            <a:endParaRPr lang="en-US" sz="1200" dirty="0"/>
          </a:p>
        </p:txBody>
      </p:sp>
      <p:sp>
        <p:nvSpPr>
          <p:cNvPr id="23" name="Shape 21"/>
          <p:cNvSpPr/>
          <p:nvPr/>
        </p:nvSpPr>
        <p:spPr>
          <a:xfrm>
            <a:off x="3287954" y="2441448"/>
            <a:ext cx="2739314" cy="1143000"/>
          </a:xfrm>
          <a:prstGeom prst="rect">
            <a:avLst/>
          </a:prstGeom>
          <a:solidFill>
            <a:srgbClr val="F8F5FC"/>
          </a:solidFill>
          <a:ln w="9525">
            <a:solidFill>
              <a:srgbClr val="DDD3EC"/>
            </a:solidFill>
            <a:prstDash val="solid"/>
          </a:ln>
        </p:spPr>
      </p:sp>
      <p:sp>
        <p:nvSpPr>
          <p:cNvPr id="24" name="Shape 22"/>
          <p:cNvSpPr/>
          <p:nvPr/>
        </p:nvSpPr>
        <p:spPr>
          <a:xfrm>
            <a:off x="3287954" y="2441448"/>
            <a:ext cx="73152" cy="1143000"/>
          </a:xfrm>
          <a:prstGeom prst="rect">
            <a:avLst/>
          </a:prstGeom>
          <a:solidFill>
            <a:srgbClr val="6A3FA0"/>
          </a:solidFill>
          <a:ln w="12700">
            <a:solidFill>
              <a:srgbClr val="6A3FA0"/>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Ionic lattice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Giant structure of + and − ions held by strong electrostatic attraction.</a:t>
            </a:r>
            <a:endParaRPr lang="en-US" sz="1200" dirty="0"/>
          </a:p>
        </p:txBody>
      </p:sp>
      <p:sp>
        <p:nvSpPr>
          <p:cNvPr id="26" name="Shape 24"/>
          <p:cNvSpPr/>
          <p:nvPr/>
        </p:nvSpPr>
        <p:spPr>
          <a:xfrm>
            <a:off x="6164428" y="2441448"/>
            <a:ext cx="2739314" cy="1143000"/>
          </a:xfrm>
          <a:prstGeom prst="rect">
            <a:avLst/>
          </a:prstGeom>
          <a:solidFill>
            <a:srgbClr val="F8F5FC"/>
          </a:solidFill>
          <a:ln w="9525">
            <a:solidFill>
              <a:srgbClr val="DDD3EC"/>
            </a:solidFill>
            <a:prstDash val="solid"/>
          </a:ln>
        </p:spPr>
      </p:sp>
      <p:sp>
        <p:nvSpPr>
          <p:cNvPr id="27" name="Shape 25"/>
          <p:cNvSpPr/>
          <p:nvPr/>
        </p:nvSpPr>
        <p:spPr>
          <a:xfrm>
            <a:off x="6164428" y="2441448"/>
            <a:ext cx="73152" cy="1143000"/>
          </a:xfrm>
          <a:prstGeom prst="rect">
            <a:avLst/>
          </a:prstGeom>
          <a:solidFill>
            <a:srgbClr val="6A3FA0"/>
          </a:solidFill>
          <a:ln w="12700">
            <a:solidFill>
              <a:srgbClr val="6A3FA0"/>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Metallic bonding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Attraction between + metal ions and a sea of delocalised electrons.</a:t>
            </a:r>
            <a:endParaRPr lang="en-US" sz="1200" dirty="0"/>
          </a:p>
        </p:txBody>
      </p:sp>
      <p:sp>
        <p:nvSpPr>
          <p:cNvPr id="29" name="Shape 27"/>
          <p:cNvSpPr/>
          <p:nvPr/>
        </p:nvSpPr>
        <p:spPr>
          <a:xfrm>
            <a:off x="9040901" y="2441448"/>
            <a:ext cx="2739314" cy="1143000"/>
          </a:xfrm>
          <a:prstGeom prst="rect">
            <a:avLst/>
          </a:prstGeom>
          <a:solidFill>
            <a:srgbClr val="F8F5FC"/>
          </a:solidFill>
          <a:ln w="9525">
            <a:solidFill>
              <a:srgbClr val="DDD3EC"/>
            </a:solidFill>
            <a:prstDash val="solid"/>
          </a:ln>
        </p:spPr>
      </p:sp>
      <p:sp>
        <p:nvSpPr>
          <p:cNvPr id="30" name="Shape 28"/>
          <p:cNvSpPr/>
          <p:nvPr/>
        </p:nvSpPr>
        <p:spPr>
          <a:xfrm>
            <a:off x="9040901" y="2441448"/>
            <a:ext cx="73152" cy="1143000"/>
          </a:xfrm>
          <a:prstGeom prst="rect">
            <a:avLst/>
          </a:prstGeom>
          <a:solidFill>
            <a:srgbClr val="6A3FA0"/>
          </a:solidFill>
          <a:ln w="12700">
            <a:solidFill>
              <a:srgbClr val="6A3FA0"/>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Delocalised electrons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Electrons free to move through a structure; they carry charge.</a:t>
            </a:r>
            <a:endParaRPr lang="en-US" sz="1200" dirty="0"/>
          </a:p>
        </p:txBody>
      </p:sp>
      <p:sp>
        <p:nvSpPr>
          <p:cNvPr id="32" name="Shape 30"/>
          <p:cNvSpPr/>
          <p:nvPr/>
        </p:nvSpPr>
        <p:spPr>
          <a:xfrm>
            <a:off x="411480" y="3694176"/>
            <a:ext cx="2739314" cy="1143000"/>
          </a:xfrm>
          <a:prstGeom prst="rect">
            <a:avLst/>
          </a:prstGeom>
          <a:solidFill>
            <a:srgbClr val="F8F5FC"/>
          </a:solidFill>
          <a:ln w="9525">
            <a:solidFill>
              <a:srgbClr val="DDD3EC"/>
            </a:solidFill>
            <a:prstDash val="solid"/>
          </a:ln>
        </p:spPr>
      </p:sp>
      <p:sp>
        <p:nvSpPr>
          <p:cNvPr id="33" name="Shape 31"/>
          <p:cNvSpPr/>
          <p:nvPr/>
        </p:nvSpPr>
        <p:spPr>
          <a:xfrm>
            <a:off x="411480" y="3694176"/>
            <a:ext cx="73152" cy="1143000"/>
          </a:xfrm>
          <a:prstGeom prst="rect">
            <a:avLst/>
          </a:prstGeom>
          <a:solidFill>
            <a:srgbClr val="6A3FA0"/>
          </a:solidFill>
          <a:ln w="12700">
            <a:solidFill>
              <a:srgbClr val="6A3FA0"/>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Polymer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very long molecule made of many repeat units joined by covalent bonds.</a:t>
            </a:r>
            <a:endParaRPr lang="en-US" sz="1200" dirty="0"/>
          </a:p>
        </p:txBody>
      </p:sp>
      <p:sp>
        <p:nvSpPr>
          <p:cNvPr id="35" name="Shape 33"/>
          <p:cNvSpPr/>
          <p:nvPr/>
        </p:nvSpPr>
        <p:spPr>
          <a:xfrm>
            <a:off x="3287954" y="3694176"/>
            <a:ext cx="2739314" cy="1143000"/>
          </a:xfrm>
          <a:prstGeom prst="rect">
            <a:avLst/>
          </a:prstGeom>
          <a:solidFill>
            <a:srgbClr val="F8F5FC"/>
          </a:solidFill>
          <a:ln w="9525">
            <a:solidFill>
              <a:srgbClr val="DDD3EC"/>
            </a:solidFill>
            <a:prstDash val="solid"/>
          </a:ln>
        </p:spPr>
      </p:sp>
      <p:sp>
        <p:nvSpPr>
          <p:cNvPr id="36" name="Shape 34"/>
          <p:cNvSpPr/>
          <p:nvPr/>
        </p:nvSpPr>
        <p:spPr>
          <a:xfrm>
            <a:off x="3287954" y="3694176"/>
            <a:ext cx="73152" cy="1143000"/>
          </a:xfrm>
          <a:prstGeom prst="rect">
            <a:avLst/>
          </a:prstGeom>
          <a:solidFill>
            <a:srgbClr val="6A3FA0"/>
          </a:solidFill>
          <a:ln w="12700">
            <a:solidFill>
              <a:srgbClr val="6A3FA0"/>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Repeat unit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section of a polymer chain that repeats, e.g. –CH₂–CH₂–.</a:t>
            </a:r>
            <a:endParaRPr lang="en-US" sz="1200" dirty="0"/>
          </a:p>
        </p:txBody>
      </p:sp>
      <p:sp>
        <p:nvSpPr>
          <p:cNvPr id="38" name="Shape 36"/>
          <p:cNvSpPr/>
          <p:nvPr/>
        </p:nvSpPr>
        <p:spPr>
          <a:xfrm>
            <a:off x="6164428" y="3694176"/>
            <a:ext cx="2739314" cy="1143000"/>
          </a:xfrm>
          <a:prstGeom prst="rect">
            <a:avLst/>
          </a:prstGeom>
          <a:solidFill>
            <a:srgbClr val="F8F5FC"/>
          </a:solidFill>
          <a:ln w="9525">
            <a:solidFill>
              <a:srgbClr val="DDD3EC"/>
            </a:solidFill>
            <a:prstDash val="solid"/>
          </a:ln>
        </p:spPr>
      </p:sp>
      <p:sp>
        <p:nvSpPr>
          <p:cNvPr id="39" name="Shape 37"/>
          <p:cNvSpPr/>
          <p:nvPr/>
        </p:nvSpPr>
        <p:spPr>
          <a:xfrm>
            <a:off x="6164428" y="3694176"/>
            <a:ext cx="73152" cy="1143000"/>
          </a:xfrm>
          <a:prstGeom prst="rect">
            <a:avLst/>
          </a:prstGeom>
          <a:solidFill>
            <a:srgbClr val="6A3FA0"/>
          </a:solidFill>
          <a:ln w="12700">
            <a:solidFill>
              <a:srgbClr val="6A3FA0"/>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Cross-link</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covalent bond joining two polymer chains; stops chains sliding.</a:t>
            </a:r>
            <a:endParaRPr lang="en-US" sz="1200" dirty="0"/>
          </a:p>
        </p:txBody>
      </p:sp>
      <p:sp>
        <p:nvSpPr>
          <p:cNvPr id="41" name="Shape 39"/>
          <p:cNvSpPr/>
          <p:nvPr/>
        </p:nvSpPr>
        <p:spPr>
          <a:xfrm>
            <a:off x="9040901" y="3694176"/>
            <a:ext cx="2739314" cy="1143000"/>
          </a:xfrm>
          <a:prstGeom prst="rect">
            <a:avLst/>
          </a:prstGeom>
          <a:solidFill>
            <a:srgbClr val="F8F5FC"/>
          </a:solidFill>
          <a:ln w="9525">
            <a:solidFill>
              <a:srgbClr val="DDD3EC"/>
            </a:solidFill>
            <a:prstDash val="solid"/>
          </a:ln>
        </p:spPr>
      </p:sp>
      <p:sp>
        <p:nvSpPr>
          <p:cNvPr id="42" name="Shape 40"/>
          <p:cNvSpPr/>
          <p:nvPr/>
        </p:nvSpPr>
        <p:spPr>
          <a:xfrm>
            <a:off x="9040901" y="3694176"/>
            <a:ext cx="73152" cy="1143000"/>
          </a:xfrm>
          <a:prstGeom prst="rect">
            <a:avLst/>
          </a:prstGeom>
          <a:solidFill>
            <a:srgbClr val="6A3FA0"/>
          </a:solidFill>
          <a:ln w="12700">
            <a:solidFill>
              <a:srgbClr val="6A3FA0"/>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Thermosoftening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polymer without cross-links: softens when heated and can be reshaped.</a:t>
            </a:r>
            <a:endParaRPr lang="en-US" sz="1200" dirty="0"/>
          </a:p>
        </p:txBody>
      </p:sp>
      <p:sp>
        <p:nvSpPr>
          <p:cNvPr id="44" name="Shape 42"/>
          <p:cNvSpPr/>
          <p:nvPr/>
        </p:nvSpPr>
        <p:spPr>
          <a:xfrm>
            <a:off x="411480" y="4946904"/>
            <a:ext cx="2739314" cy="1143000"/>
          </a:xfrm>
          <a:prstGeom prst="rect">
            <a:avLst/>
          </a:prstGeom>
          <a:solidFill>
            <a:srgbClr val="F8F5FC"/>
          </a:solidFill>
          <a:ln w="9525">
            <a:solidFill>
              <a:srgbClr val="DDD3EC"/>
            </a:solidFill>
            <a:prstDash val="solid"/>
          </a:ln>
        </p:spPr>
      </p:sp>
      <p:sp>
        <p:nvSpPr>
          <p:cNvPr id="45" name="Shape 43"/>
          <p:cNvSpPr/>
          <p:nvPr/>
        </p:nvSpPr>
        <p:spPr>
          <a:xfrm>
            <a:off x="411480" y="4946904"/>
            <a:ext cx="73152" cy="1143000"/>
          </a:xfrm>
          <a:prstGeom prst="rect">
            <a:avLst/>
          </a:prstGeom>
          <a:solidFill>
            <a:srgbClr val="6A3FA0"/>
          </a:solidFill>
          <a:ln w="12700">
            <a:solidFill>
              <a:srgbClr val="6A3FA0"/>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Thermosetting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cross-linked polymer: does not soften when heated; chars instead.</a:t>
            </a:r>
            <a:endParaRPr lang="en-US" sz="1200" dirty="0"/>
          </a:p>
        </p:txBody>
      </p:sp>
      <p:sp>
        <p:nvSpPr>
          <p:cNvPr id="47" name="Shape 45"/>
          <p:cNvSpPr/>
          <p:nvPr/>
        </p:nvSpPr>
        <p:spPr>
          <a:xfrm>
            <a:off x="3287954" y="4946904"/>
            <a:ext cx="2739314" cy="1143000"/>
          </a:xfrm>
          <a:prstGeom prst="rect">
            <a:avLst/>
          </a:prstGeom>
          <a:solidFill>
            <a:srgbClr val="F8F5FC"/>
          </a:solidFill>
          <a:ln w="9525">
            <a:solidFill>
              <a:srgbClr val="DDD3EC"/>
            </a:solidFill>
            <a:prstDash val="solid"/>
          </a:ln>
        </p:spPr>
      </p:sp>
      <p:sp>
        <p:nvSpPr>
          <p:cNvPr id="48" name="Shape 46"/>
          <p:cNvSpPr/>
          <p:nvPr/>
        </p:nvSpPr>
        <p:spPr>
          <a:xfrm>
            <a:off x="3287954" y="4946904"/>
            <a:ext cx="73152" cy="1143000"/>
          </a:xfrm>
          <a:prstGeom prst="rect">
            <a:avLst/>
          </a:prstGeom>
          <a:solidFill>
            <a:srgbClr val="6A3FA0"/>
          </a:solidFill>
          <a:ln w="12700">
            <a:solidFill>
              <a:srgbClr val="6A3FA0"/>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Diamond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Carbon, each atom bonded to 4 others in 3D: very hard, does not conduct.</a:t>
            </a:r>
            <a:endParaRPr lang="en-US" sz="1200" dirty="0"/>
          </a:p>
        </p:txBody>
      </p:sp>
      <p:sp>
        <p:nvSpPr>
          <p:cNvPr id="50" name="Shape 48"/>
          <p:cNvSpPr/>
          <p:nvPr/>
        </p:nvSpPr>
        <p:spPr>
          <a:xfrm>
            <a:off x="6164428" y="4946904"/>
            <a:ext cx="2739314" cy="1143000"/>
          </a:xfrm>
          <a:prstGeom prst="rect">
            <a:avLst/>
          </a:prstGeom>
          <a:solidFill>
            <a:srgbClr val="F8F5FC"/>
          </a:solidFill>
          <a:ln w="9525">
            <a:solidFill>
              <a:srgbClr val="DDD3EC"/>
            </a:solidFill>
            <a:prstDash val="solid"/>
          </a:ln>
        </p:spPr>
      </p:sp>
      <p:sp>
        <p:nvSpPr>
          <p:cNvPr id="51" name="Shape 49"/>
          <p:cNvSpPr/>
          <p:nvPr/>
        </p:nvSpPr>
        <p:spPr>
          <a:xfrm>
            <a:off x="6164428" y="4946904"/>
            <a:ext cx="73152" cy="1143000"/>
          </a:xfrm>
          <a:prstGeom prst="rect">
            <a:avLst/>
          </a:prstGeom>
          <a:solidFill>
            <a:srgbClr val="6A3FA0"/>
          </a:solidFill>
          <a:ln w="12700">
            <a:solidFill>
              <a:srgbClr val="6A3FA0"/>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Graphite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Carbon in layers, each atom bonded to 3: soft, slippery, conducts.</a:t>
            </a:r>
            <a:endParaRPr lang="en-US" sz="1200" dirty="0"/>
          </a:p>
        </p:txBody>
      </p:sp>
      <p:sp>
        <p:nvSpPr>
          <p:cNvPr id="53" name="Shape 51"/>
          <p:cNvSpPr/>
          <p:nvPr/>
        </p:nvSpPr>
        <p:spPr>
          <a:xfrm>
            <a:off x="9040901" y="4946904"/>
            <a:ext cx="2739314" cy="1143000"/>
          </a:xfrm>
          <a:prstGeom prst="rect">
            <a:avLst/>
          </a:prstGeom>
          <a:solidFill>
            <a:srgbClr val="F8F5FC"/>
          </a:solidFill>
          <a:ln w="9525">
            <a:solidFill>
              <a:srgbClr val="DDD3EC"/>
            </a:solidFill>
            <a:prstDash val="solid"/>
          </a:ln>
        </p:spPr>
      </p:sp>
      <p:sp>
        <p:nvSpPr>
          <p:cNvPr id="54" name="Shape 52"/>
          <p:cNvSpPr/>
          <p:nvPr/>
        </p:nvSpPr>
        <p:spPr>
          <a:xfrm>
            <a:off x="9040901" y="4946904"/>
            <a:ext cx="73152" cy="1143000"/>
          </a:xfrm>
          <a:prstGeom prst="rect">
            <a:avLst/>
          </a:prstGeom>
          <a:solidFill>
            <a:srgbClr val="6A3FA0"/>
          </a:solidFill>
          <a:ln w="12700">
            <a:solidFill>
              <a:srgbClr val="6A3FA0"/>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Malleable vs brittle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Malleable: can be hammered into shape (metals). Brittle: shatters (ionic).</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C4.2.1–C4.2.4 • answer every part • 13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20</a:t>
            </a:r>
            <a:endParaRPr lang="en-US" sz="1000" dirty="0"/>
          </a:p>
        </p:txBody>
      </p:sp>
      <p:sp>
        <p:nvSpPr>
          <p:cNvPr id="8" name="Text 6"/>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A student tests four solids. </a:t>
            </a:r>
            <a:r>
              <a:rPr lang="en-US" sz="1200" b="1" i="1" dirty="0">
                <a:solidFill>
                  <a:srgbClr val="262B3A"/>
                </a:solidFill>
                <a:latin typeface="Calibri" pitchFamily="34" charset="0"/>
                <a:ea typeface="Calibri" pitchFamily="34" charset="-122"/>
                <a:cs typeface="Calibri" pitchFamily="34" charset="-120"/>
              </a:rPr>
              <a:t>A</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3550 °C</a:t>
            </a:r>
            <a:r>
              <a:rPr lang="en-US" sz="1200" i="1" dirty="0">
                <a:solidFill>
                  <a:srgbClr val="262B3A"/>
                </a:solidFill>
                <a:latin typeface="Calibri" pitchFamily="34" charset="0"/>
                <a:ea typeface="Calibri" pitchFamily="34" charset="-122"/>
                <a:cs typeface="Calibri" pitchFamily="34" charset="-120"/>
              </a:rPr>
              <a:t> and does not conduct. </a:t>
            </a:r>
            <a:r>
              <a:rPr lang="en-US" sz="1200" b="1" i="1" dirty="0">
                <a:solidFill>
                  <a:srgbClr val="262B3A"/>
                </a:solidFill>
                <a:latin typeface="Calibri" pitchFamily="34" charset="0"/>
                <a:ea typeface="Calibri" pitchFamily="34" charset="-122"/>
                <a:cs typeface="Calibri" pitchFamily="34" charset="-120"/>
              </a:rPr>
              <a:t>B</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−7 °C</a:t>
            </a:r>
            <a:r>
              <a:rPr lang="en-US" sz="1200" i="1" dirty="0">
                <a:solidFill>
                  <a:srgbClr val="262B3A"/>
                </a:solidFill>
                <a:latin typeface="Calibri" pitchFamily="34" charset="0"/>
                <a:ea typeface="Calibri" pitchFamily="34" charset="-122"/>
                <a:cs typeface="Calibri" pitchFamily="34" charset="-120"/>
              </a:rPr>
              <a:t> and does not conduct. </a:t>
            </a:r>
            <a:r>
              <a:rPr lang="en-US" sz="1200" b="1" i="1" dirty="0">
                <a:solidFill>
                  <a:srgbClr val="262B3A"/>
                </a:solidFill>
                <a:latin typeface="Calibri" pitchFamily="34" charset="0"/>
                <a:ea typeface="Calibri" pitchFamily="34" charset="-122"/>
                <a:cs typeface="Calibri" pitchFamily="34" charset="-120"/>
              </a:rPr>
              <a:t>C</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1085 °C</a:t>
            </a:r>
            <a:r>
              <a:rPr lang="en-US" sz="1200" i="1" dirty="0">
                <a:solidFill>
                  <a:srgbClr val="262B3A"/>
                </a:solidFill>
                <a:latin typeface="Calibri" pitchFamily="34" charset="0"/>
                <a:ea typeface="Calibri" pitchFamily="34" charset="-122"/>
                <a:cs typeface="Calibri" pitchFamily="34" charset="-120"/>
              </a:rPr>
              <a:t> and conducts when solid. </a:t>
            </a:r>
            <a:r>
              <a:rPr lang="en-US" sz="1200" b="1" i="1" dirty="0">
                <a:solidFill>
                  <a:srgbClr val="262B3A"/>
                </a:solidFill>
                <a:latin typeface="Calibri" pitchFamily="34" charset="0"/>
                <a:ea typeface="Calibri" pitchFamily="34" charset="-122"/>
                <a:cs typeface="Calibri" pitchFamily="34" charset="-120"/>
              </a:rPr>
              <a:t>D</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801 °C</a:t>
            </a:r>
            <a:r>
              <a:rPr lang="en-US" sz="1200" i="1" dirty="0">
                <a:solidFill>
                  <a:srgbClr val="262B3A"/>
                </a:solidFill>
                <a:latin typeface="Calibri" pitchFamily="34" charset="0"/>
                <a:ea typeface="Calibri" pitchFamily="34" charset="-122"/>
                <a:cs typeface="Calibri" pitchFamily="34" charset="-120"/>
              </a:rPr>
              <a:t> and conducts only when molten or dissolved.</a:t>
            </a:r>
            <a:endParaRPr lang="en-US" sz="1200" dirty="0"/>
          </a:p>
        </p:txBody>
      </p:sp>
      <p:sp>
        <p:nvSpPr>
          <p:cNvPr id="9" name="Shape 7"/>
          <p:cNvSpPr/>
          <p:nvPr/>
        </p:nvSpPr>
        <p:spPr>
          <a:xfrm>
            <a:off x="411480" y="1719072"/>
            <a:ext cx="5570068" cy="1418070"/>
          </a:xfrm>
          <a:prstGeom prst="roundRect">
            <a:avLst>
              <a:gd name="adj" fmla="val 3224"/>
            </a:avLst>
          </a:prstGeom>
          <a:solidFill>
            <a:srgbClr val="F8F5FC"/>
          </a:solidFill>
          <a:ln w="9525">
            <a:solidFill>
              <a:srgbClr val="DDD3EC"/>
            </a:solidFill>
            <a:prstDash val="solid"/>
          </a:ln>
        </p:spPr>
      </p:sp>
      <p:sp>
        <p:nvSpPr>
          <p:cNvPr id="10" name="Text 8"/>
          <p:cNvSpPr/>
          <p:nvPr/>
        </p:nvSpPr>
        <p:spPr>
          <a:xfrm>
            <a:off x="548640" y="1792224"/>
            <a:ext cx="5295748" cy="1052310"/>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Which solid, </a:t>
            </a:r>
            <a:r>
              <a:rPr lang="en-US" sz="1200" b="1" dirty="0">
                <a:solidFill>
                  <a:srgbClr val="262B3A"/>
                </a:solidFill>
                <a:latin typeface="Calibri" pitchFamily="34" charset="0"/>
                <a:ea typeface="Calibri" pitchFamily="34" charset="-122"/>
                <a:cs typeface="Calibri" pitchFamily="34" charset="-120"/>
              </a:rPr>
              <a:t>A</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C</a:t>
            </a:r>
            <a:r>
              <a:rPr lang="en-US" sz="1200" dirty="0">
                <a:solidFill>
                  <a:srgbClr val="262B3A"/>
                </a:solidFill>
                <a:latin typeface="Calibri" pitchFamily="34" charset="0"/>
                <a:ea typeface="Calibri" pitchFamily="34" charset="-122"/>
                <a:cs typeface="Calibri" pitchFamily="34" charset="-120"/>
              </a:rPr>
              <a:t> or </a:t>
            </a:r>
            <a:r>
              <a:rPr lang="en-US" sz="1200" b="1" dirty="0">
                <a:solidFill>
                  <a:srgbClr val="262B3A"/>
                </a:solidFill>
                <a:latin typeface="Calibri" pitchFamily="34" charset="0"/>
                <a:ea typeface="Calibri" pitchFamily="34" charset="-122"/>
                <a:cs typeface="Calibri" pitchFamily="34" charset="-120"/>
              </a:rPr>
              <a:t>D</a:t>
            </a:r>
            <a:r>
              <a:rPr lang="en-US" sz="1200" dirty="0">
                <a:solidFill>
                  <a:srgbClr val="262B3A"/>
                </a:solidFill>
                <a:latin typeface="Calibri" pitchFamily="34" charset="0"/>
                <a:ea typeface="Calibri" pitchFamily="34" charset="-122"/>
                <a:cs typeface="Calibri" pitchFamily="34" charset="-120"/>
              </a:rPr>
              <a:t>, has a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structure and which is </a:t>
            </a:r>
            <a:r>
              <a:rPr lang="en-US" sz="1200" b="1" dirty="0">
                <a:solidFill>
                  <a:srgbClr val="262B3A"/>
                </a:solidFill>
                <a:latin typeface="Calibri" pitchFamily="34" charset="0"/>
                <a:ea typeface="Calibri" pitchFamily="34" charset="-122"/>
                <a:cs typeface="Calibri" pitchFamily="34" charset="-120"/>
              </a:rPr>
              <a:t>simple molecular</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11" name="Text 9"/>
          <p:cNvSpPr/>
          <p:nvPr/>
        </p:nvSpPr>
        <p:spPr>
          <a:xfrm>
            <a:off x="4518508" y="2826246"/>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2" name="Shape 10"/>
          <p:cNvSpPr/>
          <p:nvPr/>
        </p:nvSpPr>
        <p:spPr>
          <a:xfrm>
            <a:off x="411480" y="3246870"/>
            <a:ext cx="5570068" cy="1418070"/>
          </a:xfrm>
          <a:prstGeom prst="roundRect">
            <a:avLst>
              <a:gd name="adj" fmla="val 3224"/>
            </a:avLst>
          </a:prstGeom>
          <a:solidFill>
            <a:srgbClr val="FFFFFF"/>
          </a:solidFill>
          <a:ln w="9525">
            <a:solidFill>
              <a:srgbClr val="DDD3EC"/>
            </a:solidFill>
            <a:prstDash val="solid"/>
          </a:ln>
        </p:spPr>
      </p:sp>
      <p:sp>
        <p:nvSpPr>
          <p:cNvPr id="13" name="Text 11"/>
          <p:cNvSpPr/>
          <p:nvPr/>
        </p:nvSpPr>
        <p:spPr>
          <a:xfrm>
            <a:off x="548640" y="3320022"/>
            <a:ext cx="5295748" cy="1052310"/>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 has a low melting point.</a:t>
            </a:r>
            <a:endParaRPr lang="en-US" sz="1200" dirty="0"/>
          </a:p>
        </p:txBody>
      </p:sp>
      <p:sp>
        <p:nvSpPr>
          <p:cNvPr id="14" name="Text 12"/>
          <p:cNvSpPr/>
          <p:nvPr/>
        </p:nvSpPr>
        <p:spPr>
          <a:xfrm>
            <a:off x="4518508" y="435404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4774667"/>
            <a:ext cx="5570068" cy="1488973"/>
          </a:xfrm>
          <a:prstGeom prst="roundRect">
            <a:avLst>
              <a:gd name="adj" fmla="val 3071"/>
            </a:avLst>
          </a:prstGeom>
          <a:solidFill>
            <a:srgbClr val="F8F5FC"/>
          </a:solidFill>
          <a:ln w="9525">
            <a:solidFill>
              <a:srgbClr val="DDD3EC"/>
            </a:solidFill>
            <a:prstDash val="solid"/>
          </a:ln>
        </p:spPr>
      </p:sp>
      <p:sp>
        <p:nvSpPr>
          <p:cNvPr id="16" name="Text 14"/>
          <p:cNvSpPr/>
          <p:nvPr/>
        </p:nvSpPr>
        <p:spPr>
          <a:xfrm>
            <a:off x="548640" y="4847819"/>
            <a:ext cx="5295748" cy="1123213"/>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C</a:t>
            </a:r>
            <a:r>
              <a:rPr lang="en-US" sz="1200" dirty="0">
                <a:solidFill>
                  <a:srgbClr val="262B3A"/>
                </a:solidFill>
                <a:latin typeface="Calibri" pitchFamily="34" charset="0"/>
                <a:ea typeface="Calibri" pitchFamily="34" charset="-122"/>
                <a:cs typeface="Calibri" pitchFamily="34" charset="-120"/>
              </a:rPr>
              <a:t> conducts electricity when solid.</a:t>
            </a:r>
            <a:endParaRPr lang="en-US" sz="1200" dirty="0"/>
          </a:p>
        </p:txBody>
      </p:sp>
      <p:sp>
        <p:nvSpPr>
          <p:cNvPr id="17" name="Text 15"/>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6210148" y="1719072"/>
            <a:ext cx="5570068" cy="1351597"/>
          </a:xfrm>
          <a:prstGeom prst="roundRect">
            <a:avLst>
              <a:gd name="adj" fmla="val 3383"/>
            </a:avLst>
          </a:prstGeom>
          <a:solidFill>
            <a:srgbClr val="F8F5FC"/>
          </a:solidFill>
          <a:ln w="9525">
            <a:solidFill>
              <a:srgbClr val="DDD3EC"/>
            </a:solidFill>
            <a:prstDash val="solid"/>
          </a:ln>
        </p:spPr>
      </p:sp>
      <p:sp>
        <p:nvSpPr>
          <p:cNvPr id="19" name="Text 17"/>
          <p:cNvSpPr/>
          <p:nvPr/>
        </p:nvSpPr>
        <p:spPr>
          <a:xfrm>
            <a:off x="6347308" y="1792224"/>
            <a:ext cx="5295748" cy="9858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(d)  </a:t>
            </a:r>
            <a:r>
              <a:rPr lang="en-US" sz="1200" b="1" dirty="0">
                <a:solidFill>
                  <a:srgbClr val="262B3A"/>
                </a:solidFill>
                <a:latin typeface="Calibri" pitchFamily="34" charset="0"/>
                <a:ea typeface="Calibri" pitchFamily="34" charset="-122"/>
                <a:cs typeface="Calibri" pitchFamily="34" charset="-120"/>
              </a:rPr>
              <a:t>D</a:t>
            </a:r>
            <a:r>
              <a:rPr lang="en-US" sz="1200" dirty="0">
                <a:solidFill>
                  <a:srgbClr val="262B3A"/>
                </a:solidFill>
                <a:latin typeface="Calibri" pitchFamily="34" charset="0"/>
                <a:ea typeface="Calibri" pitchFamily="34" charset="-122"/>
                <a:cs typeface="Calibri" pitchFamily="34" charset="-120"/>
              </a:rPr>
              <a:t> is brittle. Explain why it shatters when hit with a hammer.</a:t>
            </a:r>
            <a:endParaRPr lang="en-US" sz="1200" dirty="0"/>
          </a:p>
        </p:txBody>
      </p:sp>
      <p:sp>
        <p:nvSpPr>
          <p:cNvPr id="20" name="Text 18"/>
          <p:cNvSpPr/>
          <p:nvPr/>
        </p:nvSpPr>
        <p:spPr>
          <a:xfrm>
            <a:off x="10317175" y="275977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3180397"/>
            <a:ext cx="5570068" cy="1351597"/>
          </a:xfrm>
          <a:prstGeom prst="roundRect">
            <a:avLst>
              <a:gd name="adj" fmla="val 3383"/>
            </a:avLst>
          </a:prstGeom>
          <a:solidFill>
            <a:srgbClr val="FFFFFF"/>
          </a:solidFill>
          <a:ln w="9525">
            <a:solidFill>
              <a:srgbClr val="DDD3EC"/>
            </a:solidFill>
            <a:prstDash val="solid"/>
          </a:ln>
        </p:spPr>
      </p:sp>
      <p:sp>
        <p:nvSpPr>
          <p:cNvPr id="22" name="Text 20"/>
          <p:cNvSpPr/>
          <p:nvPr/>
        </p:nvSpPr>
        <p:spPr>
          <a:xfrm>
            <a:off x="6347308" y="3253549"/>
            <a:ext cx="5295748" cy="9858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Calculate the difference between the melting points of </a:t>
            </a:r>
            <a:r>
              <a:rPr lang="en-US" sz="1200" b="1" dirty="0">
                <a:solidFill>
                  <a:srgbClr val="262B3A"/>
                </a:solidFill>
                <a:latin typeface="Calibri" pitchFamily="34" charset="0"/>
                <a:ea typeface="Calibri" pitchFamily="34" charset="-122"/>
                <a:cs typeface="Calibri" pitchFamily="34" charset="-120"/>
              </a:rPr>
              <a:t>A</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23" name="Text 21"/>
          <p:cNvSpPr/>
          <p:nvPr/>
        </p:nvSpPr>
        <p:spPr>
          <a:xfrm>
            <a:off x="10317175" y="4221099"/>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4641723"/>
            <a:ext cx="5570068" cy="1621917"/>
          </a:xfrm>
          <a:prstGeom prst="roundRect">
            <a:avLst>
              <a:gd name="adj" fmla="val 2819"/>
            </a:avLst>
          </a:prstGeom>
          <a:solidFill>
            <a:srgbClr val="F8F5FC"/>
          </a:solidFill>
          <a:ln w="9525">
            <a:solidFill>
              <a:srgbClr val="DDD3EC"/>
            </a:solidFill>
            <a:prstDash val="solid"/>
          </a:ln>
        </p:spPr>
      </p:sp>
      <p:sp>
        <p:nvSpPr>
          <p:cNvPr id="25" name="Text 23"/>
          <p:cNvSpPr/>
          <p:nvPr/>
        </p:nvSpPr>
        <p:spPr>
          <a:xfrm>
            <a:off x="6347308" y="4714875"/>
            <a:ext cx="5295748" cy="125615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(f)  </a:t>
            </a:r>
            <a:r>
              <a:rPr lang="en-US" sz="1200" dirty="0">
                <a:solidFill>
                  <a:srgbClr val="262B3A"/>
                </a:solidFill>
                <a:latin typeface="Calibri" pitchFamily="34" charset="0"/>
                <a:ea typeface="Calibri" pitchFamily="34" charset="-122"/>
                <a:cs typeface="Calibri" pitchFamily="34" charset="-120"/>
              </a:rPr>
              <a:t>A pan handle must not soften when hot. Explain why a </a:t>
            </a:r>
            <a:r>
              <a:rPr lang="en-US" sz="1200" b="1" dirty="0">
                <a:solidFill>
                  <a:srgbClr val="262B3A"/>
                </a:solidFill>
                <a:latin typeface="Calibri" pitchFamily="34" charset="0"/>
                <a:ea typeface="Calibri" pitchFamily="34" charset="-122"/>
                <a:cs typeface="Calibri" pitchFamily="34" charset="-120"/>
              </a:rPr>
              <a:t>thermosetting</a:t>
            </a:r>
            <a:r>
              <a:rPr lang="en-US" sz="1200" dirty="0">
                <a:solidFill>
                  <a:srgbClr val="262B3A"/>
                </a:solidFill>
                <a:latin typeface="Calibri" pitchFamily="34" charset="0"/>
                <a:ea typeface="Calibri" pitchFamily="34" charset="-122"/>
                <a:cs typeface="Calibri" pitchFamily="34" charset="-120"/>
              </a:rPr>
              <a:t> polymer is used, not a thermosoftening one.</a:t>
            </a:r>
            <a:endParaRPr lang="en-US" sz="1200" dirty="0"/>
          </a:p>
        </p:txBody>
      </p:sp>
      <p:sp>
        <p:nvSpPr>
          <p:cNvPr id="26" name="Text 24"/>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7" name="Text 25"/>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5A3590"/>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5B3A8C"/>
          </a:solidFill>
          <a:ln w="12700">
            <a:solidFill>
              <a:srgbClr val="5B3A8C"/>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5A3590"/>
          </a:solidFill>
          <a:ln w="12700">
            <a:solidFill>
              <a:srgbClr val="5A3590"/>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DE6F8"/>
                </a:solidFill>
                <a:latin typeface="Calibri" pitchFamily="34" charset="0"/>
                <a:ea typeface="Calibri" pitchFamily="34" charset="-122"/>
                <a:cs typeface="Calibri" pitchFamily="34" charset="-120"/>
              </a:rPr>
              <a:t>C4.2 Bonding and properties • 17 marks • about 30 minutes</a:t>
            </a:r>
            <a:endParaRPr lang="en-US" sz="1800" dirty="0"/>
          </a:p>
        </p:txBody>
      </p:sp>
      <p:sp>
        <p:nvSpPr>
          <p:cNvPr id="9" name="Text 7"/>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DDD0F2"/>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DDD0F2"/>
                </a:solidFill>
                <a:latin typeface="Calibri" pitchFamily="34" charset="0"/>
                <a:ea typeface="Calibri" pitchFamily="34" charset="-122"/>
                <a:cs typeface="Calibri" pitchFamily="34" charset="-120"/>
              </a:rPr>
              <a:t>Homework  |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22</a:t>
            </a:r>
            <a:endParaRPr lang="en-US" sz="1000" dirty="0"/>
          </a:p>
        </p:txBody>
      </p:sp>
      <p:sp>
        <p:nvSpPr>
          <p:cNvPr id="8" name="Text 6"/>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Answer all questions. Q7 is a 6-mark extended answer. All questions are for both tiers.</a:t>
            </a:r>
            <a:endParaRPr lang="en-US" sz="1150" dirty="0"/>
          </a:p>
        </p:txBody>
      </p:sp>
      <p:sp>
        <p:nvSpPr>
          <p:cNvPr id="9" name="Shape 7"/>
          <p:cNvSpPr/>
          <p:nvPr/>
        </p:nvSpPr>
        <p:spPr>
          <a:xfrm>
            <a:off x="411480" y="1517904"/>
            <a:ext cx="5570068" cy="1079653"/>
          </a:xfrm>
          <a:prstGeom prst="roundRect">
            <a:avLst>
              <a:gd name="adj" fmla="val 4235"/>
            </a:avLst>
          </a:prstGeom>
          <a:solidFill>
            <a:srgbClr val="F8F5FC"/>
          </a:solidFill>
          <a:ln w="9525">
            <a:solidFill>
              <a:srgbClr val="DDD3EC"/>
            </a:solidFill>
            <a:prstDash val="solid"/>
          </a:ln>
        </p:spPr>
      </p:sp>
      <p:sp>
        <p:nvSpPr>
          <p:cNvPr id="10" name="Text 8"/>
          <p:cNvSpPr/>
          <p:nvPr/>
        </p:nvSpPr>
        <p:spPr>
          <a:xfrm>
            <a:off x="548640" y="1591056"/>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Name the type of bond that joins the atoms </a:t>
            </a:r>
            <a:r>
              <a:rPr lang="en-US" sz="1150" b="1" dirty="0">
                <a:solidFill>
                  <a:srgbClr val="262B3A"/>
                </a:solidFill>
                <a:latin typeface="Calibri" pitchFamily="34" charset="0"/>
                <a:ea typeface="Calibri" pitchFamily="34" charset="-122"/>
                <a:cs typeface="Calibri" pitchFamily="34" charset="-120"/>
              </a:rPr>
              <a:t>along</a:t>
            </a:r>
            <a:r>
              <a:rPr lang="en-US" sz="1150" dirty="0">
                <a:solidFill>
                  <a:srgbClr val="262B3A"/>
                </a:solidFill>
                <a:latin typeface="Calibri" pitchFamily="34" charset="0"/>
                <a:ea typeface="Calibri" pitchFamily="34" charset="-122"/>
                <a:cs typeface="Calibri" pitchFamily="34" charset="-120"/>
              </a:rPr>
              <a:t> a polymer chain.</a:t>
            </a:r>
            <a:endParaRPr lang="en-US" sz="1150" dirty="0"/>
          </a:p>
        </p:txBody>
      </p:sp>
      <p:sp>
        <p:nvSpPr>
          <p:cNvPr id="11" name="Text 9"/>
          <p:cNvSpPr/>
          <p:nvPr/>
        </p:nvSpPr>
        <p:spPr>
          <a:xfrm>
            <a:off x="4518508" y="2304949"/>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2" name="Shape 10"/>
          <p:cNvSpPr/>
          <p:nvPr/>
        </p:nvSpPr>
        <p:spPr>
          <a:xfrm>
            <a:off x="411480" y="2707285"/>
            <a:ext cx="5570068" cy="1079653"/>
          </a:xfrm>
          <a:prstGeom prst="roundRect">
            <a:avLst>
              <a:gd name="adj" fmla="val 4235"/>
            </a:avLst>
          </a:prstGeom>
          <a:solidFill>
            <a:srgbClr val="F8F5FC"/>
          </a:solidFill>
          <a:ln w="9525">
            <a:solidFill>
              <a:srgbClr val="DDD3EC"/>
            </a:solidFill>
            <a:prstDash val="solid"/>
          </a:ln>
        </p:spPr>
      </p:sp>
      <p:sp>
        <p:nvSpPr>
          <p:cNvPr id="13" name="Text 11"/>
          <p:cNvSpPr/>
          <p:nvPr/>
        </p:nvSpPr>
        <p:spPr>
          <a:xfrm>
            <a:off x="548640" y="2780437"/>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Explain why poly(ethene) does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conduct electricity.</a:t>
            </a:r>
            <a:endParaRPr lang="en-US" sz="1150" dirty="0"/>
          </a:p>
        </p:txBody>
      </p:sp>
      <p:sp>
        <p:nvSpPr>
          <p:cNvPr id="14" name="Text 12"/>
          <p:cNvSpPr/>
          <p:nvPr/>
        </p:nvSpPr>
        <p:spPr>
          <a:xfrm>
            <a:off x="4518508" y="349433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3896666"/>
            <a:ext cx="5570068" cy="1241601"/>
          </a:xfrm>
          <a:prstGeom prst="roundRect">
            <a:avLst>
              <a:gd name="adj" fmla="val 3682"/>
            </a:avLst>
          </a:prstGeom>
          <a:solidFill>
            <a:srgbClr val="F8F5FC"/>
          </a:solidFill>
          <a:ln w="9525">
            <a:solidFill>
              <a:srgbClr val="DDD3EC"/>
            </a:solidFill>
            <a:prstDash val="solid"/>
          </a:ln>
        </p:spPr>
      </p:sp>
      <p:sp>
        <p:nvSpPr>
          <p:cNvPr id="16" name="Text 14"/>
          <p:cNvSpPr/>
          <p:nvPr/>
        </p:nvSpPr>
        <p:spPr>
          <a:xfrm>
            <a:off x="548640" y="3969818"/>
            <a:ext cx="5295748" cy="89412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Poly(propene) has the repeat unit </a:t>
            </a:r>
            <a:r>
              <a:rPr lang="en-US" sz="1150" b="1" dirty="0">
                <a:solidFill>
                  <a:srgbClr val="262B3A"/>
                </a:solidFill>
                <a:latin typeface="Calibri" pitchFamily="34" charset="0"/>
                <a:ea typeface="Calibri" pitchFamily="34" charset="-122"/>
                <a:cs typeface="Calibri" pitchFamily="34" charset="-120"/>
              </a:rPr>
              <a:t>C₃H₆</a:t>
            </a:r>
            <a:r>
              <a:rPr lang="en-US" sz="1150" dirty="0">
                <a:solidFill>
                  <a:srgbClr val="262B3A"/>
                </a:solidFill>
                <a:latin typeface="Calibri" pitchFamily="34" charset="0"/>
                <a:ea typeface="Calibri" pitchFamily="34" charset="-122"/>
                <a:cs typeface="Calibri" pitchFamily="34" charset="-120"/>
              </a:rPr>
              <a:t>. Calculate Mr for a chain of </a:t>
            </a:r>
            <a:r>
              <a:rPr lang="en-US" sz="1150" b="1" dirty="0">
                <a:solidFill>
                  <a:srgbClr val="262B3A"/>
                </a:solidFill>
                <a:latin typeface="Calibri" pitchFamily="34" charset="0"/>
                <a:ea typeface="Calibri" pitchFamily="34" charset="-122"/>
                <a:cs typeface="Calibri" pitchFamily="34" charset="-120"/>
              </a:rPr>
              <a:t>3000</a:t>
            </a:r>
            <a:r>
              <a:rPr lang="en-US" sz="1150" dirty="0">
                <a:solidFill>
                  <a:srgbClr val="262B3A"/>
                </a:solidFill>
                <a:latin typeface="Calibri" pitchFamily="34" charset="0"/>
                <a:ea typeface="Calibri" pitchFamily="34" charset="-122"/>
                <a:cs typeface="Calibri" pitchFamily="34" charset="-120"/>
              </a:rPr>
              <a:t> repeat units. (C = 12, H = 1)</a:t>
            </a:r>
            <a:endParaRPr lang="en-US" sz="1150" dirty="0"/>
          </a:p>
        </p:txBody>
      </p:sp>
      <p:sp>
        <p:nvSpPr>
          <p:cNvPr id="17" name="Text 15"/>
          <p:cNvSpPr/>
          <p:nvPr/>
        </p:nvSpPr>
        <p:spPr>
          <a:xfrm>
            <a:off x="4518508" y="4845659"/>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5247995"/>
            <a:ext cx="5570068" cy="1079653"/>
          </a:xfrm>
          <a:prstGeom prst="roundRect">
            <a:avLst>
              <a:gd name="adj" fmla="val 4235"/>
            </a:avLst>
          </a:prstGeom>
          <a:solidFill>
            <a:srgbClr val="F8F5FC"/>
          </a:solidFill>
          <a:ln w="9525">
            <a:solidFill>
              <a:srgbClr val="DDD3EC"/>
            </a:solidFill>
            <a:prstDash val="solid"/>
          </a:ln>
        </p:spPr>
      </p:sp>
      <p:sp>
        <p:nvSpPr>
          <p:cNvPr id="19" name="Text 17"/>
          <p:cNvSpPr/>
          <p:nvPr/>
        </p:nvSpPr>
        <p:spPr>
          <a:xfrm>
            <a:off x="548640" y="5321147"/>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Explain why polymers with </a:t>
            </a:r>
            <a:r>
              <a:rPr lang="en-US" sz="1150" b="1" dirty="0">
                <a:solidFill>
                  <a:srgbClr val="262B3A"/>
                </a:solidFill>
                <a:latin typeface="Calibri" pitchFamily="34" charset="0"/>
                <a:ea typeface="Calibri" pitchFamily="34" charset="-122"/>
                <a:cs typeface="Calibri" pitchFamily="34" charset="-120"/>
              </a:rPr>
              <a:t>longer</a:t>
            </a:r>
            <a:r>
              <a:rPr lang="en-US" sz="1150" dirty="0">
                <a:solidFill>
                  <a:srgbClr val="262B3A"/>
                </a:solidFill>
                <a:latin typeface="Calibri" pitchFamily="34" charset="0"/>
                <a:ea typeface="Calibri" pitchFamily="34" charset="-122"/>
                <a:cs typeface="Calibri" pitchFamily="34" charset="-120"/>
              </a:rPr>
              <a:t> chains have higher melting points.</a:t>
            </a:r>
            <a:endParaRPr lang="en-US" sz="1150" dirty="0"/>
          </a:p>
        </p:txBody>
      </p:sp>
      <p:sp>
        <p:nvSpPr>
          <p:cNvPr id="20" name="Text 18"/>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1517904"/>
            <a:ext cx="5570068" cy="997889"/>
          </a:xfrm>
          <a:prstGeom prst="roundRect">
            <a:avLst>
              <a:gd name="adj" fmla="val 4582"/>
            </a:avLst>
          </a:prstGeom>
          <a:solidFill>
            <a:srgbClr val="F8F5FC"/>
          </a:solidFill>
          <a:ln w="9525">
            <a:solidFill>
              <a:srgbClr val="DDD3EC"/>
            </a:solidFill>
            <a:prstDash val="solid"/>
          </a:ln>
        </p:spPr>
      </p:sp>
      <p:sp>
        <p:nvSpPr>
          <p:cNvPr id="22" name="Text 20"/>
          <p:cNvSpPr/>
          <p:nvPr/>
        </p:nvSpPr>
        <p:spPr>
          <a:xfrm>
            <a:off x="6347308" y="1591056"/>
            <a:ext cx="5295748" cy="650417"/>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Explain why aluminium is a good material for </a:t>
            </a:r>
            <a:r>
              <a:rPr lang="en-US" sz="1150" b="1" dirty="0">
                <a:solidFill>
                  <a:srgbClr val="262B3A"/>
                </a:solidFill>
                <a:latin typeface="Calibri" pitchFamily="34" charset="0"/>
                <a:ea typeface="Calibri" pitchFamily="34" charset="-122"/>
                <a:cs typeface="Calibri" pitchFamily="34" charset="-120"/>
              </a:rPr>
              <a:t>saucepans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10317175" y="2223185"/>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2625521"/>
            <a:ext cx="5570068" cy="997889"/>
          </a:xfrm>
          <a:prstGeom prst="roundRect">
            <a:avLst>
              <a:gd name="adj" fmla="val 4582"/>
            </a:avLst>
          </a:prstGeom>
          <a:solidFill>
            <a:srgbClr val="F8F5FC"/>
          </a:solidFill>
          <a:ln w="9525">
            <a:solidFill>
              <a:srgbClr val="DDD3EC"/>
            </a:solidFill>
            <a:prstDash val="solid"/>
          </a:ln>
        </p:spPr>
      </p:sp>
      <p:sp>
        <p:nvSpPr>
          <p:cNvPr id="25" name="Text 23"/>
          <p:cNvSpPr/>
          <p:nvPr/>
        </p:nvSpPr>
        <p:spPr>
          <a:xfrm>
            <a:off x="6347308" y="2698673"/>
            <a:ext cx="5295748" cy="650417"/>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Silicon burns in oxygen to make solid silicon dioxide. Write a balanced equation with </a:t>
            </a:r>
            <a:r>
              <a:rPr lang="en-US" sz="1150" b="1" dirty="0">
                <a:solidFill>
                  <a:srgbClr val="262B3A"/>
                </a:solidFill>
                <a:latin typeface="Calibri" pitchFamily="34" charset="0"/>
                <a:ea typeface="Calibri" pitchFamily="34" charset="-122"/>
                <a:cs typeface="Calibri" pitchFamily="34" charset="-120"/>
              </a:rPr>
              <a:t>state symbols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10317175" y="3330801"/>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7" name="Shape 25"/>
          <p:cNvSpPr/>
          <p:nvPr/>
        </p:nvSpPr>
        <p:spPr>
          <a:xfrm>
            <a:off x="6210148" y="3733137"/>
            <a:ext cx="5570068" cy="2594511"/>
          </a:xfrm>
          <a:prstGeom prst="roundRect">
            <a:avLst>
              <a:gd name="adj" fmla="val 1762"/>
            </a:avLst>
          </a:prstGeom>
          <a:solidFill>
            <a:srgbClr val="FFF4E0"/>
          </a:solidFill>
          <a:ln w="9525">
            <a:solidFill>
              <a:srgbClr val="F1D9A8"/>
            </a:solidFill>
            <a:prstDash val="solid"/>
          </a:ln>
        </p:spPr>
      </p:sp>
      <p:sp>
        <p:nvSpPr>
          <p:cNvPr id="28" name="Text 26"/>
          <p:cNvSpPr/>
          <p:nvPr/>
        </p:nvSpPr>
        <p:spPr>
          <a:xfrm>
            <a:off x="6347308" y="3806289"/>
            <a:ext cx="5295748" cy="224703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7  </a:t>
            </a:r>
            <a:r>
              <a:rPr lang="en-US" sz="1150" dirty="0">
                <a:solidFill>
                  <a:srgbClr val="262B3A"/>
                </a:solidFill>
                <a:latin typeface="Calibri" pitchFamily="34" charset="0"/>
                <a:ea typeface="Calibri" pitchFamily="34" charset="-122"/>
                <a:cs typeface="Calibri" pitchFamily="34" charset="-120"/>
              </a:rPr>
              <a:t>Diamond and graphite are both made only of </a:t>
            </a:r>
            <a:r>
              <a:rPr lang="en-US" sz="1150" b="1" dirty="0">
                <a:solidFill>
                  <a:srgbClr val="262B3A"/>
                </a:solidFill>
                <a:latin typeface="Calibri" pitchFamily="34" charset="0"/>
                <a:ea typeface="Calibri" pitchFamily="34" charset="-122"/>
                <a:cs typeface="Calibri" pitchFamily="34" charset="-120"/>
              </a:rPr>
              <a:t>carbon</a:t>
            </a:r>
            <a:r>
              <a:rPr lang="en-US" sz="1150" dirty="0">
                <a:solidFill>
                  <a:srgbClr val="262B3A"/>
                </a:solidFill>
                <a:latin typeface="Calibri" pitchFamily="34" charset="0"/>
                <a:ea typeface="Calibri" pitchFamily="34" charset="-122"/>
                <a:cs typeface="Calibri" pitchFamily="34" charset="-120"/>
              </a:rPr>
              <a:t> atoms. Explain why they have </a:t>
            </a:r>
            <a:r>
              <a:rPr lang="en-US" sz="1150" b="1" dirty="0">
                <a:solidFill>
                  <a:srgbClr val="262B3A"/>
                </a:solidFill>
                <a:latin typeface="Calibri" pitchFamily="34" charset="0"/>
                <a:ea typeface="Calibri" pitchFamily="34" charset="-122"/>
                <a:cs typeface="Calibri" pitchFamily="34" charset="-120"/>
              </a:rPr>
              <a:t>different properties and uses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OCR J260 C4.2 How do bonding and structure affect properties of materials?</dc:title>
  <dc:subject>PptxGenJS Presentation</dc:subject>
  <dc:creator>GCSE Chemistry</dc:creator>
  <cp:lastModifiedBy>GCSE Chemistry</cp:lastModifiedBy>
  <cp:revision>1</cp:revision>
  <dcterms:created xsi:type="dcterms:W3CDTF">2026-10-31T15:36:36Z</dcterms:created>
  <dcterms:modified xsi:type="dcterms:W3CDTF">2026-10-31T15:36:36Z</dcterms:modified>
</cp:coreProperties>
</file>