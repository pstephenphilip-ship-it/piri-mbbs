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C4.2 How do bonding and structure affect properties of materials? is Part 2 of 4 in J260 Chapter C4 Material choices (C4.1 data to choose materials, C4.2 bonding and structure, C4.3 nanoparticles, C4.4 end of life / life cycle).
Numbering: in J258 (Chemistry B, separate science) this sub-topic is C4.3, because J258 has an extra C4.2 "What are the different types of polymers?" (addition / condensation / natural polymers), which is separate science only. Evidence: OCR J260 Advance Information June 2022; RSC Education lesson plan (C4.2 heading); docbrown combined page; SPEC_C4_1.md. See SPEC_C4_2.md.
The statement wording is reconstructed from search extracts (exact J260 text not seen). No Higher-only statement was found; the bond-energy calculation on slide 12 is marked GRADE 7–9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Statements (reconstructed from search extracts; J258 C4.3 renumbered for J260 C4.2; see SPEC_C4_2.md):
C4.2.1 explain how the bulk properties of materials (including strength, melting point, electrical and thermal conductivity, brittleness, flexibility, hardness and malleability) are related to the different types of bonds they contain, their bond strengths in relation to intermolecular forces and the ways in which their bonds are arranged, recognising that the atoms themselves do not have these properties (RSC extract; medium–high)
C4.2.2 describe the nature and arrangement of chemical bonds in polymers (code UNVERIFIED)
C4.2.3 describe the nature and arrangement of chemical bonds in giant covalent structures (code UNVERIFIED)
C4.2.4 explain the properties of diamond and graphite in terms of their structures and bonding (code UNVERIFIED)
No statement found in bold (HT). Ideas about Science: models and their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C4 has four sub-topics (OCR J260 Advance Information June 2022 lists C4.1–C4.4). J258 Chemistry B has five: its C4.2 "What are the different types of polymers?" is separate science only, so J258 C4.3 (bonding and structure) becomes J260 C4.2.
Overlap control: ionic and simple covalent bonding (C2) and metallic bonding (C3.1) are recapped, then USED to explain bulk properties (C4.2.1). Addition polymerisation appears as a one-line recap only; condensation and natural polymers are J258 only and are not taught. Graphene, fullerenes and nanotubes belong to C4.3 (nanoparticles) and are only named. Choosing materials from data is C4.1.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Melting. Particles gain energy, vibrate more, and some forces between particles are overcome so particles can move past each other (stay close together).
2. Na⁺ and Cl⁻ ions (sodium loses one electron, chlorine gains one). Strong electrostatic attraction between oppositely charged ions in all directions: an ionic lattice. 2Na(s) + Cl₂(g) → 2NaCl(s).
3. A shared pair of electrons between two atoms (non-metals). Carbon forms 4 covalent bonds.
4. A giant lattice of positive metal ions in a "sea" of delocalised electrons; the electrons are free to move through the whole structure and attract the positive ions (metallic bonding).
5. 6 atoms (2 C + 4 H). Mr = 2 × 12 + 4 × 1 = 28.
6. Hardness: resistance to scratching / denting. Strength: force needed to break it (in tension or compression). Flexibility: able to bend without breaking (C4.1 recap only; property data are C4.1).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Hardness is a bulk property of a large collection of bonded atoms; it depends on how the atoms are bonded and arranged, and one atom on its own has no bonds to resist scratching. 3 g × 44 ÷ 12 = 11 g CO₂.
Equation atom balance asserted in node (C 1 = 1, O 2 = 2). The diamond cell is drawn from real diamond-cubic coordinates (16 bonds, every inner atom bonded to 4: asserted). Models: ball-and-stick drawings exaggerate the gaps between atoms (limitation of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Y: simple molecular (low melting point: only weak intermolecular forces to overcome; no ions or free electrons), e.g. bromine (m.p. −7 °C). Z: metallic (delocalised electrons carry charge; layers of ions can slide).
This slide recaps C2 (ionic, covalent) and C3.1 (metallic) and links each to bulk properties, which is the C4.2.1 requirement. Ionic equation recap: 2Na(s) + Cl₂(g) → 2NaCl(s) (balance asserted). Graphite is the main exception to "giant covalent does not conduct" (slide 13). The 2D silica drawing keeps the 1 : 2 ratio of Si : O (used on slide 12). Limitation: 2D models cannot show the real 3D tetrahedral arrangement.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The atoms are bonded / arranged differently (1); diamond: each C bonded to 4 others in a 3D network, graphite: each C bonded to 3 in layers (1).
Q2 [2]: Giant covalent (1); high melting point so many strong (covalent) bonds broken AND no ions / free electrons so does not conduct (1).
Q3 [2]: C + O₂ → CO₂ (1); state symbols (s), (g), (g) (1).
Q4 [2]: Mr CO₂ = 44 / 12 g → 44 g (1); 6 × 44 ÷ 12 = 22 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No. Boiling separates whole H₂O molecules by overcoming the weak intermolecular forces; the strong covalent O–H bonds inside each molecule stay intact (steam is still H₂O). 1710 − 801 = 909 °C.
Data: approximate data-book values (CH₄ −182, H₂O 0, NaCl 801, Cu 1085, SiO₂ about 1710, diamond about 3550 °C; diamond actually changes to graphite / sublimes at about this temperature). Poly(ethene) has no sharp melting point: it softens over a range (LDPE about 105–115 °C); 110 is shown as a typical value. Ascending order and 983 / 909 asserted in node.
Common misconception: "covalent bonds break when a simple molecular substance melts".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Polymers do not conduct electricity (no delocalised electrons or ions: all electrons are in covalent bonds), so they insulate; also flexible. Mr C₂H₃Cl = 24 + 3 + 35.5 = 62.5; × 2000 = 125 000.
Atom balance of n C₂H₄ → (C₂H₄)ₙ asserted for n = 5000. The chemistry of addition and condensation polymerisation is J258 C4.2 (separate science only), so it is recapped in one line here. Real chains have thousands of carbon atoms and are coiled in 3D; the drawing is a 2D model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handle gets hot; a thermoset has covalent cross-links between chains, so the chains cannot slide apart when heated and it does not soften or melt (it is rigid). C₃₀ (66 °C vs 37 °C).
Data: approximate data-book melting points of straight-chain alkanes C₁₀H₂₂ (−30), C₂₀H₄₂ (37), C₃₀H₆₂ (66), C₄₀H₈₂ (81) °C, UNVERIFIED to ±2 °C; poly(ethene) chains (thousands of C) soften at about 110–135 °C. Rises 67, 29, 15 asserted. The curve is drawn through the plotted points.
Plasticisers (small molecules that push chains apart, making a polymer more flexible) can be mentioned as an extra if your specification copy includes them; not confirmed for J260.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Simple molecules / only weak intermolecular forces between molecules (1); little energy needed to overcome them; covalent bonds are not broken (1).
Q2 [2]: Poly(ethene): only weak forces between chains are overcome, chains slide (1); diamond: would need to break many strong covalent bonds in a giant structure (1).
Q3 [2]: 66 − (−30) = 96 °C (1); longer chain → higher melting point (1).
Q4 [2]: Covalent cross-links between chains (1); chains cannot move / slide past each other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Diamond is very hard because every carbon is joined to four others by strong covalent bonds in a rigid 3D network, so it can cut / scratch other materials without wearing; very high melting point too, so it does not melt from friction. STRETCH: each bond is shared by 2 atoms, so bonds per atom = 4 ÷ 2 = 2; 1 mol of C has 2 mol C–C bonds; 2 × 347 = 694 kJ (a data-book average bond energy; the measured value is a little higher). GRADE 7–9 STRETCH, not a J260 statement.
The diamond drawing uses real diamond-cubic coordinates (16 bonds, each inner atom 4 bonds: asserted in node). Si(s) + O₂(g) → SiO₂(s) balance asserted. Real SiO₂ is 3D (tetrahedral SiO₄ units); the 2D grid model keeps the 1 : 2 ratio but not the shape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Lubricant: weak forces between layers, so layers slide over each other easily (and it has a high melting point, so works when hot). Electrode: delocalised electrons move along the layers, so it conducts electricity; high melting point and fairly unreactive. 10 × 1.5 = 15 bonds.
C4.2.4: explain the properties of diamond and graphite in terms of their structures and bonding. The comparison table is the core exam content. Graphene, fullerenes and nanotubes belong to C4.3 (nanoparticles): name only. The honeycomb layers are generated from the real hexagonal lattice and offset (ABAB stacking). Electrons in graphite move along the layers, not between them: graphite conducts much better along the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Copper: layers of positive ions slide over each other while the delocalised electrons keep attracting them (non-directional metallic bonding), so it stretches without breaking. Salt: a blow shifts a layer so ions of the same charge line up and repel, and the crystal splits. 50 × 3 = 150 electrons.
This slide uses metallic bonding (J260 C3.1) and ionic bonding (C2) as a recap, and applies them to the C4.2.1 bulk properties: malleability, brittleness, conductivity. Charge balance for Mg → Mg²⁺ + 2e⁻ asserted. Models: 2D slices of 3D lattices; real metals have defects and grains (C4.1 alloys are not repeated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Each carbon atom is covalently bonded to four others (1); in a rigid 3D giant structure / many strong bonds must be broken (1).
Q2 [2]: Graphite: each C bonds to 3, so one delocalised electron per atom that can move (1); diamond: all 4 outer electrons in bonds, no free electrons (1).
Q3 [2]: Layers of (positive) ions can slide over each other (1); the delocalised electrons still hold them together / bonds not broken (1).
Q4 [2]: Each O shared between 2 Si, so O per Si = 4 ÷ 2 (1); = 2, so Si : O = 1 : 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IV: volume of borax solution added. DV: time for the slime to flow 10 cm. Same angle: the angle changes how fast the slime flows, so it must be controlled to make the test fair (only the borax should change the result).
Suggested practical (no PAG code confirmed for C4.2 in J260). Hazards (CLEAPSS-style): sodium tetraborate (borax) SOLID is classified as a reproductive toxicant (DANGER: may damage fertility or the unborn child): technician only, prepared as a dilute solution; check the current CLEAPSS Hazcard and recipe for the concentration classification threshold (UNVERIFIED here). PVA (poly(ethenol)) 4% solution: low hazard. Eye protection; avoid skin contact; wash hands; spills on floors are slippery. The cross-links formed by borate are weaker (reversible) than the permanent covalent cross-links in a thermoset: discuss as a model limitation.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32 s (read from the curve; accept 30–35 s). Anomaly: stirred for longer / less PVA / some borax left in the cylinder / tile angle changed / timing error.
All values illustrative, asserted in node: means 3, 10, 24, 41, 62, 87 s; uncertainty ±2 s at 5 cm³ (2.3%). The line of best fit is a least-squares quadratic through the means (asserted within 3 s of every mean). Plot points with ×, draw a smooth curve, and do not join dot to dot. The anomaly is circled and left out of the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(38 + 42 + 40) ÷ 3 = 120 ÷ 3 (1); = 40 s (1).
Q2 [2]: Half the range: (42 − 38) ÷ 2 (1); ± 2 s (1).
Q3 [2]: It is anomalous / does not fit the pattern (1); leave it out of the mean / repeat that trial (1).
Q4 [2]: More cross-links form between the polymer chains (1); chains cannot slide past each other as easily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Ionic lattice, metallic bonding and delocalised electrons are recap terms from C2 and C3.1, used here to explain bulk properties. Graphene and fullerenes are C4.3 key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Giant covalent: A (1). Simple molecular: B (1).
(b) [2]: Only weak intermolecular forces between molecules (1); little energy needed to overcome them / covalent bonds not broken (1).
(c) [2]: C is a metal with delocalised electrons (1); which move through the structure carrying charge (1).
(d) [2]: Layers of ions shift so that ions with the same charge line up (1); they repel and the crystal splits (1).
(e) [2]: 3550 − (−7) (1); = 3557 °C (1). Allow 3560 °C.
(f) [3]: Thermoset has cross-links (1); which are covalent bonds between chains (1); so chains cannot slide / it does not soften or melt when heated, whereas a thermosoftening polymer would soften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Covalent (1).
2 [2]: No delocalised / free electrons and no ions (1); all electrons are held in covalent bonds (1).
3 [2]: Mr C₃H₆ = 3 × 12 + 6 × 1 = 42 (1); × 3000 = 126 000 (1).
4 [2]: More contact between chains / more intermolecular forces (1); more energy needed to overcome them (1).
5 [2]: Conducts heat (1); because delocalised electrons move / transfer energy through the metal (1). Allow malleable: layers slide so it can be shaped (1 + 1).
6 [2]: Si + O₂ → SiO₂ (1); (s) + (g) → (s) (1).
7 [6]: OCR level-of-response mark scheme (6 marks). Read the whole answer, decide the level from the content descriptor, then the mark within the level from the quality of the line of reasoning. Use the indicative scientific points below.
Level 3 (5–6 marks): Explains at least TWO differences in properties in terms of the bonding / structure of BOTH diamond and graphite, AND links each property to a use. There is a well-developed line of reasoning which is clear and logically structured. The information presented is relevant and substantiated.
Level 2 (3–4 marks): Describes the structures of diamond and graphite AND explains at least one property difference, with a use. There is a line of reasoning presented with some structure. The information presented is relevant and supported by some evidence.
Level 1 (1–2 marks): Simple statements, e.g. "diamond is hard" or "graphite has layers", with little explanation. There is an attempt at a logical structure with a line of reasoning. The information is in the most part relevant.
0 marks: no response or no response worthy of credit.
Indicative scientific points may include:
 • Both are giant covalent structures made only of carbon atoms joined by strong covalent bonds.
 • Diamond: each C bonded to 4 others in a rigid 3D (tetrahedral) network → very hard → cutting / drilling tools.
 • Graphite: each C bonded to 3 others in flat hexagonal layers; weak forces between layers → layers slide → soft, slippery → lubricant, pencils.
 • Graphite: the fourth electron of each C is delocalised and moves along the layers → conducts electricity → electrodes.
 • Diamond: all four outer electrons used in bonds → no free electrons → does not conduct.
 • Both: very high melting points because many strong covalent bonds must be broken → graphite electrodes work at high temperature.
 • Properties come from the bonding and arrangement, not from the carbon atoms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C4.2  Bonding and properties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DCCDF3"/>
                </a:solidFill>
                <a:latin typeface="Georgia" pitchFamily="34" charset="0"/>
                <a:ea typeface="Georgia" pitchFamily="34" charset="-122"/>
                <a:cs typeface="Georgia" pitchFamily="34" charset="-120"/>
              </a:rPr>
              <a:t>How do bonding and structure affect properties of materials?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Bulk properties  •  Intermolecular forces  •  Polymers  •  Cross-links  •  Diamond  •  Graphite</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C4.2.1–C4.2.4 • bulk properties, polymers, giant covalent, diamond and graphite</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no Higher-only statement found • stretch marked</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Practical: cross-linking PVA slime • melting-point data • chain length graph</a:t>
            </a:r>
            <a:endParaRPr lang="en-US" sz="1400" dirty="0"/>
          </a:p>
        </p:txBody>
      </p:sp>
      <p:sp>
        <p:nvSpPr>
          <p:cNvPr id="19" name="Shape 17"/>
          <p:cNvSpPr/>
          <p:nvPr/>
        </p:nvSpPr>
        <p:spPr>
          <a:xfrm>
            <a:off x="731520" y="5769864"/>
            <a:ext cx="4192524"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192524"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2 of 4 in Chapter C4: Material choices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C4.2 How do bonding and structure affect properties of materials?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C4.2.1–C4.2.4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C4.2.1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bulk properties</a:t>
            </a:r>
            <a:r>
              <a:rPr lang="en-US" sz="1200" dirty="0">
                <a:solidFill>
                  <a:srgbClr val="262B3A"/>
                </a:solidFill>
                <a:latin typeface="Calibri" pitchFamily="34" charset="0"/>
                <a:ea typeface="Calibri" pitchFamily="34" charset="-122"/>
                <a:cs typeface="Calibri" pitchFamily="34" charset="-120"/>
              </a:rPr>
              <a:t> come from </a:t>
            </a:r>
            <a:r>
              <a:rPr lang="en-US" sz="1200" b="1" dirty="0">
                <a:solidFill>
                  <a:srgbClr val="262B3A"/>
                </a:solidFill>
                <a:latin typeface="Calibri" pitchFamily="34" charset="0"/>
                <a:ea typeface="Calibri" pitchFamily="34" charset="-122"/>
                <a:cs typeface="Calibri" pitchFamily="34" charset="-120"/>
              </a:rPr>
              <a:t>bonds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structure</a:t>
            </a:r>
            <a:r>
              <a:rPr lang="en-US" sz="1200" dirty="0">
                <a:solidFill>
                  <a:srgbClr val="262B3A"/>
                </a:solidFill>
                <a:latin typeface="Calibri" pitchFamily="34" charset="0"/>
                <a:ea typeface="Calibri" pitchFamily="34" charset="-122"/>
                <a:cs typeface="Calibri" pitchFamily="34" charset="-120"/>
              </a:rPr>
              <a:t>, not from the atoms themselves.</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C4.2.1   </a:t>
            </a:r>
            <a:r>
              <a:rPr lang="en-US" sz="1200" dirty="0">
                <a:solidFill>
                  <a:srgbClr val="262B3A"/>
                </a:solidFill>
                <a:latin typeface="Calibri" pitchFamily="34" charset="0"/>
                <a:ea typeface="Calibri" pitchFamily="34" charset="-122"/>
                <a:cs typeface="Calibri" pitchFamily="34" charset="-120"/>
              </a:rPr>
              <a:t>Compare </a:t>
            </a:r>
            <a:r>
              <a:rPr lang="en-US" sz="1200" b="1" dirty="0">
                <a:solidFill>
                  <a:srgbClr val="262B3A"/>
                </a:solidFill>
                <a:latin typeface="Calibri" pitchFamily="34" charset="0"/>
                <a:ea typeface="Calibri" pitchFamily="34" charset="-122"/>
                <a:cs typeface="Calibri" pitchFamily="34" charset="-120"/>
              </a:rPr>
              <a:t>ionic</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simple molecular</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giant covalent</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metallic</a:t>
            </a:r>
            <a:r>
              <a:rPr lang="en-US" sz="1200" dirty="0">
                <a:solidFill>
                  <a:srgbClr val="262B3A"/>
                </a:solidFill>
                <a:latin typeface="Calibri" pitchFamily="34" charset="0"/>
                <a:ea typeface="Calibri" pitchFamily="34" charset="-122"/>
                <a:cs typeface="Calibri" pitchFamily="34" charset="-120"/>
              </a:rPr>
              <a:t> structures (recap C2, C3).</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C4.2.1   </a:t>
            </a:r>
            <a:r>
              <a:rPr lang="en-US" sz="1200" dirty="0">
                <a:solidFill>
                  <a:srgbClr val="262B3A"/>
                </a:solidFill>
                <a:latin typeface="Calibri" pitchFamily="34" charset="0"/>
                <a:ea typeface="Calibri" pitchFamily="34" charset="-122"/>
                <a:cs typeface="Calibri" pitchFamily="34" charset="-120"/>
              </a:rPr>
              <a:t>Explain melting points using </a:t>
            </a:r>
            <a:r>
              <a:rPr lang="en-US" sz="1200" b="1" dirty="0">
                <a:solidFill>
                  <a:srgbClr val="262B3A"/>
                </a:solidFill>
                <a:latin typeface="Calibri" pitchFamily="34" charset="0"/>
                <a:ea typeface="Calibri" pitchFamily="34" charset="-122"/>
                <a:cs typeface="Calibri" pitchFamily="34" charset="-120"/>
              </a:rPr>
              <a:t>bond strength</a:t>
            </a:r>
            <a:r>
              <a:rPr lang="en-US" sz="1200" dirty="0">
                <a:solidFill>
                  <a:srgbClr val="262B3A"/>
                </a:solidFill>
                <a:latin typeface="Calibri" pitchFamily="34" charset="0"/>
                <a:ea typeface="Calibri" pitchFamily="34" charset="-122"/>
                <a:cs typeface="Calibri" pitchFamily="34" charset="-120"/>
              </a:rPr>
              <a:t> versus </a:t>
            </a:r>
            <a:r>
              <a:rPr lang="en-US" sz="1200" b="1" dirty="0">
                <a:solidFill>
                  <a:srgbClr val="262B3A"/>
                </a:solidFill>
                <a:latin typeface="Calibri" pitchFamily="34" charset="0"/>
                <a:ea typeface="Calibri" pitchFamily="34" charset="-122"/>
                <a:cs typeface="Calibri" pitchFamily="34" charset="-120"/>
              </a:rPr>
              <a:t>intermolecular forces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6A3FA0"/>
          </a:solidFill>
          <a:ln w="12700">
            <a:solidFill>
              <a:srgbClr val="6A3FA0"/>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C4.2.2   </a:t>
            </a:r>
            <a:r>
              <a:rPr lang="en-US" sz="1200" dirty="0">
                <a:solidFill>
                  <a:srgbClr val="262B3A"/>
                </a:solidFill>
                <a:latin typeface="Calibri" pitchFamily="34" charset="0"/>
                <a:ea typeface="Calibri" pitchFamily="34" charset="-122"/>
                <a:cs typeface="Calibri" pitchFamily="34" charset="-120"/>
              </a:rPr>
              <a:t>Describe the bonds </a:t>
            </a:r>
            <a:r>
              <a:rPr lang="en-US" sz="1200" b="1" dirty="0">
                <a:solidFill>
                  <a:srgbClr val="262B3A"/>
                </a:solidFill>
                <a:latin typeface="Calibri" pitchFamily="34" charset="0"/>
                <a:ea typeface="Calibri" pitchFamily="34" charset="-122"/>
                <a:cs typeface="Calibri" pitchFamily="34" charset="-120"/>
              </a:rPr>
              <a:t>in</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between</a:t>
            </a:r>
            <a:r>
              <a:rPr lang="en-US" sz="1200" dirty="0">
                <a:solidFill>
                  <a:srgbClr val="262B3A"/>
                </a:solidFill>
                <a:latin typeface="Calibri" pitchFamily="34" charset="0"/>
                <a:ea typeface="Calibri" pitchFamily="34" charset="-122"/>
                <a:cs typeface="Calibri" pitchFamily="34" charset="-120"/>
              </a:rPr>
              <a:t> polymer chains.</a:t>
            </a:r>
            <a:endParaRPr lang="en-US" sz="1100" dirty="0"/>
          </a:p>
        </p:txBody>
      </p:sp>
      <p:sp>
        <p:nvSpPr>
          <p:cNvPr id="20" name="Shape 18"/>
          <p:cNvSpPr/>
          <p:nvPr/>
        </p:nvSpPr>
        <p:spPr>
          <a:xfrm>
            <a:off x="6263640" y="1325880"/>
            <a:ext cx="457200" cy="457200"/>
          </a:xfrm>
          <a:prstGeom prst="ellipse">
            <a:avLst/>
          </a:prstGeom>
          <a:solidFill>
            <a:srgbClr val="6A3FA0"/>
          </a:solidFill>
          <a:ln w="12700">
            <a:solidFill>
              <a:srgbClr val="6A3FA0"/>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C4.2.2   </a:t>
            </a:r>
            <a:r>
              <a:rPr lang="en-US" sz="1200" dirty="0">
                <a:solidFill>
                  <a:srgbClr val="262B3A"/>
                </a:solidFill>
                <a:latin typeface="Calibri" pitchFamily="34" charset="0"/>
                <a:ea typeface="Calibri" pitchFamily="34" charset="-122"/>
                <a:cs typeface="Calibri" pitchFamily="34" charset="-120"/>
              </a:rPr>
              <a:t>Explain how </a:t>
            </a:r>
            <a:r>
              <a:rPr lang="en-US" sz="1200" b="1" dirty="0">
                <a:solidFill>
                  <a:srgbClr val="262B3A"/>
                </a:solidFill>
                <a:latin typeface="Calibri" pitchFamily="34" charset="0"/>
                <a:ea typeface="Calibri" pitchFamily="34" charset="-122"/>
                <a:cs typeface="Calibri" pitchFamily="34" charset="-120"/>
              </a:rPr>
              <a:t>chain length</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cross-links</a:t>
            </a:r>
            <a:r>
              <a:rPr lang="en-US" sz="1200" dirty="0">
                <a:solidFill>
                  <a:srgbClr val="262B3A"/>
                </a:solidFill>
                <a:latin typeface="Calibri" pitchFamily="34" charset="0"/>
                <a:ea typeface="Calibri" pitchFamily="34" charset="-122"/>
                <a:cs typeface="Calibri" pitchFamily="34" charset="-120"/>
              </a:rPr>
              <a:t> change a polymer's properties.</a:t>
            </a:r>
            <a:endParaRPr lang="en-US" sz="1100" dirty="0"/>
          </a:p>
        </p:txBody>
      </p:sp>
      <p:sp>
        <p:nvSpPr>
          <p:cNvPr id="23" name="Shape 21"/>
          <p:cNvSpPr/>
          <p:nvPr/>
        </p:nvSpPr>
        <p:spPr>
          <a:xfrm>
            <a:off x="6263640" y="2194560"/>
            <a:ext cx="457200" cy="457200"/>
          </a:xfrm>
          <a:prstGeom prst="ellipse">
            <a:avLst/>
          </a:prstGeom>
          <a:solidFill>
            <a:srgbClr val="6A3FA0"/>
          </a:solidFill>
          <a:ln w="12700">
            <a:solidFill>
              <a:srgbClr val="6A3FA0"/>
            </a:solidFill>
            <a:prstDash val="solid"/>
          </a:ln>
        </p:spPr>
      </p:sp>
      <p:sp>
        <p:nvSpPr>
          <p:cNvPr id="24" name="Text 22"/>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5" name="Text 23"/>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C4.2.3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giant covalent</a:t>
            </a:r>
            <a:r>
              <a:rPr lang="en-US" sz="1200" dirty="0">
                <a:solidFill>
                  <a:srgbClr val="262B3A"/>
                </a:solidFill>
                <a:latin typeface="Calibri" pitchFamily="34" charset="0"/>
                <a:ea typeface="Calibri" pitchFamily="34" charset="-122"/>
                <a:cs typeface="Calibri" pitchFamily="34" charset="-120"/>
              </a:rPr>
              <a:t> structures: diamond and silicon dioxide.</a:t>
            </a:r>
            <a:endParaRPr lang="en-US" sz="1100" dirty="0"/>
          </a:p>
        </p:txBody>
      </p:sp>
      <p:sp>
        <p:nvSpPr>
          <p:cNvPr id="26" name="Shape 24"/>
          <p:cNvSpPr/>
          <p:nvPr/>
        </p:nvSpPr>
        <p:spPr>
          <a:xfrm>
            <a:off x="6263640" y="3063240"/>
            <a:ext cx="457200" cy="457200"/>
          </a:xfrm>
          <a:prstGeom prst="ellipse">
            <a:avLst/>
          </a:prstGeom>
          <a:solidFill>
            <a:srgbClr val="6A3FA0"/>
          </a:solidFill>
          <a:ln w="12700">
            <a:solidFill>
              <a:srgbClr val="6A3FA0"/>
            </a:solidFill>
            <a:prstDash val="solid"/>
          </a:ln>
        </p:spPr>
      </p:sp>
      <p:sp>
        <p:nvSpPr>
          <p:cNvPr id="27" name="Text 25"/>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28" name="Text 26"/>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C4.2.4   </a:t>
            </a:r>
            <a:r>
              <a:rPr lang="en-US" sz="1200" dirty="0">
                <a:solidFill>
                  <a:srgbClr val="262B3A"/>
                </a:solidFill>
                <a:latin typeface="Calibri" pitchFamily="34" charset="0"/>
                <a:ea typeface="Calibri" pitchFamily="34" charset="-122"/>
                <a:cs typeface="Calibri" pitchFamily="34" charset="-120"/>
              </a:rPr>
              <a:t>Explain the properties and uses of </a:t>
            </a:r>
            <a:r>
              <a:rPr lang="en-US" sz="1200" b="1" dirty="0">
                <a:solidFill>
                  <a:srgbClr val="262B3A"/>
                </a:solidFill>
                <a:latin typeface="Calibri" pitchFamily="34" charset="0"/>
                <a:ea typeface="Calibri" pitchFamily="34" charset="-122"/>
                <a:cs typeface="Calibri" pitchFamily="34" charset="-120"/>
              </a:rPr>
              <a:t>diamond</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graphite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6263640" y="3931920"/>
            <a:ext cx="457200" cy="457200"/>
          </a:xfrm>
          <a:prstGeom prst="ellipse">
            <a:avLst/>
          </a:prstGeom>
          <a:solidFill>
            <a:srgbClr val="6A3FA0"/>
          </a:solidFill>
          <a:ln w="12700">
            <a:solidFill>
              <a:srgbClr val="6A3FA0"/>
            </a:solidFill>
            <a:prstDash val="solid"/>
          </a:ln>
        </p:spPr>
      </p:sp>
      <p:sp>
        <p:nvSpPr>
          <p:cNvPr id="30" name="Text 28"/>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1" name="Text 29"/>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C4.2.1   </a:t>
            </a:r>
            <a:r>
              <a:rPr lang="en-US" sz="1200" dirty="0">
                <a:solidFill>
                  <a:srgbClr val="262B3A"/>
                </a:solidFill>
                <a:latin typeface="Calibri" pitchFamily="34" charset="0"/>
                <a:ea typeface="Calibri" pitchFamily="34" charset="-122"/>
                <a:cs typeface="Calibri" pitchFamily="34" charset="-120"/>
              </a:rPr>
              <a:t>Explain </a:t>
            </a:r>
            <a:r>
              <a:rPr lang="en-US" sz="1200" b="1" dirty="0">
                <a:solidFill>
                  <a:srgbClr val="262B3A"/>
                </a:solidFill>
                <a:latin typeface="Calibri" pitchFamily="34" charset="0"/>
                <a:ea typeface="Calibri" pitchFamily="34" charset="-122"/>
                <a:cs typeface="Calibri" pitchFamily="34" charset="-120"/>
              </a:rPr>
              <a:t>malleability</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brittleness</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conductivity</a:t>
            </a:r>
            <a:r>
              <a:rPr lang="en-US" sz="1200" dirty="0">
                <a:solidFill>
                  <a:srgbClr val="262B3A"/>
                </a:solidFill>
                <a:latin typeface="Calibri" pitchFamily="34" charset="0"/>
                <a:ea typeface="Calibri" pitchFamily="34" charset="-122"/>
                <a:cs typeface="Calibri" pitchFamily="34" charset="-120"/>
              </a:rPr>
              <a:t> of metals and ionic solids.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C4 Material choices • C4.2 is Part 2 of 4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C4.2</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Bonding and properties</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C4.2.1   </a:t>
            </a:r>
            <a:r>
              <a:rPr lang="en-US" sz="1100" dirty="0">
                <a:solidFill>
                  <a:srgbClr val="262B3A"/>
                </a:solidFill>
                <a:latin typeface="Calibri" pitchFamily="34" charset="0"/>
                <a:ea typeface="Calibri" pitchFamily="34" charset="-122"/>
                <a:cs typeface="Calibri" pitchFamily="34" charset="-120"/>
              </a:rPr>
              <a:t>Properties come from bonds, not atoms</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C4.2.1   </a:t>
            </a:r>
            <a:r>
              <a:rPr lang="en-US" sz="1100" dirty="0">
                <a:solidFill>
                  <a:srgbClr val="262B3A"/>
                </a:solidFill>
                <a:latin typeface="Calibri" pitchFamily="34" charset="0"/>
                <a:ea typeface="Calibri" pitchFamily="34" charset="-122"/>
                <a:cs typeface="Calibri" pitchFamily="34" charset="-120"/>
              </a:rPr>
              <a:t>Bonds versus intermolecular forces</a:t>
            </a:r>
            <a:endParaRPr lang="en-US" sz="1100" dirty="0"/>
          </a:p>
        </p:txBody>
      </p:sp>
      <p:sp>
        <p:nvSpPr>
          <p:cNvPr id="19" name="Shape 17"/>
          <p:cNvSpPr/>
          <p:nvPr/>
        </p:nvSpPr>
        <p:spPr>
          <a:xfrm>
            <a:off x="5257800" y="2907792"/>
            <a:ext cx="1097280" cy="274320"/>
          </a:xfrm>
          <a:prstGeom prst="roundRect">
            <a:avLst>
              <a:gd name="adj" fmla="val 50000"/>
            </a:avLst>
          </a:prstGeom>
          <a:solidFill>
            <a:srgbClr val="6A3FA0"/>
          </a:solidFill>
          <a:ln w="12700">
            <a:solidFill>
              <a:srgbClr val="6A3FA0"/>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C4.2.2   </a:t>
            </a:r>
            <a:r>
              <a:rPr lang="en-US" sz="1100" dirty="0">
                <a:solidFill>
                  <a:srgbClr val="262B3A"/>
                </a:solidFill>
                <a:latin typeface="Calibri" pitchFamily="34" charset="0"/>
                <a:ea typeface="Calibri" pitchFamily="34" charset="-122"/>
                <a:cs typeface="Calibri" pitchFamily="34" charset="-120"/>
              </a:rPr>
              <a:t>Polymers: chains, chain length, cross-links</a:t>
            </a:r>
            <a:endParaRPr lang="en-US" sz="1100" dirty="0"/>
          </a:p>
        </p:txBody>
      </p:sp>
      <p:sp>
        <p:nvSpPr>
          <p:cNvPr id="24" name="Shape 22"/>
          <p:cNvSpPr/>
          <p:nvPr/>
        </p:nvSpPr>
        <p:spPr>
          <a:xfrm>
            <a:off x="5257800" y="3566160"/>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C4.2.3–4   </a:t>
            </a:r>
            <a:r>
              <a:rPr lang="en-US" sz="1100" dirty="0">
                <a:solidFill>
                  <a:srgbClr val="262B3A"/>
                </a:solidFill>
                <a:latin typeface="Calibri" pitchFamily="34" charset="0"/>
                <a:ea typeface="Calibri" pitchFamily="34" charset="-122"/>
                <a:cs typeface="Calibri" pitchFamily="34" charset="-120"/>
              </a:rPr>
              <a:t>Giant covalent: diamond, silica, graphite</a:t>
            </a:r>
            <a:endParaRPr lang="en-US" sz="1100" dirty="0"/>
          </a:p>
        </p:txBody>
      </p:sp>
      <p:sp>
        <p:nvSpPr>
          <p:cNvPr id="29" name="Shape 27"/>
          <p:cNvSpPr/>
          <p:nvPr/>
        </p:nvSpPr>
        <p:spPr>
          <a:xfrm>
            <a:off x="5257800" y="4224528"/>
            <a:ext cx="1097280" cy="274320"/>
          </a:xfrm>
          <a:prstGeom prst="roundRect">
            <a:avLst>
              <a:gd name="adj" fmla="val 50000"/>
            </a:avLst>
          </a:prstGeom>
          <a:solidFill>
            <a:srgbClr val="6A3FA0"/>
          </a:solidFill>
          <a:ln w="12700">
            <a:solidFill>
              <a:srgbClr val="6A3FA0"/>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C4.2.1   </a:t>
            </a:r>
            <a:r>
              <a:rPr lang="en-US" sz="1100" dirty="0">
                <a:solidFill>
                  <a:srgbClr val="262B3A"/>
                </a:solidFill>
                <a:latin typeface="Calibri" pitchFamily="34" charset="0"/>
                <a:ea typeface="Calibri" pitchFamily="34" charset="-122"/>
                <a:cs typeface="Calibri" pitchFamily="34" charset="-120"/>
              </a:rPr>
              <a:t>Metals and ionic solids: malleable or brittle</a:t>
            </a:r>
            <a:endParaRPr lang="en-US" sz="1100" dirty="0"/>
          </a:p>
        </p:txBody>
      </p:sp>
      <p:sp>
        <p:nvSpPr>
          <p:cNvPr id="34" name="Shape 32"/>
          <p:cNvSpPr/>
          <p:nvPr/>
        </p:nvSpPr>
        <p:spPr>
          <a:xfrm>
            <a:off x="5257800" y="4882896"/>
            <a:ext cx="1097280" cy="274320"/>
          </a:xfrm>
          <a:prstGeom prst="roundRect">
            <a:avLst>
              <a:gd name="adj" fmla="val 50000"/>
            </a:avLst>
          </a:prstGeom>
          <a:solidFill>
            <a:srgbClr val="6A3FA0"/>
          </a:solidFill>
          <a:ln w="12700">
            <a:solidFill>
              <a:srgbClr val="6A3FA0"/>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Practical   </a:t>
            </a:r>
            <a:r>
              <a:rPr lang="en-US" sz="1100" dirty="0">
                <a:solidFill>
                  <a:srgbClr val="262B3A"/>
                </a:solidFill>
                <a:latin typeface="Calibri" pitchFamily="34" charset="0"/>
                <a:ea typeface="Calibri" pitchFamily="34" charset="-122"/>
                <a:cs typeface="Calibri" pitchFamily="34" charset="-120"/>
              </a:rPr>
              <a:t>Cross-linking PVA slime</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PRACTICAL</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C1 states of matter • C2 ionic and covalent bonding • C3.1 metallic bonding • C4.1 property data</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C4 in J260</a:t>
            </a:r>
            <a:endParaRPr lang="en-US" sz="1500" dirty="0"/>
          </a:p>
          <a:p>
            <a:pPr marL="152400" indent="-152400">
              <a:spcAft>
                <a:spcPts val="200"/>
              </a:spcAft>
              <a:buSzPct val="100000"/>
              <a:buChar char="▪"/>
            </a:pPr>
            <a:r>
              <a:rPr lang="en-US" sz="1100" dirty="0">
                <a:solidFill>
                  <a:srgbClr val="E9E1F7"/>
                </a:solidFill>
                <a:latin typeface="Calibri" pitchFamily="34" charset="0"/>
                <a:ea typeface="Calibri" pitchFamily="34" charset="-122"/>
                <a:cs typeface="Calibri" pitchFamily="34" charset="-120"/>
              </a:rPr>
              <a:t>C4.1 How is data used to choose a material for a particular use?</a:t>
            </a:r>
            <a:endParaRPr lang="en-US" sz="1500" dirty="0"/>
          </a:p>
          <a:p>
            <a:pPr marL="152400" indent="-152400">
              <a:spcAft>
                <a:spcPts val="200"/>
              </a:spcAft>
              <a:buSzPct val="100000"/>
              <a:buChar char="▪"/>
            </a:pPr>
            <a:r>
              <a:rPr lang="en-US" sz="1100" b="1" dirty="0">
                <a:solidFill>
                  <a:srgbClr val="E9E1F7"/>
                </a:solidFill>
                <a:latin typeface="Calibri" pitchFamily="34" charset="0"/>
                <a:ea typeface="Calibri" pitchFamily="34" charset="-122"/>
                <a:cs typeface="Calibri" pitchFamily="34" charset="-120"/>
              </a:rPr>
              <a:t>C4.2 How do bonding and structure affect properties of materials?</a:t>
            </a:r>
            <a:r>
              <a:rPr lang="en-US" sz="1100" dirty="0">
                <a:solidFill>
                  <a:srgbClr val="E9E1F7"/>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9E1F7"/>
                </a:solidFill>
                <a:latin typeface="Calibri" pitchFamily="34" charset="0"/>
                <a:ea typeface="Calibri" pitchFamily="34" charset="-122"/>
                <a:cs typeface="Calibri" pitchFamily="34" charset="-120"/>
              </a:rPr>
              <a:t>C4.3 Why are nanoparticles so useful?</a:t>
            </a:r>
            <a:endParaRPr lang="en-US" sz="1500" dirty="0"/>
          </a:p>
          <a:p>
            <a:pPr marL="152400" indent="-152400">
              <a:spcAft>
                <a:spcPts val="200"/>
              </a:spcAft>
              <a:buSzPct val="100000"/>
              <a:buChar char="▪"/>
            </a:pPr>
            <a:r>
              <a:rPr lang="en-US" sz="1100" dirty="0">
                <a:solidFill>
                  <a:srgbClr val="E9E1F7"/>
                </a:solidFill>
                <a:latin typeface="Calibri" pitchFamily="34" charset="0"/>
                <a:ea typeface="Calibri" pitchFamily="34" charset="-122"/>
                <a:cs typeface="Calibri" pitchFamily="34" charset="-120"/>
              </a:rPr>
              <a:t>C4.4 What happens to products at the end of their useful life?</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No Higher-only statement was found for C4.2: teach every slide to both tiers. The </a:t>
            </a:r>
            <a:r>
              <a:rPr lang="en-US" sz="1100" b="1" dirty="0">
                <a:solidFill>
                  <a:srgbClr val="262B3A"/>
                </a:solidFill>
                <a:latin typeface="Calibri" pitchFamily="34" charset="0"/>
                <a:ea typeface="Calibri" pitchFamily="34" charset="-122"/>
                <a:cs typeface="Calibri" pitchFamily="34" charset="-120"/>
              </a:rPr>
              <a:t>GRADE 7–9 STRETCH</a:t>
            </a:r>
            <a:r>
              <a:rPr lang="en-US" sz="1100" dirty="0">
                <a:solidFill>
                  <a:srgbClr val="262B3A"/>
                </a:solidFill>
                <a:latin typeface="Calibri" pitchFamily="34" charset="0"/>
                <a:ea typeface="Calibri" pitchFamily="34" charset="-122"/>
                <a:cs typeface="Calibri" pitchFamily="34" charset="-120"/>
              </a:rPr>
              <a:t> pill marks extension.</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Ideas about Science: </a:t>
            </a:r>
            <a:r>
              <a:rPr lang="en-US" sz="1100" b="1" dirty="0">
                <a:solidFill>
                  <a:srgbClr val="262B3A"/>
                </a:solidFill>
                <a:latin typeface="Calibri" pitchFamily="34" charset="0"/>
                <a:ea typeface="Calibri" pitchFamily="34" charset="-122"/>
                <a:cs typeface="Calibri" pitchFamily="34" charset="-120"/>
              </a:rPr>
              <a:t>models</a:t>
            </a:r>
            <a:r>
              <a:rPr lang="en-US" sz="1100" dirty="0">
                <a:solidFill>
                  <a:srgbClr val="262B3A"/>
                </a:solidFill>
                <a:latin typeface="Calibri" pitchFamily="34" charset="0"/>
                <a:ea typeface="Calibri" pitchFamily="34" charset="-122"/>
                <a:cs typeface="Calibri" pitchFamily="34" charset="-120"/>
              </a:rPr>
              <a:t> (ball-and-stick, 2D drawings) and their </a:t>
            </a:r>
            <a:r>
              <a:rPr lang="en-US" sz="1100" b="1" dirty="0">
                <a:solidFill>
                  <a:srgbClr val="262B3A"/>
                </a:solidFill>
                <a:latin typeface="Calibri" pitchFamily="34" charset="0"/>
                <a:ea typeface="Calibri" pitchFamily="34" charset="-122"/>
                <a:cs typeface="Calibri" pitchFamily="34" charset="-120"/>
              </a:rPr>
              <a:t>limitations</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reading </a:t>
            </a:r>
            <a:r>
              <a:rPr lang="en-US" sz="1100" b="1" dirty="0">
                <a:solidFill>
                  <a:srgbClr val="262B3A"/>
                </a:solidFill>
                <a:latin typeface="Calibri" pitchFamily="34" charset="0"/>
                <a:ea typeface="Calibri" pitchFamily="34" charset="-122"/>
                <a:cs typeface="Calibri" pitchFamily="34" charset="-120"/>
              </a:rPr>
              <a:t>data tables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bar charts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means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uncertainty</a:t>
            </a:r>
            <a:r>
              <a:rPr lang="en-US" sz="1100" dirty="0">
                <a:solidFill>
                  <a:srgbClr val="262B3A"/>
                </a:solidFill>
                <a:latin typeface="Calibri" pitchFamily="34" charset="0"/>
                <a:ea typeface="Calibri" pitchFamily="34" charset="-122"/>
                <a:cs typeface="Calibri" pitchFamily="34" charset="-120"/>
              </a:rPr>
              <a:t>, relative formula mass </a:t>
            </a:r>
            <a:r>
              <a:rPr lang="en-US" sz="1100" b="1" dirty="0">
                <a:solidFill>
                  <a:srgbClr val="262B3A"/>
                </a:solidFill>
                <a:latin typeface="Calibri" pitchFamily="34" charset="0"/>
                <a:ea typeface="Calibri" pitchFamily="34" charset="-122"/>
                <a:cs typeface="Calibri" pitchFamily="34" charset="-120"/>
              </a:rPr>
              <a:t>Mr</a:t>
            </a:r>
            <a:r>
              <a:rPr lang="en-US" sz="1100" dirty="0">
                <a:solidFill>
                  <a:srgbClr val="262B3A"/>
                </a:solidFill>
                <a:latin typeface="Calibri" pitchFamily="34" charset="0"/>
                <a:ea typeface="Calibri" pitchFamily="34" charset="-122"/>
                <a:cs typeface="Calibri"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C1, C2, C3 and C4.1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C1 • states of matter</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change of state from </a:t>
            </a:r>
            <a:r>
              <a:rPr lang="en-US" sz="1250" b="1" dirty="0">
                <a:solidFill>
                  <a:srgbClr val="262B3A"/>
                </a:solidFill>
                <a:latin typeface="Calibri" pitchFamily="34" charset="0"/>
                <a:ea typeface="Calibri" pitchFamily="34" charset="-122"/>
                <a:cs typeface="Calibri" pitchFamily="34" charset="-120"/>
              </a:rPr>
              <a:t>solid</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liquid</a:t>
            </a:r>
            <a:r>
              <a:rPr lang="en-US" sz="1250" dirty="0">
                <a:solidFill>
                  <a:srgbClr val="262B3A"/>
                </a:solidFill>
                <a:latin typeface="Calibri" pitchFamily="34" charset="0"/>
                <a:ea typeface="Calibri" pitchFamily="34" charset="-122"/>
                <a:cs typeface="Calibri" pitchFamily="34" charset="-120"/>
              </a:rPr>
              <a:t>. What happens to the </a:t>
            </a:r>
            <a:r>
              <a:rPr lang="en-US" sz="1250" b="1" dirty="0">
                <a:solidFill>
                  <a:srgbClr val="262B3A"/>
                </a:solidFill>
                <a:latin typeface="Calibri" pitchFamily="34" charset="0"/>
                <a:ea typeface="Calibri" pitchFamily="34" charset="-122"/>
                <a:cs typeface="Calibri" pitchFamily="34" charset="-120"/>
              </a:rPr>
              <a:t>particles</a:t>
            </a:r>
            <a:r>
              <a:rPr lang="en-US" sz="1250" dirty="0">
                <a:solidFill>
                  <a:srgbClr val="262B3A"/>
                </a:solidFill>
                <a:latin typeface="Calibri" pitchFamily="34" charset="0"/>
                <a:ea typeface="Calibri" pitchFamily="34" charset="-122"/>
                <a:cs typeface="Calibri" pitchFamily="34" charset="-120"/>
              </a:rPr>
              <a:t> and the forces between them?</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ionic bonding</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Sodium reacts with chlorine. What </a:t>
            </a:r>
            <a:r>
              <a:rPr lang="en-US" sz="1250" b="1" dirty="0">
                <a:solidFill>
                  <a:srgbClr val="262B3A"/>
                </a:solidFill>
                <a:latin typeface="Calibri" pitchFamily="34" charset="0"/>
                <a:ea typeface="Calibri" pitchFamily="34" charset="-122"/>
                <a:cs typeface="Calibri" pitchFamily="34" charset="-120"/>
              </a:rPr>
              <a:t>ions</a:t>
            </a:r>
            <a:r>
              <a:rPr lang="en-US" sz="1250" dirty="0">
                <a:solidFill>
                  <a:srgbClr val="262B3A"/>
                </a:solidFill>
                <a:latin typeface="Calibri" pitchFamily="34" charset="0"/>
                <a:ea typeface="Calibri" pitchFamily="34" charset="-122"/>
                <a:cs typeface="Calibri" pitchFamily="34" charset="-120"/>
              </a:rPr>
              <a:t> form? What holds the ions together in </a:t>
            </a:r>
            <a:r>
              <a:rPr lang="en-US" sz="1250" b="1" dirty="0">
                <a:solidFill>
                  <a:srgbClr val="262B3A"/>
                </a:solidFill>
                <a:latin typeface="Calibri" pitchFamily="34" charset="0"/>
                <a:ea typeface="Calibri" pitchFamily="34" charset="-122"/>
                <a:cs typeface="Calibri" pitchFamily="34" charset="-120"/>
              </a:rPr>
              <a:t>sodium chloride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covalent bonding</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a </a:t>
            </a:r>
            <a:r>
              <a:rPr lang="en-US" sz="1250" b="1" dirty="0">
                <a:solidFill>
                  <a:srgbClr val="262B3A"/>
                </a:solidFill>
                <a:latin typeface="Calibri" pitchFamily="34" charset="0"/>
                <a:ea typeface="Calibri" pitchFamily="34" charset="-122"/>
                <a:cs typeface="Calibri" pitchFamily="34" charset="-120"/>
              </a:rPr>
              <a:t>covalent bond</a:t>
            </a:r>
            <a:r>
              <a:rPr lang="en-US" sz="1250" dirty="0">
                <a:solidFill>
                  <a:srgbClr val="262B3A"/>
                </a:solidFill>
                <a:latin typeface="Calibri" pitchFamily="34" charset="0"/>
                <a:ea typeface="Calibri" pitchFamily="34" charset="-122"/>
                <a:cs typeface="Calibri" pitchFamily="34" charset="-120"/>
              </a:rPr>
              <a:t>? How many covalent bonds does a </a:t>
            </a:r>
            <a:r>
              <a:rPr lang="en-US" sz="1250" b="1" dirty="0">
                <a:solidFill>
                  <a:srgbClr val="262B3A"/>
                </a:solidFill>
                <a:latin typeface="Calibri" pitchFamily="34" charset="0"/>
                <a:ea typeface="Calibri" pitchFamily="34" charset="-122"/>
                <a:cs typeface="Calibri" pitchFamily="34" charset="-120"/>
              </a:rPr>
              <a:t>carbon</a:t>
            </a:r>
            <a:r>
              <a:rPr lang="en-US" sz="1250" dirty="0">
                <a:solidFill>
                  <a:srgbClr val="262B3A"/>
                </a:solidFill>
                <a:latin typeface="Calibri" pitchFamily="34" charset="0"/>
                <a:ea typeface="Calibri" pitchFamily="34" charset="-122"/>
                <a:cs typeface="Calibri" pitchFamily="34" charset="-120"/>
              </a:rPr>
              <a:t> atom usually form?</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C3.1 • metals</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structure of a </a:t>
            </a:r>
            <a:r>
              <a:rPr lang="en-US" sz="1250" b="1" dirty="0">
                <a:solidFill>
                  <a:srgbClr val="262B3A"/>
                </a:solidFill>
                <a:latin typeface="Calibri" pitchFamily="34" charset="0"/>
                <a:ea typeface="Calibri" pitchFamily="34" charset="-122"/>
                <a:cs typeface="Calibri" pitchFamily="34" charset="-120"/>
              </a:rPr>
              <a:t>metal</a:t>
            </a:r>
            <a:r>
              <a:rPr lang="en-US" sz="1250" dirty="0">
                <a:solidFill>
                  <a:srgbClr val="262B3A"/>
                </a:solidFill>
                <a:latin typeface="Calibri" pitchFamily="34" charset="0"/>
                <a:ea typeface="Calibri" pitchFamily="34" charset="-122"/>
                <a:cs typeface="Calibri" pitchFamily="34" charset="-120"/>
              </a:rPr>
              <a:t>. What are </a:t>
            </a:r>
            <a:r>
              <a:rPr lang="en-US" sz="1250" b="1" dirty="0">
                <a:solidFill>
                  <a:srgbClr val="262B3A"/>
                </a:solidFill>
                <a:latin typeface="Calibri" pitchFamily="34" charset="0"/>
                <a:ea typeface="Calibri" pitchFamily="34" charset="-122"/>
                <a:cs typeface="Calibri" pitchFamily="34" charset="-120"/>
              </a:rPr>
              <a:t>delocalised electrons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formulae and Mr</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How many atoms are in one molecule of </a:t>
            </a:r>
            <a:r>
              <a:rPr lang="en-US" sz="1250" b="1" dirty="0">
                <a:solidFill>
                  <a:srgbClr val="262B3A"/>
                </a:solidFill>
                <a:latin typeface="Calibri" pitchFamily="34" charset="0"/>
                <a:ea typeface="Calibri" pitchFamily="34" charset="-122"/>
                <a:cs typeface="Calibri" pitchFamily="34" charset="-120"/>
              </a:rPr>
              <a:t>C₂H₄</a:t>
            </a:r>
            <a:r>
              <a:rPr lang="en-US" sz="1250" dirty="0">
                <a:solidFill>
                  <a:srgbClr val="262B3A"/>
                </a:solidFill>
                <a:latin typeface="Calibri" pitchFamily="34" charset="0"/>
                <a:ea typeface="Calibri" pitchFamily="34" charset="-122"/>
                <a:cs typeface="Calibri" pitchFamily="34" charset="-120"/>
              </a:rPr>
              <a:t>? Calculate its </a:t>
            </a:r>
            <a:r>
              <a:rPr lang="en-US" sz="1250" b="1" dirty="0">
                <a:solidFill>
                  <a:srgbClr val="262B3A"/>
                </a:solidFill>
                <a:latin typeface="Calibri" pitchFamily="34" charset="0"/>
                <a:ea typeface="Calibri" pitchFamily="34" charset="-122"/>
                <a:cs typeface="Calibri" pitchFamily="34" charset="-120"/>
              </a:rPr>
              <a:t>Mr</a:t>
            </a:r>
            <a:r>
              <a:rPr lang="en-US" sz="1250" dirty="0">
                <a:solidFill>
                  <a:srgbClr val="262B3A"/>
                </a:solidFill>
                <a:latin typeface="Calibri" pitchFamily="34" charset="0"/>
                <a:ea typeface="Calibri" pitchFamily="34" charset="-122"/>
                <a:cs typeface="Calibri" pitchFamily="34" charset="-120"/>
              </a:rPr>
              <a:t> (C = 12, H = 1).</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C4.1 • properties</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do the words </a:t>
            </a:r>
            <a:r>
              <a:rPr lang="en-US" sz="1250" b="1" dirty="0">
                <a:solidFill>
                  <a:srgbClr val="262B3A"/>
                </a:solidFill>
                <a:latin typeface="Calibri" pitchFamily="34" charset="0"/>
                <a:ea typeface="Calibri" pitchFamily="34" charset="-122"/>
                <a:cs typeface="Calibri" pitchFamily="34" charset="-120"/>
              </a:rPr>
              <a:t>hardness</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strength</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flexibility</a:t>
            </a:r>
            <a:r>
              <a:rPr lang="en-US" sz="1250" dirty="0">
                <a:solidFill>
                  <a:srgbClr val="262B3A"/>
                </a:solidFill>
                <a:latin typeface="Calibri" pitchFamily="34" charset="0"/>
                <a:ea typeface="Calibri" pitchFamily="34" charset="-122"/>
                <a:cs typeface="Calibri" pitchFamily="34" charset="-120"/>
              </a:rPr>
              <a:t> mean when describing a material?</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Properties come from bonds, not atoms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 • bulk properties belong to the whole material</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C4.2.1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one carbon atom and two carbon materials; models, not to scale</a:t>
            </a:r>
            <a:endParaRPr lang="en-US" sz="1000" dirty="0"/>
          </a:p>
        </p:txBody>
      </p:sp>
      <p:sp>
        <p:nvSpPr>
          <p:cNvPr id="10" name="Shape 8"/>
          <p:cNvSpPr/>
          <p:nvPr/>
        </p:nvSpPr>
        <p:spPr>
          <a:xfrm>
            <a:off x="804672" y="2039112"/>
            <a:ext cx="585216" cy="585216"/>
          </a:xfrm>
          <a:prstGeom prst="ellipse">
            <a:avLst/>
          </a:prstGeom>
          <a:solidFill>
            <a:srgbClr val="4A4A55"/>
          </a:solidFill>
          <a:ln w="12700">
            <a:solidFill>
              <a:srgbClr val="22222A"/>
            </a:solidFill>
            <a:prstDash val="solid"/>
          </a:ln>
        </p:spPr>
      </p:sp>
      <p:sp>
        <p:nvSpPr>
          <p:cNvPr id="11" name="Text 9"/>
          <p:cNvSpPr/>
          <p:nvPr/>
        </p:nvSpPr>
        <p:spPr>
          <a:xfrm>
            <a:off x="804672" y="2185416"/>
            <a:ext cx="585216"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t>
            </a:r>
            <a:endParaRPr lang="en-US" sz="1400" dirty="0"/>
          </a:p>
        </p:txBody>
      </p:sp>
      <p:sp>
        <p:nvSpPr>
          <p:cNvPr id="12" name="Text 10"/>
          <p:cNvSpPr/>
          <p:nvPr/>
        </p:nvSpPr>
        <p:spPr>
          <a:xfrm>
            <a:off x="502920" y="2697480"/>
            <a:ext cx="1234440" cy="228600"/>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one carbon atom</a:t>
            </a:r>
            <a:endParaRPr lang="en-US" sz="1050" dirty="0"/>
          </a:p>
        </p:txBody>
      </p:sp>
      <p:sp>
        <p:nvSpPr>
          <p:cNvPr id="13" name="Text 11"/>
          <p:cNvSpPr/>
          <p:nvPr/>
        </p:nvSpPr>
        <p:spPr>
          <a:xfrm>
            <a:off x="502920" y="2926080"/>
            <a:ext cx="1234440" cy="566928"/>
          </a:xfrm>
          <a:prstGeom prst="rect">
            <a:avLst/>
          </a:prstGeom>
          <a:noFill/>
          <a:ln/>
        </p:spPr>
        <p:txBody>
          <a:bodyPr wrap="square" lIns="0" tIns="0" rIns="0" bIns="0" rtlCol="0" anchor="t"/>
          <a:lstStyle/>
          <a:p>
            <a:pPr algn="ctr" indent="0" marL="0">
              <a:buNone/>
            </a:pPr>
            <a:r>
              <a:rPr lang="en-US" sz="1000" i="1" dirty="0">
                <a:solidFill>
                  <a:srgbClr val="6B7385"/>
                </a:solidFill>
                <a:latin typeface="Calibri" pitchFamily="34" charset="0"/>
                <a:ea typeface="Calibri" pitchFamily="34" charset="-122"/>
                <a:cs typeface="Calibri" pitchFamily="34" charset="-120"/>
              </a:rPr>
              <a:t>not hard, not soft, not shiny, does not conduct</a:t>
            </a:r>
            <a:endParaRPr lang="en-US" sz="1000" dirty="0"/>
          </a:p>
        </p:txBody>
      </p:sp>
      <p:sp>
        <p:nvSpPr>
          <p:cNvPr id="14" name="Shape 12"/>
          <p:cNvSpPr/>
          <p:nvPr/>
        </p:nvSpPr>
        <p:spPr>
          <a:xfrm flipV="1">
            <a:off x="1508760" y="1783080"/>
            <a:ext cx="822960" cy="320040"/>
          </a:xfrm>
          <a:prstGeom prst="line">
            <a:avLst/>
          </a:prstGeom>
          <a:noFill/>
          <a:ln w="22225">
            <a:solidFill>
              <a:srgbClr val="2A1F3D"/>
            </a:solidFill>
            <a:prstDash val="solid"/>
            <a:tailEnd type="triangle"/>
          </a:ln>
        </p:spPr>
      </p:sp>
      <p:sp>
        <p:nvSpPr>
          <p:cNvPr id="15" name="Shape 13"/>
          <p:cNvSpPr/>
          <p:nvPr/>
        </p:nvSpPr>
        <p:spPr>
          <a:xfrm>
            <a:off x="1508760" y="2560320"/>
            <a:ext cx="822960" cy="685800"/>
          </a:xfrm>
          <a:prstGeom prst="line">
            <a:avLst/>
          </a:prstGeom>
          <a:noFill/>
          <a:ln w="22225">
            <a:solidFill>
              <a:srgbClr val="2A1F3D"/>
            </a:solidFill>
            <a:prstDash val="solid"/>
            <a:tailEnd type="triangle"/>
          </a:ln>
        </p:spPr>
      </p:sp>
      <p:sp>
        <p:nvSpPr>
          <p:cNvPr id="16" name="Shape 14"/>
          <p:cNvSpPr/>
          <p:nvPr/>
        </p:nvSpPr>
        <p:spPr>
          <a:xfrm flipH="1">
            <a:off x="2506780" y="2200814"/>
            <a:ext cx="392530" cy="234854"/>
          </a:xfrm>
          <a:prstGeom prst="line">
            <a:avLst/>
          </a:prstGeom>
          <a:noFill/>
          <a:ln w="28575">
            <a:solidFill>
              <a:srgbClr val="5A5A66"/>
            </a:solidFill>
            <a:prstDash val="solid"/>
          </a:ln>
        </p:spPr>
      </p:sp>
      <p:sp>
        <p:nvSpPr>
          <p:cNvPr id="17" name="Shape 15"/>
          <p:cNvSpPr/>
          <p:nvPr/>
        </p:nvSpPr>
        <p:spPr>
          <a:xfrm flipH="1" flipV="1">
            <a:off x="2749136" y="2042197"/>
            <a:ext cx="150174" cy="158617"/>
          </a:xfrm>
          <a:prstGeom prst="line">
            <a:avLst/>
          </a:prstGeom>
          <a:noFill/>
          <a:ln w="28575">
            <a:solidFill>
              <a:srgbClr val="5A5A66"/>
            </a:solidFill>
            <a:prstDash val="solid"/>
          </a:ln>
        </p:spPr>
      </p:sp>
      <p:sp>
        <p:nvSpPr>
          <p:cNvPr id="18" name="Shape 16"/>
          <p:cNvSpPr/>
          <p:nvPr/>
        </p:nvSpPr>
        <p:spPr>
          <a:xfrm>
            <a:off x="2899310" y="2200814"/>
            <a:ext cx="392530" cy="329333"/>
          </a:xfrm>
          <a:prstGeom prst="line">
            <a:avLst/>
          </a:prstGeom>
          <a:noFill/>
          <a:ln w="28575">
            <a:solidFill>
              <a:srgbClr val="5A5A66"/>
            </a:solidFill>
            <a:prstDash val="solid"/>
          </a:ln>
        </p:spPr>
      </p:sp>
      <p:sp>
        <p:nvSpPr>
          <p:cNvPr id="19" name="Shape 17"/>
          <p:cNvSpPr/>
          <p:nvPr/>
        </p:nvSpPr>
        <p:spPr>
          <a:xfrm flipV="1">
            <a:off x="2899310" y="1795244"/>
            <a:ext cx="150174" cy="405571"/>
          </a:xfrm>
          <a:prstGeom prst="line">
            <a:avLst/>
          </a:prstGeom>
          <a:noFill/>
          <a:ln w="28575">
            <a:solidFill>
              <a:srgbClr val="5A5A66"/>
            </a:solidFill>
            <a:prstDash val="solid"/>
          </a:ln>
        </p:spPr>
      </p:sp>
      <p:sp>
        <p:nvSpPr>
          <p:cNvPr id="20" name="Shape 18"/>
          <p:cNvSpPr/>
          <p:nvPr/>
        </p:nvSpPr>
        <p:spPr>
          <a:xfrm flipH="1">
            <a:off x="3049483" y="1560389"/>
            <a:ext cx="392530" cy="234854"/>
          </a:xfrm>
          <a:prstGeom prst="line">
            <a:avLst/>
          </a:prstGeom>
          <a:noFill/>
          <a:ln w="28575">
            <a:solidFill>
              <a:srgbClr val="5A5A66"/>
            </a:solidFill>
            <a:prstDash val="solid"/>
          </a:ln>
        </p:spPr>
      </p:sp>
      <p:sp>
        <p:nvSpPr>
          <p:cNvPr id="21" name="Shape 19"/>
          <p:cNvSpPr/>
          <p:nvPr/>
        </p:nvSpPr>
        <p:spPr>
          <a:xfrm flipH="1" flipV="1">
            <a:off x="3291840" y="1401772"/>
            <a:ext cx="150174" cy="158617"/>
          </a:xfrm>
          <a:prstGeom prst="line">
            <a:avLst/>
          </a:prstGeom>
          <a:noFill/>
          <a:ln w="28575">
            <a:solidFill>
              <a:srgbClr val="5A5A66"/>
            </a:solidFill>
            <a:prstDash val="solid"/>
          </a:ln>
        </p:spPr>
      </p:sp>
      <p:sp>
        <p:nvSpPr>
          <p:cNvPr id="22" name="Shape 20"/>
          <p:cNvSpPr/>
          <p:nvPr/>
        </p:nvSpPr>
        <p:spPr>
          <a:xfrm>
            <a:off x="3442014" y="1560389"/>
            <a:ext cx="392530" cy="329333"/>
          </a:xfrm>
          <a:prstGeom prst="line">
            <a:avLst/>
          </a:prstGeom>
          <a:noFill/>
          <a:ln w="28575">
            <a:solidFill>
              <a:srgbClr val="5A5A66"/>
            </a:solidFill>
            <a:prstDash val="solid"/>
          </a:ln>
        </p:spPr>
      </p:sp>
      <p:sp>
        <p:nvSpPr>
          <p:cNvPr id="23" name="Shape 21"/>
          <p:cNvSpPr/>
          <p:nvPr/>
        </p:nvSpPr>
        <p:spPr>
          <a:xfrm flipV="1">
            <a:off x="3442014" y="1154819"/>
            <a:ext cx="150174" cy="405571"/>
          </a:xfrm>
          <a:prstGeom prst="line">
            <a:avLst/>
          </a:prstGeom>
          <a:noFill/>
          <a:ln w="28575">
            <a:solidFill>
              <a:srgbClr val="5A5A66"/>
            </a:solidFill>
            <a:prstDash val="solid"/>
          </a:ln>
        </p:spPr>
      </p:sp>
      <p:sp>
        <p:nvSpPr>
          <p:cNvPr id="24" name="Shape 22"/>
          <p:cNvSpPr/>
          <p:nvPr/>
        </p:nvSpPr>
        <p:spPr>
          <a:xfrm flipH="1">
            <a:off x="3291840" y="2295293"/>
            <a:ext cx="392530" cy="234854"/>
          </a:xfrm>
          <a:prstGeom prst="line">
            <a:avLst/>
          </a:prstGeom>
          <a:noFill/>
          <a:ln w="28575">
            <a:solidFill>
              <a:srgbClr val="5A5A66"/>
            </a:solidFill>
            <a:prstDash val="solid"/>
          </a:ln>
        </p:spPr>
      </p:sp>
      <p:sp>
        <p:nvSpPr>
          <p:cNvPr id="25" name="Shape 23"/>
          <p:cNvSpPr/>
          <p:nvPr/>
        </p:nvSpPr>
        <p:spPr>
          <a:xfrm flipH="1" flipV="1">
            <a:off x="3534197" y="2136676"/>
            <a:ext cx="150174" cy="158617"/>
          </a:xfrm>
          <a:prstGeom prst="line">
            <a:avLst/>
          </a:prstGeom>
          <a:noFill/>
          <a:ln w="28575">
            <a:solidFill>
              <a:srgbClr val="5A5A66"/>
            </a:solidFill>
            <a:prstDash val="solid"/>
          </a:ln>
        </p:spPr>
      </p:sp>
      <p:sp>
        <p:nvSpPr>
          <p:cNvPr id="26" name="Shape 24"/>
          <p:cNvSpPr/>
          <p:nvPr/>
        </p:nvSpPr>
        <p:spPr>
          <a:xfrm>
            <a:off x="3684370" y="2295293"/>
            <a:ext cx="392530" cy="329333"/>
          </a:xfrm>
          <a:prstGeom prst="line">
            <a:avLst/>
          </a:prstGeom>
          <a:noFill/>
          <a:ln w="28575">
            <a:solidFill>
              <a:srgbClr val="5A5A66"/>
            </a:solidFill>
            <a:prstDash val="solid"/>
          </a:ln>
        </p:spPr>
      </p:sp>
      <p:sp>
        <p:nvSpPr>
          <p:cNvPr id="27" name="Shape 25"/>
          <p:cNvSpPr/>
          <p:nvPr/>
        </p:nvSpPr>
        <p:spPr>
          <a:xfrm flipV="1">
            <a:off x="3684370" y="1889723"/>
            <a:ext cx="150174" cy="405571"/>
          </a:xfrm>
          <a:prstGeom prst="line">
            <a:avLst/>
          </a:prstGeom>
          <a:noFill/>
          <a:ln w="28575">
            <a:solidFill>
              <a:srgbClr val="5A5A66"/>
            </a:solidFill>
            <a:prstDash val="solid"/>
          </a:ln>
        </p:spPr>
      </p:sp>
      <p:sp>
        <p:nvSpPr>
          <p:cNvPr id="28" name="Shape 26"/>
          <p:cNvSpPr/>
          <p:nvPr/>
        </p:nvSpPr>
        <p:spPr>
          <a:xfrm flipH="1">
            <a:off x="2749136" y="1807343"/>
            <a:ext cx="392530" cy="234854"/>
          </a:xfrm>
          <a:prstGeom prst="line">
            <a:avLst/>
          </a:prstGeom>
          <a:noFill/>
          <a:ln w="28575">
            <a:solidFill>
              <a:srgbClr val="5A5A66"/>
            </a:solidFill>
            <a:prstDash val="solid"/>
          </a:ln>
        </p:spPr>
      </p:sp>
      <p:sp>
        <p:nvSpPr>
          <p:cNvPr id="29" name="Shape 27"/>
          <p:cNvSpPr/>
          <p:nvPr/>
        </p:nvSpPr>
        <p:spPr>
          <a:xfrm flipH="1" flipV="1">
            <a:off x="2991493" y="1648726"/>
            <a:ext cx="150174" cy="158617"/>
          </a:xfrm>
          <a:prstGeom prst="line">
            <a:avLst/>
          </a:prstGeom>
          <a:noFill/>
          <a:ln w="28575">
            <a:solidFill>
              <a:srgbClr val="5A5A66"/>
            </a:solidFill>
            <a:prstDash val="solid"/>
          </a:ln>
        </p:spPr>
      </p:sp>
      <p:sp>
        <p:nvSpPr>
          <p:cNvPr id="30" name="Shape 28"/>
          <p:cNvSpPr/>
          <p:nvPr/>
        </p:nvSpPr>
        <p:spPr>
          <a:xfrm>
            <a:off x="3141666" y="1807343"/>
            <a:ext cx="392530" cy="329333"/>
          </a:xfrm>
          <a:prstGeom prst="line">
            <a:avLst/>
          </a:prstGeom>
          <a:noFill/>
          <a:ln w="28575">
            <a:solidFill>
              <a:srgbClr val="5A5A66"/>
            </a:solidFill>
            <a:prstDash val="solid"/>
          </a:ln>
        </p:spPr>
      </p:sp>
      <p:sp>
        <p:nvSpPr>
          <p:cNvPr id="31" name="Shape 29"/>
          <p:cNvSpPr/>
          <p:nvPr/>
        </p:nvSpPr>
        <p:spPr>
          <a:xfrm flipV="1">
            <a:off x="3141666" y="1401772"/>
            <a:ext cx="150174" cy="405571"/>
          </a:xfrm>
          <a:prstGeom prst="line">
            <a:avLst/>
          </a:prstGeom>
          <a:noFill/>
          <a:ln w="28575">
            <a:solidFill>
              <a:srgbClr val="5A5A66"/>
            </a:solidFill>
            <a:prstDash val="solid"/>
          </a:ln>
        </p:spPr>
      </p:sp>
      <p:sp>
        <p:nvSpPr>
          <p:cNvPr id="32" name="Shape 30"/>
          <p:cNvSpPr/>
          <p:nvPr/>
        </p:nvSpPr>
        <p:spPr>
          <a:xfrm>
            <a:off x="3523241" y="1085873"/>
            <a:ext cx="137892" cy="137892"/>
          </a:xfrm>
          <a:prstGeom prst="ellipse">
            <a:avLst/>
          </a:prstGeom>
          <a:solidFill>
            <a:srgbClr val="8A8A96"/>
          </a:solidFill>
          <a:ln w="9525">
            <a:solidFill>
              <a:srgbClr val="22222A"/>
            </a:solidFill>
            <a:prstDash val="solid"/>
          </a:ln>
        </p:spPr>
      </p:sp>
      <p:sp>
        <p:nvSpPr>
          <p:cNvPr id="33" name="Shape 31"/>
          <p:cNvSpPr/>
          <p:nvPr/>
        </p:nvSpPr>
        <p:spPr>
          <a:xfrm>
            <a:off x="2980538" y="1726298"/>
            <a:ext cx="137892" cy="137892"/>
          </a:xfrm>
          <a:prstGeom prst="ellipse">
            <a:avLst/>
          </a:prstGeom>
          <a:solidFill>
            <a:srgbClr val="8A8A96"/>
          </a:solidFill>
          <a:ln w="9525">
            <a:solidFill>
              <a:srgbClr val="22222A"/>
            </a:solidFill>
            <a:prstDash val="solid"/>
          </a:ln>
        </p:spPr>
      </p:sp>
      <p:sp>
        <p:nvSpPr>
          <p:cNvPr id="34" name="Shape 32"/>
          <p:cNvSpPr/>
          <p:nvPr/>
        </p:nvSpPr>
        <p:spPr>
          <a:xfrm>
            <a:off x="2437834" y="2366723"/>
            <a:ext cx="137892" cy="137892"/>
          </a:xfrm>
          <a:prstGeom prst="ellipse">
            <a:avLst/>
          </a:prstGeom>
          <a:solidFill>
            <a:srgbClr val="8A8A96"/>
          </a:solidFill>
          <a:ln w="9525">
            <a:solidFill>
              <a:srgbClr val="22222A"/>
            </a:solidFill>
            <a:prstDash val="solid"/>
          </a:ln>
        </p:spPr>
      </p:sp>
      <p:sp>
        <p:nvSpPr>
          <p:cNvPr id="35" name="Shape 33"/>
          <p:cNvSpPr/>
          <p:nvPr/>
        </p:nvSpPr>
        <p:spPr>
          <a:xfrm>
            <a:off x="3364747" y="1483123"/>
            <a:ext cx="154534" cy="154534"/>
          </a:xfrm>
          <a:prstGeom prst="ellipse">
            <a:avLst/>
          </a:prstGeom>
          <a:solidFill>
            <a:srgbClr val="8A8A96"/>
          </a:solidFill>
          <a:ln w="9525">
            <a:solidFill>
              <a:srgbClr val="22222A"/>
            </a:solidFill>
            <a:prstDash val="solid"/>
          </a:ln>
        </p:spPr>
      </p:sp>
      <p:sp>
        <p:nvSpPr>
          <p:cNvPr id="36" name="Shape 34"/>
          <p:cNvSpPr/>
          <p:nvPr/>
        </p:nvSpPr>
        <p:spPr>
          <a:xfrm>
            <a:off x="2822043" y="2123547"/>
            <a:ext cx="154534" cy="154534"/>
          </a:xfrm>
          <a:prstGeom prst="ellipse">
            <a:avLst/>
          </a:prstGeom>
          <a:solidFill>
            <a:srgbClr val="8A8A96"/>
          </a:solidFill>
          <a:ln w="9525">
            <a:solidFill>
              <a:srgbClr val="22222A"/>
            </a:solidFill>
            <a:prstDash val="solid"/>
          </a:ln>
        </p:spPr>
      </p:sp>
      <p:sp>
        <p:nvSpPr>
          <p:cNvPr id="37" name="Shape 35"/>
          <p:cNvSpPr/>
          <p:nvPr/>
        </p:nvSpPr>
        <p:spPr>
          <a:xfrm>
            <a:off x="3765598" y="1820777"/>
            <a:ext cx="137892" cy="137892"/>
          </a:xfrm>
          <a:prstGeom prst="ellipse">
            <a:avLst/>
          </a:prstGeom>
          <a:solidFill>
            <a:srgbClr val="8A8A96"/>
          </a:solidFill>
          <a:ln w="9525">
            <a:solidFill>
              <a:srgbClr val="22222A"/>
            </a:solidFill>
            <a:prstDash val="solid"/>
          </a:ln>
        </p:spPr>
      </p:sp>
      <p:sp>
        <p:nvSpPr>
          <p:cNvPr id="38" name="Shape 36"/>
          <p:cNvSpPr/>
          <p:nvPr/>
        </p:nvSpPr>
        <p:spPr>
          <a:xfrm>
            <a:off x="3222894" y="2461202"/>
            <a:ext cx="137892" cy="137892"/>
          </a:xfrm>
          <a:prstGeom prst="ellipse">
            <a:avLst/>
          </a:prstGeom>
          <a:solidFill>
            <a:srgbClr val="8A8A96"/>
          </a:solidFill>
          <a:ln w="9525">
            <a:solidFill>
              <a:srgbClr val="22222A"/>
            </a:solidFill>
            <a:prstDash val="solid"/>
          </a:ln>
        </p:spPr>
      </p:sp>
      <p:sp>
        <p:nvSpPr>
          <p:cNvPr id="39" name="Shape 37"/>
          <p:cNvSpPr/>
          <p:nvPr/>
        </p:nvSpPr>
        <p:spPr>
          <a:xfrm>
            <a:off x="3607103" y="2218027"/>
            <a:ext cx="154534" cy="154534"/>
          </a:xfrm>
          <a:prstGeom prst="ellipse">
            <a:avLst/>
          </a:prstGeom>
          <a:solidFill>
            <a:srgbClr val="4A4A55"/>
          </a:solidFill>
          <a:ln w="9525">
            <a:solidFill>
              <a:srgbClr val="22222A"/>
            </a:solidFill>
            <a:prstDash val="solid"/>
          </a:ln>
        </p:spPr>
      </p:sp>
      <p:sp>
        <p:nvSpPr>
          <p:cNvPr id="40" name="Shape 38"/>
          <p:cNvSpPr/>
          <p:nvPr/>
        </p:nvSpPr>
        <p:spPr>
          <a:xfrm>
            <a:off x="4007954" y="2555681"/>
            <a:ext cx="137892" cy="137892"/>
          </a:xfrm>
          <a:prstGeom prst="ellipse">
            <a:avLst/>
          </a:prstGeom>
          <a:solidFill>
            <a:srgbClr val="4A4A55"/>
          </a:solidFill>
          <a:ln w="9525">
            <a:solidFill>
              <a:srgbClr val="22222A"/>
            </a:solidFill>
            <a:prstDash val="solid"/>
          </a:ln>
        </p:spPr>
      </p:sp>
      <p:sp>
        <p:nvSpPr>
          <p:cNvPr id="41" name="Shape 39"/>
          <p:cNvSpPr/>
          <p:nvPr/>
        </p:nvSpPr>
        <p:spPr>
          <a:xfrm>
            <a:off x="3222894" y="1332827"/>
            <a:ext cx="137892" cy="137892"/>
          </a:xfrm>
          <a:prstGeom prst="ellipse">
            <a:avLst/>
          </a:prstGeom>
          <a:solidFill>
            <a:srgbClr val="4A4A55"/>
          </a:solidFill>
          <a:ln w="9525">
            <a:solidFill>
              <a:srgbClr val="22222A"/>
            </a:solidFill>
            <a:prstDash val="solid"/>
          </a:ln>
        </p:spPr>
      </p:sp>
      <p:sp>
        <p:nvSpPr>
          <p:cNvPr id="42" name="Shape 40"/>
          <p:cNvSpPr/>
          <p:nvPr/>
        </p:nvSpPr>
        <p:spPr>
          <a:xfrm>
            <a:off x="2680191" y="1973251"/>
            <a:ext cx="137892" cy="137892"/>
          </a:xfrm>
          <a:prstGeom prst="ellipse">
            <a:avLst/>
          </a:prstGeom>
          <a:solidFill>
            <a:srgbClr val="4A4A55"/>
          </a:solidFill>
          <a:ln w="9525">
            <a:solidFill>
              <a:srgbClr val="22222A"/>
            </a:solidFill>
            <a:prstDash val="solid"/>
          </a:ln>
        </p:spPr>
      </p:sp>
      <p:sp>
        <p:nvSpPr>
          <p:cNvPr id="43" name="Shape 41"/>
          <p:cNvSpPr/>
          <p:nvPr/>
        </p:nvSpPr>
        <p:spPr>
          <a:xfrm>
            <a:off x="3064400" y="1730076"/>
            <a:ext cx="154534" cy="154534"/>
          </a:xfrm>
          <a:prstGeom prst="ellipse">
            <a:avLst/>
          </a:prstGeom>
          <a:solidFill>
            <a:srgbClr val="4A4A55"/>
          </a:solidFill>
          <a:ln w="9525">
            <a:solidFill>
              <a:srgbClr val="22222A"/>
            </a:solidFill>
            <a:prstDash val="solid"/>
          </a:ln>
        </p:spPr>
      </p:sp>
      <p:sp>
        <p:nvSpPr>
          <p:cNvPr id="44" name="Shape 42"/>
          <p:cNvSpPr/>
          <p:nvPr/>
        </p:nvSpPr>
        <p:spPr>
          <a:xfrm>
            <a:off x="3465251" y="2067731"/>
            <a:ext cx="137892" cy="137892"/>
          </a:xfrm>
          <a:prstGeom prst="ellipse">
            <a:avLst/>
          </a:prstGeom>
          <a:solidFill>
            <a:srgbClr val="4A4A55"/>
          </a:solidFill>
          <a:ln w="9525">
            <a:solidFill>
              <a:srgbClr val="22222A"/>
            </a:solidFill>
            <a:prstDash val="solid"/>
          </a:ln>
        </p:spPr>
      </p:sp>
      <p:sp>
        <p:nvSpPr>
          <p:cNvPr id="45" name="Shape 43"/>
          <p:cNvSpPr/>
          <p:nvPr/>
        </p:nvSpPr>
        <p:spPr>
          <a:xfrm>
            <a:off x="2922547" y="1579780"/>
            <a:ext cx="137892" cy="137892"/>
          </a:xfrm>
          <a:prstGeom prst="ellipse">
            <a:avLst/>
          </a:prstGeom>
          <a:solidFill>
            <a:srgbClr val="4A4A55"/>
          </a:solidFill>
          <a:ln w="9525">
            <a:solidFill>
              <a:srgbClr val="22222A"/>
            </a:solidFill>
            <a:prstDash val="solid"/>
          </a:ln>
        </p:spPr>
      </p:sp>
      <p:sp>
        <p:nvSpPr>
          <p:cNvPr id="46" name="Text 44"/>
          <p:cNvSpPr/>
          <p:nvPr/>
        </p:nvSpPr>
        <p:spPr>
          <a:xfrm>
            <a:off x="4069080" y="1371600"/>
            <a:ext cx="1783080" cy="256032"/>
          </a:xfrm>
          <a:prstGeom prst="rect">
            <a:avLst/>
          </a:prstGeom>
          <a:noFill/>
          <a:ln/>
        </p:spPr>
        <p:txBody>
          <a:bodyPr wrap="square" lIns="0" tIns="0" rIns="0" bIns="0" rtlCol="0" anchor="ctr"/>
          <a:lstStyle/>
          <a:p>
            <a:pPr algn="l" indent="0" marL="0">
              <a:buNone/>
            </a:pPr>
            <a:r>
              <a:rPr lang="en-US" sz="1150" b="1" dirty="0">
                <a:solidFill>
                  <a:srgbClr val="262B3A"/>
                </a:solidFill>
                <a:latin typeface="Calibri" pitchFamily="34" charset="0"/>
                <a:ea typeface="Calibri" pitchFamily="34" charset="-122"/>
                <a:cs typeface="Calibri" pitchFamily="34" charset="-120"/>
              </a:rPr>
              <a:t>Diamond</a:t>
            </a:r>
            <a:endParaRPr lang="en-US" sz="1150" dirty="0"/>
          </a:p>
        </p:txBody>
      </p:sp>
      <p:sp>
        <p:nvSpPr>
          <p:cNvPr id="47" name="Text 45"/>
          <p:cNvSpPr/>
          <p:nvPr/>
        </p:nvSpPr>
        <p:spPr>
          <a:xfrm>
            <a:off x="4069080" y="1645920"/>
            <a:ext cx="1783080" cy="73152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every C bonded to </a:t>
            </a:r>
            <a:r>
              <a:rPr lang="en-US" sz="1000" b="1" dirty="0">
                <a:solidFill>
                  <a:srgbClr val="262B3A"/>
                </a:solidFill>
                <a:latin typeface="Calibri" pitchFamily="34" charset="0"/>
                <a:ea typeface="Calibri" pitchFamily="34" charset="-122"/>
                <a:cs typeface="Calibri" pitchFamily="34" charset="-120"/>
              </a:rPr>
              <a:t>4</a:t>
            </a:r>
            <a:r>
              <a:rPr lang="en-US" sz="1000" dirty="0">
                <a:solidFill>
                  <a:srgbClr val="262B3A"/>
                </a:solidFill>
                <a:latin typeface="Calibri" pitchFamily="34" charset="0"/>
                <a:ea typeface="Calibri" pitchFamily="34" charset="-122"/>
                <a:cs typeface="Calibri" pitchFamily="34" charset="-120"/>
              </a:rPr>
              <a:t> others in 3D: very hard, does not conduct</a:t>
            </a:r>
            <a:endParaRPr lang="en-US" sz="1000" dirty="0"/>
          </a:p>
        </p:txBody>
      </p:sp>
      <p:sp>
        <p:nvSpPr>
          <p:cNvPr id="48" name="Shape 46"/>
          <p:cNvSpPr/>
          <p:nvPr/>
        </p:nvSpPr>
        <p:spPr>
          <a:xfrm>
            <a:off x="2651303" y="3373587"/>
            <a:ext cx="60808" cy="72969"/>
          </a:xfrm>
          <a:prstGeom prst="line">
            <a:avLst/>
          </a:prstGeom>
          <a:noFill/>
          <a:ln w="19050">
            <a:solidFill>
              <a:srgbClr val="4A4A55"/>
            </a:solidFill>
            <a:prstDash val="solid"/>
          </a:ln>
        </p:spPr>
      </p:sp>
      <p:sp>
        <p:nvSpPr>
          <p:cNvPr id="49" name="Shape 47"/>
          <p:cNvSpPr/>
          <p:nvPr/>
        </p:nvSpPr>
        <p:spPr>
          <a:xfrm flipV="1">
            <a:off x="2651303" y="3337103"/>
            <a:ext cx="120056" cy="36485"/>
          </a:xfrm>
          <a:prstGeom prst="line">
            <a:avLst/>
          </a:prstGeom>
          <a:noFill/>
          <a:ln w="19050">
            <a:solidFill>
              <a:srgbClr val="4A4A55"/>
            </a:solidFill>
            <a:prstDash val="solid"/>
          </a:ln>
        </p:spPr>
      </p:sp>
      <p:sp>
        <p:nvSpPr>
          <p:cNvPr id="50" name="Shape 48"/>
          <p:cNvSpPr/>
          <p:nvPr/>
        </p:nvSpPr>
        <p:spPr>
          <a:xfrm>
            <a:off x="2712110" y="3446556"/>
            <a:ext cx="180864" cy="36485"/>
          </a:xfrm>
          <a:prstGeom prst="line">
            <a:avLst/>
          </a:prstGeom>
          <a:noFill/>
          <a:ln w="19050">
            <a:solidFill>
              <a:srgbClr val="4A4A55"/>
            </a:solidFill>
            <a:prstDash val="solid"/>
          </a:ln>
        </p:spPr>
      </p:sp>
      <p:sp>
        <p:nvSpPr>
          <p:cNvPr id="51" name="Shape 49"/>
          <p:cNvSpPr/>
          <p:nvPr/>
        </p:nvSpPr>
        <p:spPr>
          <a:xfrm flipV="1">
            <a:off x="2892974" y="3446556"/>
            <a:ext cx="120056" cy="36485"/>
          </a:xfrm>
          <a:prstGeom prst="line">
            <a:avLst/>
          </a:prstGeom>
          <a:noFill/>
          <a:ln w="19050">
            <a:solidFill>
              <a:srgbClr val="4A4A55"/>
            </a:solidFill>
            <a:prstDash val="solid"/>
          </a:ln>
        </p:spPr>
      </p:sp>
      <p:sp>
        <p:nvSpPr>
          <p:cNvPr id="52" name="Shape 50"/>
          <p:cNvSpPr/>
          <p:nvPr/>
        </p:nvSpPr>
        <p:spPr>
          <a:xfrm>
            <a:off x="2468880" y="3154680"/>
            <a:ext cx="60808" cy="72969"/>
          </a:xfrm>
          <a:prstGeom prst="line">
            <a:avLst/>
          </a:prstGeom>
          <a:noFill/>
          <a:ln w="19050">
            <a:solidFill>
              <a:srgbClr val="4A4A55"/>
            </a:solidFill>
            <a:prstDash val="solid"/>
          </a:ln>
        </p:spPr>
      </p:sp>
      <p:sp>
        <p:nvSpPr>
          <p:cNvPr id="53" name="Shape 51"/>
          <p:cNvSpPr/>
          <p:nvPr/>
        </p:nvSpPr>
        <p:spPr>
          <a:xfrm>
            <a:off x="2529688" y="3227649"/>
            <a:ext cx="180864" cy="36485"/>
          </a:xfrm>
          <a:prstGeom prst="line">
            <a:avLst/>
          </a:prstGeom>
          <a:noFill/>
          <a:ln w="19050">
            <a:solidFill>
              <a:srgbClr val="4A4A55"/>
            </a:solidFill>
            <a:prstDash val="solid"/>
          </a:ln>
        </p:spPr>
      </p:sp>
      <p:sp>
        <p:nvSpPr>
          <p:cNvPr id="54" name="Shape 52"/>
          <p:cNvSpPr/>
          <p:nvPr/>
        </p:nvSpPr>
        <p:spPr>
          <a:xfrm>
            <a:off x="2710551" y="3264134"/>
            <a:ext cx="60808" cy="72969"/>
          </a:xfrm>
          <a:prstGeom prst="line">
            <a:avLst/>
          </a:prstGeom>
          <a:noFill/>
          <a:ln w="19050">
            <a:solidFill>
              <a:srgbClr val="4A4A55"/>
            </a:solidFill>
            <a:prstDash val="solid"/>
          </a:ln>
        </p:spPr>
      </p:sp>
      <p:sp>
        <p:nvSpPr>
          <p:cNvPr id="55" name="Shape 53"/>
          <p:cNvSpPr/>
          <p:nvPr/>
        </p:nvSpPr>
        <p:spPr>
          <a:xfrm flipV="1">
            <a:off x="2710551" y="3227649"/>
            <a:ext cx="120056" cy="36485"/>
          </a:xfrm>
          <a:prstGeom prst="line">
            <a:avLst/>
          </a:prstGeom>
          <a:noFill/>
          <a:ln w="19050">
            <a:solidFill>
              <a:srgbClr val="4A4A55"/>
            </a:solidFill>
            <a:prstDash val="solid"/>
          </a:ln>
        </p:spPr>
      </p:sp>
      <p:sp>
        <p:nvSpPr>
          <p:cNvPr id="56" name="Shape 54"/>
          <p:cNvSpPr/>
          <p:nvPr/>
        </p:nvSpPr>
        <p:spPr>
          <a:xfrm>
            <a:off x="2771359" y="3337103"/>
            <a:ext cx="180864" cy="36485"/>
          </a:xfrm>
          <a:prstGeom prst="line">
            <a:avLst/>
          </a:prstGeom>
          <a:noFill/>
          <a:ln w="19050">
            <a:solidFill>
              <a:srgbClr val="4A4A55"/>
            </a:solidFill>
            <a:prstDash val="solid"/>
          </a:ln>
        </p:spPr>
      </p:sp>
      <p:sp>
        <p:nvSpPr>
          <p:cNvPr id="57" name="Shape 55"/>
          <p:cNvSpPr/>
          <p:nvPr/>
        </p:nvSpPr>
        <p:spPr>
          <a:xfrm>
            <a:off x="2952222" y="3373587"/>
            <a:ext cx="60808" cy="72969"/>
          </a:xfrm>
          <a:prstGeom prst="line">
            <a:avLst/>
          </a:prstGeom>
          <a:noFill/>
          <a:ln w="19050">
            <a:solidFill>
              <a:srgbClr val="4A4A55"/>
            </a:solidFill>
            <a:prstDash val="solid"/>
          </a:ln>
        </p:spPr>
      </p:sp>
      <p:sp>
        <p:nvSpPr>
          <p:cNvPr id="58" name="Shape 56"/>
          <p:cNvSpPr/>
          <p:nvPr/>
        </p:nvSpPr>
        <p:spPr>
          <a:xfrm flipV="1">
            <a:off x="2952222" y="3337103"/>
            <a:ext cx="120056" cy="36485"/>
          </a:xfrm>
          <a:prstGeom prst="line">
            <a:avLst/>
          </a:prstGeom>
          <a:noFill/>
          <a:ln w="19050">
            <a:solidFill>
              <a:srgbClr val="4A4A55"/>
            </a:solidFill>
            <a:prstDash val="solid"/>
          </a:ln>
        </p:spPr>
      </p:sp>
      <p:sp>
        <p:nvSpPr>
          <p:cNvPr id="59" name="Shape 57"/>
          <p:cNvSpPr/>
          <p:nvPr/>
        </p:nvSpPr>
        <p:spPr>
          <a:xfrm>
            <a:off x="3013030" y="3446556"/>
            <a:ext cx="180864" cy="36485"/>
          </a:xfrm>
          <a:prstGeom prst="line">
            <a:avLst/>
          </a:prstGeom>
          <a:noFill/>
          <a:ln w="19050">
            <a:solidFill>
              <a:srgbClr val="4A4A55"/>
            </a:solidFill>
            <a:prstDash val="solid"/>
          </a:ln>
        </p:spPr>
      </p:sp>
      <p:sp>
        <p:nvSpPr>
          <p:cNvPr id="60" name="Shape 58"/>
          <p:cNvSpPr/>
          <p:nvPr/>
        </p:nvSpPr>
        <p:spPr>
          <a:xfrm flipV="1">
            <a:off x="3193894" y="3446556"/>
            <a:ext cx="120056" cy="36485"/>
          </a:xfrm>
          <a:prstGeom prst="line">
            <a:avLst/>
          </a:prstGeom>
          <a:noFill/>
          <a:ln w="19050">
            <a:solidFill>
              <a:srgbClr val="4A4A55"/>
            </a:solidFill>
            <a:prstDash val="solid"/>
          </a:ln>
        </p:spPr>
      </p:sp>
      <p:sp>
        <p:nvSpPr>
          <p:cNvPr id="61" name="Shape 59"/>
          <p:cNvSpPr/>
          <p:nvPr/>
        </p:nvSpPr>
        <p:spPr>
          <a:xfrm>
            <a:off x="2769800" y="3154680"/>
            <a:ext cx="60808" cy="72969"/>
          </a:xfrm>
          <a:prstGeom prst="line">
            <a:avLst/>
          </a:prstGeom>
          <a:noFill/>
          <a:ln w="19050">
            <a:solidFill>
              <a:srgbClr val="4A4A55"/>
            </a:solidFill>
            <a:prstDash val="solid"/>
          </a:ln>
        </p:spPr>
      </p:sp>
      <p:sp>
        <p:nvSpPr>
          <p:cNvPr id="62" name="Shape 60"/>
          <p:cNvSpPr/>
          <p:nvPr/>
        </p:nvSpPr>
        <p:spPr>
          <a:xfrm>
            <a:off x="2830607" y="3227649"/>
            <a:ext cx="180864" cy="36485"/>
          </a:xfrm>
          <a:prstGeom prst="line">
            <a:avLst/>
          </a:prstGeom>
          <a:noFill/>
          <a:ln w="19050">
            <a:solidFill>
              <a:srgbClr val="4A4A55"/>
            </a:solidFill>
            <a:prstDash val="solid"/>
          </a:ln>
        </p:spPr>
      </p:sp>
      <p:sp>
        <p:nvSpPr>
          <p:cNvPr id="63" name="Shape 61"/>
          <p:cNvSpPr/>
          <p:nvPr/>
        </p:nvSpPr>
        <p:spPr>
          <a:xfrm>
            <a:off x="3011471" y="3264134"/>
            <a:ext cx="60808" cy="72969"/>
          </a:xfrm>
          <a:prstGeom prst="line">
            <a:avLst/>
          </a:prstGeom>
          <a:noFill/>
          <a:ln w="19050">
            <a:solidFill>
              <a:srgbClr val="4A4A55"/>
            </a:solidFill>
            <a:prstDash val="solid"/>
          </a:ln>
        </p:spPr>
      </p:sp>
      <p:sp>
        <p:nvSpPr>
          <p:cNvPr id="64" name="Shape 62"/>
          <p:cNvSpPr/>
          <p:nvPr/>
        </p:nvSpPr>
        <p:spPr>
          <a:xfrm flipV="1">
            <a:off x="3011471" y="3227649"/>
            <a:ext cx="120056" cy="36485"/>
          </a:xfrm>
          <a:prstGeom prst="line">
            <a:avLst/>
          </a:prstGeom>
          <a:noFill/>
          <a:ln w="19050">
            <a:solidFill>
              <a:srgbClr val="4A4A55"/>
            </a:solidFill>
            <a:prstDash val="solid"/>
          </a:ln>
        </p:spPr>
      </p:sp>
      <p:sp>
        <p:nvSpPr>
          <p:cNvPr id="65" name="Shape 63"/>
          <p:cNvSpPr/>
          <p:nvPr/>
        </p:nvSpPr>
        <p:spPr>
          <a:xfrm>
            <a:off x="3072278" y="3337103"/>
            <a:ext cx="180864" cy="36485"/>
          </a:xfrm>
          <a:prstGeom prst="line">
            <a:avLst/>
          </a:prstGeom>
          <a:noFill/>
          <a:ln w="19050">
            <a:solidFill>
              <a:srgbClr val="4A4A55"/>
            </a:solidFill>
            <a:prstDash val="solid"/>
          </a:ln>
        </p:spPr>
      </p:sp>
      <p:sp>
        <p:nvSpPr>
          <p:cNvPr id="66" name="Shape 64"/>
          <p:cNvSpPr/>
          <p:nvPr/>
        </p:nvSpPr>
        <p:spPr>
          <a:xfrm>
            <a:off x="3253142" y="3373587"/>
            <a:ext cx="60808" cy="72969"/>
          </a:xfrm>
          <a:prstGeom prst="line">
            <a:avLst/>
          </a:prstGeom>
          <a:noFill/>
          <a:ln w="19050">
            <a:solidFill>
              <a:srgbClr val="4A4A55"/>
            </a:solidFill>
            <a:prstDash val="solid"/>
          </a:ln>
        </p:spPr>
      </p:sp>
      <p:sp>
        <p:nvSpPr>
          <p:cNvPr id="67" name="Shape 65"/>
          <p:cNvSpPr/>
          <p:nvPr/>
        </p:nvSpPr>
        <p:spPr>
          <a:xfrm flipV="1">
            <a:off x="3253142" y="3337103"/>
            <a:ext cx="120056" cy="36485"/>
          </a:xfrm>
          <a:prstGeom prst="line">
            <a:avLst/>
          </a:prstGeom>
          <a:noFill/>
          <a:ln w="19050">
            <a:solidFill>
              <a:srgbClr val="4A4A55"/>
            </a:solidFill>
            <a:prstDash val="solid"/>
          </a:ln>
        </p:spPr>
      </p:sp>
      <p:sp>
        <p:nvSpPr>
          <p:cNvPr id="68" name="Shape 66"/>
          <p:cNvSpPr/>
          <p:nvPr/>
        </p:nvSpPr>
        <p:spPr>
          <a:xfrm>
            <a:off x="3313950" y="3446556"/>
            <a:ext cx="180864" cy="36485"/>
          </a:xfrm>
          <a:prstGeom prst="line">
            <a:avLst/>
          </a:prstGeom>
          <a:noFill/>
          <a:ln w="19050">
            <a:solidFill>
              <a:srgbClr val="4A4A55"/>
            </a:solidFill>
            <a:prstDash val="solid"/>
          </a:ln>
        </p:spPr>
      </p:sp>
      <p:sp>
        <p:nvSpPr>
          <p:cNvPr id="69" name="Shape 67"/>
          <p:cNvSpPr/>
          <p:nvPr/>
        </p:nvSpPr>
        <p:spPr>
          <a:xfrm flipV="1">
            <a:off x="3494813" y="3446556"/>
            <a:ext cx="120056" cy="36485"/>
          </a:xfrm>
          <a:prstGeom prst="line">
            <a:avLst/>
          </a:prstGeom>
          <a:noFill/>
          <a:ln w="19050">
            <a:solidFill>
              <a:srgbClr val="4A4A55"/>
            </a:solidFill>
            <a:prstDash val="solid"/>
          </a:ln>
        </p:spPr>
      </p:sp>
      <p:sp>
        <p:nvSpPr>
          <p:cNvPr id="70" name="Shape 68"/>
          <p:cNvSpPr/>
          <p:nvPr/>
        </p:nvSpPr>
        <p:spPr>
          <a:xfrm>
            <a:off x="3070719" y="3154680"/>
            <a:ext cx="60808" cy="72969"/>
          </a:xfrm>
          <a:prstGeom prst="line">
            <a:avLst/>
          </a:prstGeom>
          <a:noFill/>
          <a:ln w="19050">
            <a:solidFill>
              <a:srgbClr val="4A4A55"/>
            </a:solidFill>
            <a:prstDash val="solid"/>
          </a:ln>
        </p:spPr>
      </p:sp>
      <p:sp>
        <p:nvSpPr>
          <p:cNvPr id="71" name="Shape 69"/>
          <p:cNvSpPr/>
          <p:nvPr/>
        </p:nvSpPr>
        <p:spPr>
          <a:xfrm>
            <a:off x="3131527" y="3227649"/>
            <a:ext cx="180864" cy="36485"/>
          </a:xfrm>
          <a:prstGeom prst="line">
            <a:avLst/>
          </a:prstGeom>
          <a:noFill/>
          <a:ln w="19050">
            <a:solidFill>
              <a:srgbClr val="4A4A55"/>
            </a:solidFill>
            <a:prstDash val="solid"/>
          </a:ln>
        </p:spPr>
      </p:sp>
      <p:sp>
        <p:nvSpPr>
          <p:cNvPr id="72" name="Shape 70"/>
          <p:cNvSpPr/>
          <p:nvPr/>
        </p:nvSpPr>
        <p:spPr>
          <a:xfrm>
            <a:off x="3312390" y="3264134"/>
            <a:ext cx="60808" cy="72969"/>
          </a:xfrm>
          <a:prstGeom prst="line">
            <a:avLst/>
          </a:prstGeom>
          <a:noFill/>
          <a:ln w="19050">
            <a:solidFill>
              <a:srgbClr val="4A4A55"/>
            </a:solidFill>
            <a:prstDash val="solid"/>
          </a:ln>
        </p:spPr>
      </p:sp>
      <p:sp>
        <p:nvSpPr>
          <p:cNvPr id="73" name="Shape 71"/>
          <p:cNvSpPr/>
          <p:nvPr/>
        </p:nvSpPr>
        <p:spPr>
          <a:xfrm flipV="1">
            <a:off x="3312390" y="3227649"/>
            <a:ext cx="120056" cy="36485"/>
          </a:xfrm>
          <a:prstGeom prst="line">
            <a:avLst/>
          </a:prstGeom>
          <a:noFill/>
          <a:ln w="19050">
            <a:solidFill>
              <a:srgbClr val="4A4A55"/>
            </a:solidFill>
            <a:prstDash val="solid"/>
          </a:ln>
        </p:spPr>
      </p:sp>
      <p:sp>
        <p:nvSpPr>
          <p:cNvPr id="74" name="Shape 72"/>
          <p:cNvSpPr/>
          <p:nvPr/>
        </p:nvSpPr>
        <p:spPr>
          <a:xfrm>
            <a:off x="3373198" y="3337103"/>
            <a:ext cx="180864" cy="36485"/>
          </a:xfrm>
          <a:prstGeom prst="line">
            <a:avLst/>
          </a:prstGeom>
          <a:noFill/>
          <a:ln w="19050">
            <a:solidFill>
              <a:srgbClr val="4A4A55"/>
            </a:solidFill>
            <a:prstDash val="solid"/>
          </a:ln>
        </p:spPr>
      </p:sp>
      <p:sp>
        <p:nvSpPr>
          <p:cNvPr id="75" name="Shape 73"/>
          <p:cNvSpPr/>
          <p:nvPr/>
        </p:nvSpPr>
        <p:spPr>
          <a:xfrm>
            <a:off x="3554062" y="3373587"/>
            <a:ext cx="60808" cy="72969"/>
          </a:xfrm>
          <a:prstGeom prst="line">
            <a:avLst/>
          </a:prstGeom>
          <a:noFill/>
          <a:ln w="19050">
            <a:solidFill>
              <a:srgbClr val="4A4A55"/>
            </a:solidFill>
            <a:prstDash val="solid"/>
          </a:ln>
        </p:spPr>
      </p:sp>
      <p:sp>
        <p:nvSpPr>
          <p:cNvPr id="76" name="Shape 74"/>
          <p:cNvSpPr/>
          <p:nvPr/>
        </p:nvSpPr>
        <p:spPr>
          <a:xfrm flipV="1">
            <a:off x="3554062" y="3337103"/>
            <a:ext cx="120056" cy="36485"/>
          </a:xfrm>
          <a:prstGeom prst="line">
            <a:avLst/>
          </a:prstGeom>
          <a:noFill/>
          <a:ln w="19050">
            <a:solidFill>
              <a:srgbClr val="4A4A55"/>
            </a:solidFill>
            <a:prstDash val="solid"/>
          </a:ln>
        </p:spPr>
      </p:sp>
      <p:sp>
        <p:nvSpPr>
          <p:cNvPr id="77" name="Shape 75"/>
          <p:cNvSpPr/>
          <p:nvPr/>
        </p:nvSpPr>
        <p:spPr>
          <a:xfrm>
            <a:off x="3614869" y="3446556"/>
            <a:ext cx="180864" cy="36485"/>
          </a:xfrm>
          <a:prstGeom prst="line">
            <a:avLst/>
          </a:prstGeom>
          <a:noFill/>
          <a:ln w="19050">
            <a:solidFill>
              <a:srgbClr val="4A4A55"/>
            </a:solidFill>
            <a:prstDash val="solid"/>
          </a:ln>
        </p:spPr>
      </p:sp>
      <p:sp>
        <p:nvSpPr>
          <p:cNvPr id="78" name="Shape 76"/>
          <p:cNvSpPr/>
          <p:nvPr/>
        </p:nvSpPr>
        <p:spPr>
          <a:xfrm flipV="1">
            <a:off x="3795733" y="3446556"/>
            <a:ext cx="120056" cy="36485"/>
          </a:xfrm>
          <a:prstGeom prst="line">
            <a:avLst/>
          </a:prstGeom>
          <a:noFill/>
          <a:ln w="19050">
            <a:solidFill>
              <a:srgbClr val="4A4A55"/>
            </a:solidFill>
            <a:prstDash val="solid"/>
          </a:ln>
        </p:spPr>
      </p:sp>
      <p:sp>
        <p:nvSpPr>
          <p:cNvPr id="79" name="Shape 77"/>
          <p:cNvSpPr/>
          <p:nvPr/>
        </p:nvSpPr>
        <p:spPr>
          <a:xfrm>
            <a:off x="3371639" y="3154680"/>
            <a:ext cx="60808" cy="72969"/>
          </a:xfrm>
          <a:prstGeom prst="line">
            <a:avLst/>
          </a:prstGeom>
          <a:noFill/>
          <a:ln w="19050">
            <a:solidFill>
              <a:srgbClr val="4A4A55"/>
            </a:solidFill>
            <a:prstDash val="solid"/>
          </a:ln>
        </p:spPr>
      </p:sp>
      <p:sp>
        <p:nvSpPr>
          <p:cNvPr id="80" name="Shape 78"/>
          <p:cNvSpPr/>
          <p:nvPr/>
        </p:nvSpPr>
        <p:spPr>
          <a:xfrm>
            <a:off x="3432446" y="3227649"/>
            <a:ext cx="180864" cy="36485"/>
          </a:xfrm>
          <a:prstGeom prst="line">
            <a:avLst/>
          </a:prstGeom>
          <a:noFill/>
          <a:ln w="19050">
            <a:solidFill>
              <a:srgbClr val="4A4A55"/>
            </a:solidFill>
            <a:prstDash val="solid"/>
          </a:ln>
        </p:spPr>
      </p:sp>
      <p:sp>
        <p:nvSpPr>
          <p:cNvPr id="81" name="Shape 79"/>
          <p:cNvSpPr/>
          <p:nvPr/>
        </p:nvSpPr>
        <p:spPr>
          <a:xfrm>
            <a:off x="3613310" y="3264134"/>
            <a:ext cx="60808" cy="72969"/>
          </a:xfrm>
          <a:prstGeom prst="line">
            <a:avLst/>
          </a:prstGeom>
          <a:noFill/>
          <a:ln w="19050">
            <a:solidFill>
              <a:srgbClr val="4A4A55"/>
            </a:solidFill>
            <a:prstDash val="solid"/>
          </a:ln>
        </p:spPr>
      </p:sp>
      <p:sp>
        <p:nvSpPr>
          <p:cNvPr id="82" name="Shape 80"/>
          <p:cNvSpPr/>
          <p:nvPr/>
        </p:nvSpPr>
        <p:spPr>
          <a:xfrm flipV="1">
            <a:off x="3613310" y="3227649"/>
            <a:ext cx="120056" cy="36485"/>
          </a:xfrm>
          <a:prstGeom prst="line">
            <a:avLst/>
          </a:prstGeom>
          <a:noFill/>
          <a:ln w="19050">
            <a:solidFill>
              <a:srgbClr val="4A4A55"/>
            </a:solidFill>
            <a:prstDash val="solid"/>
          </a:ln>
        </p:spPr>
      </p:sp>
      <p:sp>
        <p:nvSpPr>
          <p:cNvPr id="83" name="Shape 81"/>
          <p:cNvSpPr/>
          <p:nvPr/>
        </p:nvSpPr>
        <p:spPr>
          <a:xfrm>
            <a:off x="3674118" y="3337103"/>
            <a:ext cx="180864" cy="36485"/>
          </a:xfrm>
          <a:prstGeom prst="line">
            <a:avLst/>
          </a:prstGeom>
          <a:noFill/>
          <a:ln w="19050">
            <a:solidFill>
              <a:srgbClr val="4A4A55"/>
            </a:solidFill>
            <a:prstDash val="solid"/>
          </a:ln>
        </p:spPr>
      </p:sp>
      <p:sp>
        <p:nvSpPr>
          <p:cNvPr id="84" name="Shape 82"/>
          <p:cNvSpPr/>
          <p:nvPr/>
        </p:nvSpPr>
        <p:spPr>
          <a:xfrm>
            <a:off x="3854981" y="3373587"/>
            <a:ext cx="60808" cy="72969"/>
          </a:xfrm>
          <a:prstGeom prst="line">
            <a:avLst/>
          </a:prstGeom>
          <a:noFill/>
          <a:ln w="19050">
            <a:solidFill>
              <a:srgbClr val="4A4A55"/>
            </a:solidFill>
            <a:prstDash val="solid"/>
          </a:ln>
        </p:spPr>
      </p:sp>
      <p:sp>
        <p:nvSpPr>
          <p:cNvPr id="85" name="Shape 83"/>
          <p:cNvSpPr/>
          <p:nvPr/>
        </p:nvSpPr>
        <p:spPr>
          <a:xfrm flipV="1">
            <a:off x="3854981" y="3337103"/>
            <a:ext cx="120056" cy="36485"/>
          </a:xfrm>
          <a:prstGeom prst="line">
            <a:avLst/>
          </a:prstGeom>
          <a:noFill/>
          <a:ln w="19050">
            <a:solidFill>
              <a:srgbClr val="4A4A55"/>
            </a:solidFill>
            <a:prstDash val="solid"/>
          </a:ln>
        </p:spPr>
      </p:sp>
      <p:sp>
        <p:nvSpPr>
          <p:cNvPr id="86" name="Shape 84"/>
          <p:cNvSpPr/>
          <p:nvPr/>
        </p:nvSpPr>
        <p:spPr>
          <a:xfrm>
            <a:off x="3915789" y="3446556"/>
            <a:ext cx="180864" cy="36485"/>
          </a:xfrm>
          <a:prstGeom prst="line">
            <a:avLst/>
          </a:prstGeom>
          <a:noFill/>
          <a:ln w="19050">
            <a:solidFill>
              <a:srgbClr val="4A4A55"/>
            </a:solidFill>
            <a:prstDash val="solid"/>
          </a:ln>
        </p:spPr>
      </p:sp>
      <p:sp>
        <p:nvSpPr>
          <p:cNvPr id="87" name="Shape 85"/>
          <p:cNvSpPr/>
          <p:nvPr/>
        </p:nvSpPr>
        <p:spPr>
          <a:xfrm>
            <a:off x="3672558" y="3154680"/>
            <a:ext cx="60808" cy="72969"/>
          </a:xfrm>
          <a:prstGeom prst="line">
            <a:avLst/>
          </a:prstGeom>
          <a:noFill/>
          <a:ln w="19050">
            <a:solidFill>
              <a:srgbClr val="4A4A55"/>
            </a:solidFill>
            <a:prstDash val="solid"/>
          </a:ln>
        </p:spPr>
      </p:sp>
      <p:sp>
        <p:nvSpPr>
          <p:cNvPr id="88" name="Shape 86"/>
          <p:cNvSpPr/>
          <p:nvPr/>
        </p:nvSpPr>
        <p:spPr>
          <a:xfrm>
            <a:off x="3733366" y="3227649"/>
            <a:ext cx="180864" cy="36485"/>
          </a:xfrm>
          <a:prstGeom prst="line">
            <a:avLst/>
          </a:prstGeom>
          <a:noFill/>
          <a:ln w="19050">
            <a:solidFill>
              <a:srgbClr val="4A4A55"/>
            </a:solidFill>
            <a:prstDash val="solid"/>
          </a:ln>
        </p:spPr>
      </p:sp>
      <p:sp>
        <p:nvSpPr>
          <p:cNvPr id="89" name="Shape 87"/>
          <p:cNvSpPr/>
          <p:nvPr/>
        </p:nvSpPr>
        <p:spPr>
          <a:xfrm>
            <a:off x="3914230" y="3264134"/>
            <a:ext cx="60808" cy="72969"/>
          </a:xfrm>
          <a:prstGeom prst="line">
            <a:avLst/>
          </a:prstGeom>
          <a:noFill/>
          <a:ln w="19050">
            <a:solidFill>
              <a:srgbClr val="4A4A55"/>
            </a:solidFill>
            <a:prstDash val="solid"/>
          </a:ln>
        </p:spPr>
      </p:sp>
      <p:sp>
        <p:nvSpPr>
          <p:cNvPr id="90" name="Shape 88"/>
          <p:cNvSpPr/>
          <p:nvPr/>
        </p:nvSpPr>
        <p:spPr>
          <a:xfrm>
            <a:off x="2623871" y="3346155"/>
            <a:ext cx="54864" cy="54864"/>
          </a:xfrm>
          <a:prstGeom prst="ellipse">
            <a:avLst/>
          </a:prstGeom>
          <a:solidFill>
            <a:srgbClr val="4A4A55"/>
          </a:solidFill>
          <a:ln w="6350">
            <a:solidFill>
              <a:srgbClr val="22222A"/>
            </a:solidFill>
            <a:prstDash val="solid"/>
          </a:ln>
        </p:spPr>
      </p:sp>
      <p:sp>
        <p:nvSpPr>
          <p:cNvPr id="91" name="Shape 89"/>
          <p:cNvSpPr/>
          <p:nvPr/>
        </p:nvSpPr>
        <p:spPr>
          <a:xfrm>
            <a:off x="2684678" y="3419124"/>
            <a:ext cx="54864" cy="54864"/>
          </a:xfrm>
          <a:prstGeom prst="ellipse">
            <a:avLst/>
          </a:prstGeom>
          <a:solidFill>
            <a:srgbClr val="4A4A55"/>
          </a:solidFill>
          <a:ln w="6350">
            <a:solidFill>
              <a:srgbClr val="22222A"/>
            </a:solidFill>
            <a:prstDash val="solid"/>
          </a:ln>
        </p:spPr>
      </p:sp>
      <p:sp>
        <p:nvSpPr>
          <p:cNvPr id="92" name="Shape 90"/>
          <p:cNvSpPr/>
          <p:nvPr/>
        </p:nvSpPr>
        <p:spPr>
          <a:xfrm>
            <a:off x="2865542" y="3455609"/>
            <a:ext cx="54864" cy="54864"/>
          </a:xfrm>
          <a:prstGeom prst="ellipse">
            <a:avLst/>
          </a:prstGeom>
          <a:solidFill>
            <a:srgbClr val="4A4A55"/>
          </a:solidFill>
          <a:ln w="6350">
            <a:solidFill>
              <a:srgbClr val="22222A"/>
            </a:solidFill>
            <a:prstDash val="solid"/>
          </a:ln>
        </p:spPr>
      </p:sp>
      <p:sp>
        <p:nvSpPr>
          <p:cNvPr id="93" name="Shape 91"/>
          <p:cNvSpPr/>
          <p:nvPr/>
        </p:nvSpPr>
        <p:spPr>
          <a:xfrm>
            <a:off x="2441448" y="3127248"/>
            <a:ext cx="54864" cy="54864"/>
          </a:xfrm>
          <a:prstGeom prst="ellipse">
            <a:avLst/>
          </a:prstGeom>
          <a:solidFill>
            <a:srgbClr val="4A4A55"/>
          </a:solidFill>
          <a:ln w="6350">
            <a:solidFill>
              <a:srgbClr val="22222A"/>
            </a:solidFill>
            <a:prstDash val="solid"/>
          </a:ln>
        </p:spPr>
      </p:sp>
      <p:sp>
        <p:nvSpPr>
          <p:cNvPr id="94" name="Shape 92"/>
          <p:cNvSpPr/>
          <p:nvPr/>
        </p:nvSpPr>
        <p:spPr>
          <a:xfrm>
            <a:off x="2502256" y="3200217"/>
            <a:ext cx="54864" cy="54864"/>
          </a:xfrm>
          <a:prstGeom prst="ellipse">
            <a:avLst/>
          </a:prstGeom>
          <a:solidFill>
            <a:srgbClr val="4A4A55"/>
          </a:solidFill>
          <a:ln w="6350">
            <a:solidFill>
              <a:srgbClr val="22222A"/>
            </a:solidFill>
            <a:prstDash val="solid"/>
          </a:ln>
        </p:spPr>
      </p:sp>
      <p:sp>
        <p:nvSpPr>
          <p:cNvPr id="95" name="Shape 93"/>
          <p:cNvSpPr/>
          <p:nvPr/>
        </p:nvSpPr>
        <p:spPr>
          <a:xfrm>
            <a:off x="2683119" y="3236702"/>
            <a:ext cx="54864" cy="54864"/>
          </a:xfrm>
          <a:prstGeom prst="ellipse">
            <a:avLst/>
          </a:prstGeom>
          <a:solidFill>
            <a:srgbClr val="4A4A55"/>
          </a:solidFill>
          <a:ln w="6350">
            <a:solidFill>
              <a:srgbClr val="22222A"/>
            </a:solidFill>
            <a:prstDash val="solid"/>
          </a:ln>
        </p:spPr>
      </p:sp>
      <p:sp>
        <p:nvSpPr>
          <p:cNvPr id="96" name="Shape 94"/>
          <p:cNvSpPr/>
          <p:nvPr/>
        </p:nvSpPr>
        <p:spPr>
          <a:xfrm>
            <a:off x="2743927" y="3309671"/>
            <a:ext cx="54864" cy="54864"/>
          </a:xfrm>
          <a:prstGeom prst="ellipse">
            <a:avLst/>
          </a:prstGeom>
          <a:solidFill>
            <a:srgbClr val="4A4A55"/>
          </a:solidFill>
          <a:ln w="6350">
            <a:solidFill>
              <a:srgbClr val="22222A"/>
            </a:solidFill>
            <a:prstDash val="solid"/>
          </a:ln>
        </p:spPr>
      </p:sp>
      <p:sp>
        <p:nvSpPr>
          <p:cNvPr id="97" name="Shape 95"/>
          <p:cNvSpPr/>
          <p:nvPr/>
        </p:nvSpPr>
        <p:spPr>
          <a:xfrm>
            <a:off x="2924790" y="3346155"/>
            <a:ext cx="54864" cy="54864"/>
          </a:xfrm>
          <a:prstGeom prst="ellipse">
            <a:avLst/>
          </a:prstGeom>
          <a:solidFill>
            <a:srgbClr val="4A4A55"/>
          </a:solidFill>
          <a:ln w="6350">
            <a:solidFill>
              <a:srgbClr val="22222A"/>
            </a:solidFill>
            <a:prstDash val="solid"/>
          </a:ln>
        </p:spPr>
      </p:sp>
      <p:sp>
        <p:nvSpPr>
          <p:cNvPr id="98" name="Shape 96"/>
          <p:cNvSpPr/>
          <p:nvPr/>
        </p:nvSpPr>
        <p:spPr>
          <a:xfrm>
            <a:off x="2985598" y="3419124"/>
            <a:ext cx="54864" cy="54864"/>
          </a:xfrm>
          <a:prstGeom prst="ellipse">
            <a:avLst/>
          </a:prstGeom>
          <a:solidFill>
            <a:srgbClr val="4A4A55"/>
          </a:solidFill>
          <a:ln w="6350">
            <a:solidFill>
              <a:srgbClr val="22222A"/>
            </a:solidFill>
            <a:prstDash val="solid"/>
          </a:ln>
        </p:spPr>
      </p:sp>
      <p:sp>
        <p:nvSpPr>
          <p:cNvPr id="99" name="Shape 97"/>
          <p:cNvSpPr/>
          <p:nvPr/>
        </p:nvSpPr>
        <p:spPr>
          <a:xfrm>
            <a:off x="3166462" y="3455609"/>
            <a:ext cx="54864" cy="54864"/>
          </a:xfrm>
          <a:prstGeom prst="ellipse">
            <a:avLst/>
          </a:prstGeom>
          <a:solidFill>
            <a:srgbClr val="4A4A55"/>
          </a:solidFill>
          <a:ln w="6350">
            <a:solidFill>
              <a:srgbClr val="22222A"/>
            </a:solidFill>
            <a:prstDash val="solid"/>
          </a:ln>
        </p:spPr>
      </p:sp>
      <p:sp>
        <p:nvSpPr>
          <p:cNvPr id="100" name="Shape 98"/>
          <p:cNvSpPr/>
          <p:nvPr/>
        </p:nvSpPr>
        <p:spPr>
          <a:xfrm>
            <a:off x="2742368" y="3127248"/>
            <a:ext cx="54864" cy="54864"/>
          </a:xfrm>
          <a:prstGeom prst="ellipse">
            <a:avLst/>
          </a:prstGeom>
          <a:solidFill>
            <a:srgbClr val="4A4A55"/>
          </a:solidFill>
          <a:ln w="6350">
            <a:solidFill>
              <a:srgbClr val="22222A"/>
            </a:solidFill>
            <a:prstDash val="solid"/>
          </a:ln>
        </p:spPr>
      </p:sp>
      <p:sp>
        <p:nvSpPr>
          <p:cNvPr id="101" name="Shape 99"/>
          <p:cNvSpPr/>
          <p:nvPr/>
        </p:nvSpPr>
        <p:spPr>
          <a:xfrm>
            <a:off x="2803175" y="3200217"/>
            <a:ext cx="54864" cy="54864"/>
          </a:xfrm>
          <a:prstGeom prst="ellipse">
            <a:avLst/>
          </a:prstGeom>
          <a:solidFill>
            <a:srgbClr val="4A4A55"/>
          </a:solidFill>
          <a:ln w="6350">
            <a:solidFill>
              <a:srgbClr val="22222A"/>
            </a:solidFill>
            <a:prstDash val="solid"/>
          </a:ln>
        </p:spPr>
      </p:sp>
      <p:sp>
        <p:nvSpPr>
          <p:cNvPr id="102" name="Shape 100"/>
          <p:cNvSpPr/>
          <p:nvPr/>
        </p:nvSpPr>
        <p:spPr>
          <a:xfrm>
            <a:off x="2984039" y="3236702"/>
            <a:ext cx="54864" cy="54864"/>
          </a:xfrm>
          <a:prstGeom prst="ellipse">
            <a:avLst/>
          </a:prstGeom>
          <a:solidFill>
            <a:srgbClr val="4A4A55"/>
          </a:solidFill>
          <a:ln w="6350">
            <a:solidFill>
              <a:srgbClr val="22222A"/>
            </a:solidFill>
            <a:prstDash val="solid"/>
          </a:ln>
        </p:spPr>
      </p:sp>
      <p:sp>
        <p:nvSpPr>
          <p:cNvPr id="103" name="Shape 101"/>
          <p:cNvSpPr/>
          <p:nvPr/>
        </p:nvSpPr>
        <p:spPr>
          <a:xfrm>
            <a:off x="3044846" y="3309671"/>
            <a:ext cx="54864" cy="54864"/>
          </a:xfrm>
          <a:prstGeom prst="ellipse">
            <a:avLst/>
          </a:prstGeom>
          <a:solidFill>
            <a:srgbClr val="4A4A55"/>
          </a:solidFill>
          <a:ln w="6350">
            <a:solidFill>
              <a:srgbClr val="22222A"/>
            </a:solidFill>
            <a:prstDash val="solid"/>
          </a:ln>
        </p:spPr>
      </p:sp>
      <p:sp>
        <p:nvSpPr>
          <p:cNvPr id="104" name="Shape 102"/>
          <p:cNvSpPr/>
          <p:nvPr/>
        </p:nvSpPr>
        <p:spPr>
          <a:xfrm>
            <a:off x="3225710" y="3346155"/>
            <a:ext cx="54864" cy="54864"/>
          </a:xfrm>
          <a:prstGeom prst="ellipse">
            <a:avLst/>
          </a:prstGeom>
          <a:solidFill>
            <a:srgbClr val="4A4A55"/>
          </a:solidFill>
          <a:ln w="6350">
            <a:solidFill>
              <a:srgbClr val="22222A"/>
            </a:solidFill>
            <a:prstDash val="solid"/>
          </a:ln>
        </p:spPr>
      </p:sp>
      <p:sp>
        <p:nvSpPr>
          <p:cNvPr id="105" name="Shape 103"/>
          <p:cNvSpPr/>
          <p:nvPr/>
        </p:nvSpPr>
        <p:spPr>
          <a:xfrm>
            <a:off x="3286518" y="3419124"/>
            <a:ext cx="54864" cy="54864"/>
          </a:xfrm>
          <a:prstGeom prst="ellipse">
            <a:avLst/>
          </a:prstGeom>
          <a:solidFill>
            <a:srgbClr val="4A4A55"/>
          </a:solidFill>
          <a:ln w="6350">
            <a:solidFill>
              <a:srgbClr val="22222A"/>
            </a:solidFill>
            <a:prstDash val="solid"/>
          </a:ln>
        </p:spPr>
      </p:sp>
      <p:sp>
        <p:nvSpPr>
          <p:cNvPr id="106" name="Shape 104"/>
          <p:cNvSpPr/>
          <p:nvPr/>
        </p:nvSpPr>
        <p:spPr>
          <a:xfrm>
            <a:off x="3467381" y="3455609"/>
            <a:ext cx="54864" cy="54864"/>
          </a:xfrm>
          <a:prstGeom prst="ellipse">
            <a:avLst/>
          </a:prstGeom>
          <a:solidFill>
            <a:srgbClr val="4A4A55"/>
          </a:solidFill>
          <a:ln w="6350">
            <a:solidFill>
              <a:srgbClr val="22222A"/>
            </a:solidFill>
            <a:prstDash val="solid"/>
          </a:ln>
        </p:spPr>
      </p:sp>
      <p:sp>
        <p:nvSpPr>
          <p:cNvPr id="107" name="Shape 105"/>
          <p:cNvSpPr/>
          <p:nvPr/>
        </p:nvSpPr>
        <p:spPr>
          <a:xfrm>
            <a:off x="3043287" y="3127248"/>
            <a:ext cx="54864" cy="54864"/>
          </a:xfrm>
          <a:prstGeom prst="ellipse">
            <a:avLst/>
          </a:prstGeom>
          <a:solidFill>
            <a:srgbClr val="4A4A55"/>
          </a:solidFill>
          <a:ln w="6350">
            <a:solidFill>
              <a:srgbClr val="22222A"/>
            </a:solidFill>
            <a:prstDash val="solid"/>
          </a:ln>
        </p:spPr>
      </p:sp>
      <p:sp>
        <p:nvSpPr>
          <p:cNvPr id="108" name="Shape 106"/>
          <p:cNvSpPr/>
          <p:nvPr/>
        </p:nvSpPr>
        <p:spPr>
          <a:xfrm>
            <a:off x="3104095" y="3200217"/>
            <a:ext cx="54864" cy="54864"/>
          </a:xfrm>
          <a:prstGeom prst="ellipse">
            <a:avLst/>
          </a:prstGeom>
          <a:solidFill>
            <a:srgbClr val="4A4A55"/>
          </a:solidFill>
          <a:ln w="6350">
            <a:solidFill>
              <a:srgbClr val="22222A"/>
            </a:solidFill>
            <a:prstDash val="solid"/>
          </a:ln>
        </p:spPr>
      </p:sp>
      <p:sp>
        <p:nvSpPr>
          <p:cNvPr id="109" name="Shape 107"/>
          <p:cNvSpPr/>
          <p:nvPr/>
        </p:nvSpPr>
        <p:spPr>
          <a:xfrm>
            <a:off x="3284958" y="3236702"/>
            <a:ext cx="54864" cy="54864"/>
          </a:xfrm>
          <a:prstGeom prst="ellipse">
            <a:avLst/>
          </a:prstGeom>
          <a:solidFill>
            <a:srgbClr val="4A4A55"/>
          </a:solidFill>
          <a:ln w="6350">
            <a:solidFill>
              <a:srgbClr val="22222A"/>
            </a:solidFill>
            <a:prstDash val="solid"/>
          </a:ln>
        </p:spPr>
      </p:sp>
      <p:sp>
        <p:nvSpPr>
          <p:cNvPr id="110" name="Shape 108"/>
          <p:cNvSpPr/>
          <p:nvPr/>
        </p:nvSpPr>
        <p:spPr>
          <a:xfrm>
            <a:off x="3345766" y="3309671"/>
            <a:ext cx="54864" cy="54864"/>
          </a:xfrm>
          <a:prstGeom prst="ellipse">
            <a:avLst/>
          </a:prstGeom>
          <a:solidFill>
            <a:srgbClr val="4A4A55"/>
          </a:solidFill>
          <a:ln w="6350">
            <a:solidFill>
              <a:srgbClr val="22222A"/>
            </a:solidFill>
            <a:prstDash val="solid"/>
          </a:ln>
        </p:spPr>
      </p:sp>
      <p:sp>
        <p:nvSpPr>
          <p:cNvPr id="111" name="Shape 109"/>
          <p:cNvSpPr/>
          <p:nvPr/>
        </p:nvSpPr>
        <p:spPr>
          <a:xfrm>
            <a:off x="3526630" y="3346155"/>
            <a:ext cx="54864" cy="54864"/>
          </a:xfrm>
          <a:prstGeom prst="ellipse">
            <a:avLst/>
          </a:prstGeom>
          <a:solidFill>
            <a:srgbClr val="4A4A55"/>
          </a:solidFill>
          <a:ln w="6350">
            <a:solidFill>
              <a:srgbClr val="22222A"/>
            </a:solidFill>
            <a:prstDash val="solid"/>
          </a:ln>
        </p:spPr>
      </p:sp>
      <p:sp>
        <p:nvSpPr>
          <p:cNvPr id="112" name="Shape 110"/>
          <p:cNvSpPr/>
          <p:nvPr/>
        </p:nvSpPr>
        <p:spPr>
          <a:xfrm>
            <a:off x="3587437" y="3419124"/>
            <a:ext cx="54864" cy="54864"/>
          </a:xfrm>
          <a:prstGeom prst="ellipse">
            <a:avLst/>
          </a:prstGeom>
          <a:solidFill>
            <a:srgbClr val="4A4A55"/>
          </a:solidFill>
          <a:ln w="6350">
            <a:solidFill>
              <a:srgbClr val="22222A"/>
            </a:solidFill>
            <a:prstDash val="solid"/>
          </a:ln>
        </p:spPr>
      </p:sp>
      <p:sp>
        <p:nvSpPr>
          <p:cNvPr id="113" name="Shape 111"/>
          <p:cNvSpPr/>
          <p:nvPr/>
        </p:nvSpPr>
        <p:spPr>
          <a:xfrm>
            <a:off x="3768301" y="3455609"/>
            <a:ext cx="54864" cy="54864"/>
          </a:xfrm>
          <a:prstGeom prst="ellipse">
            <a:avLst/>
          </a:prstGeom>
          <a:solidFill>
            <a:srgbClr val="4A4A55"/>
          </a:solidFill>
          <a:ln w="6350">
            <a:solidFill>
              <a:srgbClr val="22222A"/>
            </a:solidFill>
            <a:prstDash val="solid"/>
          </a:ln>
        </p:spPr>
      </p:sp>
      <p:sp>
        <p:nvSpPr>
          <p:cNvPr id="114" name="Shape 112"/>
          <p:cNvSpPr/>
          <p:nvPr/>
        </p:nvSpPr>
        <p:spPr>
          <a:xfrm>
            <a:off x="3344207" y="3127248"/>
            <a:ext cx="54864" cy="54864"/>
          </a:xfrm>
          <a:prstGeom prst="ellipse">
            <a:avLst/>
          </a:prstGeom>
          <a:solidFill>
            <a:srgbClr val="4A4A55"/>
          </a:solidFill>
          <a:ln w="6350">
            <a:solidFill>
              <a:srgbClr val="22222A"/>
            </a:solidFill>
            <a:prstDash val="solid"/>
          </a:ln>
        </p:spPr>
      </p:sp>
      <p:sp>
        <p:nvSpPr>
          <p:cNvPr id="115" name="Shape 113"/>
          <p:cNvSpPr/>
          <p:nvPr/>
        </p:nvSpPr>
        <p:spPr>
          <a:xfrm>
            <a:off x="3405014" y="3200217"/>
            <a:ext cx="54864" cy="54864"/>
          </a:xfrm>
          <a:prstGeom prst="ellipse">
            <a:avLst/>
          </a:prstGeom>
          <a:solidFill>
            <a:srgbClr val="4A4A55"/>
          </a:solidFill>
          <a:ln w="6350">
            <a:solidFill>
              <a:srgbClr val="22222A"/>
            </a:solidFill>
            <a:prstDash val="solid"/>
          </a:ln>
        </p:spPr>
      </p:sp>
      <p:sp>
        <p:nvSpPr>
          <p:cNvPr id="116" name="Shape 114"/>
          <p:cNvSpPr/>
          <p:nvPr/>
        </p:nvSpPr>
        <p:spPr>
          <a:xfrm>
            <a:off x="3585878" y="3236702"/>
            <a:ext cx="54864" cy="54864"/>
          </a:xfrm>
          <a:prstGeom prst="ellipse">
            <a:avLst/>
          </a:prstGeom>
          <a:solidFill>
            <a:srgbClr val="4A4A55"/>
          </a:solidFill>
          <a:ln w="6350">
            <a:solidFill>
              <a:srgbClr val="22222A"/>
            </a:solidFill>
            <a:prstDash val="solid"/>
          </a:ln>
        </p:spPr>
      </p:sp>
      <p:sp>
        <p:nvSpPr>
          <p:cNvPr id="117" name="Shape 115"/>
          <p:cNvSpPr/>
          <p:nvPr/>
        </p:nvSpPr>
        <p:spPr>
          <a:xfrm>
            <a:off x="3646686" y="3309671"/>
            <a:ext cx="54864" cy="54864"/>
          </a:xfrm>
          <a:prstGeom prst="ellipse">
            <a:avLst/>
          </a:prstGeom>
          <a:solidFill>
            <a:srgbClr val="4A4A55"/>
          </a:solidFill>
          <a:ln w="6350">
            <a:solidFill>
              <a:srgbClr val="22222A"/>
            </a:solidFill>
            <a:prstDash val="solid"/>
          </a:ln>
        </p:spPr>
      </p:sp>
      <p:sp>
        <p:nvSpPr>
          <p:cNvPr id="118" name="Shape 116"/>
          <p:cNvSpPr/>
          <p:nvPr/>
        </p:nvSpPr>
        <p:spPr>
          <a:xfrm>
            <a:off x="3827549" y="3346155"/>
            <a:ext cx="54864" cy="54864"/>
          </a:xfrm>
          <a:prstGeom prst="ellipse">
            <a:avLst/>
          </a:prstGeom>
          <a:solidFill>
            <a:srgbClr val="4A4A55"/>
          </a:solidFill>
          <a:ln w="6350">
            <a:solidFill>
              <a:srgbClr val="22222A"/>
            </a:solidFill>
            <a:prstDash val="solid"/>
          </a:ln>
        </p:spPr>
      </p:sp>
      <p:sp>
        <p:nvSpPr>
          <p:cNvPr id="119" name="Shape 117"/>
          <p:cNvSpPr/>
          <p:nvPr/>
        </p:nvSpPr>
        <p:spPr>
          <a:xfrm>
            <a:off x="3888357" y="3419124"/>
            <a:ext cx="54864" cy="54864"/>
          </a:xfrm>
          <a:prstGeom prst="ellipse">
            <a:avLst/>
          </a:prstGeom>
          <a:solidFill>
            <a:srgbClr val="4A4A55"/>
          </a:solidFill>
          <a:ln w="6350">
            <a:solidFill>
              <a:srgbClr val="22222A"/>
            </a:solidFill>
            <a:prstDash val="solid"/>
          </a:ln>
        </p:spPr>
      </p:sp>
      <p:sp>
        <p:nvSpPr>
          <p:cNvPr id="120" name="Shape 118"/>
          <p:cNvSpPr/>
          <p:nvPr/>
        </p:nvSpPr>
        <p:spPr>
          <a:xfrm>
            <a:off x="4069220" y="3455609"/>
            <a:ext cx="54864" cy="54864"/>
          </a:xfrm>
          <a:prstGeom prst="ellipse">
            <a:avLst/>
          </a:prstGeom>
          <a:solidFill>
            <a:srgbClr val="4A4A55"/>
          </a:solidFill>
          <a:ln w="6350">
            <a:solidFill>
              <a:srgbClr val="22222A"/>
            </a:solidFill>
            <a:prstDash val="solid"/>
          </a:ln>
        </p:spPr>
      </p:sp>
      <p:sp>
        <p:nvSpPr>
          <p:cNvPr id="121" name="Shape 119"/>
          <p:cNvSpPr/>
          <p:nvPr/>
        </p:nvSpPr>
        <p:spPr>
          <a:xfrm>
            <a:off x="3645126" y="3127248"/>
            <a:ext cx="54864" cy="54864"/>
          </a:xfrm>
          <a:prstGeom prst="ellipse">
            <a:avLst/>
          </a:prstGeom>
          <a:solidFill>
            <a:srgbClr val="4A4A55"/>
          </a:solidFill>
          <a:ln w="6350">
            <a:solidFill>
              <a:srgbClr val="22222A"/>
            </a:solidFill>
            <a:prstDash val="solid"/>
          </a:ln>
        </p:spPr>
      </p:sp>
      <p:sp>
        <p:nvSpPr>
          <p:cNvPr id="122" name="Shape 120"/>
          <p:cNvSpPr/>
          <p:nvPr/>
        </p:nvSpPr>
        <p:spPr>
          <a:xfrm>
            <a:off x="3705934" y="3200217"/>
            <a:ext cx="54864" cy="54864"/>
          </a:xfrm>
          <a:prstGeom prst="ellipse">
            <a:avLst/>
          </a:prstGeom>
          <a:solidFill>
            <a:srgbClr val="4A4A55"/>
          </a:solidFill>
          <a:ln w="6350">
            <a:solidFill>
              <a:srgbClr val="22222A"/>
            </a:solidFill>
            <a:prstDash val="solid"/>
          </a:ln>
        </p:spPr>
      </p:sp>
      <p:sp>
        <p:nvSpPr>
          <p:cNvPr id="123" name="Shape 121"/>
          <p:cNvSpPr/>
          <p:nvPr/>
        </p:nvSpPr>
        <p:spPr>
          <a:xfrm>
            <a:off x="3886798" y="3236702"/>
            <a:ext cx="54864" cy="54864"/>
          </a:xfrm>
          <a:prstGeom prst="ellipse">
            <a:avLst/>
          </a:prstGeom>
          <a:solidFill>
            <a:srgbClr val="4A4A55"/>
          </a:solidFill>
          <a:ln w="6350">
            <a:solidFill>
              <a:srgbClr val="22222A"/>
            </a:solidFill>
            <a:prstDash val="solid"/>
          </a:ln>
        </p:spPr>
      </p:sp>
      <p:sp>
        <p:nvSpPr>
          <p:cNvPr id="124" name="Shape 122"/>
          <p:cNvSpPr/>
          <p:nvPr/>
        </p:nvSpPr>
        <p:spPr>
          <a:xfrm>
            <a:off x="3947605" y="3309671"/>
            <a:ext cx="54864" cy="54864"/>
          </a:xfrm>
          <a:prstGeom prst="ellipse">
            <a:avLst/>
          </a:prstGeom>
          <a:solidFill>
            <a:srgbClr val="4A4A55"/>
          </a:solidFill>
          <a:ln w="6350">
            <a:solidFill>
              <a:srgbClr val="22222A"/>
            </a:solidFill>
            <a:prstDash val="solid"/>
          </a:ln>
        </p:spPr>
      </p:sp>
      <p:sp>
        <p:nvSpPr>
          <p:cNvPr id="125" name="Shape 123"/>
          <p:cNvSpPr/>
          <p:nvPr/>
        </p:nvSpPr>
        <p:spPr>
          <a:xfrm>
            <a:off x="2797607" y="3922227"/>
            <a:ext cx="60808" cy="72969"/>
          </a:xfrm>
          <a:prstGeom prst="line">
            <a:avLst/>
          </a:prstGeom>
          <a:noFill/>
          <a:ln w="19050">
            <a:solidFill>
              <a:srgbClr val="4A4A55"/>
            </a:solidFill>
            <a:prstDash val="solid"/>
          </a:ln>
        </p:spPr>
      </p:sp>
      <p:sp>
        <p:nvSpPr>
          <p:cNvPr id="126" name="Shape 124"/>
          <p:cNvSpPr/>
          <p:nvPr/>
        </p:nvSpPr>
        <p:spPr>
          <a:xfrm flipV="1">
            <a:off x="2797607" y="3885743"/>
            <a:ext cx="120056" cy="36485"/>
          </a:xfrm>
          <a:prstGeom prst="line">
            <a:avLst/>
          </a:prstGeom>
          <a:noFill/>
          <a:ln w="19050">
            <a:solidFill>
              <a:srgbClr val="4A4A55"/>
            </a:solidFill>
            <a:prstDash val="solid"/>
          </a:ln>
        </p:spPr>
      </p:sp>
      <p:sp>
        <p:nvSpPr>
          <p:cNvPr id="127" name="Shape 125"/>
          <p:cNvSpPr/>
          <p:nvPr/>
        </p:nvSpPr>
        <p:spPr>
          <a:xfrm>
            <a:off x="2858414" y="3995196"/>
            <a:ext cx="180864" cy="36485"/>
          </a:xfrm>
          <a:prstGeom prst="line">
            <a:avLst/>
          </a:prstGeom>
          <a:noFill/>
          <a:ln w="19050">
            <a:solidFill>
              <a:srgbClr val="4A4A55"/>
            </a:solidFill>
            <a:prstDash val="solid"/>
          </a:ln>
        </p:spPr>
      </p:sp>
      <p:sp>
        <p:nvSpPr>
          <p:cNvPr id="128" name="Shape 126"/>
          <p:cNvSpPr/>
          <p:nvPr/>
        </p:nvSpPr>
        <p:spPr>
          <a:xfrm flipV="1">
            <a:off x="3039278" y="3995196"/>
            <a:ext cx="120056" cy="36485"/>
          </a:xfrm>
          <a:prstGeom prst="line">
            <a:avLst/>
          </a:prstGeom>
          <a:noFill/>
          <a:ln w="19050">
            <a:solidFill>
              <a:srgbClr val="4A4A55"/>
            </a:solidFill>
            <a:prstDash val="solid"/>
          </a:ln>
        </p:spPr>
      </p:sp>
      <p:sp>
        <p:nvSpPr>
          <p:cNvPr id="129" name="Shape 127"/>
          <p:cNvSpPr/>
          <p:nvPr/>
        </p:nvSpPr>
        <p:spPr>
          <a:xfrm>
            <a:off x="2615184" y="3703320"/>
            <a:ext cx="60808" cy="72969"/>
          </a:xfrm>
          <a:prstGeom prst="line">
            <a:avLst/>
          </a:prstGeom>
          <a:noFill/>
          <a:ln w="19050">
            <a:solidFill>
              <a:srgbClr val="4A4A55"/>
            </a:solidFill>
            <a:prstDash val="solid"/>
          </a:ln>
        </p:spPr>
      </p:sp>
      <p:sp>
        <p:nvSpPr>
          <p:cNvPr id="130" name="Shape 128"/>
          <p:cNvSpPr/>
          <p:nvPr/>
        </p:nvSpPr>
        <p:spPr>
          <a:xfrm>
            <a:off x="2675992" y="3776289"/>
            <a:ext cx="180864" cy="36485"/>
          </a:xfrm>
          <a:prstGeom prst="line">
            <a:avLst/>
          </a:prstGeom>
          <a:noFill/>
          <a:ln w="19050">
            <a:solidFill>
              <a:srgbClr val="4A4A55"/>
            </a:solidFill>
            <a:prstDash val="solid"/>
          </a:ln>
        </p:spPr>
      </p:sp>
      <p:sp>
        <p:nvSpPr>
          <p:cNvPr id="131" name="Shape 129"/>
          <p:cNvSpPr/>
          <p:nvPr/>
        </p:nvSpPr>
        <p:spPr>
          <a:xfrm>
            <a:off x="2856855" y="3812774"/>
            <a:ext cx="60808" cy="72969"/>
          </a:xfrm>
          <a:prstGeom prst="line">
            <a:avLst/>
          </a:prstGeom>
          <a:noFill/>
          <a:ln w="19050">
            <a:solidFill>
              <a:srgbClr val="4A4A55"/>
            </a:solidFill>
            <a:prstDash val="solid"/>
          </a:ln>
        </p:spPr>
      </p:sp>
      <p:sp>
        <p:nvSpPr>
          <p:cNvPr id="132" name="Shape 130"/>
          <p:cNvSpPr/>
          <p:nvPr/>
        </p:nvSpPr>
        <p:spPr>
          <a:xfrm flipV="1">
            <a:off x="2856855" y="3776289"/>
            <a:ext cx="120056" cy="36485"/>
          </a:xfrm>
          <a:prstGeom prst="line">
            <a:avLst/>
          </a:prstGeom>
          <a:noFill/>
          <a:ln w="19050">
            <a:solidFill>
              <a:srgbClr val="4A4A55"/>
            </a:solidFill>
            <a:prstDash val="solid"/>
          </a:ln>
        </p:spPr>
      </p:sp>
      <p:sp>
        <p:nvSpPr>
          <p:cNvPr id="133" name="Shape 131"/>
          <p:cNvSpPr/>
          <p:nvPr/>
        </p:nvSpPr>
        <p:spPr>
          <a:xfrm>
            <a:off x="2917663" y="3885743"/>
            <a:ext cx="180864" cy="36485"/>
          </a:xfrm>
          <a:prstGeom prst="line">
            <a:avLst/>
          </a:prstGeom>
          <a:noFill/>
          <a:ln w="19050">
            <a:solidFill>
              <a:srgbClr val="4A4A55"/>
            </a:solidFill>
            <a:prstDash val="solid"/>
          </a:ln>
        </p:spPr>
      </p:sp>
      <p:sp>
        <p:nvSpPr>
          <p:cNvPr id="134" name="Shape 132"/>
          <p:cNvSpPr/>
          <p:nvPr/>
        </p:nvSpPr>
        <p:spPr>
          <a:xfrm>
            <a:off x="3098526" y="3922227"/>
            <a:ext cx="60808" cy="72969"/>
          </a:xfrm>
          <a:prstGeom prst="line">
            <a:avLst/>
          </a:prstGeom>
          <a:noFill/>
          <a:ln w="19050">
            <a:solidFill>
              <a:srgbClr val="4A4A55"/>
            </a:solidFill>
            <a:prstDash val="solid"/>
          </a:ln>
        </p:spPr>
      </p:sp>
      <p:sp>
        <p:nvSpPr>
          <p:cNvPr id="135" name="Shape 133"/>
          <p:cNvSpPr/>
          <p:nvPr/>
        </p:nvSpPr>
        <p:spPr>
          <a:xfrm flipV="1">
            <a:off x="3098526" y="3885743"/>
            <a:ext cx="120056" cy="36485"/>
          </a:xfrm>
          <a:prstGeom prst="line">
            <a:avLst/>
          </a:prstGeom>
          <a:noFill/>
          <a:ln w="19050">
            <a:solidFill>
              <a:srgbClr val="4A4A55"/>
            </a:solidFill>
            <a:prstDash val="solid"/>
          </a:ln>
        </p:spPr>
      </p:sp>
      <p:sp>
        <p:nvSpPr>
          <p:cNvPr id="136" name="Shape 134"/>
          <p:cNvSpPr/>
          <p:nvPr/>
        </p:nvSpPr>
        <p:spPr>
          <a:xfrm>
            <a:off x="3159334" y="3995196"/>
            <a:ext cx="180864" cy="36485"/>
          </a:xfrm>
          <a:prstGeom prst="line">
            <a:avLst/>
          </a:prstGeom>
          <a:noFill/>
          <a:ln w="19050">
            <a:solidFill>
              <a:srgbClr val="4A4A55"/>
            </a:solidFill>
            <a:prstDash val="solid"/>
          </a:ln>
        </p:spPr>
      </p:sp>
      <p:sp>
        <p:nvSpPr>
          <p:cNvPr id="137" name="Shape 135"/>
          <p:cNvSpPr/>
          <p:nvPr/>
        </p:nvSpPr>
        <p:spPr>
          <a:xfrm flipV="1">
            <a:off x="3340198" y="3995196"/>
            <a:ext cx="120056" cy="36485"/>
          </a:xfrm>
          <a:prstGeom prst="line">
            <a:avLst/>
          </a:prstGeom>
          <a:noFill/>
          <a:ln w="19050">
            <a:solidFill>
              <a:srgbClr val="4A4A55"/>
            </a:solidFill>
            <a:prstDash val="solid"/>
          </a:ln>
        </p:spPr>
      </p:sp>
      <p:sp>
        <p:nvSpPr>
          <p:cNvPr id="138" name="Shape 136"/>
          <p:cNvSpPr/>
          <p:nvPr/>
        </p:nvSpPr>
        <p:spPr>
          <a:xfrm>
            <a:off x="2916104" y="3703320"/>
            <a:ext cx="60808" cy="72969"/>
          </a:xfrm>
          <a:prstGeom prst="line">
            <a:avLst/>
          </a:prstGeom>
          <a:noFill/>
          <a:ln w="19050">
            <a:solidFill>
              <a:srgbClr val="4A4A55"/>
            </a:solidFill>
            <a:prstDash val="solid"/>
          </a:ln>
        </p:spPr>
      </p:sp>
      <p:sp>
        <p:nvSpPr>
          <p:cNvPr id="139" name="Shape 137"/>
          <p:cNvSpPr/>
          <p:nvPr/>
        </p:nvSpPr>
        <p:spPr>
          <a:xfrm>
            <a:off x="2976911" y="3776289"/>
            <a:ext cx="180864" cy="36485"/>
          </a:xfrm>
          <a:prstGeom prst="line">
            <a:avLst/>
          </a:prstGeom>
          <a:noFill/>
          <a:ln w="19050">
            <a:solidFill>
              <a:srgbClr val="4A4A55"/>
            </a:solidFill>
            <a:prstDash val="solid"/>
          </a:ln>
        </p:spPr>
      </p:sp>
      <p:sp>
        <p:nvSpPr>
          <p:cNvPr id="140" name="Shape 138"/>
          <p:cNvSpPr/>
          <p:nvPr/>
        </p:nvSpPr>
        <p:spPr>
          <a:xfrm>
            <a:off x="3157775" y="3812774"/>
            <a:ext cx="60808" cy="72969"/>
          </a:xfrm>
          <a:prstGeom prst="line">
            <a:avLst/>
          </a:prstGeom>
          <a:noFill/>
          <a:ln w="19050">
            <a:solidFill>
              <a:srgbClr val="4A4A55"/>
            </a:solidFill>
            <a:prstDash val="solid"/>
          </a:ln>
        </p:spPr>
      </p:sp>
      <p:sp>
        <p:nvSpPr>
          <p:cNvPr id="141" name="Shape 139"/>
          <p:cNvSpPr/>
          <p:nvPr/>
        </p:nvSpPr>
        <p:spPr>
          <a:xfrm flipV="1">
            <a:off x="3157775" y="3776289"/>
            <a:ext cx="120056" cy="36485"/>
          </a:xfrm>
          <a:prstGeom prst="line">
            <a:avLst/>
          </a:prstGeom>
          <a:noFill/>
          <a:ln w="19050">
            <a:solidFill>
              <a:srgbClr val="4A4A55"/>
            </a:solidFill>
            <a:prstDash val="solid"/>
          </a:ln>
        </p:spPr>
      </p:sp>
      <p:sp>
        <p:nvSpPr>
          <p:cNvPr id="142" name="Shape 140"/>
          <p:cNvSpPr/>
          <p:nvPr/>
        </p:nvSpPr>
        <p:spPr>
          <a:xfrm>
            <a:off x="3218582" y="3885743"/>
            <a:ext cx="180864" cy="36485"/>
          </a:xfrm>
          <a:prstGeom prst="line">
            <a:avLst/>
          </a:prstGeom>
          <a:noFill/>
          <a:ln w="19050">
            <a:solidFill>
              <a:srgbClr val="4A4A55"/>
            </a:solidFill>
            <a:prstDash val="solid"/>
          </a:ln>
        </p:spPr>
      </p:sp>
      <p:sp>
        <p:nvSpPr>
          <p:cNvPr id="143" name="Shape 141"/>
          <p:cNvSpPr/>
          <p:nvPr/>
        </p:nvSpPr>
        <p:spPr>
          <a:xfrm>
            <a:off x="3399446" y="3922227"/>
            <a:ext cx="60808" cy="72969"/>
          </a:xfrm>
          <a:prstGeom prst="line">
            <a:avLst/>
          </a:prstGeom>
          <a:noFill/>
          <a:ln w="19050">
            <a:solidFill>
              <a:srgbClr val="4A4A55"/>
            </a:solidFill>
            <a:prstDash val="solid"/>
          </a:ln>
        </p:spPr>
      </p:sp>
      <p:sp>
        <p:nvSpPr>
          <p:cNvPr id="144" name="Shape 142"/>
          <p:cNvSpPr/>
          <p:nvPr/>
        </p:nvSpPr>
        <p:spPr>
          <a:xfrm flipV="1">
            <a:off x="3399446" y="3885743"/>
            <a:ext cx="120056" cy="36485"/>
          </a:xfrm>
          <a:prstGeom prst="line">
            <a:avLst/>
          </a:prstGeom>
          <a:noFill/>
          <a:ln w="19050">
            <a:solidFill>
              <a:srgbClr val="4A4A55"/>
            </a:solidFill>
            <a:prstDash val="solid"/>
          </a:ln>
        </p:spPr>
      </p:sp>
      <p:sp>
        <p:nvSpPr>
          <p:cNvPr id="145" name="Shape 143"/>
          <p:cNvSpPr/>
          <p:nvPr/>
        </p:nvSpPr>
        <p:spPr>
          <a:xfrm>
            <a:off x="3460254" y="3995196"/>
            <a:ext cx="180864" cy="36485"/>
          </a:xfrm>
          <a:prstGeom prst="line">
            <a:avLst/>
          </a:prstGeom>
          <a:noFill/>
          <a:ln w="19050">
            <a:solidFill>
              <a:srgbClr val="4A4A55"/>
            </a:solidFill>
            <a:prstDash val="solid"/>
          </a:ln>
        </p:spPr>
      </p:sp>
      <p:sp>
        <p:nvSpPr>
          <p:cNvPr id="146" name="Shape 144"/>
          <p:cNvSpPr/>
          <p:nvPr/>
        </p:nvSpPr>
        <p:spPr>
          <a:xfrm flipV="1">
            <a:off x="3641117" y="3995196"/>
            <a:ext cx="120056" cy="36485"/>
          </a:xfrm>
          <a:prstGeom prst="line">
            <a:avLst/>
          </a:prstGeom>
          <a:noFill/>
          <a:ln w="19050">
            <a:solidFill>
              <a:srgbClr val="4A4A55"/>
            </a:solidFill>
            <a:prstDash val="solid"/>
          </a:ln>
        </p:spPr>
      </p:sp>
      <p:sp>
        <p:nvSpPr>
          <p:cNvPr id="147" name="Shape 145"/>
          <p:cNvSpPr/>
          <p:nvPr/>
        </p:nvSpPr>
        <p:spPr>
          <a:xfrm>
            <a:off x="3217023" y="3703320"/>
            <a:ext cx="60808" cy="72969"/>
          </a:xfrm>
          <a:prstGeom prst="line">
            <a:avLst/>
          </a:prstGeom>
          <a:noFill/>
          <a:ln w="19050">
            <a:solidFill>
              <a:srgbClr val="4A4A55"/>
            </a:solidFill>
            <a:prstDash val="solid"/>
          </a:ln>
        </p:spPr>
      </p:sp>
      <p:sp>
        <p:nvSpPr>
          <p:cNvPr id="148" name="Shape 146"/>
          <p:cNvSpPr/>
          <p:nvPr/>
        </p:nvSpPr>
        <p:spPr>
          <a:xfrm>
            <a:off x="3277831" y="3776289"/>
            <a:ext cx="180864" cy="36485"/>
          </a:xfrm>
          <a:prstGeom prst="line">
            <a:avLst/>
          </a:prstGeom>
          <a:noFill/>
          <a:ln w="19050">
            <a:solidFill>
              <a:srgbClr val="4A4A55"/>
            </a:solidFill>
            <a:prstDash val="solid"/>
          </a:ln>
        </p:spPr>
      </p:sp>
      <p:sp>
        <p:nvSpPr>
          <p:cNvPr id="149" name="Shape 147"/>
          <p:cNvSpPr/>
          <p:nvPr/>
        </p:nvSpPr>
        <p:spPr>
          <a:xfrm>
            <a:off x="3458694" y="3812774"/>
            <a:ext cx="60808" cy="72969"/>
          </a:xfrm>
          <a:prstGeom prst="line">
            <a:avLst/>
          </a:prstGeom>
          <a:noFill/>
          <a:ln w="19050">
            <a:solidFill>
              <a:srgbClr val="4A4A55"/>
            </a:solidFill>
            <a:prstDash val="solid"/>
          </a:ln>
        </p:spPr>
      </p:sp>
      <p:sp>
        <p:nvSpPr>
          <p:cNvPr id="150" name="Shape 148"/>
          <p:cNvSpPr/>
          <p:nvPr/>
        </p:nvSpPr>
        <p:spPr>
          <a:xfrm flipV="1">
            <a:off x="3458694" y="3776289"/>
            <a:ext cx="120056" cy="36485"/>
          </a:xfrm>
          <a:prstGeom prst="line">
            <a:avLst/>
          </a:prstGeom>
          <a:noFill/>
          <a:ln w="19050">
            <a:solidFill>
              <a:srgbClr val="4A4A55"/>
            </a:solidFill>
            <a:prstDash val="solid"/>
          </a:ln>
        </p:spPr>
      </p:sp>
      <p:sp>
        <p:nvSpPr>
          <p:cNvPr id="151" name="Shape 149"/>
          <p:cNvSpPr/>
          <p:nvPr/>
        </p:nvSpPr>
        <p:spPr>
          <a:xfrm>
            <a:off x="3519502" y="3885743"/>
            <a:ext cx="180864" cy="36485"/>
          </a:xfrm>
          <a:prstGeom prst="line">
            <a:avLst/>
          </a:prstGeom>
          <a:noFill/>
          <a:ln w="19050">
            <a:solidFill>
              <a:srgbClr val="4A4A55"/>
            </a:solidFill>
            <a:prstDash val="solid"/>
          </a:ln>
        </p:spPr>
      </p:sp>
      <p:sp>
        <p:nvSpPr>
          <p:cNvPr id="152" name="Shape 150"/>
          <p:cNvSpPr/>
          <p:nvPr/>
        </p:nvSpPr>
        <p:spPr>
          <a:xfrm>
            <a:off x="3700366" y="3922227"/>
            <a:ext cx="60808" cy="72969"/>
          </a:xfrm>
          <a:prstGeom prst="line">
            <a:avLst/>
          </a:prstGeom>
          <a:noFill/>
          <a:ln w="19050">
            <a:solidFill>
              <a:srgbClr val="4A4A55"/>
            </a:solidFill>
            <a:prstDash val="solid"/>
          </a:ln>
        </p:spPr>
      </p:sp>
      <p:sp>
        <p:nvSpPr>
          <p:cNvPr id="153" name="Shape 151"/>
          <p:cNvSpPr/>
          <p:nvPr/>
        </p:nvSpPr>
        <p:spPr>
          <a:xfrm flipV="1">
            <a:off x="3700366" y="3885743"/>
            <a:ext cx="120056" cy="36485"/>
          </a:xfrm>
          <a:prstGeom prst="line">
            <a:avLst/>
          </a:prstGeom>
          <a:noFill/>
          <a:ln w="19050">
            <a:solidFill>
              <a:srgbClr val="4A4A55"/>
            </a:solidFill>
            <a:prstDash val="solid"/>
          </a:ln>
        </p:spPr>
      </p:sp>
      <p:sp>
        <p:nvSpPr>
          <p:cNvPr id="154" name="Shape 152"/>
          <p:cNvSpPr/>
          <p:nvPr/>
        </p:nvSpPr>
        <p:spPr>
          <a:xfrm>
            <a:off x="3761173" y="3995196"/>
            <a:ext cx="180864" cy="36485"/>
          </a:xfrm>
          <a:prstGeom prst="line">
            <a:avLst/>
          </a:prstGeom>
          <a:noFill/>
          <a:ln w="19050">
            <a:solidFill>
              <a:srgbClr val="4A4A55"/>
            </a:solidFill>
            <a:prstDash val="solid"/>
          </a:ln>
        </p:spPr>
      </p:sp>
      <p:sp>
        <p:nvSpPr>
          <p:cNvPr id="155" name="Shape 153"/>
          <p:cNvSpPr/>
          <p:nvPr/>
        </p:nvSpPr>
        <p:spPr>
          <a:xfrm flipV="1">
            <a:off x="3942037" y="3995196"/>
            <a:ext cx="120056" cy="36485"/>
          </a:xfrm>
          <a:prstGeom prst="line">
            <a:avLst/>
          </a:prstGeom>
          <a:noFill/>
          <a:ln w="19050">
            <a:solidFill>
              <a:srgbClr val="4A4A55"/>
            </a:solidFill>
            <a:prstDash val="solid"/>
          </a:ln>
        </p:spPr>
      </p:sp>
      <p:sp>
        <p:nvSpPr>
          <p:cNvPr id="156" name="Shape 154"/>
          <p:cNvSpPr/>
          <p:nvPr/>
        </p:nvSpPr>
        <p:spPr>
          <a:xfrm>
            <a:off x="3517943" y="3703320"/>
            <a:ext cx="60808" cy="72969"/>
          </a:xfrm>
          <a:prstGeom prst="line">
            <a:avLst/>
          </a:prstGeom>
          <a:noFill/>
          <a:ln w="19050">
            <a:solidFill>
              <a:srgbClr val="4A4A55"/>
            </a:solidFill>
            <a:prstDash val="solid"/>
          </a:ln>
        </p:spPr>
      </p:sp>
      <p:sp>
        <p:nvSpPr>
          <p:cNvPr id="157" name="Shape 155"/>
          <p:cNvSpPr/>
          <p:nvPr/>
        </p:nvSpPr>
        <p:spPr>
          <a:xfrm>
            <a:off x="3578750" y="3776289"/>
            <a:ext cx="180864" cy="36485"/>
          </a:xfrm>
          <a:prstGeom prst="line">
            <a:avLst/>
          </a:prstGeom>
          <a:noFill/>
          <a:ln w="19050">
            <a:solidFill>
              <a:srgbClr val="4A4A55"/>
            </a:solidFill>
            <a:prstDash val="solid"/>
          </a:ln>
        </p:spPr>
      </p:sp>
      <p:sp>
        <p:nvSpPr>
          <p:cNvPr id="158" name="Shape 156"/>
          <p:cNvSpPr/>
          <p:nvPr/>
        </p:nvSpPr>
        <p:spPr>
          <a:xfrm>
            <a:off x="3759614" y="3812774"/>
            <a:ext cx="60808" cy="72969"/>
          </a:xfrm>
          <a:prstGeom prst="line">
            <a:avLst/>
          </a:prstGeom>
          <a:noFill/>
          <a:ln w="19050">
            <a:solidFill>
              <a:srgbClr val="4A4A55"/>
            </a:solidFill>
            <a:prstDash val="solid"/>
          </a:ln>
        </p:spPr>
      </p:sp>
      <p:sp>
        <p:nvSpPr>
          <p:cNvPr id="159" name="Shape 157"/>
          <p:cNvSpPr/>
          <p:nvPr/>
        </p:nvSpPr>
        <p:spPr>
          <a:xfrm flipV="1">
            <a:off x="3759614" y="3776289"/>
            <a:ext cx="120056" cy="36485"/>
          </a:xfrm>
          <a:prstGeom prst="line">
            <a:avLst/>
          </a:prstGeom>
          <a:noFill/>
          <a:ln w="19050">
            <a:solidFill>
              <a:srgbClr val="4A4A55"/>
            </a:solidFill>
            <a:prstDash val="solid"/>
          </a:ln>
        </p:spPr>
      </p:sp>
      <p:sp>
        <p:nvSpPr>
          <p:cNvPr id="160" name="Shape 158"/>
          <p:cNvSpPr/>
          <p:nvPr/>
        </p:nvSpPr>
        <p:spPr>
          <a:xfrm>
            <a:off x="3820422" y="3885743"/>
            <a:ext cx="180864" cy="36485"/>
          </a:xfrm>
          <a:prstGeom prst="line">
            <a:avLst/>
          </a:prstGeom>
          <a:noFill/>
          <a:ln w="19050">
            <a:solidFill>
              <a:srgbClr val="4A4A55"/>
            </a:solidFill>
            <a:prstDash val="solid"/>
          </a:ln>
        </p:spPr>
      </p:sp>
      <p:sp>
        <p:nvSpPr>
          <p:cNvPr id="161" name="Shape 159"/>
          <p:cNvSpPr/>
          <p:nvPr/>
        </p:nvSpPr>
        <p:spPr>
          <a:xfrm>
            <a:off x="4001285" y="3922227"/>
            <a:ext cx="60808" cy="72969"/>
          </a:xfrm>
          <a:prstGeom prst="line">
            <a:avLst/>
          </a:prstGeom>
          <a:noFill/>
          <a:ln w="19050">
            <a:solidFill>
              <a:srgbClr val="4A4A55"/>
            </a:solidFill>
            <a:prstDash val="solid"/>
          </a:ln>
        </p:spPr>
      </p:sp>
      <p:sp>
        <p:nvSpPr>
          <p:cNvPr id="162" name="Shape 160"/>
          <p:cNvSpPr/>
          <p:nvPr/>
        </p:nvSpPr>
        <p:spPr>
          <a:xfrm flipV="1">
            <a:off x="4001285" y="3885743"/>
            <a:ext cx="120056" cy="36485"/>
          </a:xfrm>
          <a:prstGeom prst="line">
            <a:avLst/>
          </a:prstGeom>
          <a:noFill/>
          <a:ln w="19050">
            <a:solidFill>
              <a:srgbClr val="4A4A55"/>
            </a:solidFill>
            <a:prstDash val="solid"/>
          </a:ln>
        </p:spPr>
      </p:sp>
      <p:sp>
        <p:nvSpPr>
          <p:cNvPr id="163" name="Shape 161"/>
          <p:cNvSpPr/>
          <p:nvPr/>
        </p:nvSpPr>
        <p:spPr>
          <a:xfrm>
            <a:off x="4062093" y="3995196"/>
            <a:ext cx="180864" cy="36485"/>
          </a:xfrm>
          <a:prstGeom prst="line">
            <a:avLst/>
          </a:prstGeom>
          <a:noFill/>
          <a:ln w="19050">
            <a:solidFill>
              <a:srgbClr val="4A4A55"/>
            </a:solidFill>
            <a:prstDash val="solid"/>
          </a:ln>
        </p:spPr>
      </p:sp>
      <p:sp>
        <p:nvSpPr>
          <p:cNvPr id="164" name="Shape 162"/>
          <p:cNvSpPr/>
          <p:nvPr/>
        </p:nvSpPr>
        <p:spPr>
          <a:xfrm>
            <a:off x="3818862" y="3703320"/>
            <a:ext cx="60808" cy="72969"/>
          </a:xfrm>
          <a:prstGeom prst="line">
            <a:avLst/>
          </a:prstGeom>
          <a:noFill/>
          <a:ln w="19050">
            <a:solidFill>
              <a:srgbClr val="4A4A55"/>
            </a:solidFill>
            <a:prstDash val="solid"/>
          </a:ln>
        </p:spPr>
      </p:sp>
      <p:sp>
        <p:nvSpPr>
          <p:cNvPr id="165" name="Shape 163"/>
          <p:cNvSpPr/>
          <p:nvPr/>
        </p:nvSpPr>
        <p:spPr>
          <a:xfrm>
            <a:off x="3879670" y="3776289"/>
            <a:ext cx="180864" cy="36485"/>
          </a:xfrm>
          <a:prstGeom prst="line">
            <a:avLst/>
          </a:prstGeom>
          <a:noFill/>
          <a:ln w="19050">
            <a:solidFill>
              <a:srgbClr val="4A4A55"/>
            </a:solidFill>
            <a:prstDash val="solid"/>
          </a:ln>
        </p:spPr>
      </p:sp>
      <p:sp>
        <p:nvSpPr>
          <p:cNvPr id="166" name="Shape 164"/>
          <p:cNvSpPr/>
          <p:nvPr/>
        </p:nvSpPr>
        <p:spPr>
          <a:xfrm>
            <a:off x="4060534" y="3812774"/>
            <a:ext cx="60808" cy="72969"/>
          </a:xfrm>
          <a:prstGeom prst="line">
            <a:avLst/>
          </a:prstGeom>
          <a:noFill/>
          <a:ln w="19050">
            <a:solidFill>
              <a:srgbClr val="4A4A55"/>
            </a:solidFill>
            <a:prstDash val="solid"/>
          </a:ln>
        </p:spPr>
      </p:sp>
      <p:sp>
        <p:nvSpPr>
          <p:cNvPr id="167" name="Shape 165"/>
          <p:cNvSpPr/>
          <p:nvPr/>
        </p:nvSpPr>
        <p:spPr>
          <a:xfrm>
            <a:off x="2770175" y="3894795"/>
            <a:ext cx="54864" cy="54864"/>
          </a:xfrm>
          <a:prstGeom prst="ellipse">
            <a:avLst/>
          </a:prstGeom>
          <a:solidFill>
            <a:srgbClr val="4A4A55"/>
          </a:solidFill>
          <a:ln w="6350">
            <a:solidFill>
              <a:srgbClr val="22222A"/>
            </a:solidFill>
            <a:prstDash val="solid"/>
          </a:ln>
        </p:spPr>
      </p:sp>
      <p:sp>
        <p:nvSpPr>
          <p:cNvPr id="168" name="Shape 166"/>
          <p:cNvSpPr/>
          <p:nvPr/>
        </p:nvSpPr>
        <p:spPr>
          <a:xfrm>
            <a:off x="2830982" y="3967764"/>
            <a:ext cx="54864" cy="54864"/>
          </a:xfrm>
          <a:prstGeom prst="ellipse">
            <a:avLst/>
          </a:prstGeom>
          <a:solidFill>
            <a:srgbClr val="4A4A55"/>
          </a:solidFill>
          <a:ln w="6350">
            <a:solidFill>
              <a:srgbClr val="22222A"/>
            </a:solidFill>
            <a:prstDash val="solid"/>
          </a:ln>
        </p:spPr>
      </p:sp>
      <p:sp>
        <p:nvSpPr>
          <p:cNvPr id="169" name="Shape 167"/>
          <p:cNvSpPr/>
          <p:nvPr/>
        </p:nvSpPr>
        <p:spPr>
          <a:xfrm>
            <a:off x="3011846" y="4004249"/>
            <a:ext cx="54864" cy="54864"/>
          </a:xfrm>
          <a:prstGeom prst="ellipse">
            <a:avLst/>
          </a:prstGeom>
          <a:solidFill>
            <a:srgbClr val="4A4A55"/>
          </a:solidFill>
          <a:ln w="6350">
            <a:solidFill>
              <a:srgbClr val="22222A"/>
            </a:solidFill>
            <a:prstDash val="solid"/>
          </a:ln>
        </p:spPr>
      </p:sp>
      <p:sp>
        <p:nvSpPr>
          <p:cNvPr id="170" name="Shape 168"/>
          <p:cNvSpPr/>
          <p:nvPr/>
        </p:nvSpPr>
        <p:spPr>
          <a:xfrm>
            <a:off x="2587752" y="3675888"/>
            <a:ext cx="54864" cy="54864"/>
          </a:xfrm>
          <a:prstGeom prst="ellipse">
            <a:avLst/>
          </a:prstGeom>
          <a:solidFill>
            <a:srgbClr val="4A4A55"/>
          </a:solidFill>
          <a:ln w="6350">
            <a:solidFill>
              <a:srgbClr val="22222A"/>
            </a:solidFill>
            <a:prstDash val="solid"/>
          </a:ln>
        </p:spPr>
      </p:sp>
      <p:sp>
        <p:nvSpPr>
          <p:cNvPr id="171" name="Shape 169"/>
          <p:cNvSpPr/>
          <p:nvPr/>
        </p:nvSpPr>
        <p:spPr>
          <a:xfrm>
            <a:off x="2648560" y="3748857"/>
            <a:ext cx="54864" cy="54864"/>
          </a:xfrm>
          <a:prstGeom prst="ellipse">
            <a:avLst/>
          </a:prstGeom>
          <a:solidFill>
            <a:srgbClr val="4A4A55"/>
          </a:solidFill>
          <a:ln w="6350">
            <a:solidFill>
              <a:srgbClr val="22222A"/>
            </a:solidFill>
            <a:prstDash val="solid"/>
          </a:ln>
        </p:spPr>
      </p:sp>
      <p:sp>
        <p:nvSpPr>
          <p:cNvPr id="172" name="Shape 170"/>
          <p:cNvSpPr/>
          <p:nvPr/>
        </p:nvSpPr>
        <p:spPr>
          <a:xfrm>
            <a:off x="2829423" y="3785342"/>
            <a:ext cx="54864" cy="54864"/>
          </a:xfrm>
          <a:prstGeom prst="ellipse">
            <a:avLst/>
          </a:prstGeom>
          <a:solidFill>
            <a:srgbClr val="4A4A55"/>
          </a:solidFill>
          <a:ln w="6350">
            <a:solidFill>
              <a:srgbClr val="22222A"/>
            </a:solidFill>
            <a:prstDash val="solid"/>
          </a:ln>
        </p:spPr>
      </p:sp>
      <p:sp>
        <p:nvSpPr>
          <p:cNvPr id="173" name="Shape 171"/>
          <p:cNvSpPr/>
          <p:nvPr/>
        </p:nvSpPr>
        <p:spPr>
          <a:xfrm>
            <a:off x="2890231" y="3858311"/>
            <a:ext cx="54864" cy="54864"/>
          </a:xfrm>
          <a:prstGeom prst="ellipse">
            <a:avLst/>
          </a:prstGeom>
          <a:solidFill>
            <a:srgbClr val="4A4A55"/>
          </a:solidFill>
          <a:ln w="6350">
            <a:solidFill>
              <a:srgbClr val="22222A"/>
            </a:solidFill>
            <a:prstDash val="solid"/>
          </a:ln>
        </p:spPr>
      </p:sp>
      <p:sp>
        <p:nvSpPr>
          <p:cNvPr id="174" name="Shape 172"/>
          <p:cNvSpPr/>
          <p:nvPr/>
        </p:nvSpPr>
        <p:spPr>
          <a:xfrm>
            <a:off x="3071094" y="3894795"/>
            <a:ext cx="54864" cy="54864"/>
          </a:xfrm>
          <a:prstGeom prst="ellipse">
            <a:avLst/>
          </a:prstGeom>
          <a:solidFill>
            <a:srgbClr val="4A4A55"/>
          </a:solidFill>
          <a:ln w="6350">
            <a:solidFill>
              <a:srgbClr val="22222A"/>
            </a:solidFill>
            <a:prstDash val="solid"/>
          </a:ln>
        </p:spPr>
      </p:sp>
      <p:sp>
        <p:nvSpPr>
          <p:cNvPr id="175" name="Shape 173"/>
          <p:cNvSpPr/>
          <p:nvPr/>
        </p:nvSpPr>
        <p:spPr>
          <a:xfrm>
            <a:off x="3131902" y="3967764"/>
            <a:ext cx="54864" cy="54864"/>
          </a:xfrm>
          <a:prstGeom prst="ellipse">
            <a:avLst/>
          </a:prstGeom>
          <a:solidFill>
            <a:srgbClr val="4A4A55"/>
          </a:solidFill>
          <a:ln w="6350">
            <a:solidFill>
              <a:srgbClr val="22222A"/>
            </a:solidFill>
            <a:prstDash val="solid"/>
          </a:ln>
        </p:spPr>
      </p:sp>
      <p:sp>
        <p:nvSpPr>
          <p:cNvPr id="176" name="Shape 174"/>
          <p:cNvSpPr/>
          <p:nvPr/>
        </p:nvSpPr>
        <p:spPr>
          <a:xfrm>
            <a:off x="3312766" y="4004249"/>
            <a:ext cx="54864" cy="54864"/>
          </a:xfrm>
          <a:prstGeom prst="ellipse">
            <a:avLst/>
          </a:prstGeom>
          <a:solidFill>
            <a:srgbClr val="4A4A55"/>
          </a:solidFill>
          <a:ln w="6350">
            <a:solidFill>
              <a:srgbClr val="22222A"/>
            </a:solidFill>
            <a:prstDash val="solid"/>
          </a:ln>
        </p:spPr>
      </p:sp>
      <p:sp>
        <p:nvSpPr>
          <p:cNvPr id="177" name="Shape 175"/>
          <p:cNvSpPr/>
          <p:nvPr/>
        </p:nvSpPr>
        <p:spPr>
          <a:xfrm>
            <a:off x="2888672" y="3675888"/>
            <a:ext cx="54864" cy="54864"/>
          </a:xfrm>
          <a:prstGeom prst="ellipse">
            <a:avLst/>
          </a:prstGeom>
          <a:solidFill>
            <a:srgbClr val="4A4A55"/>
          </a:solidFill>
          <a:ln w="6350">
            <a:solidFill>
              <a:srgbClr val="22222A"/>
            </a:solidFill>
            <a:prstDash val="solid"/>
          </a:ln>
        </p:spPr>
      </p:sp>
      <p:sp>
        <p:nvSpPr>
          <p:cNvPr id="178" name="Shape 176"/>
          <p:cNvSpPr/>
          <p:nvPr/>
        </p:nvSpPr>
        <p:spPr>
          <a:xfrm>
            <a:off x="2949479" y="3748857"/>
            <a:ext cx="54864" cy="54864"/>
          </a:xfrm>
          <a:prstGeom prst="ellipse">
            <a:avLst/>
          </a:prstGeom>
          <a:solidFill>
            <a:srgbClr val="4A4A55"/>
          </a:solidFill>
          <a:ln w="6350">
            <a:solidFill>
              <a:srgbClr val="22222A"/>
            </a:solidFill>
            <a:prstDash val="solid"/>
          </a:ln>
        </p:spPr>
      </p:sp>
      <p:sp>
        <p:nvSpPr>
          <p:cNvPr id="179" name="Shape 177"/>
          <p:cNvSpPr/>
          <p:nvPr/>
        </p:nvSpPr>
        <p:spPr>
          <a:xfrm>
            <a:off x="3130343" y="3785342"/>
            <a:ext cx="54864" cy="54864"/>
          </a:xfrm>
          <a:prstGeom prst="ellipse">
            <a:avLst/>
          </a:prstGeom>
          <a:solidFill>
            <a:srgbClr val="4A4A55"/>
          </a:solidFill>
          <a:ln w="6350">
            <a:solidFill>
              <a:srgbClr val="22222A"/>
            </a:solidFill>
            <a:prstDash val="solid"/>
          </a:ln>
        </p:spPr>
      </p:sp>
      <p:sp>
        <p:nvSpPr>
          <p:cNvPr id="180" name="Shape 178"/>
          <p:cNvSpPr/>
          <p:nvPr/>
        </p:nvSpPr>
        <p:spPr>
          <a:xfrm>
            <a:off x="3191150" y="3858311"/>
            <a:ext cx="54864" cy="54864"/>
          </a:xfrm>
          <a:prstGeom prst="ellipse">
            <a:avLst/>
          </a:prstGeom>
          <a:solidFill>
            <a:srgbClr val="4A4A55"/>
          </a:solidFill>
          <a:ln w="6350">
            <a:solidFill>
              <a:srgbClr val="22222A"/>
            </a:solidFill>
            <a:prstDash val="solid"/>
          </a:ln>
        </p:spPr>
      </p:sp>
      <p:sp>
        <p:nvSpPr>
          <p:cNvPr id="181" name="Shape 179"/>
          <p:cNvSpPr/>
          <p:nvPr/>
        </p:nvSpPr>
        <p:spPr>
          <a:xfrm>
            <a:off x="3372014" y="3894795"/>
            <a:ext cx="54864" cy="54864"/>
          </a:xfrm>
          <a:prstGeom prst="ellipse">
            <a:avLst/>
          </a:prstGeom>
          <a:solidFill>
            <a:srgbClr val="4A4A55"/>
          </a:solidFill>
          <a:ln w="6350">
            <a:solidFill>
              <a:srgbClr val="22222A"/>
            </a:solidFill>
            <a:prstDash val="solid"/>
          </a:ln>
        </p:spPr>
      </p:sp>
      <p:sp>
        <p:nvSpPr>
          <p:cNvPr id="182" name="Shape 180"/>
          <p:cNvSpPr/>
          <p:nvPr/>
        </p:nvSpPr>
        <p:spPr>
          <a:xfrm>
            <a:off x="3432822" y="3967764"/>
            <a:ext cx="54864" cy="54864"/>
          </a:xfrm>
          <a:prstGeom prst="ellipse">
            <a:avLst/>
          </a:prstGeom>
          <a:solidFill>
            <a:srgbClr val="4A4A55"/>
          </a:solidFill>
          <a:ln w="6350">
            <a:solidFill>
              <a:srgbClr val="22222A"/>
            </a:solidFill>
            <a:prstDash val="solid"/>
          </a:ln>
        </p:spPr>
      </p:sp>
      <p:sp>
        <p:nvSpPr>
          <p:cNvPr id="183" name="Shape 181"/>
          <p:cNvSpPr/>
          <p:nvPr/>
        </p:nvSpPr>
        <p:spPr>
          <a:xfrm>
            <a:off x="3613685" y="4004249"/>
            <a:ext cx="54864" cy="54864"/>
          </a:xfrm>
          <a:prstGeom prst="ellipse">
            <a:avLst/>
          </a:prstGeom>
          <a:solidFill>
            <a:srgbClr val="4A4A55"/>
          </a:solidFill>
          <a:ln w="6350">
            <a:solidFill>
              <a:srgbClr val="22222A"/>
            </a:solidFill>
            <a:prstDash val="solid"/>
          </a:ln>
        </p:spPr>
      </p:sp>
      <p:sp>
        <p:nvSpPr>
          <p:cNvPr id="184" name="Shape 182"/>
          <p:cNvSpPr/>
          <p:nvPr/>
        </p:nvSpPr>
        <p:spPr>
          <a:xfrm>
            <a:off x="3189591" y="3675888"/>
            <a:ext cx="54864" cy="54864"/>
          </a:xfrm>
          <a:prstGeom prst="ellipse">
            <a:avLst/>
          </a:prstGeom>
          <a:solidFill>
            <a:srgbClr val="4A4A55"/>
          </a:solidFill>
          <a:ln w="6350">
            <a:solidFill>
              <a:srgbClr val="22222A"/>
            </a:solidFill>
            <a:prstDash val="solid"/>
          </a:ln>
        </p:spPr>
      </p:sp>
      <p:sp>
        <p:nvSpPr>
          <p:cNvPr id="185" name="Shape 183"/>
          <p:cNvSpPr/>
          <p:nvPr/>
        </p:nvSpPr>
        <p:spPr>
          <a:xfrm>
            <a:off x="3250399" y="3748857"/>
            <a:ext cx="54864" cy="54864"/>
          </a:xfrm>
          <a:prstGeom prst="ellipse">
            <a:avLst/>
          </a:prstGeom>
          <a:solidFill>
            <a:srgbClr val="4A4A55"/>
          </a:solidFill>
          <a:ln w="6350">
            <a:solidFill>
              <a:srgbClr val="22222A"/>
            </a:solidFill>
            <a:prstDash val="solid"/>
          </a:ln>
        </p:spPr>
      </p:sp>
      <p:sp>
        <p:nvSpPr>
          <p:cNvPr id="186" name="Shape 184"/>
          <p:cNvSpPr/>
          <p:nvPr/>
        </p:nvSpPr>
        <p:spPr>
          <a:xfrm>
            <a:off x="3431262" y="3785342"/>
            <a:ext cx="54864" cy="54864"/>
          </a:xfrm>
          <a:prstGeom prst="ellipse">
            <a:avLst/>
          </a:prstGeom>
          <a:solidFill>
            <a:srgbClr val="4A4A55"/>
          </a:solidFill>
          <a:ln w="6350">
            <a:solidFill>
              <a:srgbClr val="22222A"/>
            </a:solidFill>
            <a:prstDash val="solid"/>
          </a:ln>
        </p:spPr>
      </p:sp>
      <p:sp>
        <p:nvSpPr>
          <p:cNvPr id="187" name="Shape 185"/>
          <p:cNvSpPr/>
          <p:nvPr/>
        </p:nvSpPr>
        <p:spPr>
          <a:xfrm>
            <a:off x="3492070" y="3858311"/>
            <a:ext cx="54864" cy="54864"/>
          </a:xfrm>
          <a:prstGeom prst="ellipse">
            <a:avLst/>
          </a:prstGeom>
          <a:solidFill>
            <a:srgbClr val="4A4A55"/>
          </a:solidFill>
          <a:ln w="6350">
            <a:solidFill>
              <a:srgbClr val="22222A"/>
            </a:solidFill>
            <a:prstDash val="solid"/>
          </a:ln>
        </p:spPr>
      </p:sp>
      <p:sp>
        <p:nvSpPr>
          <p:cNvPr id="188" name="Shape 186"/>
          <p:cNvSpPr/>
          <p:nvPr/>
        </p:nvSpPr>
        <p:spPr>
          <a:xfrm>
            <a:off x="3672934" y="3894795"/>
            <a:ext cx="54864" cy="54864"/>
          </a:xfrm>
          <a:prstGeom prst="ellipse">
            <a:avLst/>
          </a:prstGeom>
          <a:solidFill>
            <a:srgbClr val="4A4A55"/>
          </a:solidFill>
          <a:ln w="6350">
            <a:solidFill>
              <a:srgbClr val="22222A"/>
            </a:solidFill>
            <a:prstDash val="solid"/>
          </a:ln>
        </p:spPr>
      </p:sp>
      <p:sp>
        <p:nvSpPr>
          <p:cNvPr id="189" name="Shape 187"/>
          <p:cNvSpPr/>
          <p:nvPr/>
        </p:nvSpPr>
        <p:spPr>
          <a:xfrm>
            <a:off x="3733741" y="3967764"/>
            <a:ext cx="54864" cy="54864"/>
          </a:xfrm>
          <a:prstGeom prst="ellipse">
            <a:avLst/>
          </a:prstGeom>
          <a:solidFill>
            <a:srgbClr val="4A4A55"/>
          </a:solidFill>
          <a:ln w="6350">
            <a:solidFill>
              <a:srgbClr val="22222A"/>
            </a:solidFill>
            <a:prstDash val="solid"/>
          </a:ln>
        </p:spPr>
      </p:sp>
      <p:sp>
        <p:nvSpPr>
          <p:cNvPr id="190" name="Shape 188"/>
          <p:cNvSpPr/>
          <p:nvPr/>
        </p:nvSpPr>
        <p:spPr>
          <a:xfrm>
            <a:off x="3914605" y="4004249"/>
            <a:ext cx="54864" cy="54864"/>
          </a:xfrm>
          <a:prstGeom prst="ellipse">
            <a:avLst/>
          </a:prstGeom>
          <a:solidFill>
            <a:srgbClr val="4A4A55"/>
          </a:solidFill>
          <a:ln w="6350">
            <a:solidFill>
              <a:srgbClr val="22222A"/>
            </a:solidFill>
            <a:prstDash val="solid"/>
          </a:ln>
        </p:spPr>
      </p:sp>
      <p:sp>
        <p:nvSpPr>
          <p:cNvPr id="191" name="Shape 189"/>
          <p:cNvSpPr/>
          <p:nvPr/>
        </p:nvSpPr>
        <p:spPr>
          <a:xfrm>
            <a:off x="3490511" y="3675888"/>
            <a:ext cx="54864" cy="54864"/>
          </a:xfrm>
          <a:prstGeom prst="ellipse">
            <a:avLst/>
          </a:prstGeom>
          <a:solidFill>
            <a:srgbClr val="4A4A55"/>
          </a:solidFill>
          <a:ln w="6350">
            <a:solidFill>
              <a:srgbClr val="22222A"/>
            </a:solidFill>
            <a:prstDash val="solid"/>
          </a:ln>
        </p:spPr>
      </p:sp>
      <p:sp>
        <p:nvSpPr>
          <p:cNvPr id="192" name="Shape 190"/>
          <p:cNvSpPr/>
          <p:nvPr/>
        </p:nvSpPr>
        <p:spPr>
          <a:xfrm>
            <a:off x="3551318" y="3748857"/>
            <a:ext cx="54864" cy="54864"/>
          </a:xfrm>
          <a:prstGeom prst="ellipse">
            <a:avLst/>
          </a:prstGeom>
          <a:solidFill>
            <a:srgbClr val="4A4A55"/>
          </a:solidFill>
          <a:ln w="6350">
            <a:solidFill>
              <a:srgbClr val="22222A"/>
            </a:solidFill>
            <a:prstDash val="solid"/>
          </a:ln>
        </p:spPr>
      </p:sp>
      <p:sp>
        <p:nvSpPr>
          <p:cNvPr id="193" name="Shape 191"/>
          <p:cNvSpPr/>
          <p:nvPr/>
        </p:nvSpPr>
        <p:spPr>
          <a:xfrm>
            <a:off x="3732182" y="3785342"/>
            <a:ext cx="54864" cy="54864"/>
          </a:xfrm>
          <a:prstGeom prst="ellipse">
            <a:avLst/>
          </a:prstGeom>
          <a:solidFill>
            <a:srgbClr val="4A4A55"/>
          </a:solidFill>
          <a:ln w="6350">
            <a:solidFill>
              <a:srgbClr val="22222A"/>
            </a:solidFill>
            <a:prstDash val="solid"/>
          </a:ln>
        </p:spPr>
      </p:sp>
      <p:sp>
        <p:nvSpPr>
          <p:cNvPr id="194" name="Shape 192"/>
          <p:cNvSpPr/>
          <p:nvPr/>
        </p:nvSpPr>
        <p:spPr>
          <a:xfrm>
            <a:off x="3792990" y="3858311"/>
            <a:ext cx="54864" cy="54864"/>
          </a:xfrm>
          <a:prstGeom prst="ellipse">
            <a:avLst/>
          </a:prstGeom>
          <a:solidFill>
            <a:srgbClr val="4A4A55"/>
          </a:solidFill>
          <a:ln w="6350">
            <a:solidFill>
              <a:srgbClr val="22222A"/>
            </a:solidFill>
            <a:prstDash val="solid"/>
          </a:ln>
        </p:spPr>
      </p:sp>
      <p:sp>
        <p:nvSpPr>
          <p:cNvPr id="195" name="Shape 193"/>
          <p:cNvSpPr/>
          <p:nvPr/>
        </p:nvSpPr>
        <p:spPr>
          <a:xfrm>
            <a:off x="3973853" y="3894795"/>
            <a:ext cx="54864" cy="54864"/>
          </a:xfrm>
          <a:prstGeom prst="ellipse">
            <a:avLst/>
          </a:prstGeom>
          <a:solidFill>
            <a:srgbClr val="4A4A55"/>
          </a:solidFill>
          <a:ln w="6350">
            <a:solidFill>
              <a:srgbClr val="22222A"/>
            </a:solidFill>
            <a:prstDash val="solid"/>
          </a:ln>
        </p:spPr>
      </p:sp>
      <p:sp>
        <p:nvSpPr>
          <p:cNvPr id="196" name="Shape 194"/>
          <p:cNvSpPr/>
          <p:nvPr/>
        </p:nvSpPr>
        <p:spPr>
          <a:xfrm>
            <a:off x="4034661" y="3967764"/>
            <a:ext cx="54864" cy="54864"/>
          </a:xfrm>
          <a:prstGeom prst="ellipse">
            <a:avLst/>
          </a:prstGeom>
          <a:solidFill>
            <a:srgbClr val="4A4A55"/>
          </a:solidFill>
          <a:ln w="6350">
            <a:solidFill>
              <a:srgbClr val="22222A"/>
            </a:solidFill>
            <a:prstDash val="solid"/>
          </a:ln>
        </p:spPr>
      </p:sp>
      <p:sp>
        <p:nvSpPr>
          <p:cNvPr id="197" name="Shape 195"/>
          <p:cNvSpPr/>
          <p:nvPr/>
        </p:nvSpPr>
        <p:spPr>
          <a:xfrm>
            <a:off x="4215524" y="4004249"/>
            <a:ext cx="54864" cy="54864"/>
          </a:xfrm>
          <a:prstGeom prst="ellipse">
            <a:avLst/>
          </a:prstGeom>
          <a:solidFill>
            <a:srgbClr val="4A4A55"/>
          </a:solidFill>
          <a:ln w="6350">
            <a:solidFill>
              <a:srgbClr val="22222A"/>
            </a:solidFill>
            <a:prstDash val="solid"/>
          </a:ln>
        </p:spPr>
      </p:sp>
      <p:sp>
        <p:nvSpPr>
          <p:cNvPr id="198" name="Shape 196"/>
          <p:cNvSpPr/>
          <p:nvPr/>
        </p:nvSpPr>
        <p:spPr>
          <a:xfrm>
            <a:off x="3791430" y="3675888"/>
            <a:ext cx="54864" cy="54864"/>
          </a:xfrm>
          <a:prstGeom prst="ellipse">
            <a:avLst/>
          </a:prstGeom>
          <a:solidFill>
            <a:srgbClr val="4A4A55"/>
          </a:solidFill>
          <a:ln w="6350">
            <a:solidFill>
              <a:srgbClr val="22222A"/>
            </a:solidFill>
            <a:prstDash val="solid"/>
          </a:ln>
        </p:spPr>
      </p:sp>
      <p:sp>
        <p:nvSpPr>
          <p:cNvPr id="199" name="Shape 197"/>
          <p:cNvSpPr/>
          <p:nvPr/>
        </p:nvSpPr>
        <p:spPr>
          <a:xfrm>
            <a:off x="3852238" y="3748857"/>
            <a:ext cx="54864" cy="54864"/>
          </a:xfrm>
          <a:prstGeom prst="ellipse">
            <a:avLst/>
          </a:prstGeom>
          <a:solidFill>
            <a:srgbClr val="4A4A55"/>
          </a:solidFill>
          <a:ln w="6350">
            <a:solidFill>
              <a:srgbClr val="22222A"/>
            </a:solidFill>
            <a:prstDash val="solid"/>
          </a:ln>
        </p:spPr>
      </p:sp>
      <p:sp>
        <p:nvSpPr>
          <p:cNvPr id="200" name="Shape 198"/>
          <p:cNvSpPr/>
          <p:nvPr/>
        </p:nvSpPr>
        <p:spPr>
          <a:xfrm>
            <a:off x="4033102" y="3785342"/>
            <a:ext cx="54864" cy="54864"/>
          </a:xfrm>
          <a:prstGeom prst="ellipse">
            <a:avLst/>
          </a:prstGeom>
          <a:solidFill>
            <a:srgbClr val="4A4A55"/>
          </a:solidFill>
          <a:ln w="6350">
            <a:solidFill>
              <a:srgbClr val="22222A"/>
            </a:solidFill>
            <a:prstDash val="solid"/>
          </a:ln>
        </p:spPr>
      </p:sp>
      <p:sp>
        <p:nvSpPr>
          <p:cNvPr id="201" name="Shape 199"/>
          <p:cNvSpPr/>
          <p:nvPr/>
        </p:nvSpPr>
        <p:spPr>
          <a:xfrm>
            <a:off x="4093909" y="3858311"/>
            <a:ext cx="54864" cy="54864"/>
          </a:xfrm>
          <a:prstGeom prst="ellipse">
            <a:avLst/>
          </a:prstGeom>
          <a:solidFill>
            <a:srgbClr val="4A4A55"/>
          </a:solidFill>
          <a:ln w="6350">
            <a:solidFill>
              <a:srgbClr val="22222A"/>
            </a:solidFill>
            <a:prstDash val="solid"/>
          </a:ln>
        </p:spPr>
      </p:sp>
      <p:sp>
        <p:nvSpPr>
          <p:cNvPr id="202" name="Shape 200"/>
          <p:cNvSpPr/>
          <p:nvPr/>
        </p:nvSpPr>
        <p:spPr>
          <a:xfrm>
            <a:off x="2834640" y="3429000"/>
            <a:ext cx="45720" cy="384048"/>
          </a:xfrm>
          <a:prstGeom prst="line">
            <a:avLst/>
          </a:prstGeom>
          <a:noFill/>
          <a:ln w="12700">
            <a:solidFill>
              <a:srgbClr val="C8414C"/>
            </a:solidFill>
            <a:prstDash val="dash"/>
          </a:ln>
        </p:spPr>
      </p:sp>
      <p:sp>
        <p:nvSpPr>
          <p:cNvPr id="203" name="Shape 201"/>
          <p:cNvSpPr/>
          <p:nvPr/>
        </p:nvSpPr>
        <p:spPr>
          <a:xfrm>
            <a:off x="3429000" y="3429000"/>
            <a:ext cx="45720" cy="384048"/>
          </a:xfrm>
          <a:prstGeom prst="line">
            <a:avLst/>
          </a:prstGeom>
          <a:noFill/>
          <a:ln w="12700">
            <a:solidFill>
              <a:srgbClr val="C8414C"/>
            </a:solidFill>
            <a:prstDash val="dash"/>
          </a:ln>
        </p:spPr>
      </p:sp>
      <p:sp>
        <p:nvSpPr>
          <p:cNvPr id="204" name="Text 202"/>
          <p:cNvSpPr/>
          <p:nvPr/>
        </p:nvSpPr>
        <p:spPr>
          <a:xfrm>
            <a:off x="4343400" y="3154680"/>
            <a:ext cx="1554480" cy="256032"/>
          </a:xfrm>
          <a:prstGeom prst="rect">
            <a:avLst/>
          </a:prstGeom>
          <a:noFill/>
          <a:ln/>
        </p:spPr>
        <p:txBody>
          <a:bodyPr wrap="square" lIns="0" tIns="0" rIns="0" bIns="0" rtlCol="0" anchor="ctr"/>
          <a:lstStyle/>
          <a:p>
            <a:pPr algn="l" indent="0" marL="0">
              <a:buNone/>
            </a:pPr>
            <a:r>
              <a:rPr lang="en-US" sz="1150" b="1" dirty="0">
                <a:solidFill>
                  <a:srgbClr val="262B3A"/>
                </a:solidFill>
                <a:latin typeface="Calibri" pitchFamily="34" charset="0"/>
                <a:ea typeface="Calibri" pitchFamily="34" charset="-122"/>
                <a:cs typeface="Calibri" pitchFamily="34" charset="-120"/>
              </a:rPr>
              <a:t>Graphite</a:t>
            </a:r>
            <a:endParaRPr lang="en-US" sz="1150" dirty="0"/>
          </a:p>
        </p:txBody>
      </p:sp>
      <p:sp>
        <p:nvSpPr>
          <p:cNvPr id="205" name="Text 203"/>
          <p:cNvSpPr/>
          <p:nvPr/>
        </p:nvSpPr>
        <p:spPr>
          <a:xfrm>
            <a:off x="4343400" y="3429000"/>
            <a:ext cx="1554480" cy="73152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layers of C bonded to </a:t>
            </a:r>
            <a:r>
              <a:rPr lang="en-US" sz="1000" b="1" dirty="0">
                <a:solidFill>
                  <a:srgbClr val="262B3A"/>
                </a:solidFill>
                <a:latin typeface="Calibri" pitchFamily="34" charset="0"/>
                <a:ea typeface="Calibri" pitchFamily="34" charset="-122"/>
                <a:cs typeface="Calibri" pitchFamily="34" charset="-120"/>
              </a:rPr>
              <a:t>3</a:t>
            </a:r>
            <a:r>
              <a:rPr lang="en-US" sz="1000" dirty="0">
                <a:solidFill>
                  <a:srgbClr val="262B3A"/>
                </a:solidFill>
                <a:latin typeface="Calibri" pitchFamily="34" charset="0"/>
                <a:ea typeface="Calibri" pitchFamily="34" charset="-122"/>
                <a:cs typeface="Calibri" pitchFamily="34" charset="-120"/>
              </a:rPr>
              <a:t> others: soft, slippery, conducts</a:t>
            </a:r>
            <a:endParaRPr lang="en-US" sz="1000" dirty="0"/>
          </a:p>
        </p:txBody>
      </p:sp>
      <p:sp>
        <p:nvSpPr>
          <p:cNvPr id="206" name="Shape 204"/>
          <p:cNvSpPr/>
          <p:nvPr/>
        </p:nvSpPr>
        <p:spPr>
          <a:xfrm>
            <a:off x="640080" y="4526280"/>
            <a:ext cx="5120640" cy="731520"/>
          </a:xfrm>
          <a:prstGeom prst="roundRect">
            <a:avLst>
              <a:gd name="adj" fmla="val 7500"/>
            </a:avLst>
          </a:prstGeom>
          <a:solidFill>
            <a:srgbClr val="FFFFFF"/>
          </a:solidFill>
          <a:ln w="12700">
            <a:solidFill>
              <a:srgbClr val="DDD3EC"/>
            </a:solidFill>
            <a:prstDash val="solid"/>
          </a:ln>
        </p:spPr>
      </p:sp>
      <p:sp>
        <p:nvSpPr>
          <p:cNvPr id="207" name="Text 205"/>
          <p:cNvSpPr/>
          <p:nvPr/>
        </p:nvSpPr>
        <p:spPr>
          <a:xfrm>
            <a:off x="731520" y="4553712"/>
            <a:ext cx="493776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Both are </a:t>
            </a:r>
            <a:r>
              <a:rPr lang="en-US" sz="1050" b="1" dirty="0">
                <a:solidFill>
                  <a:srgbClr val="262B3A"/>
                </a:solidFill>
                <a:latin typeface="Calibri" pitchFamily="34" charset="0"/>
                <a:ea typeface="Calibri" pitchFamily="34" charset="-122"/>
                <a:cs typeface="Calibri" pitchFamily="34" charset="-120"/>
              </a:rPr>
              <a:t>carbon</a:t>
            </a:r>
            <a:r>
              <a:rPr lang="en-US" sz="1050" dirty="0">
                <a:solidFill>
                  <a:srgbClr val="262B3A"/>
                </a:solidFill>
                <a:latin typeface="Calibri" pitchFamily="34" charset="0"/>
                <a:ea typeface="Calibri" pitchFamily="34" charset="-122"/>
                <a:cs typeface="Calibri" pitchFamily="34" charset="-120"/>
              </a:rPr>
              <a:t>: both burn to give the same product</a:t>
            </a:r>
            <a:endParaRPr lang="en-US" sz="1050" dirty="0"/>
          </a:p>
        </p:txBody>
      </p:sp>
      <p:sp>
        <p:nvSpPr>
          <p:cNvPr id="208" name="Text 206"/>
          <p:cNvSpPr/>
          <p:nvPr/>
        </p:nvSpPr>
        <p:spPr>
          <a:xfrm>
            <a:off x="731520" y="4846320"/>
            <a:ext cx="4937760" cy="347472"/>
          </a:xfrm>
          <a:prstGeom prst="rect">
            <a:avLst/>
          </a:prstGeom>
          <a:noFill/>
          <a:ln/>
        </p:spPr>
        <p:txBody>
          <a:bodyPr wrap="square" lIns="0" tIns="0" rIns="0" bIns="0" rtlCol="0" anchor="ctr"/>
          <a:lstStyle/>
          <a:p>
            <a:pPr algn="ctr" indent="0" marL="0">
              <a:buNone/>
            </a:pPr>
            <a:r>
              <a:rPr lang="en-US" sz="1300" b="1" dirty="0">
                <a:solidFill>
                  <a:srgbClr val="6A3FA0"/>
                </a:solidFill>
                <a:latin typeface="Calibri" pitchFamily="34" charset="0"/>
                <a:ea typeface="Calibri" pitchFamily="34" charset="-122"/>
                <a:cs typeface="Calibri" pitchFamily="34" charset="-120"/>
              </a:rPr>
              <a:t>C(s) + O₂(g) → CO₂(g)</a:t>
            </a:r>
            <a:endParaRPr lang="en-US" sz="1300" dirty="0"/>
          </a:p>
        </p:txBody>
      </p:sp>
      <p:sp>
        <p:nvSpPr>
          <p:cNvPr id="209" name="Shape 207"/>
          <p:cNvSpPr/>
          <p:nvPr/>
        </p:nvSpPr>
        <p:spPr>
          <a:xfrm>
            <a:off x="6217920" y="1188720"/>
            <a:ext cx="5562295" cy="3017520"/>
          </a:xfrm>
          <a:prstGeom prst="roundRect">
            <a:avLst>
              <a:gd name="adj" fmla="val 1818"/>
            </a:avLst>
          </a:prstGeom>
          <a:solidFill>
            <a:srgbClr val="F8F5FC"/>
          </a:solidFill>
          <a:ln w="9525">
            <a:solidFill>
              <a:srgbClr val="DDD3EC"/>
            </a:solidFill>
            <a:prstDash val="solid"/>
          </a:ln>
        </p:spPr>
      </p:sp>
      <p:sp>
        <p:nvSpPr>
          <p:cNvPr id="210" name="Text 20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Bulk properties</a:t>
            </a:r>
            <a:endParaRPr lang="en-US" sz="1300" dirty="0"/>
          </a:p>
        </p:txBody>
      </p:sp>
      <p:sp>
        <p:nvSpPr>
          <p:cNvPr id="211" name="Text 209"/>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a:t>
            </a:r>
            <a:r>
              <a:rPr lang="en-US" sz="1150" b="1" dirty="0">
                <a:solidFill>
                  <a:srgbClr val="262B3A"/>
                </a:solidFill>
                <a:latin typeface="Calibri" pitchFamily="34" charset="0"/>
                <a:ea typeface="Calibri" pitchFamily="34" charset="-122"/>
                <a:cs typeface="Calibri" pitchFamily="34" charset="-120"/>
              </a:rPr>
              <a:t>bulk property</a:t>
            </a:r>
            <a:r>
              <a:rPr lang="en-US" sz="1150" dirty="0">
                <a:solidFill>
                  <a:srgbClr val="262B3A"/>
                </a:solidFill>
                <a:latin typeface="Calibri" pitchFamily="34" charset="0"/>
                <a:ea typeface="Calibri" pitchFamily="34" charset="-122"/>
                <a:cs typeface="Calibri" pitchFamily="34" charset="-120"/>
              </a:rPr>
              <a:t> belongs to a large piece of material: </a:t>
            </a:r>
            <a:r>
              <a:rPr lang="en-US" sz="1150" b="1" dirty="0">
                <a:solidFill>
                  <a:srgbClr val="262B3A"/>
                </a:solidFill>
                <a:latin typeface="Calibri" pitchFamily="34" charset="0"/>
                <a:ea typeface="Calibri" pitchFamily="34" charset="-122"/>
                <a:cs typeface="Calibri" pitchFamily="34" charset="-120"/>
              </a:rPr>
              <a:t>strength</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hardness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melting point</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electrical</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thermal conductivity</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brittleness</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flexibility</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malleability</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A single atom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have these properties. They come from:</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1  the </a:t>
            </a:r>
            <a:r>
              <a:rPr lang="en-US" sz="1150" b="1" dirty="0">
                <a:solidFill>
                  <a:srgbClr val="262B3A"/>
                </a:solidFill>
                <a:latin typeface="Calibri" pitchFamily="34" charset="0"/>
                <a:ea typeface="Calibri" pitchFamily="34" charset="-122"/>
                <a:cs typeface="Calibri" pitchFamily="34" charset="-120"/>
              </a:rPr>
              <a:t>type of bonds</a:t>
            </a:r>
            <a:r>
              <a:rPr lang="en-US" sz="1150" dirty="0">
                <a:solidFill>
                  <a:srgbClr val="262B3A"/>
                </a:solidFill>
                <a:latin typeface="Calibri" pitchFamily="34" charset="0"/>
                <a:ea typeface="Calibri" pitchFamily="34" charset="-122"/>
                <a:cs typeface="Calibri" pitchFamily="34" charset="-120"/>
              </a:rPr>
              <a:t> (ionic, covalent, metallic);</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2  how </a:t>
            </a:r>
            <a:r>
              <a:rPr lang="en-US" sz="1150" b="1" dirty="0">
                <a:solidFill>
                  <a:srgbClr val="262B3A"/>
                </a:solidFill>
                <a:latin typeface="Calibri" pitchFamily="34" charset="0"/>
                <a:ea typeface="Calibri" pitchFamily="34" charset="-122"/>
                <a:cs typeface="Calibri" pitchFamily="34" charset="-120"/>
              </a:rPr>
              <a:t>strong</a:t>
            </a:r>
            <a:r>
              <a:rPr lang="en-US" sz="1150" dirty="0">
                <a:solidFill>
                  <a:srgbClr val="262B3A"/>
                </a:solidFill>
                <a:latin typeface="Calibri" pitchFamily="34" charset="0"/>
                <a:ea typeface="Calibri" pitchFamily="34" charset="-122"/>
                <a:cs typeface="Calibri" pitchFamily="34" charset="-120"/>
              </a:rPr>
              <a:t> the bonds are compared with the </a:t>
            </a:r>
            <a:r>
              <a:rPr lang="en-US" sz="1150" b="1" dirty="0">
                <a:solidFill>
                  <a:srgbClr val="262B3A"/>
                </a:solidFill>
                <a:latin typeface="Calibri" pitchFamily="34" charset="0"/>
                <a:ea typeface="Calibri" pitchFamily="34" charset="-122"/>
                <a:cs typeface="Calibri" pitchFamily="34" charset="-120"/>
              </a:rPr>
              <a:t>forces between molecules</a:t>
            </a:r>
            <a:r>
              <a:rPr lang="en-US" sz="1150" dirty="0">
                <a:solidFill>
                  <a:srgbClr val="262B3A"/>
                </a:solidFill>
                <a:latin typeface="Calibri" pitchFamily="34" charset="0"/>
                <a:ea typeface="Calibri" pitchFamily="34" charset="-122"/>
                <a:cs typeface="Calibri" pitchFamily="34" charset="-120"/>
              </a:rPr>
              <a:t>;</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3  how the bonds are </a:t>
            </a:r>
            <a:r>
              <a:rPr lang="en-US" sz="1150" b="1" dirty="0">
                <a:solidFill>
                  <a:srgbClr val="262B3A"/>
                </a:solidFill>
                <a:latin typeface="Calibri" pitchFamily="34" charset="0"/>
                <a:ea typeface="Calibri" pitchFamily="34" charset="-122"/>
                <a:cs typeface="Calibri" pitchFamily="34" charset="-120"/>
              </a:rPr>
              <a:t>arranged</a:t>
            </a:r>
            <a:r>
              <a:rPr lang="en-US" sz="1150" dirty="0">
                <a:solidFill>
                  <a:srgbClr val="262B3A"/>
                </a:solidFill>
                <a:latin typeface="Calibri" pitchFamily="34" charset="0"/>
                <a:ea typeface="Calibri" pitchFamily="34" charset="-122"/>
                <a:cs typeface="Calibri" pitchFamily="34" charset="-120"/>
              </a:rPr>
              <a:t> (chains, layers, 3D network).</a:t>
            </a:r>
            <a:endParaRPr lang="en-US" sz="1150" dirty="0"/>
          </a:p>
          <a:p>
            <a:pPr marL="152400" indent="-152400">
              <a:spcAft>
                <a:spcPts val="300"/>
              </a:spcAft>
              <a:buSzPct val="100000"/>
              <a:buChar char="▪"/>
            </a:pPr>
            <a:r>
              <a:rPr lang="en-US" sz="1150" dirty="0">
                <a:solidFill>
                  <a:srgbClr val="262B3A"/>
                </a:solidFill>
                <a:latin typeface="Calibri" pitchFamily="34" charset="0"/>
                <a:ea typeface="Calibri" pitchFamily="34" charset="-122"/>
                <a:cs typeface="Calibri" pitchFamily="34" charset="-120"/>
              </a:rPr>
              <a:t>Same atoms, different structure → different properties (diamond and graphite).</a:t>
            </a:r>
            <a:endParaRPr lang="en-US" sz="1150" dirty="0"/>
          </a:p>
        </p:txBody>
      </p:sp>
      <p:sp>
        <p:nvSpPr>
          <p:cNvPr id="212" name="Shape 210"/>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213" name="Text 211"/>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same atoms, same product</a:t>
            </a:r>
            <a:endParaRPr lang="en-US" sz="1300" dirty="0"/>
          </a:p>
        </p:txBody>
      </p:sp>
      <p:sp>
        <p:nvSpPr>
          <p:cNvPr id="214" name="Text 212"/>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6 g of diamond burns completely. What mass of CO₂ forms? (C = 12, O = 16)</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Mr   </a:t>
            </a:r>
            <a:r>
              <a:rPr lang="en-US" sz="1050" dirty="0">
                <a:solidFill>
                  <a:srgbClr val="262B3A"/>
                </a:solidFill>
                <a:latin typeface="Calibri" pitchFamily="34" charset="0"/>
                <a:ea typeface="Calibri" pitchFamily="34" charset="-122"/>
                <a:cs typeface="Calibri" pitchFamily="34" charset="-120"/>
              </a:rPr>
              <a:t>CO₂ = 12 + 2 × 16 = 44</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Ratio   </a:t>
            </a:r>
            <a:r>
              <a:rPr lang="en-US" sz="1050" dirty="0">
                <a:solidFill>
                  <a:srgbClr val="262B3A"/>
                </a:solidFill>
                <a:latin typeface="Calibri" pitchFamily="34" charset="0"/>
                <a:ea typeface="Calibri" pitchFamily="34" charset="-122"/>
                <a:cs typeface="Calibri" pitchFamily="34" charset="-120"/>
              </a:rPr>
              <a:t>12 g C gives 44 g CO₂</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6 g gives 44 × 6 ÷ 12 = </a:t>
            </a:r>
            <a:r>
              <a:rPr lang="en-US" sz="1050" b="1" dirty="0">
                <a:solidFill>
                  <a:srgbClr val="C8414C"/>
                </a:solidFill>
                <a:latin typeface="Calibri" pitchFamily="34" charset="0"/>
                <a:ea typeface="Calibri" pitchFamily="34" charset="-122"/>
                <a:cs typeface="Calibri" pitchFamily="34" charset="-120"/>
              </a:rPr>
              <a:t>22 g</a:t>
            </a:r>
            <a:r>
              <a:rPr lang="en-US" sz="1050" b="1" dirty="0">
                <a:solidFill>
                  <a:srgbClr val="C8414C"/>
                </a:solidFill>
                <a:latin typeface="Calibri" pitchFamily="34" charset="0"/>
                <a:ea typeface="Calibri" pitchFamily="34" charset="-122"/>
                <a:cs typeface="Calibri" pitchFamily="34" charset="-120"/>
              </a:rPr>
              <a:t> (the same for graphite)</a:t>
            </a:r>
            <a:endParaRPr lang="en-US" sz="1050" dirty="0"/>
          </a:p>
        </p:txBody>
      </p:sp>
      <p:sp>
        <p:nvSpPr>
          <p:cNvPr id="215" name="Shape 213"/>
          <p:cNvSpPr/>
          <p:nvPr/>
        </p:nvSpPr>
        <p:spPr>
          <a:xfrm>
            <a:off x="411480" y="5833872"/>
            <a:ext cx="11368735" cy="530352"/>
          </a:xfrm>
          <a:prstGeom prst="rect">
            <a:avLst/>
          </a:prstGeom>
          <a:solidFill>
            <a:srgbClr val="FFF4E0"/>
          </a:solidFill>
          <a:ln w="6350">
            <a:solidFill>
              <a:srgbClr val="F1D9A8"/>
            </a:solidFill>
            <a:prstDash val="solid"/>
          </a:ln>
        </p:spPr>
      </p:sp>
      <p:sp>
        <p:nvSpPr>
          <p:cNvPr id="216" name="Shape 214"/>
          <p:cNvSpPr/>
          <p:nvPr/>
        </p:nvSpPr>
        <p:spPr>
          <a:xfrm>
            <a:off x="411480" y="5833872"/>
            <a:ext cx="82296" cy="530352"/>
          </a:xfrm>
          <a:prstGeom prst="rect">
            <a:avLst/>
          </a:prstGeom>
          <a:solidFill>
            <a:srgbClr val="E39A2F"/>
          </a:solidFill>
          <a:ln w="12700">
            <a:solidFill>
              <a:srgbClr val="E39A2F"/>
            </a:solidFill>
            <a:prstDash val="solid"/>
          </a:ln>
        </p:spPr>
      </p:sp>
      <p:sp>
        <p:nvSpPr>
          <p:cNvPr id="217" name="Text 21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does it make no sense to say "a carbon atom is hard"? What mass of CO₂ forms when </a:t>
            </a:r>
            <a:r>
              <a:rPr lang="en-US" sz="1150" b="1" dirty="0">
                <a:solidFill>
                  <a:srgbClr val="262B3A"/>
                </a:solidFill>
                <a:latin typeface="Calibri" pitchFamily="34" charset="0"/>
                <a:ea typeface="Calibri" pitchFamily="34" charset="-122"/>
                <a:cs typeface="Calibri" pitchFamily="34" charset="-120"/>
              </a:rPr>
              <a:t>3 g</a:t>
            </a:r>
            <a:r>
              <a:rPr lang="en-US" sz="1150" dirty="0">
                <a:solidFill>
                  <a:srgbClr val="262B3A"/>
                </a:solidFill>
                <a:latin typeface="Calibri" pitchFamily="34" charset="0"/>
                <a:ea typeface="Calibri" pitchFamily="34" charset="-122"/>
                <a:cs typeface="Calibri" pitchFamily="34" charset="-120"/>
              </a:rPr>
              <a:t> of graphite burns?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Four types of structure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 • particles, bonds and arrangement (recap of C2 and C3.1)</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C4.2.1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four structure models; not to scale</a:t>
            </a:r>
            <a:endParaRPr lang="en-US" sz="1000" dirty="0"/>
          </a:p>
        </p:txBody>
      </p:sp>
      <p:sp>
        <p:nvSpPr>
          <p:cNvPr id="10" name="Shape 8"/>
          <p:cNvSpPr/>
          <p:nvPr/>
        </p:nvSpPr>
        <p:spPr>
          <a:xfrm>
            <a:off x="594360" y="1325880"/>
            <a:ext cx="2514600" cy="1920240"/>
          </a:xfrm>
          <a:prstGeom prst="roundRect">
            <a:avLst>
              <a:gd name="adj" fmla="val 2381"/>
            </a:avLst>
          </a:prstGeom>
          <a:solidFill>
            <a:srgbClr val="FFFFFF"/>
          </a:solidFill>
          <a:ln w="12700">
            <a:solidFill>
              <a:srgbClr val="DDD3EC"/>
            </a:solidFill>
            <a:prstDash val="solid"/>
          </a:ln>
        </p:spPr>
      </p:sp>
      <p:sp>
        <p:nvSpPr>
          <p:cNvPr id="11" name="Text 9"/>
          <p:cNvSpPr/>
          <p:nvPr/>
        </p:nvSpPr>
        <p:spPr>
          <a:xfrm>
            <a:off x="667512" y="1362456"/>
            <a:ext cx="2377440" cy="256032"/>
          </a:xfrm>
          <a:prstGeom prst="rect">
            <a:avLst/>
          </a:prstGeom>
          <a:noFill/>
          <a:ln/>
        </p:spPr>
        <p:txBody>
          <a:bodyPr wrap="square" lIns="0" tIns="0" rIns="0" bIns="0" rtlCol="0" anchor="ctr"/>
          <a:lstStyle/>
          <a:p>
            <a:pPr algn="l" indent="0" marL="0">
              <a:buNone/>
            </a:pPr>
            <a:r>
              <a:rPr lang="en-US" sz="1050" b="1" dirty="0">
                <a:solidFill>
                  <a:srgbClr val="2A1F3D"/>
                </a:solidFill>
                <a:latin typeface="Calibri" pitchFamily="34" charset="0"/>
                <a:ea typeface="Calibri" pitchFamily="34" charset="-122"/>
                <a:cs typeface="Calibri" pitchFamily="34" charset="-120"/>
              </a:rPr>
              <a:t>Ionic lattice</a:t>
            </a:r>
            <a:r>
              <a:rPr lang="en-US" sz="1050" dirty="0">
                <a:solidFill>
                  <a:srgbClr val="2A1F3D"/>
                </a:solidFill>
                <a:latin typeface="Calibri" pitchFamily="34" charset="0"/>
                <a:ea typeface="Calibri" pitchFamily="34" charset="-122"/>
                <a:cs typeface="Calibri" pitchFamily="34" charset="-120"/>
              </a:rPr>
              <a:t>  e.g. NaCl</a:t>
            </a:r>
            <a:endParaRPr lang="en-US" sz="1050" dirty="0"/>
          </a:p>
        </p:txBody>
      </p:sp>
      <p:sp>
        <p:nvSpPr>
          <p:cNvPr id="12" name="Shape 10"/>
          <p:cNvSpPr/>
          <p:nvPr/>
        </p:nvSpPr>
        <p:spPr>
          <a:xfrm>
            <a:off x="3246120" y="1325880"/>
            <a:ext cx="2514600" cy="1920240"/>
          </a:xfrm>
          <a:prstGeom prst="roundRect">
            <a:avLst>
              <a:gd name="adj" fmla="val 2381"/>
            </a:avLst>
          </a:prstGeom>
          <a:solidFill>
            <a:srgbClr val="FFFFFF"/>
          </a:solidFill>
          <a:ln w="12700">
            <a:solidFill>
              <a:srgbClr val="DDD3EC"/>
            </a:solidFill>
            <a:prstDash val="solid"/>
          </a:ln>
        </p:spPr>
      </p:sp>
      <p:sp>
        <p:nvSpPr>
          <p:cNvPr id="13" name="Text 11"/>
          <p:cNvSpPr/>
          <p:nvPr/>
        </p:nvSpPr>
        <p:spPr>
          <a:xfrm>
            <a:off x="3319272" y="1362456"/>
            <a:ext cx="2377440" cy="256032"/>
          </a:xfrm>
          <a:prstGeom prst="rect">
            <a:avLst/>
          </a:prstGeom>
          <a:noFill/>
          <a:ln/>
        </p:spPr>
        <p:txBody>
          <a:bodyPr wrap="square" lIns="0" tIns="0" rIns="0" bIns="0" rtlCol="0" anchor="ctr"/>
          <a:lstStyle/>
          <a:p>
            <a:pPr algn="l" indent="0" marL="0">
              <a:buNone/>
            </a:pPr>
            <a:r>
              <a:rPr lang="en-US" sz="1050" b="1" dirty="0">
                <a:solidFill>
                  <a:srgbClr val="2A1F3D"/>
                </a:solidFill>
                <a:latin typeface="Calibri" pitchFamily="34" charset="0"/>
                <a:ea typeface="Calibri" pitchFamily="34" charset="-122"/>
                <a:cs typeface="Calibri" pitchFamily="34" charset="-120"/>
              </a:rPr>
              <a:t>Simple molecules</a:t>
            </a:r>
            <a:r>
              <a:rPr lang="en-US" sz="1050" dirty="0">
                <a:solidFill>
                  <a:srgbClr val="2A1F3D"/>
                </a:solidFill>
                <a:latin typeface="Calibri" pitchFamily="34" charset="0"/>
                <a:ea typeface="Calibri" pitchFamily="34" charset="-122"/>
                <a:cs typeface="Calibri" pitchFamily="34" charset="-120"/>
              </a:rPr>
              <a:t>  e.g. Br₂, H₂O, CH₄</a:t>
            </a:r>
            <a:endParaRPr lang="en-US" sz="1050" dirty="0"/>
          </a:p>
        </p:txBody>
      </p:sp>
      <p:sp>
        <p:nvSpPr>
          <p:cNvPr id="14" name="Shape 12"/>
          <p:cNvSpPr/>
          <p:nvPr/>
        </p:nvSpPr>
        <p:spPr>
          <a:xfrm>
            <a:off x="594360" y="3383280"/>
            <a:ext cx="2514600" cy="1920240"/>
          </a:xfrm>
          <a:prstGeom prst="roundRect">
            <a:avLst>
              <a:gd name="adj" fmla="val 2381"/>
            </a:avLst>
          </a:prstGeom>
          <a:solidFill>
            <a:srgbClr val="FFFFFF"/>
          </a:solidFill>
          <a:ln w="12700">
            <a:solidFill>
              <a:srgbClr val="DDD3EC"/>
            </a:solidFill>
            <a:prstDash val="solid"/>
          </a:ln>
        </p:spPr>
      </p:sp>
      <p:sp>
        <p:nvSpPr>
          <p:cNvPr id="15" name="Text 13"/>
          <p:cNvSpPr/>
          <p:nvPr/>
        </p:nvSpPr>
        <p:spPr>
          <a:xfrm>
            <a:off x="667512" y="3419856"/>
            <a:ext cx="2377440" cy="256032"/>
          </a:xfrm>
          <a:prstGeom prst="rect">
            <a:avLst/>
          </a:prstGeom>
          <a:noFill/>
          <a:ln/>
        </p:spPr>
        <p:txBody>
          <a:bodyPr wrap="square" lIns="0" tIns="0" rIns="0" bIns="0" rtlCol="0" anchor="ctr"/>
          <a:lstStyle/>
          <a:p>
            <a:pPr algn="l" indent="0" marL="0">
              <a:buNone/>
            </a:pPr>
            <a:r>
              <a:rPr lang="en-US" sz="1050" b="1" dirty="0">
                <a:solidFill>
                  <a:srgbClr val="2A1F3D"/>
                </a:solidFill>
                <a:latin typeface="Calibri" pitchFamily="34" charset="0"/>
                <a:ea typeface="Calibri" pitchFamily="34" charset="-122"/>
                <a:cs typeface="Calibri" pitchFamily="34" charset="-120"/>
              </a:rPr>
              <a:t>Giant covalent</a:t>
            </a:r>
            <a:r>
              <a:rPr lang="en-US" sz="1050" dirty="0">
                <a:solidFill>
                  <a:srgbClr val="2A1F3D"/>
                </a:solidFill>
                <a:latin typeface="Calibri" pitchFamily="34" charset="0"/>
                <a:ea typeface="Calibri" pitchFamily="34" charset="-122"/>
                <a:cs typeface="Calibri" pitchFamily="34" charset="-120"/>
              </a:rPr>
              <a:t>  e.g. SiO₂, diamond</a:t>
            </a:r>
            <a:endParaRPr lang="en-US" sz="1050" dirty="0"/>
          </a:p>
        </p:txBody>
      </p:sp>
      <p:sp>
        <p:nvSpPr>
          <p:cNvPr id="16" name="Shape 14"/>
          <p:cNvSpPr/>
          <p:nvPr/>
        </p:nvSpPr>
        <p:spPr>
          <a:xfrm>
            <a:off x="3246120" y="3383280"/>
            <a:ext cx="2514600" cy="1920240"/>
          </a:xfrm>
          <a:prstGeom prst="roundRect">
            <a:avLst>
              <a:gd name="adj" fmla="val 2381"/>
            </a:avLst>
          </a:prstGeom>
          <a:solidFill>
            <a:srgbClr val="FFFFFF"/>
          </a:solidFill>
          <a:ln w="12700">
            <a:solidFill>
              <a:srgbClr val="DDD3EC"/>
            </a:solidFill>
            <a:prstDash val="solid"/>
          </a:ln>
        </p:spPr>
      </p:sp>
      <p:sp>
        <p:nvSpPr>
          <p:cNvPr id="17" name="Text 15"/>
          <p:cNvSpPr/>
          <p:nvPr/>
        </p:nvSpPr>
        <p:spPr>
          <a:xfrm>
            <a:off x="3319272" y="3419856"/>
            <a:ext cx="2377440" cy="256032"/>
          </a:xfrm>
          <a:prstGeom prst="rect">
            <a:avLst/>
          </a:prstGeom>
          <a:noFill/>
          <a:ln/>
        </p:spPr>
        <p:txBody>
          <a:bodyPr wrap="square" lIns="0" tIns="0" rIns="0" bIns="0" rtlCol="0" anchor="ctr"/>
          <a:lstStyle/>
          <a:p>
            <a:pPr algn="l" indent="0" marL="0">
              <a:buNone/>
            </a:pPr>
            <a:r>
              <a:rPr lang="en-US" sz="1050" b="1" dirty="0">
                <a:solidFill>
                  <a:srgbClr val="2A1F3D"/>
                </a:solidFill>
                <a:latin typeface="Calibri" pitchFamily="34" charset="0"/>
                <a:ea typeface="Calibri" pitchFamily="34" charset="-122"/>
                <a:cs typeface="Calibri" pitchFamily="34" charset="-120"/>
              </a:rPr>
              <a:t>Metallic lattice</a:t>
            </a:r>
            <a:r>
              <a:rPr lang="en-US" sz="1050" dirty="0">
                <a:solidFill>
                  <a:srgbClr val="2A1F3D"/>
                </a:solidFill>
                <a:latin typeface="Calibri" pitchFamily="34" charset="0"/>
                <a:ea typeface="Calibri" pitchFamily="34" charset="-122"/>
                <a:cs typeface="Calibri" pitchFamily="34" charset="-120"/>
              </a:rPr>
              <a:t>  e.g. Cu, Al, Fe</a:t>
            </a:r>
            <a:endParaRPr lang="en-US" sz="1050" dirty="0"/>
          </a:p>
        </p:txBody>
      </p:sp>
      <p:sp>
        <p:nvSpPr>
          <p:cNvPr id="18" name="Shape 16"/>
          <p:cNvSpPr/>
          <p:nvPr/>
        </p:nvSpPr>
        <p:spPr>
          <a:xfrm>
            <a:off x="795528" y="1709928"/>
            <a:ext cx="237744" cy="237744"/>
          </a:xfrm>
          <a:prstGeom prst="ellipse">
            <a:avLst/>
          </a:prstGeom>
          <a:solidFill>
            <a:srgbClr val="8E7CC3"/>
          </a:solidFill>
          <a:ln w="12700">
            <a:solidFill>
              <a:srgbClr val="5B3A8C"/>
            </a:solidFill>
            <a:prstDash val="solid"/>
          </a:ln>
        </p:spPr>
      </p:sp>
      <p:sp>
        <p:nvSpPr>
          <p:cNvPr id="19" name="Text 17"/>
          <p:cNvSpPr/>
          <p:nvPr/>
        </p:nvSpPr>
        <p:spPr>
          <a:xfrm>
            <a:off x="795528" y="17099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1133856" y="1664208"/>
            <a:ext cx="329184" cy="329184"/>
          </a:xfrm>
          <a:prstGeom prst="ellipse">
            <a:avLst/>
          </a:prstGeom>
          <a:solidFill>
            <a:srgbClr val="7DBE6A"/>
          </a:solidFill>
          <a:ln w="12700">
            <a:solidFill>
              <a:srgbClr val="3E7F2E"/>
            </a:solidFill>
            <a:prstDash val="solid"/>
          </a:ln>
        </p:spPr>
      </p:sp>
      <p:sp>
        <p:nvSpPr>
          <p:cNvPr id="21" name="Text 19"/>
          <p:cNvSpPr/>
          <p:nvPr/>
        </p:nvSpPr>
        <p:spPr>
          <a:xfrm>
            <a:off x="1133856" y="1664208"/>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22" name="Shape 20"/>
          <p:cNvSpPr/>
          <p:nvPr/>
        </p:nvSpPr>
        <p:spPr>
          <a:xfrm>
            <a:off x="1563624" y="1709928"/>
            <a:ext cx="237744" cy="237744"/>
          </a:xfrm>
          <a:prstGeom prst="ellipse">
            <a:avLst/>
          </a:prstGeom>
          <a:solidFill>
            <a:srgbClr val="8E7CC3"/>
          </a:solidFill>
          <a:ln w="12700">
            <a:solidFill>
              <a:srgbClr val="5B3A8C"/>
            </a:solidFill>
            <a:prstDash val="solid"/>
          </a:ln>
        </p:spPr>
      </p:sp>
      <p:sp>
        <p:nvSpPr>
          <p:cNvPr id="23" name="Text 21"/>
          <p:cNvSpPr/>
          <p:nvPr/>
        </p:nvSpPr>
        <p:spPr>
          <a:xfrm>
            <a:off x="1563624" y="17099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1901952" y="1664208"/>
            <a:ext cx="329184" cy="329184"/>
          </a:xfrm>
          <a:prstGeom prst="ellipse">
            <a:avLst/>
          </a:prstGeom>
          <a:solidFill>
            <a:srgbClr val="7DBE6A"/>
          </a:solidFill>
          <a:ln w="12700">
            <a:solidFill>
              <a:srgbClr val="3E7F2E"/>
            </a:solidFill>
            <a:prstDash val="solid"/>
          </a:ln>
        </p:spPr>
      </p:sp>
      <p:sp>
        <p:nvSpPr>
          <p:cNvPr id="25" name="Text 23"/>
          <p:cNvSpPr/>
          <p:nvPr/>
        </p:nvSpPr>
        <p:spPr>
          <a:xfrm>
            <a:off x="1901952" y="1664208"/>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26" name="Shape 24"/>
          <p:cNvSpPr/>
          <p:nvPr/>
        </p:nvSpPr>
        <p:spPr>
          <a:xfrm>
            <a:off x="2331720" y="1709928"/>
            <a:ext cx="237744" cy="237744"/>
          </a:xfrm>
          <a:prstGeom prst="ellipse">
            <a:avLst/>
          </a:prstGeom>
          <a:solidFill>
            <a:srgbClr val="8E7CC3"/>
          </a:solidFill>
          <a:ln w="12700">
            <a:solidFill>
              <a:srgbClr val="5B3A8C"/>
            </a:solidFill>
            <a:prstDash val="solid"/>
          </a:ln>
        </p:spPr>
      </p:sp>
      <p:sp>
        <p:nvSpPr>
          <p:cNvPr id="27" name="Text 25"/>
          <p:cNvSpPr/>
          <p:nvPr/>
        </p:nvSpPr>
        <p:spPr>
          <a:xfrm>
            <a:off x="2331720" y="17099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749808" y="2048256"/>
            <a:ext cx="329184" cy="329184"/>
          </a:xfrm>
          <a:prstGeom prst="ellipse">
            <a:avLst/>
          </a:prstGeom>
          <a:solidFill>
            <a:srgbClr val="7DBE6A"/>
          </a:solidFill>
          <a:ln w="12700">
            <a:solidFill>
              <a:srgbClr val="3E7F2E"/>
            </a:solidFill>
            <a:prstDash val="solid"/>
          </a:ln>
        </p:spPr>
      </p:sp>
      <p:sp>
        <p:nvSpPr>
          <p:cNvPr id="29" name="Text 27"/>
          <p:cNvSpPr/>
          <p:nvPr/>
        </p:nvSpPr>
        <p:spPr>
          <a:xfrm>
            <a:off x="749808" y="2048256"/>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0" name="Shape 28"/>
          <p:cNvSpPr/>
          <p:nvPr/>
        </p:nvSpPr>
        <p:spPr>
          <a:xfrm>
            <a:off x="1179576" y="2093976"/>
            <a:ext cx="237744" cy="237744"/>
          </a:xfrm>
          <a:prstGeom prst="ellipse">
            <a:avLst/>
          </a:prstGeom>
          <a:solidFill>
            <a:srgbClr val="8E7CC3"/>
          </a:solidFill>
          <a:ln w="12700">
            <a:solidFill>
              <a:srgbClr val="5B3A8C"/>
            </a:solidFill>
            <a:prstDash val="solid"/>
          </a:ln>
        </p:spPr>
      </p:sp>
      <p:sp>
        <p:nvSpPr>
          <p:cNvPr id="31" name="Text 29"/>
          <p:cNvSpPr/>
          <p:nvPr/>
        </p:nvSpPr>
        <p:spPr>
          <a:xfrm>
            <a:off x="1179576" y="20939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2" name="Shape 30"/>
          <p:cNvSpPr/>
          <p:nvPr/>
        </p:nvSpPr>
        <p:spPr>
          <a:xfrm>
            <a:off x="1517904" y="2048256"/>
            <a:ext cx="329184" cy="329184"/>
          </a:xfrm>
          <a:prstGeom prst="ellipse">
            <a:avLst/>
          </a:prstGeom>
          <a:solidFill>
            <a:srgbClr val="7DBE6A"/>
          </a:solidFill>
          <a:ln w="12700">
            <a:solidFill>
              <a:srgbClr val="3E7F2E"/>
            </a:solidFill>
            <a:prstDash val="solid"/>
          </a:ln>
        </p:spPr>
      </p:sp>
      <p:sp>
        <p:nvSpPr>
          <p:cNvPr id="33" name="Text 31"/>
          <p:cNvSpPr/>
          <p:nvPr/>
        </p:nvSpPr>
        <p:spPr>
          <a:xfrm>
            <a:off x="1517904" y="2048256"/>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4" name="Shape 32"/>
          <p:cNvSpPr/>
          <p:nvPr/>
        </p:nvSpPr>
        <p:spPr>
          <a:xfrm>
            <a:off x="1947672" y="2093976"/>
            <a:ext cx="237744" cy="237744"/>
          </a:xfrm>
          <a:prstGeom prst="ellipse">
            <a:avLst/>
          </a:prstGeom>
          <a:solidFill>
            <a:srgbClr val="8E7CC3"/>
          </a:solidFill>
          <a:ln w="12700">
            <a:solidFill>
              <a:srgbClr val="5B3A8C"/>
            </a:solidFill>
            <a:prstDash val="solid"/>
          </a:ln>
        </p:spPr>
      </p:sp>
      <p:sp>
        <p:nvSpPr>
          <p:cNvPr id="35" name="Text 33"/>
          <p:cNvSpPr/>
          <p:nvPr/>
        </p:nvSpPr>
        <p:spPr>
          <a:xfrm>
            <a:off x="1947672" y="209397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36" name="Shape 34"/>
          <p:cNvSpPr/>
          <p:nvPr/>
        </p:nvSpPr>
        <p:spPr>
          <a:xfrm>
            <a:off x="2286000" y="2048256"/>
            <a:ext cx="329184" cy="329184"/>
          </a:xfrm>
          <a:prstGeom prst="ellipse">
            <a:avLst/>
          </a:prstGeom>
          <a:solidFill>
            <a:srgbClr val="7DBE6A"/>
          </a:solidFill>
          <a:ln w="12700">
            <a:solidFill>
              <a:srgbClr val="3E7F2E"/>
            </a:solidFill>
            <a:prstDash val="solid"/>
          </a:ln>
        </p:spPr>
      </p:sp>
      <p:sp>
        <p:nvSpPr>
          <p:cNvPr id="37" name="Text 35"/>
          <p:cNvSpPr/>
          <p:nvPr/>
        </p:nvSpPr>
        <p:spPr>
          <a:xfrm>
            <a:off x="2286000" y="2048256"/>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8" name="Shape 36"/>
          <p:cNvSpPr/>
          <p:nvPr/>
        </p:nvSpPr>
        <p:spPr>
          <a:xfrm>
            <a:off x="795528" y="2478024"/>
            <a:ext cx="237744" cy="237744"/>
          </a:xfrm>
          <a:prstGeom prst="ellipse">
            <a:avLst/>
          </a:prstGeom>
          <a:solidFill>
            <a:srgbClr val="8E7CC3"/>
          </a:solidFill>
          <a:ln w="12700">
            <a:solidFill>
              <a:srgbClr val="5B3A8C"/>
            </a:solidFill>
            <a:prstDash val="solid"/>
          </a:ln>
        </p:spPr>
      </p:sp>
      <p:sp>
        <p:nvSpPr>
          <p:cNvPr id="39" name="Text 37"/>
          <p:cNvSpPr/>
          <p:nvPr/>
        </p:nvSpPr>
        <p:spPr>
          <a:xfrm>
            <a:off x="795528" y="247802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0" name="Shape 38"/>
          <p:cNvSpPr/>
          <p:nvPr/>
        </p:nvSpPr>
        <p:spPr>
          <a:xfrm>
            <a:off x="1133856" y="2432304"/>
            <a:ext cx="329184" cy="329184"/>
          </a:xfrm>
          <a:prstGeom prst="ellipse">
            <a:avLst/>
          </a:prstGeom>
          <a:solidFill>
            <a:srgbClr val="7DBE6A"/>
          </a:solidFill>
          <a:ln w="12700">
            <a:solidFill>
              <a:srgbClr val="3E7F2E"/>
            </a:solidFill>
            <a:prstDash val="solid"/>
          </a:ln>
        </p:spPr>
      </p:sp>
      <p:sp>
        <p:nvSpPr>
          <p:cNvPr id="41" name="Text 39"/>
          <p:cNvSpPr/>
          <p:nvPr/>
        </p:nvSpPr>
        <p:spPr>
          <a:xfrm>
            <a:off x="1133856" y="2432304"/>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42" name="Shape 40"/>
          <p:cNvSpPr/>
          <p:nvPr/>
        </p:nvSpPr>
        <p:spPr>
          <a:xfrm>
            <a:off x="1563624" y="2478024"/>
            <a:ext cx="237744" cy="237744"/>
          </a:xfrm>
          <a:prstGeom prst="ellipse">
            <a:avLst/>
          </a:prstGeom>
          <a:solidFill>
            <a:srgbClr val="8E7CC3"/>
          </a:solidFill>
          <a:ln w="12700">
            <a:solidFill>
              <a:srgbClr val="5B3A8C"/>
            </a:solidFill>
            <a:prstDash val="solid"/>
          </a:ln>
        </p:spPr>
      </p:sp>
      <p:sp>
        <p:nvSpPr>
          <p:cNvPr id="43" name="Text 41"/>
          <p:cNvSpPr/>
          <p:nvPr/>
        </p:nvSpPr>
        <p:spPr>
          <a:xfrm>
            <a:off x="1563624" y="247802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4" name="Shape 42"/>
          <p:cNvSpPr/>
          <p:nvPr/>
        </p:nvSpPr>
        <p:spPr>
          <a:xfrm>
            <a:off x="1901952" y="2432304"/>
            <a:ext cx="329184" cy="329184"/>
          </a:xfrm>
          <a:prstGeom prst="ellipse">
            <a:avLst/>
          </a:prstGeom>
          <a:solidFill>
            <a:srgbClr val="7DBE6A"/>
          </a:solidFill>
          <a:ln w="12700">
            <a:solidFill>
              <a:srgbClr val="3E7F2E"/>
            </a:solidFill>
            <a:prstDash val="solid"/>
          </a:ln>
        </p:spPr>
      </p:sp>
      <p:sp>
        <p:nvSpPr>
          <p:cNvPr id="45" name="Text 43"/>
          <p:cNvSpPr/>
          <p:nvPr/>
        </p:nvSpPr>
        <p:spPr>
          <a:xfrm>
            <a:off x="1901952" y="2432304"/>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46" name="Shape 44"/>
          <p:cNvSpPr/>
          <p:nvPr/>
        </p:nvSpPr>
        <p:spPr>
          <a:xfrm>
            <a:off x="2331720" y="2478024"/>
            <a:ext cx="237744" cy="237744"/>
          </a:xfrm>
          <a:prstGeom prst="ellipse">
            <a:avLst/>
          </a:prstGeom>
          <a:solidFill>
            <a:srgbClr val="8E7CC3"/>
          </a:solidFill>
          <a:ln w="12700">
            <a:solidFill>
              <a:srgbClr val="5B3A8C"/>
            </a:solidFill>
            <a:prstDash val="solid"/>
          </a:ln>
        </p:spPr>
      </p:sp>
      <p:sp>
        <p:nvSpPr>
          <p:cNvPr id="47" name="Text 45"/>
          <p:cNvSpPr/>
          <p:nvPr/>
        </p:nvSpPr>
        <p:spPr>
          <a:xfrm>
            <a:off x="2331720" y="2478024"/>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48" name="Shape 46"/>
          <p:cNvSpPr/>
          <p:nvPr/>
        </p:nvSpPr>
        <p:spPr>
          <a:xfrm>
            <a:off x="749808" y="2816352"/>
            <a:ext cx="329184" cy="329184"/>
          </a:xfrm>
          <a:prstGeom prst="ellipse">
            <a:avLst/>
          </a:prstGeom>
          <a:solidFill>
            <a:srgbClr val="7DBE6A"/>
          </a:solidFill>
          <a:ln w="12700">
            <a:solidFill>
              <a:srgbClr val="3E7F2E"/>
            </a:solidFill>
            <a:prstDash val="solid"/>
          </a:ln>
        </p:spPr>
      </p:sp>
      <p:sp>
        <p:nvSpPr>
          <p:cNvPr id="49" name="Text 47"/>
          <p:cNvSpPr/>
          <p:nvPr/>
        </p:nvSpPr>
        <p:spPr>
          <a:xfrm>
            <a:off x="749808" y="2816352"/>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50" name="Shape 48"/>
          <p:cNvSpPr/>
          <p:nvPr/>
        </p:nvSpPr>
        <p:spPr>
          <a:xfrm>
            <a:off x="1179576" y="2862072"/>
            <a:ext cx="237744" cy="237744"/>
          </a:xfrm>
          <a:prstGeom prst="ellipse">
            <a:avLst/>
          </a:prstGeom>
          <a:solidFill>
            <a:srgbClr val="8E7CC3"/>
          </a:solidFill>
          <a:ln w="12700">
            <a:solidFill>
              <a:srgbClr val="5B3A8C"/>
            </a:solidFill>
            <a:prstDash val="solid"/>
          </a:ln>
        </p:spPr>
      </p:sp>
      <p:sp>
        <p:nvSpPr>
          <p:cNvPr id="51" name="Text 49"/>
          <p:cNvSpPr/>
          <p:nvPr/>
        </p:nvSpPr>
        <p:spPr>
          <a:xfrm>
            <a:off x="1179576" y="28620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2" name="Shape 50"/>
          <p:cNvSpPr/>
          <p:nvPr/>
        </p:nvSpPr>
        <p:spPr>
          <a:xfrm>
            <a:off x="1517904" y="2816352"/>
            <a:ext cx="329184" cy="329184"/>
          </a:xfrm>
          <a:prstGeom prst="ellipse">
            <a:avLst/>
          </a:prstGeom>
          <a:solidFill>
            <a:srgbClr val="7DBE6A"/>
          </a:solidFill>
          <a:ln w="12700">
            <a:solidFill>
              <a:srgbClr val="3E7F2E"/>
            </a:solidFill>
            <a:prstDash val="solid"/>
          </a:ln>
        </p:spPr>
      </p:sp>
      <p:sp>
        <p:nvSpPr>
          <p:cNvPr id="53" name="Text 51"/>
          <p:cNvSpPr/>
          <p:nvPr/>
        </p:nvSpPr>
        <p:spPr>
          <a:xfrm>
            <a:off x="1517904" y="2816352"/>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54" name="Shape 52"/>
          <p:cNvSpPr/>
          <p:nvPr/>
        </p:nvSpPr>
        <p:spPr>
          <a:xfrm>
            <a:off x="1947672" y="2862072"/>
            <a:ext cx="237744" cy="237744"/>
          </a:xfrm>
          <a:prstGeom prst="ellipse">
            <a:avLst/>
          </a:prstGeom>
          <a:solidFill>
            <a:srgbClr val="8E7CC3"/>
          </a:solidFill>
          <a:ln w="12700">
            <a:solidFill>
              <a:srgbClr val="5B3A8C"/>
            </a:solidFill>
            <a:prstDash val="solid"/>
          </a:ln>
        </p:spPr>
      </p:sp>
      <p:sp>
        <p:nvSpPr>
          <p:cNvPr id="55" name="Text 53"/>
          <p:cNvSpPr/>
          <p:nvPr/>
        </p:nvSpPr>
        <p:spPr>
          <a:xfrm>
            <a:off x="1947672" y="28620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56" name="Shape 54"/>
          <p:cNvSpPr/>
          <p:nvPr/>
        </p:nvSpPr>
        <p:spPr>
          <a:xfrm>
            <a:off x="2286000" y="2816352"/>
            <a:ext cx="329184" cy="329184"/>
          </a:xfrm>
          <a:prstGeom prst="ellipse">
            <a:avLst/>
          </a:prstGeom>
          <a:solidFill>
            <a:srgbClr val="7DBE6A"/>
          </a:solidFill>
          <a:ln w="12700">
            <a:solidFill>
              <a:srgbClr val="3E7F2E"/>
            </a:solidFill>
            <a:prstDash val="solid"/>
          </a:ln>
        </p:spPr>
      </p:sp>
      <p:sp>
        <p:nvSpPr>
          <p:cNvPr id="57" name="Text 55"/>
          <p:cNvSpPr/>
          <p:nvPr/>
        </p:nvSpPr>
        <p:spPr>
          <a:xfrm>
            <a:off x="2286000" y="2816352"/>
            <a:ext cx="329184" cy="32918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58" name="Shape 56"/>
          <p:cNvSpPr/>
          <p:nvPr/>
        </p:nvSpPr>
        <p:spPr>
          <a:xfrm>
            <a:off x="3563082" y="1840118"/>
            <a:ext cx="201168" cy="201168"/>
          </a:xfrm>
          <a:prstGeom prst="ellipse">
            <a:avLst/>
          </a:prstGeom>
          <a:solidFill>
            <a:srgbClr val="B5523B"/>
          </a:solidFill>
          <a:ln w="12700">
            <a:solidFill>
              <a:srgbClr val="6E2A1C"/>
            </a:solidFill>
            <a:prstDash val="solid"/>
          </a:ln>
        </p:spPr>
      </p:sp>
      <p:sp>
        <p:nvSpPr>
          <p:cNvPr id="59" name="Shape 57"/>
          <p:cNvSpPr/>
          <p:nvPr/>
        </p:nvSpPr>
        <p:spPr>
          <a:xfrm>
            <a:off x="3752118" y="1908922"/>
            <a:ext cx="201168" cy="201168"/>
          </a:xfrm>
          <a:prstGeom prst="ellipse">
            <a:avLst/>
          </a:prstGeom>
          <a:solidFill>
            <a:srgbClr val="B5523B"/>
          </a:solidFill>
          <a:ln w="12700">
            <a:solidFill>
              <a:srgbClr val="6E2A1C"/>
            </a:solidFill>
            <a:prstDash val="solid"/>
          </a:ln>
        </p:spPr>
      </p:sp>
      <p:sp>
        <p:nvSpPr>
          <p:cNvPr id="60" name="Shape 58"/>
          <p:cNvSpPr/>
          <p:nvPr/>
        </p:nvSpPr>
        <p:spPr>
          <a:xfrm>
            <a:off x="3663666" y="1940702"/>
            <a:ext cx="189036" cy="68804"/>
          </a:xfrm>
          <a:prstGeom prst="line">
            <a:avLst/>
          </a:prstGeom>
          <a:noFill/>
          <a:ln w="31750">
            <a:solidFill>
              <a:srgbClr val="2A1F3D"/>
            </a:solidFill>
            <a:prstDash val="solid"/>
          </a:ln>
        </p:spPr>
      </p:sp>
      <p:sp>
        <p:nvSpPr>
          <p:cNvPr id="61" name="Shape 59"/>
          <p:cNvSpPr/>
          <p:nvPr/>
        </p:nvSpPr>
        <p:spPr>
          <a:xfrm>
            <a:off x="4448316" y="1853946"/>
            <a:ext cx="201168" cy="201168"/>
          </a:xfrm>
          <a:prstGeom prst="ellipse">
            <a:avLst/>
          </a:prstGeom>
          <a:solidFill>
            <a:srgbClr val="B5523B"/>
          </a:solidFill>
          <a:ln w="12700">
            <a:solidFill>
              <a:srgbClr val="6E2A1C"/>
            </a:solidFill>
            <a:prstDash val="solid"/>
          </a:ln>
        </p:spPr>
      </p:sp>
      <p:sp>
        <p:nvSpPr>
          <p:cNvPr id="62" name="Shape 60"/>
          <p:cNvSpPr/>
          <p:nvPr/>
        </p:nvSpPr>
        <p:spPr>
          <a:xfrm>
            <a:off x="4622532" y="1753362"/>
            <a:ext cx="201168" cy="201168"/>
          </a:xfrm>
          <a:prstGeom prst="ellipse">
            <a:avLst/>
          </a:prstGeom>
          <a:solidFill>
            <a:srgbClr val="B5523B"/>
          </a:solidFill>
          <a:ln w="12700">
            <a:solidFill>
              <a:srgbClr val="6E2A1C"/>
            </a:solidFill>
            <a:prstDash val="solid"/>
          </a:ln>
        </p:spPr>
      </p:sp>
      <p:sp>
        <p:nvSpPr>
          <p:cNvPr id="63" name="Shape 61"/>
          <p:cNvSpPr/>
          <p:nvPr/>
        </p:nvSpPr>
        <p:spPr>
          <a:xfrm flipV="1">
            <a:off x="4548900" y="1853946"/>
            <a:ext cx="174217" cy="100584"/>
          </a:xfrm>
          <a:prstGeom prst="line">
            <a:avLst/>
          </a:prstGeom>
          <a:noFill/>
          <a:ln w="31750">
            <a:solidFill>
              <a:srgbClr val="2A1F3D"/>
            </a:solidFill>
            <a:prstDash val="solid"/>
          </a:ln>
        </p:spPr>
      </p:sp>
      <p:sp>
        <p:nvSpPr>
          <p:cNvPr id="64" name="Shape 62"/>
          <p:cNvSpPr/>
          <p:nvPr/>
        </p:nvSpPr>
        <p:spPr>
          <a:xfrm>
            <a:off x="5143500" y="2000010"/>
            <a:ext cx="201168" cy="201168"/>
          </a:xfrm>
          <a:prstGeom prst="ellipse">
            <a:avLst/>
          </a:prstGeom>
          <a:solidFill>
            <a:srgbClr val="B5523B"/>
          </a:solidFill>
          <a:ln w="12700">
            <a:solidFill>
              <a:srgbClr val="6E2A1C"/>
            </a:solidFill>
            <a:prstDash val="solid"/>
          </a:ln>
        </p:spPr>
      </p:sp>
      <p:sp>
        <p:nvSpPr>
          <p:cNvPr id="65" name="Shape 63"/>
          <p:cNvSpPr/>
          <p:nvPr/>
        </p:nvSpPr>
        <p:spPr>
          <a:xfrm>
            <a:off x="5244084" y="2174226"/>
            <a:ext cx="201168" cy="201168"/>
          </a:xfrm>
          <a:prstGeom prst="ellipse">
            <a:avLst/>
          </a:prstGeom>
          <a:solidFill>
            <a:srgbClr val="B5523B"/>
          </a:solidFill>
          <a:ln w="12700">
            <a:solidFill>
              <a:srgbClr val="6E2A1C"/>
            </a:solidFill>
            <a:prstDash val="solid"/>
          </a:ln>
        </p:spPr>
      </p:sp>
      <p:sp>
        <p:nvSpPr>
          <p:cNvPr id="66" name="Shape 64"/>
          <p:cNvSpPr/>
          <p:nvPr/>
        </p:nvSpPr>
        <p:spPr>
          <a:xfrm>
            <a:off x="5244084" y="2100594"/>
            <a:ext cx="100584" cy="174217"/>
          </a:xfrm>
          <a:prstGeom prst="line">
            <a:avLst/>
          </a:prstGeom>
          <a:noFill/>
          <a:ln w="31750">
            <a:solidFill>
              <a:srgbClr val="2A1F3D"/>
            </a:solidFill>
            <a:prstDash val="solid"/>
          </a:ln>
        </p:spPr>
      </p:sp>
      <p:sp>
        <p:nvSpPr>
          <p:cNvPr id="67" name="Shape 65"/>
          <p:cNvSpPr/>
          <p:nvPr/>
        </p:nvSpPr>
        <p:spPr>
          <a:xfrm>
            <a:off x="3887728" y="2458914"/>
            <a:ext cx="201168" cy="201168"/>
          </a:xfrm>
          <a:prstGeom prst="ellipse">
            <a:avLst/>
          </a:prstGeom>
          <a:solidFill>
            <a:srgbClr val="B5523B"/>
          </a:solidFill>
          <a:ln w="12700">
            <a:solidFill>
              <a:srgbClr val="6E2A1C"/>
            </a:solidFill>
            <a:prstDash val="solid"/>
          </a:ln>
        </p:spPr>
      </p:sp>
      <p:sp>
        <p:nvSpPr>
          <p:cNvPr id="68" name="Shape 66"/>
          <p:cNvSpPr/>
          <p:nvPr/>
        </p:nvSpPr>
        <p:spPr>
          <a:xfrm>
            <a:off x="4085840" y="2423982"/>
            <a:ext cx="201168" cy="201168"/>
          </a:xfrm>
          <a:prstGeom prst="ellipse">
            <a:avLst/>
          </a:prstGeom>
          <a:solidFill>
            <a:srgbClr val="B5523B"/>
          </a:solidFill>
          <a:ln w="12700">
            <a:solidFill>
              <a:srgbClr val="6E2A1C"/>
            </a:solidFill>
            <a:prstDash val="solid"/>
          </a:ln>
        </p:spPr>
      </p:sp>
      <p:sp>
        <p:nvSpPr>
          <p:cNvPr id="69" name="Shape 67"/>
          <p:cNvSpPr/>
          <p:nvPr/>
        </p:nvSpPr>
        <p:spPr>
          <a:xfrm flipV="1">
            <a:off x="3988312" y="2524566"/>
            <a:ext cx="198112" cy="34932"/>
          </a:xfrm>
          <a:prstGeom prst="line">
            <a:avLst/>
          </a:prstGeom>
          <a:noFill/>
          <a:ln w="31750">
            <a:solidFill>
              <a:srgbClr val="2A1F3D"/>
            </a:solidFill>
            <a:prstDash val="solid"/>
          </a:ln>
        </p:spPr>
      </p:sp>
      <p:sp>
        <p:nvSpPr>
          <p:cNvPr id="70" name="Shape 68"/>
          <p:cNvSpPr/>
          <p:nvPr/>
        </p:nvSpPr>
        <p:spPr>
          <a:xfrm>
            <a:off x="4782214" y="2525487"/>
            <a:ext cx="201168" cy="201168"/>
          </a:xfrm>
          <a:prstGeom prst="ellipse">
            <a:avLst/>
          </a:prstGeom>
          <a:solidFill>
            <a:srgbClr val="B5523B"/>
          </a:solidFill>
          <a:ln w="12700">
            <a:solidFill>
              <a:srgbClr val="6E2A1C"/>
            </a:solidFill>
            <a:prstDash val="solid"/>
          </a:ln>
        </p:spPr>
      </p:sp>
      <p:sp>
        <p:nvSpPr>
          <p:cNvPr id="71" name="Shape 69"/>
          <p:cNvSpPr/>
          <p:nvPr/>
        </p:nvSpPr>
        <p:spPr>
          <a:xfrm>
            <a:off x="4947002" y="2640873"/>
            <a:ext cx="201168" cy="201168"/>
          </a:xfrm>
          <a:prstGeom prst="ellipse">
            <a:avLst/>
          </a:prstGeom>
          <a:solidFill>
            <a:srgbClr val="B5523B"/>
          </a:solidFill>
          <a:ln w="12700">
            <a:solidFill>
              <a:srgbClr val="6E2A1C"/>
            </a:solidFill>
            <a:prstDash val="solid"/>
          </a:ln>
        </p:spPr>
      </p:sp>
      <p:sp>
        <p:nvSpPr>
          <p:cNvPr id="72" name="Shape 70"/>
          <p:cNvSpPr/>
          <p:nvPr/>
        </p:nvSpPr>
        <p:spPr>
          <a:xfrm>
            <a:off x="4882798" y="2626071"/>
            <a:ext cx="164787" cy="115385"/>
          </a:xfrm>
          <a:prstGeom prst="line">
            <a:avLst/>
          </a:prstGeom>
          <a:noFill/>
          <a:ln w="31750">
            <a:solidFill>
              <a:srgbClr val="2A1F3D"/>
            </a:solidFill>
            <a:prstDash val="solid"/>
          </a:ln>
        </p:spPr>
      </p:sp>
      <p:sp>
        <p:nvSpPr>
          <p:cNvPr id="73" name="Shape 71"/>
          <p:cNvSpPr/>
          <p:nvPr/>
        </p:nvSpPr>
        <p:spPr>
          <a:xfrm>
            <a:off x="3574297" y="2696722"/>
            <a:ext cx="201168" cy="201168"/>
          </a:xfrm>
          <a:prstGeom prst="ellipse">
            <a:avLst/>
          </a:prstGeom>
          <a:solidFill>
            <a:srgbClr val="B5523B"/>
          </a:solidFill>
          <a:ln w="12700">
            <a:solidFill>
              <a:srgbClr val="6E2A1C"/>
            </a:solidFill>
            <a:prstDash val="solid"/>
          </a:ln>
        </p:spPr>
      </p:sp>
      <p:sp>
        <p:nvSpPr>
          <p:cNvPr id="74" name="Shape 72"/>
          <p:cNvSpPr/>
          <p:nvPr/>
        </p:nvSpPr>
        <p:spPr>
          <a:xfrm>
            <a:off x="3609229" y="2894834"/>
            <a:ext cx="201168" cy="201168"/>
          </a:xfrm>
          <a:prstGeom prst="ellipse">
            <a:avLst/>
          </a:prstGeom>
          <a:solidFill>
            <a:srgbClr val="B5523B"/>
          </a:solidFill>
          <a:ln w="12700">
            <a:solidFill>
              <a:srgbClr val="6E2A1C"/>
            </a:solidFill>
            <a:prstDash val="solid"/>
          </a:ln>
        </p:spPr>
      </p:sp>
      <p:sp>
        <p:nvSpPr>
          <p:cNvPr id="75" name="Shape 73"/>
          <p:cNvSpPr/>
          <p:nvPr/>
        </p:nvSpPr>
        <p:spPr>
          <a:xfrm>
            <a:off x="3674881" y="2797306"/>
            <a:ext cx="34932" cy="198112"/>
          </a:xfrm>
          <a:prstGeom prst="line">
            <a:avLst/>
          </a:prstGeom>
          <a:noFill/>
          <a:ln w="31750">
            <a:solidFill>
              <a:srgbClr val="2A1F3D"/>
            </a:solidFill>
            <a:prstDash val="solid"/>
          </a:ln>
        </p:spPr>
      </p:sp>
      <p:sp>
        <p:nvSpPr>
          <p:cNvPr id="76" name="Shape 74"/>
          <p:cNvSpPr/>
          <p:nvPr/>
        </p:nvSpPr>
        <p:spPr>
          <a:xfrm>
            <a:off x="4317151" y="2943696"/>
            <a:ext cx="201168" cy="201168"/>
          </a:xfrm>
          <a:prstGeom prst="ellipse">
            <a:avLst/>
          </a:prstGeom>
          <a:solidFill>
            <a:srgbClr val="B5523B"/>
          </a:solidFill>
          <a:ln w="12700">
            <a:solidFill>
              <a:srgbClr val="6E2A1C"/>
            </a:solidFill>
            <a:prstDash val="solid"/>
          </a:ln>
        </p:spPr>
      </p:sp>
      <p:sp>
        <p:nvSpPr>
          <p:cNvPr id="77" name="Shape 75"/>
          <p:cNvSpPr/>
          <p:nvPr/>
        </p:nvSpPr>
        <p:spPr>
          <a:xfrm>
            <a:off x="4446459" y="2789592"/>
            <a:ext cx="201168" cy="201168"/>
          </a:xfrm>
          <a:prstGeom prst="ellipse">
            <a:avLst/>
          </a:prstGeom>
          <a:solidFill>
            <a:srgbClr val="B5523B"/>
          </a:solidFill>
          <a:ln w="12700">
            <a:solidFill>
              <a:srgbClr val="6E2A1C"/>
            </a:solidFill>
            <a:prstDash val="solid"/>
          </a:ln>
        </p:spPr>
      </p:sp>
      <p:sp>
        <p:nvSpPr>
          <p:cNvPr id="78" name="Shape 76"/>
          <p:cNvSpPr/>
          <p:nvPr/>
        </p:nvSpPr>
        <p:spPr>
          <a:xfrm flipV="1">
            <a:off x="4417735" y="2890176"/>
            <a:ext cx="129308" cy="154104"/>
          </a:xfrm>
          <a:prstGeom prst="line">
            <a:avLst/>
          </a:prstGeom>
          <a:noFill/>
          <a:ln w="31750">
            <a:solidFill>
              <a:srgbClr val="2A1F3D"/>
            </a:solidFill>
            <a:prstDash val="solid"/>
          </a:ln>
        </p:spPr>
      </p:sp>
      <p:sp>
        <p:nvSpPr>
          <p:cNvPr id="79" name="Shape 77"/>
          <p:cNvSpPr/>
          <p:nvPr/>
        </p:nvSpPr>
        <p:spPr>
          <a:xfrm>
            <a:off x="868680" y="3886200"/>
            <a:ext cx="438912" cy="91"/>
          </a:xfrm>
          <a:prstGeom prst="line">
            <a:avLst/>
          </a:prstGeom>
          <a:noFill/>
          <a:ln w="19050">
            <a:solidFill>
              <a:srgbClr val="2A1F3D"/>
            </a:solidFill>
            <a:prstDash val="solid"/>
          </a:ln>
        </p:spPr>
      </p:sp>
      <p:sp>
        <p:nvSpPr>
          <p:cNvPr id="80" name="Shape 78"/>
          <p:cNvSpPr/>
          <p:nvPr/>
        </p:nvSpPr>
        <p:spPr>
          <a:xfrm>
            <a:off x="868680" y="3886200"/>
            <a:ext cx="91" cy="438912"/>
          </a:xfrm>
          <a:prstGeom prst="line">
            <a:avLst/>
          </a:prstGeom>
          <a:noFill/>
          <a:ln w="19050">
            <a:solidFill>
              <a:srgbClr val="2A1F3D"/>
            </a:solidFill>
            <a:prstDash val="solid"/>
          </a:ln>
        </p:spPr>
      </p:sp>
      <p:sp>
        <p:nvSpPr>
          <p:cNvPr id="81" name="Shape 79"/>
          <p:cNvSpPr/>
          <p:nvPr/>
        </p:nvSpPr>
        <p:spPr>
          <a:xfrm>
            <a:off x="1307592" y="3886200"/>
            <a:ext cx="438912" cy="91"/>
          </a:xfrm>
          <a:prstGeom prst="line">
            <a:avLst/>
          </a:prstGeom>
          <a:noFill/>
          <a:ln w="19050">
            <a:solidFill>
              <a:srgbClr val="2A1F3D"/>
            </a:solidFill>
            <a:prstDash val="solid"/>
          </a:ln>
        </p:spPr>
      </p:sp>
      <p:sp>
        <p:nvSpPr>
          <p:cNvPr id="82" name="Shape 80"/>
          <p:cNvSpPr/>
          <p:nvPr/>
        </p:nvSpPr>
        <p:spPr>
          <a:xfrm>
            <a:off x="1307592" y="3886200"/>
            <a:ext cx="91" cy="438912"/>
          </a:xfrm>
          <a:prstGeom prst="line">
            <a:avLst/>
          </a:prstGeom>
          <a:noFill/>
          <a:ln w="19050">
            <a:solidFill>
              <a:srgbClr val="2A1F3D"/>
            </a:solidFill>
            <a:prstDash val="solid"/>
          </a:ln>
        </p:spPr>
      </p:sp>
      <p:sp>
        <p:nvSpPr>
          <p:cNvPr id="83" name="Shape 81"/>
          <p:cNvSpPr/>
          <p:nvPr/>
        </p:nvSpPr>
        <p:spPr>
          <a:xfrm>
            <a:off x="1746504" y="3886200"/>
            <a:ext cx="438912" cy="91"/>
          </a:xfrm>
          <a:prstGeom prst="line">
            <a:avLst/>
          </a:prstGeom>
          <a:noFill/>
          <a:ln w="19050">
            <a:solidFill>
              <a:srgbClr val="2A1F3D"/>
            </a:solidFill>
            <a:prstDash val="solid"/>
          </a:ln>
        </p:spPr>
      </p:sp>
      <p:sp>
        <p:nvSpPr>
          <p:cNvPr id="84" name="Shape 82"/>
          <p:cNvSpPr/>
          <p:nvPr/>
        </p:nvSpPr>
        <p:spPr>
          <a:xfrm>
            <a:off x="1746504" y="3886200"/>
            <a:ext cx="91" cy="438912"/>
          </a:xfrm>
          <a:prstGeom prst="line">
            <a:avLst/>
          </a:prstGeom>
          <a:noFill/>
          <a:ln w="19050">
            <a:solidFill>
              <a:srgbClr val="2A1F3D"/>
            </a:solidFill>
            <a:prstDash val="solid"/>
          </a:ln>
        </p:spPr>
      </p:sp>
      <p:sp>
        <p:nvSpPr>
          <p:cNvPr id="85" name="Shape 83"/>
          <p:cNvSpPr/>
          <p:nvPr/>
        </p:nvSpPr>
        <p:spPr>
          <a:xfrm>
            <a:off x="2185416" y="3886200"/>
            <a:ext cx="91" cy="438912"/>
          </a:xfrm>
          <a:prstGeom prst="line">
            <a:avLst/>
          </a:prstGeom>
          <a:noFill/>
          <a:ln w="19050">
            <a:solidFill>
              <a:srgbClr val="2A1F3D"/>
            </a:solidFill>
            <a:prstDash val="solid"/>
          </a:ln>
        </p:spPr>
      </p:sp>
      <p:sp>
        <p:nvSpPr>
          <p:cNvPr id="86" name="Shape 84"/>
          <p:cNvSpPr/>
          <p:nvPr/>
        </p:nvSpPr>
        <p:spPr>
          <a:xfrm>
            <a:off x="2185416" y="3886200"/>
            <a:ext cx="197510" cy="91"/>
          </a:xfrm>
          <a:prstGeom prst="line">
            <a:avLst/>
          </a:prstGeom>
          <a:noFill/>
          <a:ln w="19050">
            <a:solidFill>
              <a:srgbClr val="2A1F3D"/>
            </a:solidFill>
            <a:prstDash val="dash"/>
          </a:ln>
        </p:spPr>
      </p:sp>
      <p:sp>
        <p:nvSpPr>
          <p:cNvPr id="87" name="Shape 85"/>
          <p:cNvSpPr/>
          <p:nvPr/>
        </p:nvSpPr>
        <p:spPr>
          <a:xfrm>
            <a:off x="868680" y="4325112"/>
            <a:ext cx="438912" cy="91"/>
          </a:xfrm>
          <a:prstGeom prst="line">
            <a:avLst/>
          </a:prstGeom>
          <a:noFill/>
          <a:ln w="19050">
            <a:solidFill>
              <a:srgbClr val="2A1F3D"/>
            </a:solidFill>
            <a:prstDash val="solid"/>
          </a:ln>
        </p:spPr>
      </p:sp>
      <p:sp>
        <p:nvSpPr>
          <p:cNvPr id="88" name="Shape 86"/>
          <p:cNvSpPr/>
          <p:nvPr/>
        </p:nvSpPr>
        <p:spPr>
          <a:xfrm>
            <a:off x="868680" y="4325112"/>
            <a:ext cx="91" cy="438912"/>
          </a:xfrm>
          <a:prstGeom prst="line">
            <a:avLst/>
          </a:prstGeom>
          <a:noFill/>
          <a:ln w="19050">
            <a:solidFill>
              <a:srgbClr val="2A1F3D"/>
            </a:solidFill>
            <a:prstDash val="solid"/>
          </a:ln>
        </p:spPr>
      </p:sp>
      <p:sp>
        <p:nvSpPr>
          <p:cNvPr id="89" name="Shape 87"/>
          <p:cNvSpPr/>
          <p:nvPr/>
        </p:nvSpPr>
        <p:spPr>
          <a:xfrm>
            <a:off x="1307592" y="4325112"/>
            <a:ext cx="438912" cy="91"/>
          </a:xfrm>
          <a:prstGeom prst="line">
            <a:avLst/>
          </a:prstGeom>
          <a:noFill/>
          <a:ln w="19050">
            <a:solidFill>
              <a:srgbClr val="2A1F3D"/>
            </a:solidFill>
            <a:prstDash val="solid"/>
          </a:ln>
        </p:spPr>
      </p:sp>
      <p:sp>
        <p:nvSpPr>
          <p:cNvPr id="90" name="Shape 88"/>
          <p:cNvSpPr/>
          <p:nvPr/>
        </p:nvSpPr>
        <p:spPr>
          <a:xfrm>
            <a:off x="1307592" y="4325112"/>
            <a:ext cx="91" cy="438912"/>
          </a:xfrm>
          <a:prstGeom prst="line">
            <a:avLst/>
          </a:prstGeom>
          <a:noFill/>
          <a:ln w="19050">
            <a:solidFill>
              <a:srgbClr val="2A1F3D"/>
            </a:solidFill>
            <a:prstDash val="solid"/>
          </a:ln>
        </p:spPr>
      </p:sp>
      <p:sp>
        <p:nvSpPr>
          <p:cNvPr id="91" name="Shape 89"/>
          <p:cNvSpPr/>
          <p:nvPr/>
        </p:nvSpPr>
        <p:spPr>
          <a:xfrm>
            <a:off x="1746504" y="4325112"/>
            <a:ext cx="438912" cy="91"/>
          </a:xfrm>
          <a:prstGeom prst="line">
            <a:avLst/>
          </a:prstGeom>
          <a:noFill/>
          <a:ln w="19050">
            <a:solidFill>
              <a:srgbClr val="2A1F3D"/>
            </a:solidFill>
            <a:prstDash val="solid"/>
          </a:ln>
        </p:spPr>
      </p:sp>
      <p:sp>
        <p:nvSpPr>
          <p:cNvPr id="92" name="Shape 90"/>
          <p:cNvSpPr/>
          <p:nvPr/>
        </p:nvSpPr>
        <p:spPr>
          <a:xfrm>
            <a:off x="1746504" y="4325112"/>
            <a:ext cx="91" cy="438912"/>
          </a:xfrm>
          <a:prstGeom prst="line">
            <a:avLst/>
          </a:prstGeom>
          <a:noFill/>
          <a:ln w="19050">
            <a:solidFill>
              <a:srgbClr val="2A1F3D"/>
            </a:solidFill>
            <a:prstDash val="solid"/>
          </a:ln>
        </p:spPr>
      </p:sp>
      <p:sp>
        <p:nvSpPr>
          <p:cNvPr id="93" name="Shape 91"/>
          <p:cNvSpPr/>
          <p:nvPr/>
        </p:nvSpPr>
        <p:spPr>
          <a:xfrm>
            <a:off x="2185416" y="4325112"/>
            <a:ext cx="91" cy="438912"/>
          </a:xfrm>
          <a:prstGeom prst="line">
            <a:avLst/>
          </a:prstGeom>
          <a:noFill/>
          <a:ln w="19050">
            <a:solidFill>
              <a:srgbClr val="2A1F3D"/>
            </a:solidFill>
            <a:prstDash val="solid"/>
          </a:ln>
        </p:spPr>
      </p:sp>
      <p:sp>
        <p:nvSpPr>
          <p:cNvPr id="94" name="Shape 92"/>
          <p:cNvSpPr/>
          <p:nvPr/>
        </p:nvSpPr>
        <p:spPr>
          <a:xfrm>
            <a:off x="2185416" y="4325112"/>
            <a:ext cx="197510" cy="91"/>
          </a:xfrm>
          <a:prstGeom prst="line">
            <a:avLst/>
          </a:prstGeom>
          <a:noFill/>
          <a:ln w="19050">
            <a:solidFill>
              <a:srgbClr val="2A1F3D"/>
            </a:solidFill>
            <a:prstDash val="dash"/>
          </a:ln>
        </p:spPr>
      </p:sp>
      <p:sp>
        <p:nvSpPr>
          <p:cNvPr id="95" name="Shape 93"/>
          <p:cNvSpPr/>
          <p:nvPr/>
        </p:nvSpPr>
        <p:spPr>
          <a:xfrm>
            <a:off x="868680" y="4764024"/>
            <a:ext cx="438912" cy="91"/>
          </a:xfrm>
          <a:prstGeom prst="line">
            <a:avLst/>
          </a:prstGeom>
          <a:noFill/>
          <a:ln w="19050">
            <a:solidFill>
              <a:srgbClr val="2A1F3D"/>
            </a:solidFill>
            <a:prstDash val="solid"/>
          </a:ln>
        </p:spPr>
      </p:sp>
      <p:sp>
        <p:nvSpPr>
          <p:cNvPr id="96" name="Shape 94"/>
          <p:cNvSpPr/>
          <p:nvPr/>
        </p:nvSpPr>
        <p:spPr>
          <a:xfrm>
            <a:off x="868680" y="4764024"/>
            <a:ext cx="91" cy="197510"/>
          </a:xfrm>
          <a:prstGeom prst="line">
            <a:avLst/>
          </a:prstGeom>
          <a:noFill/>
          <a:ln w="19050">
            <a:solidFill>
              <a:srgbClr val="2A1F3D"/>
            </a:solidFill>
            <a:prstDash val="dash"/>
          </a:ln>
        </p:spPr>
      </p:sp>
      <p:sp>
        <p:nvSpPr>
          <p:cNvPr id="97" name="Shape 95"/>
          <p:cNvSpPr/>
          <p:nvPr/>
        </p:nvSpPr>
        <p:spPr>
          <a:xfrm>
            <a:off x="1307592" y="4764024"/>
            <a:ext cx="438912" cy="91"/>
          </a:xfrm>
          <a:prstGeom prst="line">
            <a:avLst/>
          </a:prstGeom>
          <a:noFill/>
          <a:ln w="19050">
            <a:solidFill>
              <a:srgbClr val="2A1F3D"/>
            </a:solidFill>
            <a:prstDash val="solid"/>
          </a:ln>
        </p:spPr>
      </p:sp>
      <p:sp>
        <p:nvSpPr>
          <p:cNvPr id="98" name="Shape 96"/>
          <p:cNvSpPr/>
          <p:nvPr/>
        </p:nvSpPr>
        <p:spPr>
          <a:xfrm>
            <a:off x="1307592" y="4764024"/>
            <a:ext cx="91" cy="197510"/>
          </a:xfrm>
          <a:prstGeom prst="line">
            <a:avLst/>
          </a:prstGeom>
          <a:noFill/>
          <a:ln w="19050">
            <a:solidFill>
              <a:srgbClr val="2A1F3D"/>
            </a:solidFill>
            <a:prstDash val="dash"/>
          </a:ln>
        </p:spPr>
      </p:sp>
      <p:sp>
        <p:nvSpPr>
          <p:cNvPr id="99" name="Shape 97"/>
          <p:cNvSpPr/>
          <p:nvPr/>
        </p:nvSpPr>
        <p:spPr>
          <a:xfrm>
            <a:off x="1746504" y="4764024"/>
            <a:ext cx="438912" cy="91"/>
          </a:xfrm>
          <a:prstGeom prst="line">
            <a:avLst/>
          </a:prstGeom>
          <a:noFill/>
          <a:ln w="19050">
            <a:solidFill>
              <a:srgbClr val="2A1F3D"/>
            </a:solidFill>
            <a:prstDash val="solid"/>
          </a:ln>
        </p:spPr>
      </p:sp>
      <p:sp>
        <p:nvSpPr>
          <p:cNvPr id="100" name="Shape 98"/>
          <p:cNvSpPr/>
          <p:nvPr/>
        </p:nvSpPr>
        <p:spPr>
          <a:xfrm>
            <a:off x="1746504" y="4764024"/>
            <a:ext cx="91" cy="197510"/>
          </a:xfrm>
          <a:prstGeom prst="line">
            <a:avLst/>
          </a:prstGeom>
          <a:noFill/>
          <a:ln w="19050">
            <a:solidFill>
              <a:srgbClr val="2A1F3D"/>
            </a:solidFill>
            <a:prstDash val="dash"/>
          </a:ln>
        </p:spPr>
      </p:sp>
      <p:sp>
        <p:nvSpPr>
          <p:cNvPr id="101" name="Shape 99"/>
          <p:cNvSpPr/>
          <p:nvPr/>
        </p:nvSpPr>
        <p:spPr>
          <a:xfrm>
            <a:off x="2185416" y="4764024"/>
            <a:ext cx="197510" cy="91"/>
          </a:xfrm>
          <a:prstGeom prst="line">
            <a:avLst/>
          </a:prstGeom>
          <a:noFill/>
          <a:ln w="19050">
            <a:solidFill>
              <a:srgbClr val="2A1F3D"/>
            </a:solidFill>
            <a:prstDash val="dash"/>
          </a:ln>
        </p:spPr>
      </p:sp>
      <p:sp>
        <p:nvSpPr>
          <p:cNvPr id="102" name="Shape 100"/>
          <p:cNvSpPr/>
          <p:nvPr/>
        </p:nvSpPr>
        <p:spPr>
          <a:xfrm>
            <a:off x="2185416" y="4764024"/>
            <a:ext cx="91" cy="197510"/>
          </a:xfrm>
          <a:prstGeom prst="line">
            <a:avLst/>
          </a:prstGeom>
          <a:noFill/>
          <a:ln w="19050">
            <a:solidFill>
              <a:srgbClr val="2A1F3D"/>
            </a:solidFill>
            <a:prstDash val="dash"/>
          </a:ln>
        </p:spPr>
      </p:sp>
      <p:sp>
        <p:nvSpPr>
          <p:cNvPr id="103" name="Shape 101"/>
          <p:cNvSpPr/>
          <p:nvPr/>
        </p:nvSpPr>
        <p:spPr>
          <a:xfrm>
            <a:off x="1031077" y="3829141"/>
            <a:ext cx="114117" cy="114117"/>
          </a:xfrm>
          <a:prstGeom prst="ellipse">
            <a:avLst/>
          </a:prstGeom>
          <a:solidFill>
            <a:srgbClr val="D9534F"/>
          </a:solidFill>
          <a:ln w="12700">
            <a:solidFill>
              <a:srgbClr val="8E2A27"/>
            </a:solidFill>
            <a:prstDash val="solid"/>
          </a:ln>
        </p:spPr>
      </p:sp>
      <p:sp>
        <p:nvSpPr>
          <p:cNvPr id="104" name="Shape 102"/>
          <p:cNvSpPr/>
          <p:nvPr/>
        </p:nvSpPr>
        <p:spPr>
          <a:xfrm>
            <a:off x="811621" y="4048597"/>
            <a:ext cx="114117" cy="114117"/>
          </a:xfrm>
          <a:prstGeom prst="ellipse">
            <a:avLst/>
          </a:prstGeom>
          <a:solidFill>
            <a:srgbClr val="D9534F"/>
          </a:solidFill>
          <a:ln w="12700">
            <a:solidFill>
              <a:srgbClr val="8E2A27"/>
            </a:solidFill>
            <a:prstDash val="solid"/>
          </a:ln>
        </p:spPr>
      </p:sp>
      <p:sp>
        <p:nvSpPr>
          <p:cNvPr id="105" name="Shape 103"/>
          <p:cNvSpPr/>
          <p:nvPr/>
        </p:nvSpPr>
        <p:spPr>
          <a:xfrm>
            <a:off x="1469989" y="3829141"/>
            <a:ext cx="114117" cy="114117"/>
          </a:xfrm>
          <a:prstGeom prst="ellipse">
            <a:avLst/>
          </a:prstGeom>
          <a:solidFill>
            <a:srgbClr val="D9534F"/>
          </a:solidFill>
          <a:ln w="12700">
            <a:solidFill>
              <a:srgbClr val="8E2A27"/>
            </a:solidFill>
            <a:prstDash val="solid"/>
          </a:ln>
        </p:spPr>
      </p:sp>
      <p:sp>
        <p:nvSpPr>
          <p:cNvPr id="106" name="Shape 104"/>
          <p:cNvSpPr/>
          <p:nvPr/>
        </p:nvSpPr>
        <p:spPr>
          <a:xfrm>
            <a:off x="1250533" y="4048597"/>
            <a:ext cx="114117" cy="114117"/>
          </a:xfrm>
          <a:prstGeom prst="ellipse">
            <a:avLst/>
          </a:prstGeom>
          <a:solidFill>
            <a:srgbClr val="D9534F"/>
          </a:solidFill>
          <a:ln w="12700">
            <a:solidFill>
              <a:srgbClr val="8E2A27"/>
            </a:solidFill>
            <a:prstDash val="solid"/>
          </a:ln>
        </p:spPr>
      </p:sp>
      <p:sp>
        <p:nvSpPr>
          <p:cNvPr id="107" name="Shape 105"/>
          <p:cNvSpPr/>
          <p:nvPr/>
        </p:nvSpPr>
        <p:spPr>
          <a:xfrm>
            <a:off x="1908901" y="3829141"/>
            <a:ext cx="114117" cy="114117"/>
          </a:xfrm>
          <a:prstGeom prst="ellipse">
            <a:avLst/>
          </a:prstGeom>
          <a:solidFill>
            <a:srgbClr val="D9534F"/>
          </a:solidFill>
          <a:ln w="12700">
            <a:solidFill>
              <a:srgbClr val="8E2A27"/>
            </a:solidFill>
            <a:prstDash val="solid"/>
          </a:ln>
        </p:spPr>
      </p:sp>
      <p:sp>
        <p:nvSpPr>
          <p:cNvPr id="108" name="Shape 106"/>
          <p:cNvSpPr/>
          <p:nvPr/>
        </p:nvSpPr>
        <p:spPr>
          <a:xfrm>
            <a:off x="1689445" y="4048597"/>
            <a:ext cx="114117" cy="114117"/>
          </a:xfrm>
          <a:prstGeom prst="ellipse">
            <a:avLst/>
          </a:prstGeom>
          <a:solidFill>
            <a:srgbClr val="D9534F"/>
          </a:solidFill>
          <a:ln w="12700">
            <a:solidFill>
              <a:srgbClr val="8E2A27"/>
            </a:solidFill>
            <a:prstDash val="solid"/>
          </a:ln>
        </p:spPr>
      </p:sp>
      <p:sp>
        <p:nvSpPr>
          <p:cNvPr id="109" name="Shape 107"/>
          <p:cNvSpPr/>
          <p:nvPr/>
        </p:nvSpPr>
        <p:spPr>
          <a:xfrm>
            <a:off x="2347813" y="3829141"/>
            <a:ext cx="114117" cy="114117"/>
          </a:xfrm>
          <a:prstGeom prst="ellipse">
            <a:avLst/>
          </a:prstGeom>
          <a:solidFill>
            <a:srgbClr val="D9534F"/>
          </a:solidFill>
          <a:ln w="12700">
            <a:solidFill>
              <a:srgbClr val="8E2A27"/>
            </a:solidFill>
            <a:prstDash val="solid"/>
          </a:ln>
        </p:spPr>
      </p:sp>
      <p:sp>
        <p:nvSpPr>
          <p:cNvPr id="110" name="Shape 108"/>
          <p:cNvSpPr/>
          <p:nvPr/>
        </p:nvSpPr>
        <p:spPr>
          <a:xfrm>
            <a:off x="2128357" y="4048597"/>
            <a:ext cx="114117" cy="114117"/>
          </a:xfrm>
          <a:prstGeom prst="ellipse">
            <a:avLst/>
          </a:prstGeom>
          <a:solidFill>
            <a:srgbClr val="D9534F"/>
          </a:solidFill>
          <a:ln w="12700">
            <a:solidFill>
              <a:srgbClr val="8E2A27"/>
            </a:solidFill>
            <a:prstDash val="solid"/>
          </a:ln>
        </p:spPr>
      </p:sp>
      <p:sp>
        <p:nvSpPr>
          <p:cNvPr id="111" name="Shape 109"/>
          <p:cNvSpPr/>
          <p:nvPr/>
        </p:nvSpPr>
        <p:spPr>
          <a:xfrm>
            <a:off x="1031077" y="4268053"/>
            <a:ext cx="114117" cy="114117"/>
          </a:xfrm>
          <a:prstGeom prst="ellipse">
            <a:avLst/>
          </a:prstGeom>
          <a:solidFill>
            <a:srgbClr val="D9534F"/>
          </a:solidFill>
          <a:ln w="12700">
            <a:solidFill>
              <a:srgbClr val="8E2A27"/>
            </a:solidFill>
            <a:prstDash val="solid"/>
          </a:ln>
        </p:spPr>
      </p:sp>
      <p:sp>
        <p:nvSpPr>
          <p:cNvPr id="112" name="Shape 110"/>
          <p:cNvSpPr/>
          <p:nvPr/>
        </p:nvSpPr>
        <p:spPr>
          <a:xfrm>
            <a:off x="811621" y="4487509"/>
            <a:ext cx="114117" cy="114117"/>
          </a:xfrm>
          <a:prstGeom prst="ellipse">
            <a:avLst/>
          </a:prstGeom>
          <a:solidFill>
            <a:srgbClr val="D9534F"/>
          </a:solidFill>
          <a:ln w="12700">
            <a:solidFill>
              <a:srgbClr val="8E2A27"/>
            </a:solidFill>
            <a:prstDash val="solid"/>
          </a:ln>
        </p:spPr>
      </p:sp>
      <p:sp>
        <p:nvSpPr>
          <p:cNvPr id="113" name="Shape 111"/>
          <p:cNvSpPr/>
          <p:nvPr/>
        </p:nvSpPr>
        <p:spPr>
          <a:xfrm>
            <a:off x="1469989" y="4268053"/>
            <a:ext cx="114117" cy="114117"/>
          </a:xfrm>
          <a:prstGeom prst="ellipse">
            <a:avLst/>
          </a:prstGeom>
          <a:solidFill>
            <a:srgbClr val="D9534F"/>
          </a:solidFill>
          <a:ln w="12700">
            <a:solidFill>
              <a:srgbClr val="8E2A27"/>
            </a:solidFill>
            <a:prstDash val="solid"/>
          </a:ln>
        </p:spPr>
      </p:sp>
      <p:sp>
        <p:nvSpPr>
          <p:cNvPr id="114" name="Shape 112"/>
          <p:cNvSpPr/>
          <p:nvPr/>
        </p:nvSpPr>
        <p:spPr>
          <a:xfrm>
            <a:off x="1250533" y="4487509"/>
            <a:ext cx="114117" cy="114117"/>
          </a:xfrm>
          <a:prstGeom prst="ellipse">
            <a:avLst/>
          </a:prstGeom>
          <a:solidFill>
            <a:srgbClr val="D9534F"/>
          </a:solidFill>
          <a:ln w="12700">
            <a:solidFill>
              <a:srgbClr val="8E2A27"/>
            </a:solidFill>
            <a:prstDash val="solid"/>
          </a:ln>
        </p:spPr>
      </p:sp>
      <p:sp>
        <p:nvSpPr>
          <p:cNvPr id="115" name="Shape 113"/>
          <p:cNvSpPr/>
          <p:nvPr/>
        </p:nvSpPr>
        <p:spPr>
          <a:xfrm>
            <a:off x="1908901" y="4268053"/>
            <a:ext cx="114117" cy="114117"/>
          </a:xfrm>
          <a:prstGeom prst="ellipse">
            <a:avLst/>
          </a:prstGeom>
          <a:solidFill>
            <a:srgbClr val="D9534F"/>
          </a:solidFill>
          <a:ln w="12700">
            <a:solidFill>
              <a:srgbClr val="8E2A27"/>
            </a:solidFill>
            <a:prstDash val="solid"/>
          </a:ln>
        </p:spPr>
      </p:sp>
      <p:sp>
        <p:nvSpPr>
          <p:cNvPr id="116" name="Shape 114"/>
          <p:cNvSpPr/>
          <p:nvPr/>
        </p:nvSpPr>
        <p:spPr>
          <a:xfrm>
            <a:off x="1689445" y="4487509"/>
            <a:ext cx="114117" cy="114117"/>
          </a:xfrm>
          <a:prstGeom prst="ellipse">
            <a:avLst/>
          </a:prstGeom>
          <a:solidFill>
            <a:srgbClr val="D9534F"/>
          </a:solidFill>
          <a:ln w="12700">
            <a:solidFill>
              <a:srgbClr val="8E2A27"/>
            </a:solidFill>
            <a:prstDash val="solid"/>
          </a:ln>
        </p:spPr>
      </p:sp>
      <p:sp>
        <p:nvSpPr>
          <p:cNvPr id="117" name="Shape 115"/>
          <p:cNvSpPr/>
          <p:nvPr/>
        </p:nvSpPr>
        <p:spPr>
          <a:xfrm>
            <a:off x="2347813" y="4268053"/>
            <a:ext cx="114117" cy="114117"/>
          </a:xfrm>
          <a:prstGeom prst="ellipse">
            <a:avLst/>
          </a:prstGeom>
          <a:solidFill>
            <a:srgbClr val="D9534F"/>
          </a:solidFill>
          <a:ln w="12700">
            <a:solidFill>
              <a:srgbClr val="8E2A27"/>
            </a:solidFill>
            <a:prstDash val="solid"/>
          </a:ln>
        </p:spPr>
      </p:sp>
      <p:sp>
        <p:nvSpPr>
          <p:cNvPr id="118" name="Shape 116"/>
          <p:cNvSpPr/>
          <p:nvPr/>
        </p:nvSpPr>
        <p:spPr>
          <a:xfrm>
            <a:off x="2128357" y="4487509"/>
            <a:ext cx="114117" cy="114117"/>
          </a:xfrm>
          <a:prstGeom prst="ellipse">
            <a:avLst/>
          </a:prstGeom>
          <a:solidFill>
            <a:srgbClr val="D9534F"/>
          </a:solidFill>
          <a:ln w="12700">
            <a:solidFill>
              <a:srgbClr val="8E2A27"/>
            </a:solidFill>
            <a:prstDash val="solid"/>
          </a:ln>
        </p:spPr>
      </p:sp>
      <p:sp>
        <p:nvSpPr>
          <p:cNvPr id="119" name="Shape 117"/>
          <p:cNvSpPr/>
          <p:nvPr/>
        </p:nvSpPr>
        <p:spPr>
          <a:xfrm>
            <a:off x="1031077" y="4706965"/>
            <a:ext cx="114117" cy="114117"/>
          </a:xfrm>
          <a:prstGeom prst="ellipse">
            <a:avLst/>
          </a:prstGeom>
          <a:solidFill>
            <a:srgbClr val="D9534F"/>
          </a:solidFill>
          <a:ln w="12700">
            <a:solidFill>
              <a:srgbClr val="8E2A27"/>
            </a:solidFill>
            <a:prstDash val="solid"/>
          </a:ln>
        </p:spPr>
      </p:sp>
      <p:sp>
        <p:nvSpPr>
          <p:cNvPr id="120" name="Shape 118"/>
          <p:cNvSpPr/>
          <p:nvPr/>
        </p:nvSpPr>
        <p:spPr>
          <a:xfrm>
            <a:off x="811621" y="4926421"/>
            <a:ext cx="114117" cy="114117"/>
          </a:xfrm>
          <a:prstGeom prst="ellipse">
            <a:avLst/>
          </a:prstGeom>
          <a:solidFill>
            <a:srgbClr val="D9534F"/>
          </a:solidFill>
          <a:ln w="12700">
            <a:solidFill>
              <a:srgbClr val="8E2A27"/>
            </a:solidFill>
            <a:prstDash val="solid"/>
          </a:ln>
        </p:spPr>
      </p:sp>
      <p:sp>
        <p:nvSpPr>
          <p:cNvPr id="121" name="Shape 119"/>
          <p:cNvSpPr/>
          <p:nvPr/>
        </p:nvSpPr>
        <p:spPr>
          <a:xfrm>
            <a:off x="1469989" y="4706965"/>
            <a:ext cx="114117" cy="114117"/>
          </a:xfrm>
          <a:prstGeom prst="ellipse">
            <a:avLst/>
          </a:prstGeom>
          <a:solidFill>
            <a:srgbClr val="D9534F"/>
          </a:solidFill>
          <a:ln w="12700">
            <a:solidFill>
              <a:srgbClr val="8E2A27"/>
            </a:solidFill>
            <a:prstDash val="solid"/>
          </a:ln>
        </p:spPr>
      </p:sp>
      <p:sp>
        <p:nvSpPr>
          <p:cNvPr id="122" name="Shape 120"/>
          <p:cNvSpPr/>
          <p:nvPr/>
        </p:nvSpPr>
        <p:spPr>
          <a:xfrm>
            <a:off x="1250533" y="4926421"/>
            <a:ext cx="114117" cy="114117"/>
          </a:xfrm>
          <a:prstGeom prst="ellipse">
            <a:avLst/>
          </a:prstGeom>
          <a:solidFill>
            <a:srgbClr val="D9534F"/>
          </a:solidFill>
          <a:ln w="12700">
            <a:solidFill>
              <a:srgbClr val="8E2A27"/>
            </a:solidFill>
            <a:prstDash val="solid"/>
          </a:ln>
        </p:spPr>
      </p:sp>
      <p:sp>
        <p:nvSpPr>
          <p:cNvPr id="123" name="Shape 121"/>
          <p:cNvSpPr/>
          <p:nvPr/>
        </p:nvSpPr>
        <p:spPr>
          <a:xfrm>
            <a:off x="1908901" y="4706965"/>
            <a:ext cx="114117" cy="114117"/>
          </a:xfrm>
          <a:prstGeom prst="ellipse">
            <a:avLst/>
          </a:prstGeom>
          <a:solidFill>
            <a:srgbClr val="D9534F"/>
          </a:solidFill>
          <a:ln w="12700">
            <a:solidFill>
              <a:srgbClr val="8E2A27"/>
            </a:solidFill>
            <a:prstDash val="solid"/>
          </a:ln>
        </p:spPr>
      </p:sp>
      <p:sp>
        <p:nvSpPr>
          <p:cNvPr id="124" name="Shape 122"/>
          <p:cNvSpPr/>
          <p:nvPr/>
        </p:nvSpPr>
        <p:spPr>
          <a:xfrm>
            <a:off x="1689445" y="4926421"/>
            <a:ext cx="114117" cy="114117"/>
          </a:xfrm>
          <a:prstGeom prst="ellipse">
            <a:avLst/>
          </a:prstGeom>
          <a:solidFill>
            <a:srgbClr val="D9534F"/>
          </a:solidFill>
          <a:ln w="12700">
            <a:solidFill>
              <a:srgbClr val="8E2A27"/>
            </a:solidFill>
            <a:prstDash val="solid"/>
          </a:ln>
        </p:spPr>
      </p:sp>
      <p:sp>
        <p:nvSpPr>
          <p:cNvPr id="125" name="Shape 123"/>
          <p:cNvSpPr/>
          <p:nvPr/>
        </p:nvSpPr>
        <p:spPr>
          <a:xfrm>
            <a:off x="2347813" y="4706965"/>
            <a:ext cx="114117" cy="114117"/>
          </a:xfrm>
          <a:prstGeom prst="ellipse">
            <a:avLst/>
          </a:prstGeom>
          <a:solidFill>
            <a:srgbClr val="D9534F"/>
          </a:solidFill>
          <a:ln w="12700">
            <a:solidFill>
              <a:srgbClr val="8E2A27"/>
            </a:solidFill>
            <a:prstDash val="solid"/>
          </a:ln>
        </p:spPr>
      </p:sp>
      <p:sp>
        <p:nvSpPr>
          <p:cNvPr id="126" name="Shape 124"/>
          <p:cNvSpPr/>
          <p:nvPr/>
        </p:nvSpPr>
        <p:spPr>
          <a:xfrm>
            <a:off x="2128357" y="4926421"/>
            <a:ext cx="114117" cy="114117"/>
          </a:xfrm>
          <a:prstGeom prst="ellipse">
            <a:avLst/>
          </a:prstGeom>
          <a:solidFill>
            <a:srgbClr val="D9534F"/>
          </a:solidFill>
          <a:ln w="12700">
            <a:solidFill>
              <a:srgbClr val="8E2A27"/>
            </a:solidFill>
            <a:prstDash val="solid"/>
          </a:ln>
        </p:spPr>
      </p:sp>
      <p:sp>
        <p:nvSpPr>
          <p:cNvPr id="127" name="Shape 125"/>
          <p:cNvSpPr/>
          <p:nvPr/>
        </p:nvSpPr>
        <p:spPr>
          <a:xfrm>
            <a:off x="780898" y="3798418"/>
            <a:ext cx="175565" cy="175565"/>
          </a:xfrm>
          <a:prstGeom prst="ellipse">
            <a:avLst/>
          </a:prstGeom>
          <a:solidFill>
            <a:srgbClr val="E0A458"/>
          </a:solidFill>
          <a:ln w="12700">
            <a:solidFill>
              <a:srgbClr val="9A6420"/>
            </a:solidFill>
            <a:prstDash val="solid"/>
          </a:ln>
        </p:spPr>
      </p:sp>
      <p:sp>
        <p:nvSpPr>
          <p:cNvPr id="128" name="Text 126"/>
          <p:cNvSpPr/>
          <p:nvPr/>
        </p:nvSpPr>
        <p:spPr>
          <a:xfrm>
            <a:off x="780898" y="3798418"/>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29" name="Shape 127"/>
          <p:cNvSpPr/>
          <p:nvPr/>
        </p:nvSpPr>
        <p:spPr>
          <a:xfrm>
            <a:off x="1219810" y="3798418"/>
            <a:ext cx="175565" cy="175565"/>
          </a:xfrm>
          <a:prstGeom prst="ellipse">
            <a:avLst/>
          </a:prstGeom>
          <a:solidFill>
            <a:srgbClr val="E0A458"/>
          </a:solidFill>
          <a:ln w="12700">
            <a:solidFill>
              <a:srgbClr val="9A6420"/>
            </a:solidFill>
            <a:prstDash val="solid"/>
          </a:ln>
        </p:spPr>
      </p:sp>
      <p:sp>
        <p:nvSpPr>
          <p:cNvPr id="130" name="Text 128"/>
          <p:cNvSpPr/>
          <p:nvPr/>
        </p:nvSpPr>
        <p:spPr>
          <a:xfrm>
            <a:off x="1219810" y="3798418"/>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1" name="Shape 129"/>
          <p:cNvSpPr/>
          <p:nvPr/>
        </p:nvSpPr>
        <p:spPr>
          <a:xfrm>
            <a:off x="1658722" y="3798418"/>
            <a:ext cx="175565" cy="175565"/>
          </a:xfrm>
          <a:prstGeom prst="ellipse">
            <a:avLst/>
          </a:prstGeom>
          <a:solidFill>
            <a:srgbClr val="E0A458"/>
          </a:solidFill>
          <a:ln w="12700">
            <a:solidFill>
              <a:srgbClr val="9A6420"/>
            </a:solidFill>
            <a:prstDash val="solid"/>
          </a:ln>
        </p:spPr>
      </p:sp>
      <p:sp>
        <p:nvSpPr>
          <p:cNvPr id="132" name="Text 130"/>
          <p:cNvSpPr/>
          <p:nvPr/>
        </p:nvSpPr>
        <p:spPr>
          <a:xfrm>
            <a:off x="1658722" y="3798418"/>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3" name="Shape 131"/>
          <p:cNvSpPr/>
          <p:nvPr/>
        </p:nvSpPr>
        <p:spPr>
          <a:xfrm>
            <a:off x="2097634" y="3798418"/>
            <a:ext cx="175565" cy="175565"/>
          </a:xfrm>
          <a:prstGeom prst="ellipse">
            <a:avLst/>
          </a:prstGeom>
          <a:solidFill>
            <a:srgbClr val="E0A458"/>
          </a:solidFill>
          <a:ln w="12700">
            <a:solidFill>
              <a:srgbClr val="9A6420"/>
            </a:solidFill>
            <a:prstDash val="solid"/>
          </a:ln>
        </p:spPr>
      </p:sp>
      <p:sp>
        <p:nvSpPr>
          <p:cNvPr id="134" name="Text 132"/>
          <p:cNvSpPr/>
          <p:nvPr/>
        </p:nvSpPr>
        <p:spPr>
          <a:xfrm>
            <a:off x="2097634" y="3798418"/>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5" name="Shape 133"/>
          <p:cNvSpPr/>
          <p:nvPr/>
        </p:nvSpPr>
        <p:spPr>
          <a:xfrm>
            <a:off x="780898" y="4237330"/>
            <a:ext cx="175565" cy="175565"/>
          </a:xfrm>
          <a:prstGeom prst="ellipse">
            <a:avLst/>
          </a:prstGeom>
          <a:solidFill>
            <a:srgbClr val="E0A458"/>
          </a:solidFill>
          <a:ln w="12700">
            <a:solidFill>
              <a:srgbClr val="9A6420"/>
            </a:solidFill>
            <a:prstDash val="solid"/>
          </a:ln>
        </p:spPr>
      </p:sp>
      <p:sp>
        <p:nvSpPr>
          <p:cNvPr id="136" name="Text 134"/>
          <p:cNvSpPr/>
          <p:nvPr/>
        </p:nvSpPr>
        <p:spPr>
          <a:xfrm>
            <a:off x="780898" y="4237330"/>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7" name="Shape 135"/>
          <p:cNvSpPr/>
          <p:nvPr/>
        </p:nvSpPr>
        <p:spPr>
          <a:xfrm>
            <a:off x="1219810" y="4237330"/>
            <a:ext cx="175565" cy="175565"/>
          </a:xfrm>
          <a:prstGeom prst="ellipse">
            <a:avLst/>
          </a:prstGeom>
          <a:solidFill>
            <a:srgbClr val="E0A458"/>
          </a:solidFill>
          <a:ln w="12700">
            <a:solidFill>
              <a:srgbClr val="9A6420"/>
            </a:solidFill>
            <a:prstDash val="solid"/>
          </a:ln>
        </p:spPr>
      </p:sp>
      <p:sp>
        <p:nvSpPr>
          <p:cNvPr id="138" name="Text 136"/>
          <p:cNvSpPr/>
          <p:nvPr/>
        </p:nvSpPr>
        <p:spPr>
          <a:xfrm>
            <a:off x="1219810" y="4237330"/>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9" name="Shape 137"/>
          <p:cNvSpPr/>
          <p:nvPr/>
        </p:nvSpPr>
        <p:spPr>
          <a:xfrm>
            <a:off x="1658722" y="4237330"/>
            <a:ext cx="175565" cy="175565"/>
          </a:xfrm>
          <a:prstGeom prst="ellipse">
            <a:avLst/>
          </a:prstGeom>
          <a:solidFill>
            <a:srgbClr val="E0A458"/>
          </a:solidFill>
          <a:ln w="12700">
            <a:solidFill>
              <a:srgbClr val="9A6420"/>
            </a:solidFill>
            <a:prstDash val="solid"/>
          </a:ln>
        </p:spPr>
      </p:sp>
      <p:sp>
        <p:nvSpPr>
          <p:cNvPr id="140" name="Text 138"/>
          <p:cNvSpPr/>
          <p:nvPr/>
        </p:nvSpPr>
        <p:spPr>
          <a:xfrm>
            <a:off x="1658722" y="4237330"/>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41" name="Shape 139"/>
          <p:cNvSpPr/>
          <p:nvPr/>
        </p:nvSpPr>
        <p:spPr>
          <a:xfrm>
            <a:off x="2097634" y="4237330"/>
            <a:ext cx="175565" cy="175565"/>
          </a:xfrm>
          <a:prstGeom prst="ellipse">
            <a:avLst/>
          </a:prstGeom>
          <a:solidFill>
            <a:srgbClr val="E0A458"/>
          </a:solidFill>
          <a:ln w="12700">
            <a:solidFill>
              <a:srgbClr val="9A6420"/>
            </a:solidFill>
            <a:prstDash val="solid"/>
          </a:ln>
        </p:spPr>
      </p:sp>
      <p:sp>
        <p:nvSpPr>
          <p:cNvPr id="142" name="Text 140"/>
          <p:cNvSpPr/>
          <p:nvPr/>
        </p:nvSpPr>
        <p:spPr>
          <a:xfrm>
            <a:off x="2097634" y="4237330"/>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43" name="Shape 141"/>
          <p:cNvSpPr/>
          <p:nvPr/>
        </p:nvSpPr>
        <p:spPr>
          <a:xfrm>
            <a:off x="780898" y="4676242"/>
            <a:ext cx="175565" cy="175565"/>
          </a:xfrm>
          <a:prstGeom prst="ellipse">
            <a:avLst/>
          </a:prstGeom>
          <a:solidFill>
            <a:srgbClr val="E0A458"/>
          </a:solidFill>
          <a:ln w="12700">
            <a:solidFill>
              <a:srgbClr val="9A6420"/>
            </a:solidFill>
            <a:prstDash val="solid"/>
          </a:ln>
        </p:spPr>
      </p:sp>
      <p:sp>
        <p:nvSpPr>
          <p:cNvPr id="144" name="Text 142"/>
          <p:cNvSpPr/>
          <p:nvPr/>
        </p:nvSpPr>
        <p:spPr>
          <a:xfrm>
            <a:off x="780898" y="4676242"/>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45" name="Shape 143"/>
          <p:cNvSpPr/>
          <p:nvPr/>
        </p:nvSpPr>
        <p:spPr>
          <a:xfrm>
            <a:off x="1219810" y="4676242"/>
            <a:ext cx="175565" cy="175565"/>
          </a:xfrm>
          <a:prstGeom prst="ellipse">
            <a:avLst/>
          </a:prstGeom>
          <a:solidFill>
            <a:srgbClr val="E0A458"/>
          </a:solidFill>
          <a:ln w="12700">
            <a:solidFill>
              <a:srgbClr val="9A6420"/>
            </a:solidFill>
            <a:prstDash val="solid"/>
          </a:ln>
        </p:spPr>
      </p:sp>
      <p:sp>
        <p:nvSpPr>
          <p:cNvPr id="146" name="Text 144"/>
          <p:cNvSpPr/>
          <p:nvPr/>
        </p:nvSpPr>
        <p:spPr>
          <a:xfrm>
            <a:off x="1219810" y="4676242"/>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47" name="Shape 145"/>
          <p:cNvSpPr/>
          <p:nvPr/>
        </p:nvSpPr>
        <p:spPr>
          <a:xfrm>
            <a:off x="1658722" y="4676242"/>
            <a:ext cx="175565" cy="175565"/>
          </a:xfrm>
          <a:prstGeom prst="ellipse">
            <a:avLst/>
          </a:prstGeom>
          <a:solidFill>
            <a:srgbClr val="E0A458"/>
          </a:solidFill>
          <a:ln w="12700">
            <a:solidFill>
              <a:srgbClr val="9A6420"/>
            </a:solidFill>
            <a:prstDash val="solid"/>
          </a:ln>
        </p:spPr>
      </p:sp>
      <p:sp>
        <p:nvSpPr>
          <p:cNvPr id="148" name="Text 146"/>
          <p:cNvSpPr/>
          <p:nvPr/>
        </p:nvSpPr>
        <p:spPr>
          <a:xfrm>
            <a:off x="1658722" y="4676242"/>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49" name="Shape 147"/>
          <p:cNvSpPr/>
          <p:nvPr/>
        </p:nvSpPr>
        <p:spPr>
          <a:xfrm>
            <a:off x="2097634" y="4676242"/>
            <a:ext cx="175565" cy="175565"/>
          </a:xfrm>
          <a:prstGeom prst="ellipse">
            <a:avLst/>
          </a:prstGeom>
          <a:solidFill>
            <a:srgbClr val="E0A458"/>
          </a:solidFill>
          <a:ln w="12700">
            <a:solidFill>
              <a:srgbClr val="9A6420"/>
            </a:solidFill>
            <a:prstDash val="solid"/>
          </a:ln>
        </p:spPr>
      </p:sp>
      <p:sp>
        <p:nvSpPr>
          <p:cNvPr id="150" name="Text 148"/>
          <p:cNvSpPr/>
          <p:nvPr/>
        </p:nvSpPr>
        <p:spPr>
          <a:xfrm>
            <a:off x="2097634" y="4676242"/>
            <a:ext cx="175565" cy="175565"/>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51" name="Shape 149"/>
          <p:cNvSpPr/>
          <p:nvPr/>
        </p:nvSpPr>
        <p:spPr>
          <a:xfrm>
            <a:off x="3429000" y="3703320"/>
            <a:ext cx="274320" cy="274320"/>
          </a:xfrm>
          <a:prstGeom prst="ellipse">
            <a:avLst/>
          </a:prstGeom>
          <a:solidFill>
            <a:srgbClr val="D7A15E"/>
          </a:solidFill>
          <a:ln w="12700">
            <a:solidFill>
              <a:srgbClr val="8A5A2B"/>
            </a:solidFill>
            <a:prstDash val="solid"/>
          </a:ln>
        </p:spPr>
      </p:sp>
      <p:sp>
        <p:nvSpPr>
          <p:cNvPr id="152" name="Text 150"/>
          <p:cNvSpPr/>
          <p:nvPr/>
        </p:nvSpPr>
        <p:spPr>
          <a:xfrm>
            <a:off x="3429000" y="3703320"/>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3" name="Shape 151"/>
          <p:cNvSpPr/>
          <p:nvPr/>
        </p:nvSpPr>
        <p:spPr>
          <a:xfrm>
            <a:off x="3813048" y="3703320"/>
            <a:ext cx="274320" cy="274320"/>
          </a:xfrm>
          <a:prstGeom prst="ellipse">
            <a:avLst/>
          </a:prstGeom>
          <a:solidFill>
            <a:srgbClr val="D7A15E"/>
          </a:solidFill>
          <a:ln w="12700">
            <a:solidFill>
              <a:srgbClr val="8A5A2B"/>
            </a:solidFill>
            <a:prstDash val="solid"/>
          </a:ln>
        </p:spPr>
      </p:sp>
      <p:sp>
        <p:nvSpPr>
          <p:cNvPr id="154" name="Text 152"/>
          <p:cNvSpPr/>
          <p:nvPr/>
        </p:nvSpPr>
        <p:spPr>
          <a:xfrm>
            <a:off x="3813048" y="3703320"/>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5" name="Shape 153"/>
          <p:cNvSpPr/>
          <p:nvPr/>
        </p:nvSpPr>
        <p:spPr>
          <a:xfrm>
            <a:off x="4197096" y="3703320"/>
            <a:ext cx="274320" cy="274320"/>
          </a:xfrm>
          <a:prstGeom prst="ellipse">
            <a:avLst/>
          </a:prstGeom>
          <a:solidFill>
            <a:srgbClr val="D7A15E"/>
          </a:solidFill>
          <a:ln w="12700">
            <a:solidFill>
              <a:srgbClr val="8A5A2B"/>
            </a:solidFill>
            <a:prstDash val="solid"/>
          </a:ln>
        </p:spPr>
      </p:sp>
      <p:sp>
        <p:nvSpPr>
          <p:cNvPr id="156" name="Text 154"/>
          <p:cNvSpPr/>
          <p:nvPr/>
        </p:nvSpPr>
        <p:spPr>
          <a:xfrm>
            <a:off x="4197096" y="3703320"/>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7" name="Shape 155"/>
          <p:cNvSpPr/>
          <p:nvPr/>
        </p:nvSpPr>
        <p:spPr>
          <a:xfrm>
            <a:off x="4581144" y="3703320"/>
            <a:ext cx="274320" cy="274320"/>
          </a:xfrm>
          <a:prstGeom prst="ellipse">
            <a:avLst/>
          </a:prstGeom>
          <a:solidFill>
            <a:srgbClr val="D7A15E"/>
          </a:solidFill>
          <a:ln w="12700">
            <a:solidFill>
              <a:srgbClr val="8A5A2B"/>
            </a:solidFill>
            <a:prstDash val="solid"/>
          </a:ln>
        </p:spPr>
      </p:sp>
      <p:sp>
        <p:nvSpPr>
          <p:cNvPr id="158" name="Text 156"/>
          <p:cNvSpPr/>
          <p:nvPr/>
        </p:nvSpPr>
        <p:spPr>
          <a:xfrm>
            <a:off x="4581144" y="3703320"/>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9" name="Shape 157"/>
          <p:cNvSpPr/>
          <p:nvPr/>
        </p:nvSpPr>
        <p:spPr>
          <a:xfrm>
            <a:off x="4965192" y="3703320"/>
            <a:ext cx="274320" cy="274320"/>
          </a:xfrm>
          <a:prstGeom prst="ellipse">
            <a:avLst/>
          </a:prstGeom>
          <a:solidFill>
            <a:srgbClr val="D7A15E"/>
          </a:solidFill>
          <a:ln w="12700">
            <a:solidFill>
              <a:srgbClr val="8A5A2B"/>
            </a:solidFill>
            <a:prstDash val="solid"/>
          </a:ln>
        </p:spPr>
      </p:sp>
      <p:sp>
        <p:nvSpPr>
          <p:cNvPr id="160" name="Text 158"/>
          <p:cNvSpPr/>
          <p:nvPr/>
        </p:nvSpPr>
        <p:spPr>
          <a:xfrm>
            <a:off x="4965192" y="3703320"/>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61" name="Shape 159"/>
          <p:cNvSpPr/>
          <p:nvPr/>
        </p:nvSpPr>
        <p:spPr>
          <a:xfrm>
            <a:off x="3429000" y="4087368"/>
            <a:ext cx="274320" cy="274320"/>
          </a:xfrm>
          <a:prstGeom prst="ellipse">
            <a:avLst/>
          </a:prstGeom>
          <a:solidFill>
            <a:srgbClr val="D7A15E"/>
          </a:solidFill>
          <a:ln w="12700">
            <a:solidFill>
              <a:srgbClr val="8A5A2B"/>
            </a:solidFill>
            <a:prstDash val="solid"/>
          </a:ln>
        </p:spPr>
      </p:sp>
      <p:sp>
        <p:nvSpPr>
          <p:cNvPr id="162" name="Text 160"/>
          <p:cNvSpPr/>
          <p:nvPr/>
        </p:nvSpPr>
        <p:spPr>
          <a:xfrm>
            <a:off x="3429000" y="4087368"/>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63" name="Shape 161"/>
          <p:cNvSpPr/>
          <p:nvPr/>
        </p:nvSpPr>
        <p:spPr>
          <a:xfrm>
            <a:off x="3813048" y="4087368"/>
            <a:ext cx="274320" cy="274320"/>
          </a:xfrm>
          <a:prstGeom prst="ellipse">
            <a:avLst/>
          </a:prstGeom>
          <a:solidFill>
            <a:srgbClr val="D7A15E"/>
          </a:solidFill>
          <a:ln w="12700">
            <a:solidFill>
              <a:srgbClr val="8A5A2B"/>
            </a:solidFill>
            <a:prstDash val="solid"/>
          </a:ln>
        </p:spPr>
      </p:sp>
      <p:sp>
        <p:nvSpPr>
          <p:cNvPr id="164" name="Text 162"/>
          <p:cNvSpPr/>
          <p:nvPr/>
        </p:nvSpPr>
        <p:spPr>
          <a:xfrm>
            <a:off x="3813048" y="4087368"/>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65" name="Shape 163"/>
          <p:cNvSpPr/>
          <p:nvPr/>
        </p:nvSpPr>
        <p:spPr>
          <a:xfrm>
            <a:off x="4197096" y="4087368"/>
            <a:ext cx="274320" cy="274320"/>
          </a:xfrm>
          <a:prstGeom prst="ellipse">
            <a:avLst/>
          </a:prstGeom>
          <a:solidFill>
            <a:srgbClr val="D7A15E"/>
          </a:solidFill>
          <a:ln w="12700">
            <a:solidFill>
              <a:srgbClr val="8A5A2B"/>
            </a:solidFill>
            <a:prstDash val="solid"/>
          </a:ln>
        </p:spPr>
      </p:sp>
      <p:sp>
        <p:nvSpPr>
          <p:cNvPr id="166" name="Text 164"/>
          <p:cNvSpPr/>
          <p:nvPr/>
        </p:nvSpPr>
        <p:spPr>
          <a:xfrm>
            <a:off x="4197096" y="4087368"/>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67" name="Shape 165"/>
          <p:cNvSpPr/>
          <p:nvPr/>
        </p:nvSpPr>
        <p:spPr>
          <a:xfrm>
            <a:off x="4581144" y="4087368"/>
            <a:ext cx="274320" cy="274320"/>
          </a:xfrm>
          <a:prstGeom prst="ellipse">
            <a:avLst/>
          </a:prstGeom>
          <a:solidFill>
            <a:srgbClr val="D7A15E"/>
          </a:solidFill>
          <a:ln w="12700">
            <a:solidFill>
              <a:srgbClr val="8A5A2B"/>
            </a:solidFill>
            <a:prstDash val="solid"/>
          </a:ln>
        </p:spPr>
      </p:sp>
      <p:sp>
        <p:nvSpPr>
          <p:cNvPr id="168" name="Text 166"/>
          <p:cNvSpPr/>
          <p:nvPr/>
        </p:nvSpPr>
        <p:spPr>
          <a:xfrm>
            <a:off x="4581144" y="4087368"/>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69" name="Shape 167"/>
          <p:cNvSpPr/>
          <p:nvPr/>
        </p:nvSpPr>
        <p:spPr>
          <a:xfrm>
            <a:off x="4965192" y="4087368"/>
            <a:ext cx="274320" cy="274320"/>
          </a:xfrm>
          <a:prstGeom prst="ellipse">
            <a:avLst/>
          </a:prstGeom>
          <a:solidFill>
            <a:srgbClr val="D7A15E"/>
          </a:solidFill>
          <a:ln w="12700">
            <a:solidFill>
              <a:srgbClr val="8A5A2B"/>
            </a:solidFill>
            <a:prstDash val="solid"/>
          </a:ln>
        </p:spPr>
      </p:sp>
      <p:sp>
        <p:nvSpPr>
          <p:cNvPr id="170" name="Text 168"/>
          <p:cNvSpPr/>
          <p:nvPr/>
        </p:nvSpPr>
        <p:spPr>
          <a:xfrm>
            <a:off x="4965192" y="4087368"/>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71" name="Shape 169"/>
          <p:cNvSpPr/>
          <p:nvPr/>
        </p:nvSpPr>
        <p:spPr>
          <a:xfrm>
            <a:off x="3429000" y="4471416"/>
            <a:ext cx="274320" cy="274320"/>
          </a:xfrm>
          <a:prstGeom prst="ellipse">
            <a:avLst/>
          </a:prstGeom>
          <a:solidFill>
            <a:srgbClr val="D7A15E"/>
          </a:solidFill>
          <a:ln w="12700">
            <a:solidFill>
              <a:srgbClr val="8A5A2B"/>
            </a:solidFill>
            <a:prstDash val="solid"/>
          </a:ln>
        </p:spPr>
      </p:sp>
      <p:sp>
        <p:nvSpPr>
          <p:cNvPr id="172" name="Text 170"/>
          <p:cNvSpPr/>
          <p:nvPr/>
        </p:nvSpPr>
        <p:spPr>
          <a:xfrm>
            <a:off x="3429000" y="4471416"/>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73" name="Shape 171"/>
          <p:cNvSpPr/>
          <p:nvPr/>
        </p:nvSpPr>
        <p:spPr>
          <a:xfrm>
            <a:off x="3813048" y="4471416"/>
            <a:ext cx="274320" cy="274320"/>
          </a:xfrm>
          <a:prstGeom prst="ellipse">
            <a:avLst/>
          </a:prstGeom>
          <a:solidFill>
            <a:srgbClr val="D7A15E"/>
          </a:solidFill>
          <a:ln w="12700">
            <a:solidFill>
              <a:srgbClr val="8A5A2B"/>
            </a:solidFill>
            <a:prstDash val="solid"/>
          </a:ln>
        </p:spPr>
      </p:sp>
      <p:sp>
        <p:nvSpPr>
          <p:cNvPr id="174" name="Text 172"/>
          <p:cNvSpPr/>
          <p:nvPr/>
        </p:nvSpPr>
        <p:spPr>
          <a:xfrm>
            <a:off x="3813048" y="4471416"/>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75" name="Shape 173"/>
          <p:cNvSpPr/>
          <p:nvPr/>
        </p:nvSpPr>
        <p:spPr>
          <a:xfrm>
            <a:off x="4197096" y="4471416"/>
            <a:ext cx="274320" cy="274320"/>
          </a:xfrm>
          <a:prstGeom prst="ellipse">
            <a:avLst/>
          </a:prstGeom>
          <a:solidFill>
            <a:srgbClr val="D7A15E"/>
          </a:solidFill>
          <a:ln w="12700">
            <a:solidFill>
              <a:srgbClr val="8A5A2B"/>
            </a:solidFill>
            <a:prstDash val="solid"/>
          </a:ln>
        </p:spPr>
      </p:sp>
      <p:sp>
        <p:nvSpPr>
          <p:cNvPr id="176" name="Text 174"/>
          <p:cNvSpPr/>
          <p:nvPr/>
        </p:nvSpPr>
        <p:spPr>
          <a:xfrm>
            <a:off x="4197096" y="4471416"/>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77" name="Shape 175"/>
          <p:cNvSpPr/>
          <p:nvPr/>
        </p:nvSpPr>
        <p:spPr>
          <a:xfrm>
            <a:off x="4581144" y="4471416"/>
            <a:ext cx="274320" cy="274320"/>
          </a:xfrm>
          <a:prstGeom prst="ellipse">
            <a:avLst/>
          </a:prstGeom>
          <a:solidFill>
            <a:srgbClr val="D7A15E"/>
          </a:solidFill>
          <a:ln w="12700">
            <a:solidFill>
              <a:srgbClr val="8A5A2B"/>
            </a:solidFill>
            <a:prstDash val="solid"/>
          </a:ln>
        </p:spPr>
      </p:sp>
      <p:sp>
        <p:nvSpPr>
          <p:cNvPr id="178" name="Text 176"/>
          <p:cNvSpPr/>
          <p:nvPr/>
        </p:nvSpPr>
        <p:spPr>
          <a:xfrm>
            <a:off x="4581144" y="4471416"/>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79" name="Shape 177"/>
          <p:cNvSpPr/>
          <p:nvPr/>
        </p:nvSpPr>
        <p:spPr>
          <a:xfrm>
            <a:off x="4965192" y="4471416"/>
            <a:ext cx="274320" cy="274320"/>
          </a:xfrm>
          <a:prstGeom prst="ellipse">
            <a:avLst/>
          </a:prstGeom>
          <a:solidFill>
            <a:srgbClr val="D7A15E"/>
          </a:solidFill>
          <a:ln w="12700">
            <a:solidFill>
              <a:srgbClr val="8A5A2B"/>
            </a:solidFill>
            <a:prstDash val="solid"/>
          </a:ln>
        </p:spPr>
      </p:sp>
      <p:sp>
        <p:nvSpPr>
          <p:cNvPr id="180" name="Text 178"/>
          <p:cNvSpPr/>
          <p:nvPr/>
        </p:nvSpPr>
        <p:spPr>
          <a:xfrm>
            <a:off x="4965192" y="4471416"/>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81" name="Shape 179"/>
          <p:cNvSpPr/>
          <p:nvPr/>
        </p:nvSpPr>
        <p:spPr>
          <a:xfrm>
            <a:off x="3429000" y="4855464"/>
            <a:ext cx="274320" cy="274320"/>
          </a:xfrm>
          <a:prstGeom prst="ellipse">
            <a:avLst/>
          </a:prstGeom>
          <a:solidFill>
            <a:srgbClr val="D7A15E"/>
          </a:solidFill>
          <a:ln w="12700">
            <a:solidFill>
              <a:srgbClr val="8A5A2B"/>
            </a:solidFill>
            <a:prstDash val="solid"/>
          </a:ln>
        </p:spPr>
      </p:sp>
      <p:sp>
        <p:nvSpPr>
          <p:cNvPr id="182" name="Text 180"/>
          <p:cNvSpPr/>
          <p:nvPr/>
        </p:nvSpPr>
        <p:spPr>
          <a:xfrm>
            <a:off x="3429000" y="4855464"/>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83" name="Shape 181"/>
          <p:cNvSpPr/>
          <p:nvPr/>
        </p:nvSpPr>
        <p:spPr>
          <a:xfrm>
            <a:off x="3813048" y="4855464"/>
            <a:ext cx="274320" cy="274320"/>
          </a:xfrm>
          <a:prstGeom prst="ellipse">
            <a:avLst/>
          </a:prstGeom>
          <a:solidFill>
            <a:srgbClr val="D7A15E"/>
          </a:solidFill>
          <a:ln w="12700">
            <a:solidFill>
              <a:srgbClr val="8A5A2B"/>
            </a:solidFill>
            <a:prstDash val="solid"/>
          </a:ln>
        </p:spPr>
      </p:sp>
      <p:sp>
        <p:nvSpPr>
          <p:cNvPr id="184" name="Text 182"/>
          <p:cNvSpPr/>
          <p:nvPr/>
        </p:nvSpPr>
        <p:spPr>
          <a:xfrm>
            <a:off x="3813048" y="4855464"/>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85" name="Shape 183"/>
          <p:cNvSpPr/>
          <p:nvPr/>
        </p:nvSpPr>
        <p:spPr>
          <a:xfrm>
            <a:off x="4197096" y="4855464"/>
            <a:ext cx="274320" cy="274320"/>
          </a:xfrm>
          <a:prstGeom prst="ellipse">
            <a:avLst/>
          </a:prstGeom>
          <a:solidFill>
            <a:srgbClr val="D7A15E"/>
          </a:solidFill>
          <a:ln w="12700">
            <a:solidFill>
              <a:srgbClr val="8A5A2B"/>
            </a:solidFill>
            <a:prstDash val="solid"/>
          </a:ln>
        </p:spPr>
      </p:sp>
      <p:sp>
        <p:nvSpPr>
          <p:cNvPr id="186" name="Text 184"/>
          <p:cNvSpPr/>
          <p:nvPr/>
        </p:nvSpPr>
        <p:spPr>
          <a:xfrm>
            <a:off x="4197096" y="4855464"/>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87" name="Shape 185"/>
          <p:cNvSpPr/>
          <p:nvPr/>
        </p:nvSpPr>
        <p:spPr>
          <a:xfrm>
            <a:off x="4581144" y="4855464"/>
            <a:ext cx="274320" cy="274320"/>
          </a:xfrm>
          <a:prstGeom prst="ellipse">
            <a:avLst/>
          </a:prstGeom>
          <a:solidFill>
            <a:srgbClr val="D7A15E"/>
          </a:solidFill>
          <a:ln w="12700">
            <a:solidFill>
              <a:srgbClr val="8A5A2B"/>
            </a:solidFill>
            <a:prstDash val="solid"/>
          </a:ln>
        </p:spPr>
      </p:sp>
      <p:sp>
        <p:nvSpPr>
          <p:cNvPr id="188" name="Text 186"/>
          <p:cNvSpPr/>
          <p:nvPr/>
        </p:nvSpPr>
        <p:spPr>
          <a:xfrm>
            <a:off x="4581144" y="4855464"/>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89" name="Shape 187"/>
          <p:cNvSpPr/>
          <p:nvPr/>
        </p:nvSpPr>
        <p:spPr>
          <a:xfrm>
            <a:off x="4965192" y="4855464"/>
            <a:ext cx="274320" cy="274320"/>
          </a:xfrm>
          <a:prstGeom prst="ellipse">
            <a:avLst/>
          </a:prstGeom>
          <a:solidFill>
            <a:srgbClr val="D7A15E"/>
          </a:solidFill>
          <a:ln w="12700">
            <a:solidFill>
              <a:srgbClr val="8A5A2B"/>
            </a:solidFill>
            <a:prstDash val="solid"/>
          </a:ln>
        </p:spPr>
      </p:sp>
      <p:sp>
        <p:nvSpPr>
          <p:cNvPr id="190" name="Text 188"/>
          <p:cNvSpPr/>
          <p:nvPr/>
        </p:nvSpPr>
        <p:spPr>
          <a:xfrm>
            <a:off x="4965192" y="4855464"/>
            <a:ext cx="274320" cy="274320"/>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91" name="Shape 189"/>
          <p:cNvSpPr/>
          <p:nvPr/>
        </p:nvSpPr>
        <p:spPr>
          <a:xfrm>
            <a:off x="3693993" y="3974074"/>
            <a:ext cx="82296" cy="82296"/>
          </a:xfrm>
          <a:prstGeom prst="ellipse">
            <a:avLst/>
          </a:prstGeom>
          <a:solidFill>
            <a:srgbClr val="2F7FC1"/>
          </a:solidFill>
          <a:ln w="6350">
            <a:solidFill>
              <a:srgbClr val="1B4F7A"/>
            </a:solidFill>
            <a:prstDash val="solid"/>
          </a:ln>
        </p:spPr>
      </p:sp>
      <p:sp>
        <p:nvSpPr>
          <p:cNvPr id="192" name="Shape 190"/>
          <p:cNvSpPr/>
          <p:nvPr/>
        </p:nvSpPr>
        <p:spPr>
          <a:xfrm>
            <a:off x="4101084" y="4008638"/>
            <a:ext cx="82296" cy="82296"/>
          </a:xfrm>
          <a:prstGeom prst="ellipse">
            <a:avLst/>
          </a:prstGeom>
          <a:solidFill>
            <a:srgbClr val="2F7FC1"/>
          </a:solidFill>
          <a:ln w="6350">
            <a:solidFill>
              <a:srgbClr val="1B4F7A"/>
            </a:solidFill>
            <a:prstDash val="solid"/>
          </a:ln>
        </p:spPr>
      </p:sp>
      <p:sp>
        <p:nvSpPr>
          <p:cNvPr id="193" name="Shape 191"/>
          <p:cNvSpPr/>
          <p:nvPr/>
        </p:nvSpPr>
        <p:spPr>
          <a:xfrm>
            <a:off x="4508175" y="3997117"/>
            <a:ext cx="82296" cy="82296"/>
          </a:xfrm>
          <a:prstGeom prst="ellipse">
            <a:avLst/>
          </a:prstGeom>
          <a:solidFill>
            <a:srgbClr val="2F7FC1"/>
          </a:solidFill>
          <a:ln w="6350">
            <a:solidFill>
              <a:srgbClr val="1B4F7A"/>
            </a:solidFill>
            <a:prstDash val="solid"/>
          </a:ln>
        </p:spPr>
      </p:sp>
      <p:sp>
        <p:nvSpPr>
          <p:cNvPr id="194" name="Shape 192"/>
          <p:cNvSpPr/>
          <p:nvPr/>
        </p:nvSpPr>
        <p:spPr>
          <a:xfrm>
            <a:off x="4857659" y="3985595"/>
            <a:ext cx="82296" cy="82296"/>
          </a:xfrm>
          <a:prstGeom prst="ellipse">
            <a:avLst/>
          </a:prstGeom>
          <a:solidFill>
            <a:srgbClr val="2F7FC1"/>
          </a:solidFill>
          <a:ln w="6350">
            <a:solidFill>
              <a:srgbClr val="1B4F7A"/>
            </a:solidFill>
            <a:prstDash val="solid"/>
          </a:ln>
        </p:spPr>
      </p:sp>
      <p:sp>
        <p:nvSpPr>
          <p:cNvPr id="195" name="Shape 193"/>
          <p:cNvSpPr/>
          <p:nvPr/>
        </p:nvSpPr>
        <p:spPr>
          <a:xfrm>
            <a:off x="3728557" y="4369643"/>
            <a:ext cx="82296" cy="82296"/>
          </a:xfrm>
          <a:prstGeom prst="ellipse">
            <a:avLst/>
          </a:prstGeom>
          <a:solidFill>
            <a:srgbClr val="2F7FC1"/>
          </a:solidFill>
          <a:ln w="6350">
            <a:solidFill>
              <a:srgbClr val="1B4F7A"/>
            </a:solidFill>
            <a:prstDash val="solid"/>
          </a:ln>
        </p:spPr>
      </p:sp>
      <p:sp>
        <p:nvSpPr>
          <p:cNvPr id="196" name="Shape 194"/>
          <p:cNvSpPr/>
          <p:nvPr/>
        </p:nvSpPr>
        <p:spPr>
          <a:xfrm>
            <a:off x="4078041" y="4358122"/>
            <a:ext cx="82296" cy="82296"/>
          </a:xfrm>
          <a:prstGeom prst="ellipse">
            <a:avLst/>
          </a:prstGeom>
          <a:solidFill>
            <a:srgbClr val="2F7FC1"/>
          </a:solidFill>
          <a:ln w="6350">
            <a:solidFill>
              <a:srgbClr val="1B4F7A"/>
            </a:solidFill>
            <a:prstDash val="solid"/>
          </a:ln>
        </p:spPr>
      </p:sp>
      <p:sp>
        <p:nvSpPr>
          <p:cNvPr id="197" name="Shape 195"/>
          <p:cNvSpPr/>
          <p:nvPr/>
        </p:nvSpPr>
        <p:spPr>
          <a:xfrm>
            <a:off x="4485132" y="4392686"/>
            <a:ext cx="82296" cy="82296"/>
          </a:xfrm>
          <a:prstGeom prst="ellipse">
            <a:avLst/>
          </a:prstGeom>
          <a:solidFill>
            <a:srgbClr val="2F7FC1"/>
          </a:solidFill>
          <a:ln w="6350">
            <a:solidFill>
              <a:srgbClr val="1B4F7A"/>
            </a:solidFill>
            <a:prstDash val="solid"/>
          </a:ln>
        </p:spPr>
      </p:sp>
      <p:sp>
        <p:nvSpPr>
          <p:cNvPr id="198" name="Shape 196"/>
          <p:cNvSpPr/>
          <p:nvPr/>
        </p:nvSpPr>
        <p:spPr>
          <a:xfrm>
            <a:off x="4892223" y="4381165"/>
            <a:ext cx="82296" cy="82296"/>
          </a:xfrm>
          <a:prstGeom prst="ellipse">
            <a:avLst/>
          </a:prstGeom>
          <a:solidFill>
            <a:srgbClr val="2F7FC1"/>
          </a:solidFill>
          <a:ln w="6350">
            <a:solidFill>
              <a:srgbClr val="1B4F7A"/>
            </a:solidFill>
            <a:prstDash val="solid"/>
          </a:ln>
        </p:spPr>
      </p:sp>
      <p:sp>
        <p:nvSpPr>
          <p:cNvPr id="199" name="Shape 197"/>
          <p:cNvSpPr/>
          <p:nvPr/>
        </p:nvSpPr>
        <p:spPr>
          <a:xfrm>
            <a:off x="3705515" y="4765213"/>
            <a:ext cx="82296" cy="82296"/>
          </a:xfrm>
          <a:prstGeom prst="ellipse">
            <a:avLst/>
          </a:prstGeom>
          <a:solidFill>
            <a:srgbClr val="2F7FC1"/>
          </a:solidFill>
          <a:ln w="6350">
            <a:solidFill>
              <a:srgbClr val="1B4F7A"/>
            </a:solidFill>
            <a:prstDash val="solid"/>
          </a:ln>
        </p:spPr>
      </p:sp>
      <p:sp>
        <p:nvSpPr>
          <p:cNvPr id="200" name="Shape 198"/>
          <p:cNvSpPr/>
          <p:nvPr/>
        </p:nvSpPr>
        <p:spPr>
          <a:xfrm>
            <a:off x="4112605" y="4753691"/>
            <a:ext cx="82296" cy="82296"/>
          </a:xfrm>
          <a:prstGeom prst="ellipse">
            <a:avLst/>
          </a:prstGeom>
          <a:solidFill>
            <a:srgbClr val="2F7FC1"/>
          </a:solidFill>
          <a:ln w="6350">
            <a:solidFill>
              <a:srgbClr val="1B4F7A"/>
            </a:solidFill>
            <a:prstDash val="solid"/>
          </a:ln>
        </p:spPr>
      </p:sp>
      <p:sp>
        <p:nvSpPr>
          <p:cNvPr id="201" name="Shape 199"/>
          <p:cNvSpPr/>
          <p:nvPr/>
        </p:nvSpPr>
        <p:spPr>
          <a:xfrm>
            <a:off x="4462089" y="4742170"/>
            <a:ext cx="82296" cy="82296"/>
          </a:xfrm>
          <a:prstGeom prst="ellipse">
            <a:avLst/>
          </a:prstGeom>
          <a:solidFill>
            <a:srgbClr val="2F7FC1"/>
          </a:solidFill>
          <a:ln w="6350">
            <a:solidFill>
              <a:srgbClr val="1B4F7A"/>
            </a:solidFill>
            <a:prstDash val="solid"/>
          </a:ln>
        </p:spPr>
      </p:sp>
      <p:sp>
        <p:nvSpPr>
          <p:cNvPr id="202" name="Shape 200"/>
          <p:cNvSpPr/>
          <p:nvPr/>
        </p:nvSpPr>
        <p:spPr>
          <a:xfrm>
            <a:off x="4869180" y="4776734"/>
            <a:ext cx="82296" cy="82296"/>
          </a:xfrm>
          <a:prstGeom prst="ellipse">
            <a:avLst/>
          </a:prstGeom>
          <a:solidFill>
            <a:srgbClr val="2F7FC1"/>
          </a:solidFill>
          <a:ln w="6350">
            <a:solidFill>
              <a:srgbClr val="1B4F7A"/>
            </a:solidFill>
            <a:prstDash val="solid"/>
          </a:ln>
        </p:spPr>
      </p:sp>
      <p:sp>
        <p:nvSpPr>
          <p:cNvPr id="203" name="Shape 201"/>
          <p:cNvSpPr/>
          <p:nvPr/>
        </p:nvSpPr>
        <p:spPr>
          <a:xfrm>
            <a:off x="3740079" y="5160782"/>
            <a:ext cx="82296" cy="82296"/>
          </a:xfrm>
          <a:prstGeom prst="ellipse">
            <a:avLst/>
          </a:prstGeom>
          <a:solidFill>
            <a:srgbClr val="2F7FC1"/>
          </a:solidFill>
          <a:ln w="6350">
            <a:solidFill>
              <a:srgbClr val="1B4F7A"/>
            </a:solidFill>
            <a:prstDash val="solid"/>
          </a:ln>
        </p:spPr>
      </p:sp>
      <p:sp>
        <p:nvSpPr>
          <p:cNvPr id="204" name="Shape 202"/>
          <p:cNvSpPr/>
          <p:nvPr/>
        </p:nvSpPr>
        <p:spPr>
          <a:xfrm>
            <a:off x="4089563" y="5149261"/>
            <a:ext cx="82296" cy="82296"/>
          </a:xfrm>
          <a:prstGeom prst="ellipse">
            <a:avLst/>
          </a:prstGeom>
          <a:solidFill>
            <a:srgbClr val="2F7FC1"/>
          </a:solidFill>
          <a:ln w="6350">
            <a:solidFill>
              <a:srgbClr val="1B4F7A"/>
            </a:solidFill>
            <a:prstDash val="solid"/>
          </a:ln>
        </p:spPr>
      </p:sp>
      <p:sp>
        <p:nvSpPr>
          <p:cNvPr id="205" name="Shape 203"/>
          <p:cNvSpPr/>
          <p:nvPr/>
        </p:nvSpPr>
        <p:spPr>
          <a:xfrm>
            <a:off x="4496653" y="5137739"/>
            <a:ext cx="82296" cy="82296"/>
          </a:xfrm>
          <a:prstGeom prst="ellipse">
            <a:avLst/>
          </a:prstGeom>
          <a:solidFill>
            <a:srgbClr val="2F7FC1"/>
          </a:solidFill>
          <a:ln w="6350">
            <a:solidFill>
              <a:srgbClr val="1B4F7A"/>
            </a:solidFill>
            <a:prstDash val="solid"/>
          </a:ln>
        </p:spPr>
      </p:sp>
      <p:sp>
        <p:nvSpPr>
          <p:cNvPr id="206" name="Shape 204"/>
          <p:cNvSpPr/>
          <p:nvPr/>
        </p:nvSpPr>
        <p:spPr>
          <a:xfrm>
            <a:off x="4846137" y="5126218"/>
            <a:ext cx="82296" cy="82296"/>
          </a:xfrm>
          <a:prstGeom prst="ellipse">
            <a:avLst/>
          </a:prstGeom>
          <a:solidFill>
            <a:srgbClr val="2F7FC1"/>
          </a:solidFill>
          <a:ln w="6350">
            <a:solidFill>
              <a:srgbClr val="1B4F7A"/>
            </a:solidFill>
            <a:prstDash val="solid"/>
          </a:ln>
        </p:spPr>
      </p:sp>
      <p:sp>
        <p:nvSpPr>
          <p:cNvPr id="207" name="Text 205"/>
          <p:cNvSpPr/>
          <p:nvPr/>
        </p:nvSpPr>
        <p:spPr>
          <a:xfrm>
            <a:off x="594360" y="5330952"/>
            <a:ext cx="5212080" cy="91440"/>
          </a:xfrm>
          <a:prstGeom prst="rect">
            <a:avLst/>
          </a:prstGeom>
          <a:noFill/>
          <a:ln/>
        </p:spPr>
        <p:txBody>
          <a:bodyPr wrap="square" lIns="0" tIns="0" rIns="0" bIns="0" rtlCol="0" anchor="ctr"/>
          <a:lstStyle/>
          <a:p>
            <a:pPr algn="l" indent="0" marL="0">
              <a:buNone/>
            </a:pPr>
            <a:r>
              <a:rPr lang="en-US" sz="1000" i="1" dirty="0">
                <a:solidFill>
                  <a:srgbClr val="6B7385"/>
                </a:solidFill>
                <a:latin typeface="Calibri" pitchFamily="34" charset="0"/>
                <a:ea typeface="Calibri" pitchFamily="34" charset="-122"/>
                <a:cs typeface="Calibri" pitchFamily="34" charset="-120"/>
              </a:rPr>
              <a:t>Si (orange) and O (red) in silicon dioxide</a:t>
            </a:r>
            <a:endParaRPr lang="en-US" sz="1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234440"/>
                <a:gridCol w="2221992"/>
                <a:gridCol w="2103120"/>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Structure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Bonds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Typical properties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5029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Ionic</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 and − ions; strong attraction in all directions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high m.p.; brittle; conducts only molten or dissolved</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5029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Simple molecular</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strong covalent bonds in molecules; weak forces between</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low m.p. and b.p.; soft; does not conduct</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Giant covalent</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every atom joined by covalent bonds in a huge network</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high m.p.; hard; usually does not conduct</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50292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Metallic</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 ions in a sea of delocalised electrons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high m.p.; malleable; conducts heat and electricity</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bl>
          </a:graphicData>
        </a:graphic>
      </p:graphicFrame>
      <p:sp>
        <p:nvSpPr>
          <p:cNvPr id="209" name="Shape 206"/>
          <p:cNvSpPr/>
          <p:nvPr/>
        </p:nvSpPr>
        <p:spPr>
          <a:xfrm>
            <a:off x="6217920" y="3886200"/>
            <a:ext cx="5559552" cy="1828800"/>
          </a:xfrm>
          <a:prstGeom prst="roundRect">
            <a:avLst>
              <a:gd name="adj" fmla="val 3000"/>
            </a:avLst>
          </a:prstGeom>
          <a:solidFill>
            <a:srgbClr val="FFF4E0"/>
          </a:solidFill>
          <a:ln w="9525">
            <a:solidFill>
              <a:srgbClr val="F1D9A8"/>
            </a:solidFill>
            <a:prstDash val="solid"/>
          </a:ln>
        </p:spPr>
      </p:sp>
      <p:sp>
        <p:nvSpPr>
          <p:cNvPr id="210" name="Text 207"/>
          <p:cNvSpPr/>
          <p:nvPr/>
        </p:nvSpPr>
        <p:spPr>
          <a:xfrm>
            <a:off x="6382512" y="395935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identify the structure</a:t>
            </a:r>
            <a:endParaRPr lang="en-US" sz="1300" dirty="0"/>
          </a:p>
        </p:txBody>
      </p:sp>
      <p:sp>
        <p:nvSpPr>
          <p:cNvPr id="211" name="Text 208"/>
          <p:cNvSpPr/>
          <p:nvPr/>
        </p:nvSpPr>
        <p:spPr>
          <a:xfrm>
            <a:off x="6382512" y="4270248"/>
            <a:ext cx="5230368" cy="13716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Substance X melts at 1600 °C. It does not conduct when solid or when molten.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High m.p.   </a:t>
            </a:r>
            <a:r>
              <a:rPr lang="en-US" sz="1050" dirty="0">
                <a:solidFill>
                  <a:srgbClr val="262B3A"/>
                </a:solidFill>
                <a:latin typeface="Calibri" pitchFamily="34" charset="0"/>
                <a:ea typeface="Calibri" pitchFamily="34" charset="-122"/>
                <a:cs typeface="Calibri" pitchFamily="34" charset="-120"/>
              </a:rPr>
              <a:t>many strong bonds must break: a </a:t>
            </a:r>
            <a:r>
              <a:rPr lang="en-US" sz="1050" b="1" dirty="0">
                <a:solidFill>
                  <a:srgbClr val="262B3A"/>
                </a:solidFill>
                <a:latin typeface="Calibri" pitchFamily="34" charset="0"/>
                <a:ea typeface="Calibri" pitchFamily="34" charset="-122"/>
                <a:cs typeface="Calibri" pitchFamily="34" charset="-120"/>
              </a:rPr>
              <a:t>giant</a:t>
            </a:r>
            <a:r>
              <a:rPr lang="en-US" sz="1050" dirty="0">
                <a:solidFill>
                  <a:srgbClr val="262B3A"/>
                </a:solidFill>
                <a:latin typeface="Calibri" pitchFamily="34" charset="0"/>
                <a:ea typeface="Calibri" pitchFamily="34" charset="-122"/>
                <a:cs typeface="Calibri" pitchFamily="34" charset="-120"/>
              </a:rPr>
              <a:t> structure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No conduction   </a:t>
            </a:r>
            <a:r>
              <a:rPr lang="en-US" sz="1050" dirty="0">
                <a:solidFill>
                  <a:srgbClr val="262B3A"/>
                </a:solidFill>
                <a:latin typeface="Calibri" pitchFamily="34" charset="0"/>
                <a:ea typeface="Calibri" pitchFamily="34" charset="-122"/>
                <a:cs typeface="Calibri" pitchFamily="34" charset="-120"/>
              </a:rPr>
              <a:t>not a metal (solid) and not ionic (molten)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X is </a:t>
            </a:r>
            <a:r>
              <a:rPr lang="en-US" sz="1050" b="1" dirty="0">
                <a:solidFill>
                  <a:srgbClr val="C8414C"/>
                </a:solidFill>
                <a:latin typeface="Calibri" pitchFamily="34" charset="0"/>
                <a:ea typeface="Calibri" pitchFamily="34" charset="-122"/>
                <a:cs typeface="Calibri" pitchFamily="34" charset="-120"/>
              </a:rPr>
              <a:t>giant covalent</a:t>
            </a:r>
            <a:r>
              <a:rPr lang="en-US" sz="1050" b="1" dirty="0">
                <a:solidFill>
                  <a:srgbClr val="C8414C"/>
                </a:solidFill>
                <a:latin typeface="Calibri" pitchFamily="34" charset="0"/>
                <a:ea typeface="Calibri" pitchFamily="34" charset="-122"/>
                <a:cs typeface="Calibri" pitchFamily="34" charset="-120"/>
              </a:rPr>
              <a:t> (e.g. silicon dioxide)</a:t>
            </a:r>
            <a:endParaRPr lang="en-US" sz="1050" dirty="0"/>
          </a:p>
        </p:txBody>
      </p:sp>
      <p:sp>
        <p:nvSpPr>
          <p:cNvPr id="212" name="Shape 209"/>
          <p:cNvSpPr/>
          <p:nvPr/>
        </p:nvSpPr>
        <p:spPr>
          <a:xfrm>
            <a:off x="411480" y="5833872"/>
            <a:ext cx="11368735" cy="530352"/>
          </a:xfrm>
          <a:prstGeom prst="rect">
            <a:avLst/>
          </a:prstGeom>
          <a:solidFill>
            <a:srgbClr val="FFF4E0"/>
          </a:solidFill>
          <a:ln w="6350">
            <a:solidFill>
              <a:srgbClr val="F1D9A8"/>
            </a:solidFill>
            <a:prstDash val="solid"/>
          </a:ln>
        </p:spPr>
      </p:sp>
      <p:sp>
        <p:nvSpPr>
          <p:cNvPr id="213" name="Shape 210"/>
          <p:cNvSpPr/>
          <p:nvPr/>
        </p:nvSpPr>
        <p:spPr>
          <a:xfrm>
            <a:off x="411480" y="5833872"/>
            <a:ext cx="82296" cy="530352"/>
          </a:xfrm>
          <a:prstGeom prst="rect">
            <a:avLst/>
          </a:prstGeom>
          <a:solidFill>
            <a:srgbClr val="E39A2F"/>
          </a:solidFill>
          <a:ln w="12700">
            <a:solidFill>
              <a:srgbClr val="E39A2F"/>
            </a:solidFill>
            <a:prstDash val="solid"/>
          </a:ln>
        </p:spPr>
      </p:sp>
      <p:sp>
        <p:nvSpPr>
          <p:cNvPr id="214" name="Text 21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Y melts at </a:t>
            </a:r>
            <a:r>
              <a:rPr lang="en-US" sz="1150" b="1" dirty="0">
                <a:solidFill>
                  <a:srgbClr val="262B3A"/>
                </a:solidFill>
                <a:latin typeface="Calibri" pitchFamily="34" charset="0"/>
                <a:ea typeface="Calibri" pitchFamily="34" charset="-122"/>
                <a:cs typeface="Calibri" pitchFamily="34" charset="-120"/>
              </a:rPr>
              <a:t>−7 °C</a:t>
            </a:r>
            <a:r>
              <a:rPr lang="en-US" sz="1150" dirty="0">
                <a:solidFill>
                  <a:srgbClr val="262B3A"/>
                </a:solidFill>
                <a:latin typeface="Calibri" pitchFamily="34" charset="0"/>
                <a:ea typeface="Calibri" pitchFamily="34" charset="-122"/>
                <a:cs typeface="Calibri" pitchFamily="34" charset="-120"/>
              </a:rPr>
              <a:t> and does not conduct. Z conducts when </a:t>
            </a:r>
            <a:r>
              <a:rPr lang="en-US" sz="1150" b="1" dirty="0">
                <a:solidFill>
                  <a:srgbClr val="262B3A"/>
                </a:solidFill>
                <a:latin typeface="Calibri" pitchFamily="34" charset="0"/>
                <a:ea typeface="Calibri" pitchFamily="34" charset="-122"/>
                <a:cs typeface="Calibri" pitchFamily="34" charset="-120"/>
              </a:rPr>
              <a:t>solid</a:t>
            </a:r>
            <a:r>
              <a:rPr lang="en-US" sz="1150" dirty="0">
                <a:solidFill>
                  <a:srgbClr val="262B3A"/>
                </a:solidFill>
                <a:latin typeface="Calibri" pitchFamily="34" charset="0"/>
                <a:ea typeface="Calibri" pitchFamily="34" charset="-122"/>
                <a:cs typeface="Calibri" pitchFamily="34" charset="-120"/>
              </a:rPr>
              <a:t> and can be hammered flat. Name the structure of Y and Z.</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 • bonds, structure and bulk properties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Diamond and graphite both contain only </a:t>
            </a:r>
            <a:r>
              <a:rPr lang="en-US" sz="1250" b="1" dirty="0">
                <a:solidFill>
                  <a:srgbClr val="262B3A"/>
                </a:solidFill>
                <a:latin typeface="Calibri" pitchFamily="34" charset="0"/>
                <a:ea typeface="Calibri" pitchFamily="34" charset="-122"/>
                <a:cs typeface="Calibri" pitchFamily="34" charset="-120"/>
              </a:rPr>
              <a:t>carbon</a:t>
            </a:r>
            <a:r>
              <a:rPr lang="en-US" sz="1250" dirty="0">
                <a:solidFill>
                  <a:srgbClr val="262B3A"/>
                </a:solidFill>
                <a:latin typeface="Calibri" pitchFamily="34" charset="0"/>
                <a:ea typeface="Calibri" pitchFamily="34" charset="-122"/>
                <a:cs typeface="Calibri" pitchFamily="34" charset="-120"/>
              </a:rPr>
              <a:t> atoms. Explain why they have </a:t>
            </a:r>
            <a:r>
              <a:rPr lang="en-US" sz="1250" b="1" dirty="0">
                <a:solidFill>
                  <a:srgbClr val="262B3A"/>
                </a:solidFill>
                <a:latin typeface="Calibri" pitchFamily="34" charset="0"/>
                <a:ea typeface="Calibri" pitchFamily="34" charset="-122"/>
                <a:cs typeface="Calibri" pitchFamily="34" charset="-120"/>
              </a:rPr>
              <a:t>different</a:t>
            </a:r>
            <a:r>
              <a:rPr lang="en-US" sz="1250" dirty="0">
                <a:solidFill>
                  <a:srgbClr val="262B3A"/>
                </a:solidFill>
                <a:latin typeface="Calibri" pitchFamily="34" charset="0"/>
                <a:ea typeface="Calibri" pitchFamily="34" charset="-122"/>
                <a:cs typeface="Calibri" pitchFamily="34" charset="-120"/>
              </a:rPr>
              <a:t> properties.</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solid melts at </a:t>
            </a:r>
            <a:r>
              <a:rPr lang="en-US" sz="1250" b="1" dirty="0">
                <a:solidFill>
                  <a:srgbClr val="262B3A"/>
                </a:solidFill>
                <a:latin typeface="Calibri" pitchFamily="34" charset="0"/>
                <a:ea typeface="Calibri" pitchFamily="34" charset="-122"/>
                <a:cs typeface="Calibri" pitchFamily="34" charset="-120"/>
              </a:rPr>
              <a:t>1610 °C</a:t>
            </a:r>
            <a:r>
              <a:rPr lang="en-US" sz="1250" dirty="0">
                <a:solidFill>
                  <a:srgbClr val="262B3A"/>
                </a:solidFill>
                <a:latin typeface="Calibri" pitchFamily="34" charset="0"/>
                <a:ea typeface="Calibri" pitchFamily="34" charset="-122"/>
                <a:cs typeface="Calibri" pitchFamily="34" charset="-120"/>
              </a:rPr>
              <a:t> and does not conduct electricity when solid or molten. Name its type of structure and give a reason.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a balanced equation, with </a:t>
            </a:r>
            <a:r>
              <a:rPr lang="en-US" sz="1250" b="1" dirty="0">
                <a:solidFill>
                  <a:srgbClr val="262B3A"/>
                </a:solidFill>
                <a:latin typeface="Calibri" pitchFamily="34" charset="0"/>
                <a:ea typeface="Calibri" pitchFamily="34" charset="-122"/>
                <a:cs typeface="Calibri" pitchFamily="34" charset="-120"/>
              </a:rPr>
              <a:t>state symbols</a:t>
            </a:r>
            <a:r>
              <a:rPr lang="en-US" sz="1250" dirty="0">
                <a:solidFill>
                  <a:srgbClr val="262B3A"/>
                </a:solidFill>
                <a:latin typeface="Calibri" pitchFamily="34" charset="0"/>
                <a:ea typeface="Calibri" pitchFamily="34" charset="-122"/>
                <a:cs typeface="Calibri" pitchFamily="34" charset="-120"/>
              </a:rPr>
              <a:t>, for carbon burning completely in oxygen.</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mass of carbon dioxide made when </a:t>
            </a:r>
            <a:r>
              <a:rPr lang="en-US" sz="1250" b="1" dirty="0">
                <a:solidFill>
                  <a:srgbClr val="262B3A"/>
                </a:solidFill>
                <a:latin typeface="Calibri" pitchFamily="34" charset="0"/>
                <a:ea typeface="Calibri" pitchFamily="34" charset="-122"/>
                <a:cs typeface="Calibri" pitchFamily="34" charset="-120"/>
              </a:rPr>
              <a:t>6 g</a:t>
            </a:r>
            <a:r>
              <a:rPr lang="en-US" sz="1250" dirty="0">
                <a:solidFill>
                  <a:srgbClr val="262B3A"/>
                </a:solidFill>
                <a:latin typeface="Calibri" pitchFamily="34" charset="0"/>
                <a:ea typeface="Calibri" pitchFamily="34" charset="-122"/>
                <a:cs typeface="Calibri" pitchFamily="34" charset="-120"/>
              </a:rPr>
              <a:t> of carbon burns completely. (C = 12, O = 16)</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Bonds versus intermolecular forces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 • bond strength compared with the forces between molecules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C4.2.1  |  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bar chart drawn to scale from approximate data-book melting points</a:t>
            </a:r>
            <a:endParaRPr lang="en-US" sz="1000" dirty="0"/>
          </a:p>
        </p:txBody>
      </p:sp>
      <p:sp>
        <p:nvSpPr>
          <p:cNvPr id="10" name="Shape 8"/>
          <p:cNvSpPr/>
          <p:nvPr/>
        </p:nvSpPr>
        <p:spPr>
          <a:xfrm>
            <a:off x="1234440" y="1371600"/>
            <a:ext cx="4572000" cy="3063240"/>
          </a:xfrm>
          <a:prstGeom prst="rect">
            <a:avLst/>
          </a:prstGeom>
          <a:solidFill>
            <a:srgbClr val="FFFFFF"/>
          </a:solidFill>
          <a:ln/>
        </p:spPr>
      </p:sp>
      <p:sp>
        <p:nvSpPr>
          <p:cNvPr id="11" name="Shape 9"/>
          <p:cNvSpPr/>
          <p:nvPr/>
        </p:nvSpPr>
        <p:spPr>
          <a:xfrm>
            <a:off x="1234440" y="1371600"/>
            <a:ext cx="91" cy="3063240"/>
          </a:xfrm>
          <a:prstGeom prst="line">
            <a:avLst/>
          </a:prstGeom>
          <a:noFill/>
          <a:ln w="6350">
            <a:solidFill>
              <a:srgbClr val="D6CBE8"/>
            </a:solidFill>
            <a:prstDash val="solid"/>
          </a:ln>
        </p:spPr>
      </p:sp>
      <p:sp>
        <p:nvSpPr>
          <p:cNvPr id="12" name="Shape 10"/>
          <p:cNvSpPr/>
          <p:nvPr/>
        </p:nvSpPr>
        <p:spPr>
          <a:xfrm>
            <a:off x="5806440" y="1371600"/>
            <a:ext cx="91" cy="3063240"/>
          </a:xfrm>
          <a:prstGeom prst="line">
            <a:avLst/>
          </a:prstGeom>
          <a:noFill/>
          <a:ln w="6350">
            <a:solidFill>
              <a:srgbClr val="D6CBE8"/>
            </a:solidFill>
            <a:prstDash val="solid"/>
          </a:ln>
        </p:spPr>
      </p:sp>
      <p:sp>
        <p:nvSpPr>
          <p:cNvPr id="13" name="Shape 11"/>
          <p:cNvSpPr/>
          <p:nvPr/>
        </p:nvSpPr>
        <p:spPr>
          <a:xfrm>
            <a:off x="1234440" y="4434840"/>
            <a:ext cx="4572000" cy="91"/>
          </a:xfrm>
          <a:prstGeom prst="line">
            <a:avLst/>
          </a:prstGeom>
          <a:noFill/>
          <a:ln w="6350">
            <a:solidFill>
              <a:srgbClr val="D6CBE8"/>
            </a:solidFill>
            <a:prstDash val="solid"/>
          </a:ln>
        </p:spPr>
      </p:sp>
      <p:sp>
        <p:nvSpPr>
          <p:cNvPr id="14" name="Shape 12"/>
          <p:cNvSpPr/>
          <p:nvPr/>
        </p:nvSpPr>
        <p:spPr>
          <a:xfrm>
            <a:off x="1234440" y="4094480"/>
            <a:ext cx="4572000" cy="91"/>
          </a:xfrm>
          <a:prstGeom prst="line">
            <a:avLst/>
          </a:prstGeom>
          <a:noFill/>
          <a:ln w="6350">
            <a:solidFill>
              <a:srgbClr val="D6CBE8"/>
            </a:solidFill>
            <a:prstDash val="solid"/>
          </a:ln>
        </p:spPr>
      </p:sp>
      <p:sp>
        <p:nvSpPr>
          <p:cNvPr id="15" name="Shape 13"/>
          <p:cNvSpPr/>
          <p:nvPr/>
        </p:nvSpPr>
        <p:spPr>
          <a:xfrm>
            <a:off x="1234440" y="3754120"/>
            <a:ext cx="4572000" cy="91"/>
          </a:xfrm>
          <a:prstGeom prst="line">
            <a:avLst/>
          </a:prstGeom>
          <a:noFill/>
          <a:ln w="6350">
            <a:solidFill>
              <a:srgbClr val="D6CBE8"/>
            </a:solidFill>
            <a:prstDash val="solid"/>
          </a:ln>
        </p:spPr>
      </p:sp>
      <p:sp>
        <p:nvSpPr>
          <p:cNvPr id="16" name="Shape 14"/>
          <p:cNvSpPr/>
          <p:nvPr/>
        </p:nvSpPr>
        <p:spPr>
          <a:xfrm>
            <a:off x="1234440" y="3413760"/>
            <a:ext cx="4572000" cy="91"/>
          </a:xfrm>
          <a:prstGeom prst="line">
            <a:avLst/>
          </a:prstGeom>
          <a:noFill/>
          <a:ln w="6350">
            <a:solidFill>
              <a:srgbClr val="D6CBE8"/>
            </a:solidFill>
            <a:prstDash val="solid"/>
          </a:ln>
        </p:spPr>
      </p:sp>
      <p:sp>
        <p:nvSpPr>
          <p:cNvPr id="17" name="Shape 15"/>
          <p:cNvSpPr/>
          <p:nvPr/>
        </p:nvSpPr>
        <p:spPr>
          <a:xfrm>
            <a:off x="1234440" y="3073400"/>
            <a:ext cx="4572000" cy="91"/>
          </a:xfrm>
          <a:prstGeom prst="line">
            <a:avLst/>
          </a:prstGeom>
          <a:noFill/>
          <a:ln w="6350">
            <a:solidFill>
              <a:srgbClr val="D6CBE8"/>
            </a:solidFill>
            <a:prstDash val="solid"/>
          </a:ln>
        </p:spPr>
      </p:sp>
      <p:sp>
        <p:nvSpPr>
          <p:cNvPr id="18" name="Shape 16"/>
          <p:cNvSpPr/>
          <p:nvPr/>
        </p:nvSpPr>
        <p:spPr>
          <a:xfrm>
            <a:off x="1234440" y="2733040"/>
            <a:ext cx="4572000" cy="91"/>
          </a:xfrm>
          <a:prstGeom prst="line">
            <a:avLst/>
          </a:prstGeom>
          <a:noFill/>
          <a:ln w="6350">
            <a:solidFill>
              <a:srgbClr val="D6CBE8"/>
            </a:solidFill>
            <a:prstDash val="solid"/>
          </a:ln>
        </p:spPr>
      </p:sp>
      <p:sp>
        <p:nvSpPr>
          <p:cNvPr id="19" name="Shape 17"/>
          <p:cNvSpPr/>
          <p:nvPr/>
        </p:nvSpPr>
        <p:spPr>
          <a:xfrm>
            <a:off x="1234440" y="2392680"/>
            <a:ext cx="4572000" cy="91"/>
          </a:xfrm>
          <a:prstGeom prst="line">
            <a:avLst/>
          </a:prstGeom>
          <a:noFill/>
          <a:ln w="6350">
            <a:solidFill>
              <a:srgbClr val="D6CBE8"/>
            </a:solidFill>
            <a:prstDash val="solid"/>
          </a:ln>
        </p:spPr>
      </p:sp>
      <p:sp>
        <p:nvSpPr>
          <p:cNvPr id="20" name="Shape 18"/>
          <p:cNvSpPr/>
          <p:nvPr/>
        </p:nvSpPr>
        <p:spPr>
          <a:xfrm>
            <a:off x="1234440" y="2052320"/>
            <a:ext cx="4572000" cy="91"/>
          </a:xfrm>
          <a:prstGeom prst="line">
            <a:avLst/>
          </a:prstGeom>
          <a:noFill/>
          <a:ln w="6350">
            <a:solidFill>
              <a:srgbClr val="D6CBE8"/>
            </a:solidFill>
            <a:prstDash val="solid"/>
          </a:ln>
        </p:spPr>
      </p:sp>
      <p:sp>
        <p:nvSpPr>
          <p:cNvPr id="21" name="Shape 19"/>
          <p:cNvSpPr/>
          <p:nvPr/>
        </p:nvSpPr>
        <p:spPr>
          <a:xfrm>
            <a:off x="1234440" y="1711960"/>
            <a:ext cx="4572000" cy="91"/>
          </a:xfrm>
          <a:prstGeom prst="line">
            <a:avLst/>
          </a:prstGeom>
          <a:noFill/>
          <a:ln w="6350">
            <a:solidFill>
              <a:srgbClr val="D6CBE8"/>
            </a:solidFill>
            <a:prstDash val="solid"/>
          </a:ln>
        </p:spPr>
      </p:sp>
      <p:sp>
        <p:nvSpPr>
          <p:cNvPr id="22" name="Shape 20"/>
          <p:cNvSpPr/>
          <p:nvPr/>
        </p:nvSpPr>
        <p:spPr>
          <a:xfrm>
            <a:off x="1234440" y="1371600"/>
            <a:ext cx="4572000" cy="91"/>
          </a:xfrm>
          <a:prstGeom prst="line">
            <a:avLst/>
          </a:prstGeom>
          <a:noFill/>
          <a:ln w="6350">
            <a:solidFill>
              <a:srgbClr val="D6CBE8"/>
            </a:solidFill>
            <a:prstDash val="solid"/>
          </a:ln>
        </p:spPr>
      </p:sp>
      <p:sp>
        <p:nvSpPr>
          <p:cNvPr id="23" name="Shape 21"/>
          <p:cNvSpPr/>
          <p:nvPr/>
        </p:nvSpPr>
        <p:spPr>
          <a:xfrm>
            <a:off x="1234440" y="4434840"/>
            <a:ext cx="4572000" cy="91"/>
          </a:xfrm>
          <a:prstGeom prst="line">
            <a:avLst/>
          </a:prstGeom>
          <a:noFill/>
          <a:ln w="19050">
            <a:solidFill>
              <a:srgbClr val="2A1F3D"/>
            </a:solidFill>
            <a:prstDash val="solid"/>
          </a:ln>
        </p:spPr>
      </p:sp>
      <p:sp>
        <p:nvSpPr>
          <p:cNvPr id="24" name="Shape 22"/>
          <p:cNvSpPr/>
          <p:nvPr/>
        </p:nvSpPr>
        <p:spPr>
          <a:xfrm flipV="1">
            <a:off x="1234440" y="1371600"/>
            <a:ext cx="91" cy="3063240"/>
          </a:xfrm>
          <a:prstGeom prst="line">
            <a:avLst/>
          </a:prstGeom>
          <a:noFill/>
          <a:ln w="19050">
            <a:solidFill>
              <a:srgbClr val="2A1F3D"/>
            </a:solidFill>
            <a:prstDash val="solid"/>
          </a:ln>
        </p:spPr>
      </p:sp>
      <p:sp>
        <p:nvSpPr>
          <p:cNvPr id="25" name="Shape 23"/>
          <p:cNvSpPr/>
          <p:nvPr/>
        </p:nvSpPr>
        <p:spPr>
          <a:xfrm>
            <a:off x="1234440" y="4434840"/>
            <a:ext cx="91" cy="54864"/>
          </a:xfrm>
          <a:prstGeom prst="line">
            <a:avLst/>
          </a:prstGeom>
          <a:noFill/>
          <a:ln w="12700">
            <a:solidFill>
              <a:srgbClr val="2A1F3D"/>
            </a:solidFill>
            <a:prstDash val="solid"/>
          </a:ln>
        </p:spPr>
      </p:sp>
      <p:sp>
        <p:nvSpPr>
          <p:cNvPr id="26" name="Text 24"/>
          <p:cNvSpPr/>
          <p:nvPr/>
        </p:nvSpPr>
        <p:spPr>
          <a:xfrm>
            <a:off x="960120" y="4489704"/>
            <a:ext cx="548640" cy="182880"/>
          </a:xfrm>
          <a:prstGeom prst="rect">
            <a:avLst/>
          </a:prstGeom>
          <a:noFill/>
          <a:ln/>
        </p:spPr>
        <p:txBody>
          <a:bodyPr wrap="square" lIns="0" tIns="0" rIns="0" bIns="0" rtlCol="0" anchor="ctr"/>
          <a:lstStyle/>
          <a:p>
            <a:pPr algn="ctr" indent="0" marL="0">
              <a:buNone/>
            </a:pPr>
            <a:endParaRPr lang="en-US" sz="1000" dirty="0"/>
          </a:p>
        </p:txBody>
      </p:sp>
      <p:sp>
        <p:nvSpPr>
          <p:cNvPr id="27" name="Shape 25"/>
          <p:cNvSpPr/>
          <p:nvPr/>
        </p:nvSpPr>
        <p:spPr>
          <a:xfrm>
            <a:off x="5806440" y="4434840"/>
            <a:ext cx="91" cy="54864"/>
          </a:xfrm>
          <a:prstGeom prst="line">
            <a:avLst/>
          </a:prstGeom>
          <a:noFill/>
          <a:ln w="12700">
            <a:solidFill>
              <a:srgbClr val="2A1F3D"/>
            </a:solidFill>
            <a:prstDash val="solid"/>
          </a:ln>
        </p:spPr>
      </p:sp>
      <p:sp>
        <p:nvSpPr>
          <p:cNvPr id="28" name="Text 26"/>
          <p:cNvSpPr/>
          <p:nvPr/>
        </p:nvSpPr>
        <p:spPr>
          <a:xfrm>
            <a:off x="5532120" y="4489704"/>
            <a:ext cx="548640" cy="182880"/>
          </a:xfrm>
          <a:prstGeom prst="rect">
            <a:avLst/>
          </a:prstGeom>
          <a:noFill/>
          <a:ln/>
        </p:spPr>
        <p:txBody>
          <a:bodyPr wrap="square" lIns="0" tIns="0" rIns="0" bIns="0" rtlCol="0" anchor="ctr"/>
          <a:lstStyle/>
          <a:p>
            <a:pPr algn="ctr" indent="0" marL="0">
              <a:buNone/>
            </a:pPr>
            <a:endParaRPr lang="en-US" sz="1000" dirty="0"/>
          </a:p>
        </p:txBody>
      </p:sp>
      <p:sp>
        <p:nvSpPr>
          <p:cNvPr id="29" name="Shape 27"/>
          <p:cNvSpPr/>
          <p:nvPr/>
        </p:nvSpPr>
        <p:spPr>
          <a:xfrm>
            <a:off x="1179576" y="4434840"/>
            <a:ext cx="54864" cy="91"/>
          </a:xfrm>
          <a:prstGeom prst="line">
            <a:avLst/>
          </a:prstGeom>
          <a:noFill/>
          <a:ln w="12700">
            <a:solidFill>
              <a:srgbClr val="2A1F3D"/>
            </a:solidFill>
            <a:prstDash val="solid"/>
          </a:ln>
        </p:spPr>
      </p:sp>
      <p:sp>
        <p:nvSpPr>
          <p:cNvPr id="30" name="Text 28"/>
          <p:cNvSpPr/>
          <p:nvPr/>
        </p:nvSpPr>
        <p:spPr>
          <a:xfrm>
            <a:off x="795528" y="4343400"/>
            <a:ext cx="365760" cy="182880"/>
          </a:xfrm>
          <a:prstGeom prst="rect">
            <a:avLst/>
          </a:prstGeom>
          <a:noFill/>
          <a:ln/>
        </p:spPr>
        <p:txBody>
          <a:bodyPr wrap="square" lIns="0" tIns="0" rIns="0" bIns="0" rtlCol="0" anchor="ctr"/>
          <a:lstStyle/>
          <a:p>
            <a:pPr algn="r" indent="0" marL="0">
              <a:buNone/>
            </a:pPr>
            <a:endParaRPr lang="en-US" sz="1000" dirty="0"/>
          </a:p>
        </p:txBody>
      </p:sp>
      <p:sp>
        <p:nvSpPr>
          <p:cNvPr id="31" name="Shape 29"/>
          <p:cNvSpPr/>
          <p:nvPr/>
        </p:nvSpPr>
        <p:spPr>
          <a:xfrm>
            <a:off x="1179576" y="4094480"/>
            <a:ext cx="54864" cy="91"/>
          </a:xfrm>
          <a:prstGeom prst="line">
            <a:avLst/>
          </a:prstGeom>
          <a:noFill/>
          <a:ln w="12700">
            <a:solidFill>
              <a:srgbClr val="2A1F3D"/>
            </a:solidFill>
            <a:prstDash val="solid"/>
          </a:ln>
        </p:spPr>
      </p:sp>
      <p:sp>
        <p:nvSpPr>
          <p:cNvPr id="32" name="Text 30"/>
          <p:cNvSpPr/>
          <p:nvPr/>
        </p:nvSpPr>
        <p:spPr>
          <a:xfrm>
            <a:off x="795528" y="4003040"/>
            <a:ext cx="365760" cy="182880"/>
          </a:xfrm>
          <a:prstGeom prst="rect">
            <a:avLst/>
          </a:prstGeom>
          <a:noFill/>
          <a:ln/>
        </p:spPr>
        <p:txBody>
          <a:bodyPr wrap="square" lIns="0" tIns="0" rIns="0" bIns="0" rtlCol="0" anchor="ctr"/>
          <a:lstStyle/>
          <a:p>
            <a:pPr algn="r" indent="0" marL="0">
              <a:buNone/>
            </a:pPr>
            <a:endParaRPr lang="en-US" sz="1000" dirty="0"/>
          </a:p>
        </p:txBody>
      </p:sp>
      <p:sp>
        <p:nvSpPr>
          <p:cNvPr id="33" name="Shape 31"/>
          <p:cNvSpPr/>
          <p:nvPr/>
        </p:nvSpPr>
        <p:spPr>
          <a:xfrm>
            <a:off x="1179576" y="3754120"/>
            <a:ext cx="54864" cy="91"/>
          </a:xfrm>
          <a:prstGeom prst="line">
            <a:avLst/>
          </a:prstGeom>
          <a:noFill/>
          <a:ln w="12700">
            <a:solidFill>
              <a:srgbClr val="2A1F3D"/>
            </a:solidFill>
            <a:prstDash val="solid"/>
          </a:ln>
        </p:spPr>
      </p:sp>
      <p:sp>
        <p:nvSpPr>
          <p:cNvPr id="34" name="Text 32"/>
          <p:cNvSpPr/>
          <p:nvPr/>
        </p:nvSpPr>
        <p:spPr>
          <a:xfrm>
            <a:off x="795528" y="3662680"/>
            <a:ext cx="365760" cy="182880"/>
          </a:xfrm>
          <a:prstGeom prst="rect">
            <a:avLst/>
          </a:prstGeom>
          <a:noFill/>
          <a:ln/>
        </p:spPr>
        <p:txBody>
          <a:bodyPr wrap="square" lIns="0" tIns="0" rIns="0" bIns="0" rtlCol="0" anchor="ctr"/>
          <a:lstStyle/>
          <a:p>
            <a:pPr algn="r" indent="0" marL="0">
              <a:buNone/>
            </a:pPr>
            <a:endParaRPr lang="en-US" sz="1000" dirty="0"/>
          </a:p>
        </p:txBody>
      </p:sp>
      <p:sp>
        <p:nvSpPr>
          <p:cNvPr id="35" name="Shape 33"/>
          <p:cNvSpPr/>
          <p:nvPr/>
        </p:nvSpPr>
        <p:spPr>
          <a:xfrm>
            <a:off x="1179576" y="3413760"/>
            <a:ext cx="54864" cy="91"/>
          </a:xfrm>
          <a:prstGeom prst="line">
            <a:avLst/>
          </a:prstGeom>
          <a:noFill/>
          <a:ln w="12700">
            <a:solidFill>
              <a:srgbClr val="2A1F3D"/>
            </a:solidFill>
            <a:prstDash val="solid"/>
          </a:ln>
        </p:spPr>
      </p:sp>
      <p:sp>
        <p:nvSpPr>
          <p:cNvPr id="36" name="Text 34"/>
          <p:cNvSpPr/>
          <p:nvPr/>
        </p:nvSpPr>
        <p:spPr>
          <a:xfrm>
            <a:off x="795528" y="3322320"/>
            <a:ext cx="365760" cy="182880"/>
          </a:xfrm>
          <a:prstGeom prst="rect">
            <a:avLst/>
          </a:prstGeom>
          <a:noFill/>
          <a:ln/>
        </p:spPr>
        <p:txBody>
          <a:bodyPr wrap="square" lIns="0" tIns="0" rIns="0" bIns="0" rtlCol="0" anchor="ctr"/>
          <a:lstStyle/>
          <a:p>
            <a:pPr algn="r" indent="0" marL="0">
              <a:buNone/>
            </a:pPr>
            <a:endParaRPr lang="en-US" sz="1000" dirty="0"/>
          </a:p>
        </p:txBody>
      </p:sp>
      <p:sp>
        <p:nvSpPr>
          <p:cNvPr id="37" name="Shape 35"/>
          <p:cNvSpPr/>
          <p:nvPr/>
        </p:nvSpPr>
        <p:spPr>
          <a:xfrm>
            <a:off x="1179576" y="3073400"/>
            <a:ext cx="54864" cy="91"/>
          </a:xfrm>
          <a:prstGeom prst="line">
            <a:avLst/>
          </a:prstGeom>
          <a:noFill/>
          <a:ln w="12700">
            <a:solidFill>
              <a:srgbClr val="2A1F3D"/>
            </a:solidFill>
            <a:prstDash val="solid"/>
          </a:ln>
        </p:spPr>
      </p:sp>
      <p:sp>
        <p:nvSpPr>
          <p:cNvPr id="38" name="Text 36"/>
          <p:cNvSpPr/>
          <p:nvPr/>
        </p:nvSpPr>
        <p:spPr>
          <a:xfrm>
            <a:off x="795528" y="2981960"/>
            <a:ext cx="365760" cy="182880"/>
          </a:xfrm>
          <a:prstGeom prst="rect">
            <a:avLst/>
          </a:prstGeom>
          <a:noFill/>
          <a:ln/>
        </p:spPr>
        <p:txBody>
          <a:bodyPr wrap="square" lIns="0" tIns="0" rIns="0" bIns="0" rtlCol="0" anchor="ctr"/>
          <a:lstStyle/>
          <a:p>
            <a:pPr algn="r" indent="0" marL="0">
              <a:buNone/>
            </a:pPr>
            <a:endParaRPr lang="en-US" sz="1000" dirty="0"/>
          </a:p>
        </p:txBody>
      </p:sp>
      <p:sp>
        <p:nvSpPr>
          <p:cNvPr id="39" name="Shape 37"/>
          <p:cNvSpPr/>
          <p:nvPr/>
        </p:nvSpPr>
        <p:spPr>
          <a:xfrm>
            <a:off x="1179576" y="2733040"/>
            <a:ext cx="54864" cy="91"/>
          </a:xfrm>
          <a:prstGeom prst="line">
            <a:avLst/>
          </a:prstGeom>
          <a:noFill/>
          <a:ln w="12700">
            <a:solidFill>
              <a:srgbClr val="2A1F3D"/>
            </a:solidFill>
            <a:prstDash val="solid"/>
          </a:ln>
        </p:spPr>
      </p:sp>
      <p:sp>
        <p:nvSpPr>
          <p:cNvPr id="40" name="Text 38"/>
          <p:cNvSpPr/>
          <p:nvPr/>
        </p:nvSpPr>
        <p:spPr>
          <a:xfrm>
            <a:off x="795528" y="2641600"/>
            <a:ext cx="365760" cy="182880"/>
          </a:xfrm>
          <a:prstGeom prst="rect">
            <a:avLst/>
          </a:prstGeom>
          <a:noFill/>
          <a:ln/>
        </p:spPr>
        <p:txBody>
          <a:bodyPr wrap="square" lIns="0" tIns="0" rIns="0" bIns="0" rtlCol="0" anchor="ctr"/>
          <a:lstStyle/>
          <a:p>
            <a:pPr algn="r" indent="0" marL="0">
              <a:buNone/>
            </a:pPr>
            <a:endParaRPr lang="en-US" sz="1000" dirty="0"/>
          </a:p>
        </p:txBody>
      </p:sp>
      <p:sp>
        <p:nvSpPr>
          <p:cNvPr id="41" name="Shape 39"/>
          <p:cNvSpPr/>
          <p:nvPr/>
        </p:nvSpPr>
        <p:spPr>
          <a:xfrm>
            <a:off x="1179576" y="2392680"/>
            <a:ext cx="54864" cy="91"/>
          </a:xfrm>
          <a:prstGeom prst="line">
            <a:avLst/>
          </a:prstGeom>
          <a:noFill/>
          <a:ln w="12700">
            <a:solidFill>
              <a:srgbClr val="2A1F3D"/>
            </a:solidFill>
            <a:prstDash val="solid"/>
          </a:ln>
        </p:spPr>
      </p:sp>
      <p:sp>
        <p:nvSpPr>
          <p:cNvPr id="42" name="Text 40"/>
          <p:cNvSpPr/>
          <p:nvPr/>
        </p:nvSpPr>
        <p:spPr>
          <a:xfrm>
            <a:off x="795528" y="2301240"/>
            <a:ext cx="365760" cy="182880"/>
          </a:xfrm>
          <a:prstGeom prst="rect">
            <a:avLst/>
          </a:prstGeom>
          <a:noFill/>
          <a:ln/>
        </p:spPr>
        <p:txBody>
          <a:bodyPr wrap="square" lIns="0" tIns="0" rIns="0" bIns="0" rtlCol="0" anchor="ctr"/>
          <a:lstStyle/>
          <a:p>
            <a:pPr algn="r" indent="0" marL="0">
              <a:buNone/>
            </a:pPr>
            <a:endParaRPr lang="en-US" sz="1000" dirty="0"/>
          </a:p>
        </p:txBody>
      </p:sp>
      <p:sp>
        <p:nvSpPr>
          <p:cNvPr id="43" name="Shape 41"/>
          <p:cNvSpPr/>
          <p:nvPr/>
        </p:nvSpPr>
        <p:spPr>
          <a:xfrm>
            <a:off x="1179576" y="2052320"/>
            <a:ext cx="54864" cy="91"/>
          </a:xfrm>
          <a:prstGeom prst="line">
            <a:avLst/>
          </a:prstGeom>
          <a:noFill/>
          <a:ln w="12700">
            <a:solidFill>
              <a:srgbClr val="2A1F3D"/>
            </a:solidFill>
            <a:prstDash val="solid"/>
          </a:ln>
        </p:spPr>
      </p:sp>
      <p:sp>
        <p:nvSpPr>
          <p:cNvPr id="44" name="Text 42"/>
          <p:cNvSpPr/>
          <p:nvPr/>
        </p:nvSpPr>
        <p:spPr>
          <a:xfrm>
            <a:off x="795528" y="1960880"/>
            <a:ext cx="365760" cy="182880"/>
          </a:xfrm>
          <a:prstGeom prst="rect">
            <a:avLst/>
          </a:prstGeom>
          <a:noFill/>
          <a:ln/>
        </p:spPr>
        <p:txBody>
          <a:bodyPr wrap="square" lIns="0" tIns="0" rIns="0" bIns="0" rtlCol="0" anchor="ctr"/>
          <a:lstStyle/>
          <a:p>
            <a:pPr algn="r" indent="0" marL="0">
              <a:buNone/>
            </a:pPr>
            <a:endParaRPr lang="en-US" sz="1000" dirty="0"/>
          </a:p>
        </p:txBody>
      </p:sp>
      <p:sp>
        <p:nvSpPr>
          <p:cNvPr id="45" name="Shape 43"/>
          <p:cNvSpPr/>
          <p:nvPr/>
        </p:nvSpPr>
        <p:spPr>
          <a:xfrm>
            <a:off x="1179576" y="1711960"/>
            <a:ext cx="54864" cy="91"/>
          </a:xfrm>
          <a:prstGeom prst="line">
            <a:avLst/>
          </a:prstGeom>
          <a:noFill/>
          <a:ln w="12700">
            <a:solidFill>
              <a:srgbClr val="2A1F3D"/>
            </a:solidFill>
            <a:prstDash val="solid"/>
          </a:ln>
        </p:spPr>
      </p:sp>
      <p:sp>
        <p:nvSpPr>
          <p:cNvPr id="46" name="Text 44"/>
          <p:cNvSpPr/>
          <p:nvPr/>
        </p:nvSpPr>
        <p:spPr>
          <a:xfrm>
            <a:off x="795528" y="1620520"/>
            <a:ext cx="365760" cy="182880"/>
          </a:xfrm>
          <a:prstGeom prst="rect">
            <a:avLst/>
          </a:prstGeom>
          <a:noFill/>
          <a:ln/>
        </p:spPr>
        <p:txBody>
          <a:bodyPr wrap="square" lIns="0" tIns="0" rIns="0" bIns="0" rtlCol="0" anchor="ctr"/>
          <a:lstStyle/>
          <a:p>
            <a:pPr algn="r" indent="0" marL="0">
              <a:buNone/>
            </a:pPr>
            <a:endParaRPr lang="en-US" sz="1000" dirty="0"/>
          </a:p>
        </p:txBody>
      </p:sp>
      <p:sp>
        <p:nvSpPr>
          <p:cNvPr id="47" name="Shape 45"/>
          <p:cNvSpPr/>
          <p:nvPr/>
        </p:nvSpPr>
        <p:spPr>
          <a:xfrm>
            <a:off x="1179576" y="1371600"/>
            <a:ext cx="54864" cy="91"/>
          </a:xfrm>
          <a:prstGeom prst="line">
            <a:avLst/>
          </a:prstGeom>
          <a:noFill/>
          <a:ln w="12700">
            <a:solidFill>
              <a:srgbClr val="2A1F3D"/>
            </a:solidFill>
            <a:prstDash val="solid"/>
          </a:ln>
        </p:spPr>
      </p:sp>
      <p:sp>
        <p:nvSpPr>
          <p:cNvPr id="48" name="Text 46"/>
          <p:cNvSpPr/>
          <p:nvPr/>
        </p:nvSpPr>
        <p:spPr>
          <a:xfrm>
            <a:off x="795528" y="1280160"/>
            <a:ext cx="365760" cy="182880"/>
          </a:xfrm>
          <a:prstGeom prst="rect">
            <a:avLst/>
          </a:prstGeom>
          <a:noFill/>
          <a:ln/>
        </p:spPr>
        <p:txBody>
          <a:bodyPr wrap="square" lIns="0" tIns="0" rIns="0" bIns="0" rtlCol="0" anchor="ctr"/>
          <a:lstStyle/>
          <a:p>
            <a:pPr algn="r" indent="0" marL="0">
              <a:buNone/>
            </a:pPr>
            <a:endParaRPr lang="en-US" sz="1000" dirty="0"/>
          </a:p>
        </p:txBody>
      </p:sp>
      <p:sp>
        <p:nvSpPr>
          <p:cNvPr id="49" name="Text 47"/>
          <p:cNvSpPr/>
          <p:nvPr/>
        </p:nvSpPr>
        <p:spPr>
          <a:xfrm rot="16200000">
            <a:off x="-864108" y="2775204"/>
            <a:ext cx="30632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Melting point / °C</a:t>
            </a:r>
            <a:endParaRPr lang="en-US" sz="1050" dirty="0"/>
          </a:p>
        </p:txBody>
      </p:sp>
      <p:sp>
        <p:nvSpPr>
          <p:cNvPr id="50" name="Shape 48"/>
          <p:cNvSpPr/>
          <p:nvPr/>
        </p:nvSpPr>
        <p:spPr>
          <a:xfrm>
            <a:off x="1234440" y="4094480"/>
            <a:ext cx="4572000" cy="91"/>
          </a:xfrm>
          <a:prstGeom prst="line">
            <a:avLst/>
          </a:prstGeom>
          <a:noFill/>
          <a:ln w="12700">
            <a:solidFill>
              <a:srgbClr val="2A1F3D"/>
            </a:solidFill>
            <a:prstDash val="solid"/>
          </a:ln>
        </p:spPr>
      </p:sp>
      <p:sp>
        <p:nvSpPr>
          <p:cNvPr id="51" name="Shape 49"/>
          <p:cNvSpPr/>
          <p:nvPr/>
        </p:nvSpPr>
        <p:spPr>
          <a:xfrm>
            <a:off x="1368987" y="4094480"/>
            <a:ext cx="384048" cy="123891"/>
          </a:xfrm>
          <a:prstGeom prst="rect">
            <a:avLst/>
          </a:prstGeom>
          <a:solidFill>
            <a:srgbClr val="7DBE6A"/>
          </a:solidFill>
          <a:ln w="9525">
            <a:solidFill>
              <a:srgbClr val="2A1F3D"/>
            </a:solidFill>
            <a:prstDash val="solid"/>
          </a:ln>
        </p:spPr>
      </p:sp>
      <p:sp>
        <p:nvSpPr>
          <p:cNvPr id="52" name="Text 50"/>
          <p:cNvSpPr/>
          <p:nvPr/>
        </p:nvSpPr>
        <p:spPr>
          <a:xfrm>
            <a:off x="1231827" y="4227515"/>
            <a:ext cx="658368"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-182</a:t>
            </a:r>
            <a:endParaRPr lang="en-US" sz="1000" dirty="0"/>
          </a:p>
        </p:txBody>
      </p:sp>
      <p:sp>
        <p:nvSpPr>
          <p:cNvPr id="53" name="Text 51"/>
          <p:cNvSpPr/>
          <p:nvPr/>
        </p:nvSpPr>
        <p:spPr>
          <a:xfrm>
            <a:off x="1222683" y="4471416"/>
            <a:ext cx="676656" cy="34747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CH₄</a:t>
            </a:r>
            <a:endParaRPr lang="en-US" sz="1000" dirty="0"/>
          </a:p>
        </p:txBody>
      </p:sp>
      <p:sp>
        <p:nvSpPr>
          <p:cNvPr id="54" name="Shape 52"/>
          <p:cNvSpPr/>
          <p:nvPr/>
        </p:nvSpPr>
        <p:spPr>
          <a:xfrm>
            <a:off x="2022130" y="4094480"/>
            <a:ext cx="384048" cy="18288"/>
          </a:xfrm>
          <a:prstGeom prst="rect">
            <a:avLst/>
          </a:prstGeom>
          <a:solidFill>
            <a:srgbClr val="7DBE6A"/>
          </a:solidFill>
          <a:ln w="9525">
            <a:solidFill>
              <a:srgbClr val="2A1F3D"/>
            </a:solidFill>
            <a:prstDash val="solid"/>
          </a:ln>
        </p:spPr>
      </p:sp>
      <p:sp>
        <p:nvSpPr>
          <p:cNvPr id="55" name="Text 53"/>
          <p:cNvSpPr/>
          <p:nvPr/>
        </p:nvSpPr>
        <p:spPr>
          <a:xfrm>
            <a:off x="1884970" y="3893312"/>
            <a:ext cx="658368"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0</a:t>
            </a:r>
            <a:endParaRPr lang="en-US" sz="1000" dirty="0"/>
          </a:p>
        </p:txBody>
      </p:sp>
      <p:sp>
        <p:nvSpPr>
          <p:cNvPr id="56" name="Text 54"/>
          <p:cNvSpPr/>
          <p:nvPr/>
        </p:nvSpPr>
        <p:spPr>
          <a:xfrm>
            <a:off x="1875826" y="4471416"/>
            <a:ext cx="676656" cy="34747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H₂O</a:t>
            </a:r>
            <a:endParaRPr lang="en-US" sz="1000" dirty="0"/>
          </a:p>
        </p:txBody>
      </p:sp>
      <p:sp>
        <p:nvSpPr>
          <p:cNvPr id="57" name="Shape 55"/>
          <p:cNvSpPr/>
          <p:nvPr/>
        </p:nvSpPr>
        <p:spPr>
          <a:xfrm>
            <a:off x="2675273" y="4019601"/>
            <a:ext cx="384048" cy="74879"/>
          </a:xfrm>
          <a:prstGeom prst="rect">
            <a:avLst/>
          </a:prstGeom>
          <a:solidFill>
            <a:srgbClr val="E0A458"/>
          </a:solidFill>
          <a:ln w="9525">
            <a:solidFill>
              <a:srgbClr val="2A1F3D"/>
            </a:solidFill>
            <a:prstDash val="solid"/>
          </a:ln>
        </p:spPr>
      </p:sp>
      <p:sp>
        <p:nvSpPr>
          <p:cNvPr id="58" name="Text 56"/>
          <p:cNvSpPr/>
          <p:nvPr/>
        </p:nvSpPr>
        <p:spPr>
          <a:xfrm>
            <a:off x="2538113" y="3818433"/>
            <a:ext cx="658368"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110</a:t>
            </a:r>
            <a:endParaRPr lang="en-US" sz="1000" dirty="0"/>
          </a:p>
        </p:txBody>
      </p:sp>
      <p:sp>
        <p:nvSpPr>
          <p:cNvPr id="59" name="Text 57"/>
          <p:cNvSpPr/>
          <p:nvPr/>
        </p:nvSpPr>
        <p:spPr>
          <a:xfrm>
            <a:off x="2528969" y="4471416"/>
            <a:ext cx="676656" cy="34747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poly-</a:t>
            </a:r>
            <a:endParaRPr lang="en-US" sz="1000" dirty="0"/>
          </a:p>
          <a:p>
            <a:pPr algn="ctr" indent="0" marL="0">
              <a:buNone/>
            </a:pPr>
            <a:r>
              <a:rPr lang="en-US" sz="1000" dirty="0">
                <a:solidFill>
                  <a:srgbClr val="262B3A"/>
                </a:solidFill>
                <a:latin typeface="Calibri" pitchFamily="34" charset="0"/>
                <a:ea typeface="Calibri" pitchFamily="34" charset="-122"/>
                <a:cs typeface="Calibri" pitchFamily="34" charset="-120"/>
              </a:rPr>
              <a:t>(ethene)</a:t>
            </a:r>
            <a:endParaRPr lang="en-US" sz="1000" dirty="0"/>
          </a:p>
        </p:txBody>
      </p:sp>
      <p:sp>
        <p:nvSpPr>
          <p:cNvPr id="60" name="Shape 58"/>
          <p:cNvSpPr/>
          <p:nvPr/>
        </p:nvSpPr>
        <p:spPr>
          <a:xfrm>
            <a:off x="3328416" y="3549223"/>
            <a:ext cx="384048" cy="545257"/>
          </a:xfrm>
          <a:prstGeom prst="rect">
            <a:avLst/>
          </a:prstGeom>
          <a:solidFill>
            <a:srgbClr val="8E7CC3"/>
          </a:solidFill>
          <a:ln w="9525">
            <a:solidFill>
              <a:srgbClr val="2A1F3D"/>
            </a:solidFill>
            <a:prstDash val="solid"/>
          </a:ln>
        </p:spPr>
      </p:sp>
      <p:sp>
        <p:nvSpPr>
          <p:cNvPr id="61" name="Text 59"/>
          <p:cNvSpPr/>
          <p:nvPr/>
        </p:nvSpPr>
        <p:spPr>
          <a:xfrm>
            <a:off x="3191256" y="3348055"/>
            <a:ext cx="658368"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801</a:t>
            </a:r>
            <a:endParaRPr lang="en-US" sz="1000" dirty="0"/>
          </a:p>
        </p:txBody>
      </p:sp>
      <p:sp>
        <p:nvSpPr>
          <p:cNvPr id="62" name="Text 60"/>
          <p:cNvSpPr/>
          <p:nvPr/>
        </p:nvSpPr>
        <p:spPr>
          <a:xfrm>
            <a:off x="3182112" y="4471416"/>
            <a:ext cx="676656" cy="34747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NaCl</a:t>
            </a:r>
            <a:endParaRPr lang="en-US" sz="1000" dirty="0"/>
          </a:p>
        </p:txBody>
      </p:sp>
      <p:sp>
        <p:nvSpPr>
          <p:cNvPr id="63" name="Shape 61"/>
          <p:cNvSpPr/>
          <p:nvPr/>
        </p:nvSpPr>
        <p:spPr>
          <a:xfrm>
            <a:off x="3981559" y="3355899"/>
            <a:ext cx="384048" cy="738581"/>
          </a:xfrm>
          <a:prstGeom prst="rect">
            <a:avLst/>
          </a:prstGeom>
          <a:solidFill>
            <a:srgbClr val="D7A15E"/>
          </a:solidFill>
          <a:ln w="9525">
            <a:solidFill>
              <a:srgbClr val="2A1F3D"/>
            </a:solidFill>
            <a:prstDash val="solid"/>
          </a:ln>
        </p:spPr>
      </p:sp>
      <p:sp>
        <p:nvSpPr>
          <p:cNvPr id="64" name="Text 62"/>
          <p:cNvSpPr/>
          <p:nvPr/>
        </p:nvSpPr>
        <p:spPr>
          <a:xfrm>
            <a:off x="3844399" y="3154731"/>
            <a:ext cx="658368"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1085</a:t>
            </a:r>
            <a:endParaRPr lang="en-US" sz="1000" dirty="0"/>
          </a:p>
        </p:txBody>
      </p:sp>
      <p:sp>
        <p:nvSpPr>
          <p:cNvPr id="65" name="Text 63"/>
          <p:cNvSpPr/>
          <p:nvPr/>
        </p:nvSpPr>
        <p:spPr>
          <a:xfrm>
            <a:off x="3835255" y="4471416"/>
            <a:ext cx="676656" cy="34747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Cu</a:t>
            </a:r>
            <a:endParaRPr lang="en-US" sz="1000" dirty="0"/>
          </a:p>
        </p:txBody>
      </p:sp>
      <p:sp>
        <p:nvSpPr>
          <p:cNvPr id="66" name="Shape 64"/>
          <p:cNvSpPr/>
          <p:nvPr/>
        </p:nvSpPr>
        <p:spPr>
          <a:xfrm>
            <a:off x="4634702" y="2930449"/>
            <a:ext cx="384048" cy="1164031"/>
          </a:xfrm>
          <a:prstGeom prst="rect">
            <a:avLst/>
          </a:prstGeom>
          <a:solidFill>
            <a:srgbClr val="4A4A55"/>
          </a:solidFill>
          <a:ln w="9525">
            <a:solidFill>
              <a:srgbClr val="2A1F3D"/>
            </a:solidFill>
            <a:prstDash val="solid"/>
          </a:ln>
        </p:spPr>
      </p:sp>
      <p:sp>
        <p:nvSpPr>
          <p:cNvPr id="67" name="Text 65"/>
          <p:cNvSpPr/>
          <p:nvPr/>
        </p:nvSpPr>
        <p:spPr>
          <a:xfrm>
            <a:off x="4497542" y="2729281"/>
            <a:ext cx="658368"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1710</a:t>
            </a:r>
            <a:endParaRPr lang="en-US" sz="1000" dirty="0"/>
          </a:p>
        </p:txBody>
      </p:sp>
      <p:sp>
        <p:nvSpPr>
          <p:cNvPr id="68" name="Text 66"/>
          <p:cNvSpPr/>
          <p:nvPr/>
        </p:nvSpPr>
        <p:spPr>
          <a:xfrm>
            <a:off x="4488398" y="4471416"/>
            <a:ext cx="676656" cy="34747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SiO₂</a:t>
            </a:r>
            <a:endParaRPr lang="en-US" sz="1000" dirty="0"/>
          </a:p>
        </p:txBody>
      </p:sp>
      <p:sp>
        <p:nvSpPr>
          <p:cNvPr id="69" name="Shape 67"/>
          <p:cNvSpPr/>
          <p:nvPr/>
        </p:nvSpPr>
        <p:spPr>
          <a:xfrm>
            <a:off x="5287845" y="1677924"/>
            <a:ext cx="384048" cy="2416556"/>
          </a:xfrm>
          <a:prstGeom prst="rect">
            <a:avLst/>
          </a:prstGeom>
          <a:solidFill>
            <a:srgbClr val="4A4A55"/>
          </a:solidFill>
          <a:ln w="9525">
            <a:solidFill>
              <a:srgbClr val="2A1F3D"/>
            </a:solidFill>
            <a:prstDash val="solid"/>
          </a:ln>
        </p:spPr>
      </p:sp>
      <p:sp>
        <p:nvSpPr>
          <p:cNvPr id="70" name="Text 68"/>
          <p:cNvSpPr/>
          <p:nvPr/>
        </p:nvSpPr>
        <p:spPr>
          <a:xfrm>
            <a:off x="5150685" y="1476756"/>
            <a:ext cx="658368" cy="18288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3550</a:t>
            </a:r>
            <a:endParaRPr lang="en-US" sz="1000" dirty="0"/>
          </a:p>
        </p:txBody>
      </p:sp>
      <p:sp>
        <p:nvSpPr>
          <p:cNvPr id="71" name="Text 69"/>
          <p:cNvSpPr/>
          <p:nvPr/>
        </p:nvSpPr>
        <p:spPr>
          <a:xfrm>
            <a:off x="5141541" y="4471416"/>
            <a:ext cx="676656" cy="347472"/>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diamond</a:t>
            </a:r>
            <a:endParaRPr lang="en-US" sz="1000" dirty="0"/>
          </a:p>
        </p:txBody>
      </p:sp>
      <p:sp>
        <p:nvSpPr>
          <p:cNvPr id="72" name="Shape 70"/>
          <p:cNvSpPr/>
          <p:nvPr/>
        </p:nvSpPr>
        <p:spPr>
          <a:xfrm>
            <a:off x="685800" y="4956048"/>
            <a:ext cx="182880" cy="182880"/>
          </a:xfrm>
          <a:prstGeom prst="rect">
            <a:avLst/>
          </a:prstGeom>
          <a:solidFill>
            <a:srgbClr val="7DBE6A"/>
          </a:solidFill>
          <a:ln w="6350">
            <a:solidFill>
              <a:srgbClr val="2A1F3D"/>
            </a:solidFill>
            <a:prstDash val="solid"/>
          </a:ln>
        </p:spPr>
      </p:sp>
      <p:sp>
        <p:nvSpPr>
          <p:cNvPr id="73" name="Text 71"/>
          <p:cNvSpPr/>
          <p:nvPr/>
        </p:nvSpPr>
        <p:spPr>
          <a:xfrm>
            <a:off x="905256" y="4937760"/>
            <a:ext cx="841248"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simple molecular</a:t>
            </a:r>
            <a:endParaRPr lang="en-US" sz="1000" dirty="0"/>
          </a:p>
        </p:txBody>
      </p:sp>
      <p:sp>
        <p:nvSpPr>
          <p:cNvPr id="74" name="Shape 72"/>
          <p:cNvSpPr/>
          <p:nvPr/>
        </p:nvSpPr>
        <p:spPr>
          <a:xfrm>
            <a:off x="1737360" y="4956048"/>
            <a:ext cx="182880" cy="182880"/>
          </a:xfrm>
          <a:prstGeom prst="rect">
            <a:avLst/>
          </a:prstGeom>
          <a:solidFill>
            <a:srgbClr val="E0A458"/>
          </a:solidFill>
          <a:ln w="6350">
            <a:solidFill>
              <a:srgbClr val="2A1F3D"/>
            </a:solidFill>
            <a:prstDash val="solid"/>
          </a:ln>
        </p:spPr>
      </p:sp>
      <p:sp>
        <p:nvSpPr>
          <p:cNvPr id="75" name="Text 73"/>
          <p:cNvSpPr/>
          <p:nvPr/>
        </p:nvSpPr>
        <p:spPr>
          <a:xfrm>
            <a:off x="1956816" y="4937760"/>
            <a:ext cx="841248"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polymer</a:t>
            </a:r>
            <a:endParaRPr lang="en-US" sz="1000" dirty="0"/>
          </a:p>
        </p:txBody>
      </p:sp>
      <p:sp>
        <p:nvSpPr>
          <p:cNvPr id="76" name="Shape 74"/>
          <p:cNvSpPr/>
          <p:nvPr/>
        </p:nvSpPr>
        <p:spPr>
          <a:xfrm>
            <a:off x="2788920" y="4956048"/>
            <a:ext cx="182880" cy="182880"/>
          </a:xfrm>
          <a:prstGeom prst="rect">
            <a:avLst/>
          </a:prstGeom>
          <a:solidFill>
            <a:srgbClr val="8E7CC3"/>
          </a:solidFill>
          <a:ln w="6350">
            <a:solidFill>
              <a:srgbClr val="2A1F3D"/>
            </a:solidFill>
            <a:prstDash val="solid"/>
          </a:ln>
        </p:spPr>
      </p:sp>
      <p:sp>
        <p:nvSpPr>
          <p:cNvPr id="77" name="Text 75"/>
          <p:cNvSpPr/>
          <p:nvPr/>
        </p:nvSpPr>
        <p:spPr>
          <a:xfrm>
            <a:off x="3008376" y="4937760"/>
            <a:ext cx="841248"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ionic</a:t>
            </a:r>
            <a:endParaRPr lang="en-US" sz="1000" dirty="0"/>
          </a:p>
        </p:txBody>
      </p:sp>
      <p:sp>
        <p:nvSpPr>
          <p:cNvPr id="78" name="Shape 76"/>
          <p:cNvSpPr/>
          <p:nvPr/>
        </p:nvSpPr>
        <p:spPr>
          <a:xfrm>
            <a:off x="3840480" y="4956048"/>
            <a:ext cx="182880" cy="182880"/>
          </a:xfrm>
          <a:prstGeom prst="rect">
            <a:avLst/>
          </a:prstGeom>
          <a:solidFill>
            <a:srgbClr val="D7A15E"/>
          </a:solidFill>
          <a:ln w="6350">
            <a:solidFill>
              <a:srgbClr val="2A1F3D"/>
            </a:solidFill>
            <a:prstDash val="solid"/>
          </a:ln>
        </p:spPr>
      </p:sp>
      <p:sp>
        <p:nvSpPr>
          <p:cNvPr id="79" name="Text 77"/>
          <p:cNvSpPr/>
          <p:nvPr/>
        </p:nvSpPr>
        <p:spPr>
          <a:xfrm>
            <a:off x="4059936" y="4937760"/>
            <a:ext cx="841248"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metal</a:t>
            </a:r>
            <a:endParaRPr lang="en-US" sz="1000" dirty="0"/>
          </a:p>
        </p:txBody>
      </p:sp>
      <p:sp>
        <p:nvSpPr>
          <p:cNvPr id="80" name="Shape 78"/>
          <p:cNvSpPr/>
          <p:nvPr/>
        </p:nvSpPr>
        <p:spPr>
          <a:xfrm>
            <a:off x="4892040" y="4956048"/>
            <a:ext cx="182880" cy="182880"/>
          </a:xfrm>
          <a:prstGeom prst="rect">
            <a:avLst/>
          </a:prstGeom>
          <a:solidFill>
            <a:srgbClr val="4A4A55"/>
          </a:solidFill>
          <a:ln w="6350">
            <a:solidFill>
              <a:srgbClr val="2A1F3D"/>
            </a:solidFill>
            <a:prstDash val="solid"/>
          </a:ln>
        </p:spPr>
      </p:sp>
      <p:sp>
        <p:nvSpPr>
          <p:cNvPr id="81" name="Text 79"/>
          <p:cNvSpPr/>
          <p:nvPr/>
        </p:nvSpPr>
        <p:spPr>
          <a:xfrm>
            <a:off x="5111496" y="4937760"/>
            <a:ext cx="841248" cy="219456"/>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giant covalent</a:t>
            </a:r>
            <a:endParaRPr lang="en-US" sz="1000" dirty="0"/>
          </a:p>
        </p:txBody>
      </p:sp>
      <p:sp>
        <p:nvSpPr>
          <p:cNvPr id="82" name="Shape 80"/>
          <p:cNvSpPr/>
          <p:nvPr/>
        </p:nvSpPr>
        <p:spPr>
          <a:xfrm>
            <a:off x="6217920" y="1188720"/>
            <a:ext cx="5559552" cy="2697480"/>
          </a:xfrm>
          <a:prstGeom prst="roundRect">
            <a:avLst>
              <a:gd name="adj" fmla="val 2034"/>
            </a:avLst>
          </a:prstGeom>
          <a:solidFill>
            <a:srgbClr val="F8F5FC"/>
          </a:solidFill>
          <a:ln w="9525">
            <a:solidFill>
              <a:srgbClr val="DDD3EC"/>
            </a:solidFill>
            <a:prstDash val="solid"/>
          </a:ln>
        </p:spPr>
      </p:sp>
      <p:sp>
        <p:nvSpPr>
          <p:cNvPr id="83" name="Text 81"/>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has to be overcome when it melts?</a:t>
            </a:r>
            <a:endParaRPr lang="en-US" sz="1300" dirty="0"/>
          </a:p>
        </p:txBody>
      </p:sp>
      <p:sp>
        <p:nvSpPr>
          <p:cNvPr id="84" name="Text 82"/>
          <p:cNvSpPr/>
          <p:nvPr/>
        </p:nvSpPr>
        <p:spPr>
          <a:xfrm>
            <a:off x="6382512" y="1609344"/>
            <a:ext cx="5230368" cy="22037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Simple molecules</a:t>
            </a:r>
            <a:r>
              <a:rPr lang="en-US" sz="1100" dirty="0">
                <a:solidFill>
                  <a:srgbClr val="262B3A"/>
                </a:solidFill>
                <a:latin typeface="Calibri" pitchFamily="34" charset="0"/>
                <a:ea typeface="Calibri" pitchFamily="34" charset="-122"/>
                <a:cs typeface="Calibri" pitchFamily="34" charset="-120"/>
              </a:rPr>
              <a:t>: the covalent bonds </a:t>
            </a:r>
            <a:r>
              <a:rPr lang="en-US" sz="1100" b="1" dirty="0">
                <a:solidFill>
                  <a:srgbClr val="262B3A"/>
                </a:solidFill>
                <a:latin typeface="Calibri" pitchFamily="34" charset="0"/>
                <a:ea typeface="Calibri" pitchFamily="34" charset="-122"/>
                <a:cs typeface="Calibri" pitchFamily="34" charset="-120"/>
              </a:rPr>
              <a:t>inside</a:t>
            </a:r>
            <a:r>
              <a:rPr lang="en-US" sz="1100" dirty="0">
                <a:solidFill>
                  <a:srgbClr val="262B3A"/>
                </a:solidFill>
                <a:latin typeface="Calibri" pitchFamily="34" charset="0"/>
                <a:ea typeface="Calibri" pitchFamily="34" charset="-122"/>
                <a:cs typeface="Calibri" pitchFamily="34" charset="-120"/>
              </a:rPr>
              <a:t> each molecule are strong, but the </a:t>
            </a:r>
            <a:r>
              <a:rPr lang="en-US" sz="1100" b="1" dirty="0">
                <a:solidFill>
                  <a:srgbClr val="262B3A"/>
                </a:solidFill>
                <a:latin typeface="Calibri" pitchFamily="34" charset="0"/>
                <a:ea typeface="Calibri" pitchFamily="34" charset="-122"/>
                <a:cs typeface="Calibri" pitchFamily="34" charset="-120"/>
              </a:rPr>
              <a:t>intermolecular forces</a:t>
            </a:r>
            <a:r>
              <a:rPr lang="en-US" sz="1100" dirty="0">
                <a:solidFill>
                  <a:srgbClr val="262B3A"/>
                </a:solidFill>
                <a:latin typeface="Calibri" pitchFamily="34" charset="0"/>
                <a:ea typeface="Calibri" pitchFamily="34" charset="-122"/>
                <a:cs typeface="Calibri" pitchFamily="34" charset="-120"/>
              </a:rPr>
              <a:t> between molecules are </a:t>
            </a:r>
            <a:r>
              <a:rPr lang="en-US" sz="1100" b="1" dirty="0">
                <a:solidFill>
                  <a:srgbClr val="262B3A"/>
                </a:solidFill>
                <a:latin typeface="Calibri" pitchFamily="34" charset="0"/>
                <a:ea typeface="Calibri" pitchFamily="34" charset="-122"/>
                <a:cs typeface="Calibri" pitchFamily="34" charset="-120"/>
              </a:rPr>
              <a:t>weak</a:t>
            </a:r>
            <a:r>
              <a:rPr lang="en-US" sz="1100" dirty="0">
                <a:solidFill>
                  <a:srgbClr val="262B3A"/>
                </a:solidFill>
                <a:latin typeface="Calibri" pitchFamily="34" charset="0"/>
                <a:ea typeface="Calibri" pitchFamily="34" charset="-122"/>
                <a:cs typeface="Calibri" pitchFamily="34" charset="-120"/>
              </a:rPr>
              <a:t>. Melting or boiling only overcomes these weak forces: </a:t>
            </a:r>
            <a:r>
              <a:rPr lang="en-US" sz="1100" b="1" dirty="0">
                <a:solidFill>
                  <a:srgbClr val="262B3A"/>
                </a:solidFill>
                <a:latin typeface="Calibri" pitchFamily="34" charset="0"/>
                <a:ea typeface="Calibri" pitchFamily="34" charset="-122"/>
                <a:cs typeface="Calibri" pitchFamily="34" charset="-120"/>
              </a:rPr>
              <a:t>low</a:t>
            </a:r>
            <a:r>
              <a:rPr lang="en-US" sz="1100" dirty="0">
                <a:solidFill>
                  <a:srgbClr val="262B3A"/>
                </a:solidFill>
                <a:latin typeface="Calibri" pitchFamily="34" charset="0"/>
                <a:ea typeface="Calibri" pitchFamily="34" charset="-122"/>
                <a:cs typeface="Calibri" pitchFamily="34" charset="-120"/>
              </a:rPr>
              <a:t> melting points.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Giant</a:t>
            </a:r>
            <a:r>
              <a:rPr lang="en-US" sz="1100" dirty="0">
                <a:solidFill>
                  <a:srgbClr val="262B3A"/>
                </a:solidFill>
                <a:latin typeface="Calibri" pitchFamily="34" charset="0"/>
                <a:ea typeface="Calibri" pitchFamily="34" charset="-122"/>
                <a:cs typeface="Calibri" pitchFamily="34" charset="-120"/>
              </a:rPr>
              <a:t> structures (ionic, giant covalent, metallic): melting must break </a:t>
            </a:r>
            <a:r>
              <a:rPr lang="en-US" sz="1100" b="1" dirty="0">
                <a:solidFill>
                  <a:srgbClr val="262B3A"/>
                </a:solidFill>
                <a:latin typeface="Calibri" pitchFamily="34" charset="0"/>
                <a:ea typeface="Calibri" pitchFamily="34" charset="-122"/>
                <a:cs typeface="Calibri" pitchFamily="34" charset="-120"/>
              </a:rPr>
              <a:t>many strong bonds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high</a:t>
            </a:r>
            <a:r>
              <a:rPr lang="en-US" sz="1100" dirty="0">
                <a:solidFill>
                  <a:srgbClr val="262B3A"/>
                </a:solidFill>
                <a:latin typeface="Calibri" pitchFamily="34" charset="0"/>
                <a:ea typeface="Calibri" pitchFamily="34" charset="-122"/>
                <a:cs typeface="Calibri" pitchFamily="34" charset="-120"/>
              </a:rPr>
              <a:t> melting points.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Polymers</a:t>
            </a:r>
            <a:r>
              <a:rPr lang="en-US" sz="1100" dirty="0">
                <a:solidFill>
                  <a:srgbClr val="262B3A"/>
                </a:solidFill>
                <a:latin typeface="Calibri" pitchFamily="34" charset="0"/>
                <a:ea typeface="Calibri" pitchFamily="34" charset="-122"/>
                <a:cs typeface="Calibri" pitchFamily="34" charset="-120"/>
              </a:rPr>
              <a:t> are in between: chains are long, so the forces between them add up.</a:t>
            </a:r>
            <a:endParaRPr lang="en-US" sz="1100" dirty="0"/>
          </a:p>
        </p:txBody>
      </p:sp>
      <p:sp>
        <p:nvSpPr>
          <p:cNvPr id="85" name="Shape 83"/>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86" name="Text 84"/>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the chart</a:t>
            </a:r>
            <a:endParaRPr lang="en-US" sz="1300" dirty="0"/>
          </a:p>
        </p:txBody>
      </p:sp>
      <p:sp>
        <p:nvSpPr>
          <p:cNvPr id="87" name="Text 85"/>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How much higher is the melting point of NaCl than CH₄?</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Values   </a:t>
            </a:r>
            <a:r>
              <a:rPr lang="en-US" sz="1050" dirty="0">
                <a:solidFill>
                  <a:srgbClr val="262B3A"/>
                </a:solidFill>
                <a:latin typeface="Calibri" pitchFamily="34" charset="0"/>
                <a:ea typeface="Calibri" pitchFamily="34" charset="-122"/>
                <a:cs typeface="Calibri" pitchFamily="34" charset="-120"/>
              </a:rPr>
              <a:t>NaCl 801 °C; CH₄ −182 °C</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Subtract   </a:t>
            </a:r>
            <a:r>
              <a:rPr lang="en-US" sz="1050" dirty="0">
                <a:solidFill>
                  <a:srgbClr val="262B3A"/>
                </a:solidFill>
                <a:latin typeface="Calibri" pitchFamily="34" charset="0"/>
                <a:ea typeface="Calibri" pitchFamily="34" charset="-122"/>
                <a:cs typeface="Calibri" pitchFamily="34" charset="-120"/>
              </a:rPr>
              <a:t>801 − (−182) = 801 + 182</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983 °C</a:t>
            </a:r>
            <a:r>
              <a:rPr lang="en-US" sz="1050" b="1" dirty="0">
                <a:solidFill>
                  <a:srgbClr val="C8414C"/>
                </a:solidFill>
                <a:latin typeface="Calibri" pitchFamily="34" charset="0"/>
                <a:ea typeface="Calibri" pitchFamily="34" charset="-122"/>
                <a:cs typeface="Calibri" pitchFamily="34" charset="-120"/>
              </a:rPr>
              <a:t> higher</a:t>
            </a:r>
            <a:endParaRPr lang="en-US" sz="1050" dirty="0"/>
          </a:p>
        </p:txBody>
      </p:sp>
      <p:sp>
        <p:nvSpPr>
          <p:cNvPr id="88" name="Shape 86"/>
          <p:cNvSpPr/>
          <p:nvPr/>
        </p:nvSpPr>
        <p:spPr>
          <a:xfrm>
            <a:off x="411480" y="5833872"/>
            <a:ext cx="11368735" cy="530352"/>
          </a:xfrm>
          <a:prstGeom prst="rect">
            <a:avLst/>
          </a:prstGeom>
          <a:solidFill>
            <a:srgbClr val="FFF4E0"/>
          </a:solidFill>
          <a:ln w="6350">
            <a:solidFill>
              <a:srgbClr val="F1D9A8"/>
            </a:solidFill>
            <a:prstDash val="solid"/>
          </a:ln>
        </p:spPr>
      </p:sp>
      <p:sp>
        <p:nvSpPr>
          <p:cNvPr id="89" name="Shape 87"/>
          <p:cNvSpPr/>
          <p:nvPr/>
        </p:nvSpPr>
        <p:spPr>
          <a:xfrm>
            <a:off x="411480" y="5833872"/>
            <a:ext cx="82296" cy="530352"/>
          </a:xfrm>
          <a:prstGeom prst="rect">
            <a:avLst/>
          </a:prstGeom>
          <a:solidFill>
            <a:srgbClr val="E39A2F"/>
          </a:solidFill>
          <a:ln w="12700">
            <a:solidFill>
              <a:srgbClr val="E39A2F"/>
            </a:solidFill>
            <a:prstDash val="solid"/>
          </a:ln>
        </p:spPr>
      </p:sp>
      <p:sp>
        <p:nvSpPr>
          <p:cNvPr id="90" name="Text 8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When water </a:t>
            </a:r>
            <a:r>
              <a:rPr lang="en-US" sz="1150" b="1" dirty="0">
                <a:solidFill>
                  <a:srgbClr val="262B3A"/>
                </a:solidFill>
                <a:latin typeface="Calibri" pitchFamily="34" charset="0"/>
                <a:ea typeface="Calibri" pitchFamily="34" charset="-122"/>
                <a:cs typeface="Calibri" pitchFamily="34" charset="-120"/>
              </a:rPr>
              <a:t>boils</a:t>
            </a:r>
            <a:r>
              <a:rPr lang="en-US" sz="1150" dirty="0">
                <a:solidFill>
                  <a:srgbClr val="262B3A"/>
                </a:solidFill>
                <a:latin typeface="Calibri" pitchFamily="34" charset="0"/>
                <a:ea typeface="Calibri" pitchFamily="34" charset="-122"/>
                <a:cs typeface="Calibri" pitchFamily="34" charset="-120"/>
              </a:rPr>
              <a:t>, are the O–H bonds broken? Explain. How much higher is the melting point of SiO₂ than NaCl?</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Polymers: bonds in and between chains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C4.2.2 • the nature and arrangement of bonds in polymers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C4.2.2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poly(ethene): one chain (top) and many tangled chains (bottom); not to scale</a:t>
            </a:r>
            <a:endParaRPr lang="en-US" sz="1000" dirty="0"/>
          </a:p>
        </p:txBody>
      </p:sp>
      <p:sp>
        <p:nvSpPr>
          <p:cNvPr id="10" name="Text 8"/>
          <p:cNvSpPr/>
          <p:nvPr/>
        </p:nvSpPr>
        <p:spPr>
          <a:xfrm>
            <a:off x="777240" y="1645920"/>
            <a:ext cx="274320" cy="274320"/>
          </a:xfrm>
          <a:prstGeom prst="rect">
            <a:avLst/>
          </a:prstGeom>
          <a:noFill/>
          <a:ln/>
        </p:spPr>
        <p:txBody>
          <a:bodyPr wrap="square" lIns="0" tIns="0" rIns="0" bIns="0" rtlCol="0" anchor="ctr"/>
          <a:lstStyle/>
          <a:p>
            <a:pPr algn="ctr" indent="0" marL="0">
              <a:buNone/>
            </a:pPr>
            <a:r>
              <a:rPr lang="en-US" sz="1300" b="1" dirty="0">
                <a:solidFill>
                  <a:srgbClr val="262B3A"/>
                </a:solidFill>
                <a:latin typeface="Calibri" pitchFamily="34" charset="0"/>
                <a:ea typeface="Calibri" pitchFamily="34" charset="-122"/>
                <a:cs typeface="Calibri" pitchFamily="34" charset="-120"/>
              </a:rPr>
              <a:t>C</a:t>
            </a:r>
            <a:endParaRPr lang="en-US" sz="1300" dirty="0"/>
          </a:p>
        </p:txBody>
      </p:sp>
      <p:sp>
        <p:nvSpPr>
          <p:cNvPr id="11" name="Text 9"/>
          <p:cNvSpPr/>
          <p:nvPr/>
        </p:nvSpPr>
        <p:spPr>
          <a:xfrm>
            <a:off x="777240" y="1161288"/>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12" name="Shape 10"/>
          <p:cNvSpPr/>
          <p:nvPr/>
        </p:nvSpPr>
        <p:spPr>
          <a:xfrm>
            <a:off x="914400" y="1435608"/>
            <a:ext cx="91" cy="201168"/>
          </a:xfrm>
          <a:prstGeom prst="line">
            <a:avLst/>
          </a:prstGeom>
          <a:noFill/>
          <a:ln w="15875">
            <a:solidFill>
              <a:srgbClr val="2A1F3D"/>
            </a:solidFill>
            <a:prstDash val="solid"/>
          </a:ln>
        </p:spPr>
      </p:sp>
      <p:sp>
        <p:nvSpPr>
          <p:cNvPr id="13" name="Text 11"/>
          <p:cNvSpPr/>
          <p:nvPr/>
        </p:nvSpPr>
        <p:spPr>
          <a:xfrm>
            <a:off x="777240" y="2130552"/>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14" name="Shape 12"/>
          <p:cNvSpPr/>
          <p:nvPr/>
        </p:nvSpPr>
        <p:spPr>
          <a:xfrm>
            <a:off x="914400" y="1929384"/>
            <a:ext cx="91" cy="201168"/>
          </a:xfrm>
          <a:prstGeom prst="line">
            <a:avLst/>
          </a:prstGeom>
          <a:noFill/>
          <a:ln w="15875">
            <a:solidFill>
              <a:srgbClr val="2A1F3D"/>
            </a:solidFill>
            <a:prstDash val="solid"/>
          </a:ln>
        </p:spPr>
      </p:sp>
      <p:sp>
        <p:nvSpPr>
          <p:cNvPr id="15" name="Shape 13"/>
          <p:cNvSpPr/>
          <p:nvPr/>
        </p:nvSpPr>
        <p:spPr>
          <a:xfrm>
            <a:off x="1051560" y="1783080"/>
            <a:ext cx="274320" cy="91"/>
          </a:xfrm>
          <a:prstGeom prst="line">
            <a:avLst/>
          </a:prstGeom>
          <a:noFill/>
          <a:ln w="15875">
            <a:solidFill>
              <a:srgbClr val="2A1F3D"/>
            </a:solidFill>
            <a:prstDash val="solid"/>
          </a:ln>
        </p:spPr>
      </p:sp>
      <p:sp>
        <p:nvSpPr>
          <p:cNvPr id="16" name="Text 14"/>
          <p:cNvSpPr/>
          <p:nvPr/>
        </p:nvSpPr>
        <p:spPr>
          <a:xfrm>
            <a:off x="1325880" y="1645920"/>
            <a:ext cx="274320" cy="274320"/>
          </a:xfrm>
          <a:prstGeom prst="rect">
            <a:avLst/>
          </a:prstGeom>
          <a:noFill/>
          <a:ln/>
        </p:spPr>
        <p:txBody>
          <a:bodyPr wrap="square" lIns="0" tIns="0" rIns="0" bIns="0" rtlCol="0" anchor="ctr"/>
          <a:lstStyle/>
          <a:p>
            <a:pPr algn="ctr" indent="0" marL="0">
              <a:buNone/>
            </a:pPr>
            <a:r>
              <a:rPr lang="en-US" sz="1300" b="1" dirty="0">
                <a:solidFill>
                  <a:srgbClr val="262B3A"/>
                </a:solidFill>
                <a:latin typeface="Calibri" pitchFamily="34" charset="0"/>
                <a:ea typeface="Calibri" pitchFamily="34" charset="-122"/>
                <a:cs typeface="Calibri" pitchFamily="34" charset="-120"/>
              </a:rPr>
              <a:t>C</a:t>
            </a:r>
            <a:endParaRPr lang="en-US" sz="1300" dirty="0"/>
          </a:p>
        </p:txBody>
      </p:sp>
      <p:sp>
        <p:nvSpPr>
          <p:cNvPr id="17" name="Text 15"/>
          <p:cNvSpPr/>
          <p:nvPr/>
        </p:nvSpPr>
        <p:spPr>
          <a:xfrm>
            <a:off x="1325880" y="1161288"/>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18" name="Shape 16"/>
          <p:cNvSpPr/>
          <p:nvPr/>
        </p:nvSpPr>
        <p:spPr>
          <a:xfrm>
            <a:off x="1463040" y="1435608"/>
            <a:ext cx="91" cy="201168"/>
          </a:xfrm>
          <a:prstGeom prst="line">
            <a:avLst/>
          </a:prstGeom>
          <a:noFill/>
          <a:ln w="15875">
            <a:solidFill>
              <a:srgbClr val="2A1F3D"/>
            </a:solidFill>
            <a:prstDash val="solid"/>
          </a:ln>
        </p:spPr>
      </p:sp>
      <p:sp>
        <p:nvSpPr>
          <p:cNvPr id="19" name="Text 17"/>
          <p:cNvSpPr/>
          <p:nvPr/>
        </p:nvSpPr>
        <p:spPr>
          <a:xfrm>
            <a:off x="1325880" y="2130552"/>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20" name="Shape 18"/>
          <p:cNvSpPr/>
          <p:nvPr/>
        </p:nvSpPr>
        <p:spPr>
          <a:xfrm>
            <a:off x="1463040" y="1929384"/>
            <a:ext cx="91" cy="201168"/>
          </a:xfrm>
          <a:prstGeom prst="line">
            <a:avLst/>
          </a:prstGeom>
          <a:noFill/>
          <a:ln w="15875">
            <a:solidFill>
              <a:srgbClr val="2A1F3D"/>
            </a:solidFill>
            <a:prstDash val="solid"/>
          </a:ln>
        </p:spPr>
      </p:sp>
      <p:sp>
        <p:nvSpPr>
          <p:cNvPr id="21" name="Shape 19"/>
          <p:cNvSpPr/>
          <p:nvPr/>
        </p:nvSpPr>
        <p:spPr>
          <a:xfrm>
            <a:off x="1600200" y="1783080"/>
            <a:ext cx="274320" cy="91"/>
          </a:xfrm>
          <a:prstGeom prst="line">
            <a:avLst/>
          </a:prstGeom>
          <a:noFill/>
          <a:ln w="15875">
            <a:solidFill>
              <a:srgbClr val="2A1F3D"/>
            </a:solidFill>
            <a:prstDash val="solid"/>
          </a:ln>
        </p:spPr>
      </p:sp>
      <p:sp>
        <p:nvSpPr>
          <p:cNvPr id="22" name="Text 20"/>
          <p:cNvSpPr/>
          <p:nvPr/>
        </p:nvSpPr>
        <p:spPr>
          <a:xfrm>
            <a:off x="1874520" y="1645920"/>
            <a:ext cx="274320" cy="274320"/>
          </a:xfrm>
          <a:prstGeom prst="rect">
            <a:avLst/>
          </a:prstGeom>
          <a:noFill/>
          <a:ln/>
        </p:spPr>
        <p:txBody>
          <a:bodyPr wrap="square" lIns="0" tIns="0" rIns="0" bIns="0" rtlCol="0" anchor="ctr"/>
          <a:lstStyle/>
          <a:p>
            <a:pPr algn="ctr" indent="0" marL="0">
              <a:buNone/>
            </a:pPr>
            <a:r>
              <a:rPr lang="en-US" sz="1300" b="1" dirty="0">
                <a:solidFill>
                  <a:srgbClr val="262B3A"/>
                </a:solidFill>
                <a:latin typeface="Calibri" pitchFamily="34" charset="0"/>
                <a:ea typeface="Calibri" pitchFamily="34" charset="-122"/>
                <a:cs typeface="Calibri" pitchFamily="34" charset="-120"/>
              </a:rPr>
              <a:t>C</a:t>
            </a:r>
            <a:endParaRPr lang="en-US" sz="1300" dirty="0"/>
          </a:p>
        </p:txBody>
      </p:sp>
      <p:sp>
        <p:nvSpPr>
          <p:cNvPr id="23" name="Text 21"/>
          <p:cNvSpPr/>
          <p:nvPr/>
        </p:nvSpPr>
        <p:spPr>
          <a:xfrm>
            <a:off x="1874520" y="1161288"/>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24" name="Shape 22"/>
          <p:cNvSpPr/>
          <p:nvPr/>
        </p:nvSpPr>
        <p:spPr>
          <a:xfrm>
            <a:off x="2011680" y="1435608"/>
            <a:ext cx="91" cy="201168"/>
          </a:xfrm>
          <a:prstGeom prst="line">
            <a:avLst/>
          </a:prstGeom>
          <a:noFill/>
          <a:ln w="15875">
            <a:solidFill>
              <a:srgbClr val="2A1F3D"/>
            </a:solidFill>
            <a:prstDash val="solid"/>
          </a:ln>
        </p:spPr>
      </p:sp>
      <p:sp>
        <p:nvSpPr>
          <p:cNvPr id="25" name="Text 23"/>
          <p:cNvSpPr/>
          <p:nvPr/>
        </p:nvSpPr>
        <p:spPr>
          <a:xfrm>
            <a:off x="1874520" y="2130552"/>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26" name="Shape 24"/>
          <p:cNvSpPr/>
          <p:nvPr/>
        </p:nvSpPr>
        <p:spPr>
          <a:xfrm>
            <a:off x="2011680" y="1929384"/>
            <a:ext cx="91" cy="201168"/>
          </a:xfrm>
          <a:prstGeom prst="line">
            <a:avLst/>
          </a:prstGeom>
          <a:noFill/>
          <a:ln w="15875">
            <a:solidFill>
              <a:srgbClr val="2A1F3D"/>
            </a:solidFill>
            <a:prstDash val="solid"/>
          </a:ln>
        </p:spPr>
      </p:sp>
      <p:sp>
        <p:nvSpPr>
          <p:cNvPr id="27" name="Shape 25"/>
          <p:cNvSpPr/>
          <p:nvPr/>
        </p:nvSpPr>
        <p:spPr>
          <a:xfrm>
            <a:off x="2148840" y="1783080"/>
            <a:ext cx="274320" cy="91"/>
          </a:xfrm>
          <a:prstGeom prst="line">
            <a:avLst/>
          </a:prstGeom>
          <a:noFill/>
          <a:ln w="15875">
            <a:solidFill>
              <a:srgbClr val="2A1F3D"/>
            </a:solidFill>
            <a:prstDash val="solid"/>
          </a:ln>
        </p:spPr>
      </p:sp>
      <p:sp>
        <p:nvSpPr>
          <p:cNvPr id="28" name="Text 26"/>
          <p:cNvSpPr/>
          <p:nvPr/>
        </p:nvSpPr>
        <p:spPr>
          <a:xfrm>
            <a:off x="2423160" y="1645920"/>
            <a:ext cx="274320" cy="274320"/>
          </a:xfrm>
          <a:prstGeom prst="rect">
            <a:avLst/>
          </a:prstGeom>
          <a:noFill/>
          <a:ln/>
        </p:spPr>
        <p:txBody>
          <a:bodyPr wrap="square" lIns="0" tIns="0" rIns="0" bIns="0" rtlCol="0" anchor="ctr"/>
          <a:lstStyle/>
          <a:p>
            <a:pPr algn="ctr" indent="0" marL="0">
              <a:buNone/>
            </a:pPr>
            <a:r>
              <a:rPr lang="en-US" sz="1300" b="1" dirty="0">
                <a:solidFill>
                  <a:srgbClr val="262B3A"/>
                </a:solidFill>
                <a:latin typeface="Calibri" pitchFamily="34" charset="0"/>
                <a:ea typeface="Calibri" pitchFamily="34" charset="-122"/>
                <a:cs typeface="Calibri" pitchFamily="34" charset="-120"/>
              </a:rPr>
              <a:t>C</a:t>
            </a:r>
            <a:endParaRPr lang="en-US" sz="1300" dirty="0"/>
          </a:p>
        </p:txBody>
      </p:sp>
      <p:sp>
        <p:nvSpPr>
          <p:cNvPr id="29" name="Text 27"/>
          <p:cNvSpPr/>
          <p:nvPr/>
        </p:nvSpPr>
        <p:spPr>
          <a:xfrm>
            <a:off x="2423160" y="1161288"/>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30" name="Shape 28"/>
          <p:cNvSpPr/>
          <p:nvPr/>
        </p:nvSpPr>
        <p:spPr>
          <a:xfrm>
            <a:off x="2560320" y="1435608"/>
            <a:ext cx="91" cy="201168"/>
          </a:xfrm>
          <a:prstGeom prst="line">
            <a:avLst/>
          </a:prstGeom>
          <a:noFill/>
          <a:ln w="15875">
            <a:solidFill>
              <a:srgbClr val="2A1F3D"/>
            </a:solidFill>
            <a:prstDash val="solid"/>
          </a:ln>
        </p:spPr>
      </p:sp>
      <p:sp>
        <p:nvSpPr>
          <p:cNvPr id="31" name="Text 29"/>
          <p:cNvSpPr/>
          <p:nvPr/>
        </p:nvSpPr>
        <p:spPr>
          <a:xfrm>
            <a:off x="2423160" y="2130552"/>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32" name="Shape 30"/>
          <p:cNvSpPr/>
          <p:nvPr/>
        </p:nvSpPr>
        <p:spPr>
          <a:xfrm>
            <a:off x="2560320" y="1929384"/>
            <a:ext cx="91" cy="201168"/>
          </a:xfrm>
          <a:prstGeom prst="line">
            <a:avLst/>
          </a:prstGeom>
          <a:noFill/>
          <a:ln w="15875">
            <a:solidFill>
              <a:srgbClr val="2A1F3D"/>
            </a:solidFill>
            <a:prstDash val="solid"/>
          </a:ln>
        </p:spPr>
      </p:sp>
      <p:sp>
        <p:nvSpPr>
          <p:cNvPr id="33" name="Shape 31"/>
          <p:cNvSpPr/>
          <p:nvPr/>
        </p:nvSpPr>
        <p:spPr>
          <a:xfrm>
            <a:off x="2697480" y="1783080"/>
            <a:ext cx="274320" cy="91"/>
          </a:xfrm>
          <a:prstGeom prst="line">
            <a:avLst/>
          </a:prstGeom>
          <a:noFill/>
          <a:ln w="15875">
            <a:solidFill>
              <a:srgbClr val="2A1F3D"/>
            </a:solidFill>
            <a:prstDash val="solid"/>
          </a:ln>
        </p:spPr>
      </p:sp>
      <p:sp>
        <p:nvSpPr>
          <p:cNvPr id="34" name="Text 32"/>
          <p:cNvSpPr/>
          <p:nvPr/>
        </p:nvSpPr>
        <p:spPr>
          <a:xfrm>
            <a:off x="2971800" y="1645920"/>
            <a:ext cx="274320" cy="274320"/>
          </a:xfrm>
          <a:prstGeom prst="rect">
            <a:avLst/>
          </a:prstGeom>
          <a:noFill/>
          <a:ln/>
        </p:spPr>
        <p:txBody>
          <a:bodyPr wrap="square" lIns="0" tIns="0" rIns="0" bIns="0" rtlCol="0" anchor="ctr"/>
          <a:lstStyle/>
          <a:p>
            <a:pPr algn="ctr" indent="0" marL="0">
              <a:buNone/>
            </a:pPr>
            <a:r>
              <a:rPr lang="en-US" sz="1300" b="1" dirty="0">
                <a:solidFill>
                  <a:srgbClr val="262B3A"/>
                </a:solidFill>
                <a:latin typeface="Calibri" pitchFamily="34" charset="0"/>
                <a:ea typeface="Calibri" pitchFamily="34" charset="-122"/>
                <a:cs typeface="Calibri" pitchFamily="34" charset="-120"/>
              </a:rPr>
              <a:t>C</a:t>
            </a:r>
            <a:endParaRPr lang="en-US" sz="1300" dirty="0"/>
          </a:p>
        </p:txBody>
      </p:sp>
      <p:sp>
        <p:nvSpPr>
          <p:cNvPr id="35" name="Text 33"/>
          <p:cNvSpPr/>
          <p:nvPr/>
        </p:nvSpPr>
        <p:spPr>
          <a:xfrm>
            <a:off x="2971800" y="1161288"/>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36" name="Shape 34"/>
          <p:cNvSpPr/>
          <p:nvPr/>
        </p:nvSpPr>
        <p:spPr>
          <a:xfrm>
            <a:off x="3108960" y="1435608"/>
            <a:ext cx="91" cy="201168"/>
          </a:xfrm>
          <a:prstGeom prst="line">
            <a:avLst/>
          </a:prstGeom>
          <a:noFill/>
          <a:ln w="15875">
            <a:solidFill>
              <a:srgbClr val="2A1F3D"/>
            </a:solidFill>
            <a:prstDash val="solid"/>
          </a:ln>
        </p:spPr>
      </p:sp>
      <p:sp>
        <p:nvSpPr>
          <p:cNvPr id="37" name="Text 35"/>
          <p:cNvSpPr/>
          <p:nvPr/>
        </p:nvSpPr>
        <p:spPr>
          <a:xfrm>
            <a:off x="2971800" y="2130552"/>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38" name="Shape 36"/>
          <p:cNvSpPr/>
          <p:nvPr/>
        </p:nvSpPr>
        <p:spPr>
          <a:xfrm>
            <a:off x="3108960" y="1929384"/>
            <a:ext cx="91" cy="201168"/>
          </a:xfrm>
          <a:prstGeom prst="line">
            <a:avLst/>
          </a:prstGeom>
          <a:noFill/>
          <a:ln w="15875">
            <a:solidFill>
              <a:srgbClr val="2A1F3D"/>
            </a:solidFill>
            <a:prstDash val="solid"/>
          </a:ln>
        </p:spPr>
      </p:sp>
      <p:sp>
        <p:nvSpPr>
          <p:cNvPr id="39" name="Shape 37"/>
          <p:cNvSpPr/>
          <p:nvPr/>
        </p:nvSpPr>
        <p:spPr>
          <a:xfrm>
            <a:off x="3246120" y="1783080"/>
            <a:ext cx="274320" cy="91"/>
          </a:xfrm>
          <a:prstGeom prst="line">
            <a:avLst/>
          </a:prstGeom>
          <a:noFill/>
          <a:ln w="15875">
            <a:solidFill>
              <a:srgbClr val="2A1F3D"/>
            </a:solidFill>
            <a:prstDash val="solid"/>
          </a:ln>
        </p:spPr>
      </p:sp>
      <p:sp>
        <p:nvSpPr>
          <p:cNvPr id="40" name="Text 38"/>
          <p:cNvSpPr/>
          <p:nvPr/>
        </p:nvSpPr>
        <p:spPr>
          <a:xfrm>
            <a:off x="3520440" y="1645920"/>
            <a:ext cx="274320" cy="274320"/>
          </a:xfrm>
          <a:prstGeom prst="rect">
            <a:avLst/>
          </a:prstGeom>
          <a:noFill/>
          <a:ln/>
        </p:spPr>
        <p:txBody>
          <a:bodyPr wrap="square" lIns="0" tIns="0" rIns="0" bIns="0" rtlCol="0" anchor="ctr"/>
          <a:lstStyle/>
          <a:p>
            <a:pPr algn="ctr" indent="0" marL="0">
              <a:buNone/>
            </a:pPr>
            <a:r>
              <a:rPr lang="en-US" sz="1300" b="1" dirty="0">
                <a:solidFill>
                  <a:srgbClr val="262B3A"/>
                </a:solidFill>
                <a:latin typeface="Calibri" pitchFamily="34" charset="0"/>
                <a:ea typeface="Calibri" pitchFamily="34" charset="-122"/>
                <a:cs typeface="Calibri" pitchFamily="34" charset="-120"/>
              </a:rPr>
              <a:t>C</a:t>
            </a:r>
            <a:endParaRPr lang="en-US" sz="1300" dirty="0"/>
          </a:p>
        </p:txBody>
      </p:sp>
      <p:sp>
        <p:nvSpPr>
          <p:cNvPr id="41" name="Text 39"/>
          <p:cNvSpPr/>
          <p:nvPr/>
        </p:nvSpPr>
        <p:spPr>
          <a:xfrm>
            <a:off x="3520440" y="1161288"/>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42" name="Shape 40"/>
          <p:cNvSpPr/>
          <p:nvPr/>
        </p:nvSpPr>
        <p:spPr>
          <a:xfrm>
            <a:off x="3657600" y="1435608"/>
            <a:ext cx="91" cy="201168"/>
          </a:xfrm>
          <a:prstGeom prst="line">
            <a:avLst/>
          </a:prstGeom>
          <a:noFill/>
          <a:ln w="15875">
            <a:solidFill>
              <a:srgbClr val="2A1F3D"/>
            </a:solidFill>
            <a:prstDash val="solid"/>
          </a:ln>
        </p:spPr>
      </p:sp>
      <p:sp>
        <p:nvSpPr>
          <p:cNvPr id="43" name="Text 41"/>
          <p:cNvSpPr/>
          <p:nvPr/>
        </p:nvSpPr>
        <p:spPr>
          <a:xfrm>
            <a:off x="3520440" y="2130552"/>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44" name="Shape 42"/>
          <p:cNvSpPr/>
          <p:nvPr/>
        </p:nvSpPr>
        <p:spPr>
          <a:xfrm>
            <a:off x="3657600" y="1929384"/>
            <a:ext cx="91" cy="201168"/>
          </a:xfrm>
          <a:prstGeom prst="line">
            <a:avLst/>
          </a:prstGeom>
          <a:noFill/>
          <a:ln w="15875">
            <a:solidFill>
              <a:srgbClr val="2A1F3D"/>
            </a:solidFill>
            <a:prstDash val="solid"/>
          </a:ln>
        </p:spPr>
      </p:sp>
      <p:sp>
        <p:nvSpPr>
          <p:cNvPr id="45" name="Shape 43"/>
          <p:cNvSpPr/>
          <p:nvPr/>
        </p:nvSpPr>
        <p:spPr>
          <a:xfrm>
            <a:off x="3794760" y="1783080"/>
            <a:ext cx="274320" cy="91"/>
          </a:xfrm>
          <a:prstGeom prst="line">
            <a:avLst/>
          </a:prstGeom>
          <a:noFill/>
          <a:ln w="15875">
            <a:solidFill>
              <a:srgbClr val="2A1F3D"/>
            </a:solidFill>
            <a:prstDash val="solid"/>
          </a:ln>
        </p:spPr>
      </p:sp>
      <p:sp>
        <p:nvSpPr>
          <p:cNvPr id="46" name="Text 44"/>
          <p:cNvSpPr/>
          <p:nvPr/>
        </p:nvSpPr>
        <p:spPr>
          <a:xfrm>
            <a:off x="4069080" y="1645920"/>
            <a:ext cx="274320" cy="274320"/>
          </a:xfrm>
          <a:prstGeom prst="rect">
            <a:avLst/>
          </a:prstGeom>
          <a:noFill/>
          <a:ln/>
        </p:spPr>
        <p:txBody>
          <a:bodyPr wrap="square" lIns="0" tIns="0" rIns="0" bIns="0" rtlCol="0" anchor="ctr"/>
          <a:lstStyle/>
          <a:p>
            <a:pPr algn="ctr" indent="0" marL="0">
              <a:buNone/>
            </a:pPr>
            <a:r>
              <a:rPr lang="en-US" sz="1300" b="1" dirty="0">
                <a:solidFill>
                  <a:srgbClr val="262B3A"/>
                </a:solidFill>
                <a:latin typeface="Calibri" pitchFamily="34" charset="0"/>
                <a:ea typeface="Calibri" pitchFamily="34" charset="-122"/>
                <a:cs typeface="Calibri" pitchFamily="34" charset="-120"/>
              </a:rPr>
              <a:t>C</a:t>
            </a:r>
            <a:endParaRPr lang="en-US" sz="1300" dirty="0"/>
          </a:p>
        </p:txBody>
      </p:sp>
      <p:sp>
        <p:nvSpPr>
          <p:cNvPr id="47" name="Text 45"/>
          <p:cNvSpPr/>
          <p:nvPr/>
        </p:nvSpPr>
        <p:spPr>
          <a:xfrm>
            <a:off x="4069080" y="1161288"/>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48" name="Shape 46"/>
          <p:cNvSpPr/>
          <p:nvPr/>
        </p:nvSpPr>
        <p:spPr>
          <a:xfrm>
            <a:off x="4206240" y="1435608"/>
            <a:ext cx="91" cy="201168"/>
          </a:xfrm>
          <a:prstGeom prst="line">
            <a:avLst/>
          </a:prstGeom>
          <a:noFill/>
          <a:ln w="15875">
            <a:solidFill>
              <a:srgbClr val="2A1F3D"/>
            </a:solidFill>
            <a:prstDash val="solid"/>
          </a:ln>
        </p:spPr>
      </p:sp>
      <p:sp>
        <p:nvSpPr>
          <p:cNvPr id="49" name="Text 47"/>
          <p:cNvSpPr/>
          <p:nvPr/>
        </p:nvSpPr>
        <p:spPr>
          <a:xfrm>
            <a:off x="4069080" y="2130552"/>
            <a:ext cx="274320" cy="274320"/>
          </a:xfrm>
          <a:prstGeom prst="rect">
            <a:avLst/>
          </a:prstGeom>
          <a:noFill/>
          <a:ln/>
        </p:spPr>
        <p:txBody>
          <a:bodyPr wrap="square" lIns="0" tIns="0" rIns="0" bIns="0" rtlCol="0" anchor="ctr"/>
          <a:lstStyle/>
          <a:p>
            <a:pPr algn="ctr" indent="0" marL="0">
              <a:buNone/>
            </a:pPr>
            <a:r>
              <a:rPr lang="en-US" sz="1200" dirty="0">
                <a:solidFill>
                  <a:srgbClr val="262B3A"/>
                </a:solidFill>
                <a:latin typeface="Calibri" pitchFamily="34" charset="0"/>
                <a:ea typeface="Calibri" pitchFamily="34" charset="-122"/>
                <a:cs typeface="Calibri" pitchFamily="34" charset="-120"/>
              </a:rPr>
              <a:t>H</a:t>
            </a:r>
            <a:endParaRPr lang="en-US" sz="1200" dirty="0"/>
          </a:p>
        </p:txBody>
      </p:sp>
      <p:sp>
        <p:nvSpPr>
          <p:cNvPr id="50" name="Shape 48"/>
          <p:cNvSpPr/>
          <p:nvPr/>
        </p:nvSpPr>
        <p:spPr>
          <a:xfrm>
            <a:off x="4206240" y="1929384"/>
            <a:ext cx="91" cy="201168"/>
          </a:xfrm>
          <a:prstGeom prst="line">
            <a:avLst/>
          </a:prstGeom>
          <a:noFill/>
          <a:ln w="15875">
            <a:solidFill>
              <a:srgbClr val="2A1F3D"/>
            </a:solidFill>
            <a:prstDash val="solid"/>
          </a:ln>
        </p:spPr>
      </p:sp>
      <p:sp>
        <p:nvSpPr>
          <p:cNvPr id="51" name="Shape 49"/>
          <p:cNvSpPr/>
          <p:nvPr/>
        </p:nvSpPr>
        <p:spPr>
          <a:xfrm>
            <a:off x="502920" y="1783080"/>
            <a:ext cx="274320" cy="91"/>
          </a:xfrm>
          <a:prstGeom prst="line">
            <a:avLst/>
          </a:prstGeom>
          <a:noFill/>
          <a:ln w="15875">
            <a:solidFill>
              <a:srgbClr val="2A1F3D"/>
            </a:solidFill>
            <a:prstDash val="dash"/>
          </a:ln>
        </p:spPr>
      </p:sp>
      <p:sp>
        <p:nvSpPr>
          <p:cNvPr id="52" name="Shape 50"/>
          <p:cNvSpPr/>
          <p:nvPr/>
        </p:nvSpPr>
        <p:spPr>
          <a:xfrm>
            <a:off x="4343400" y="1783080"/>
            <a:ext cx="274320" cy="91"/>
          </a:xfrm>
          <a:prstGeom prst="line">
            <a:avLst/>
          </a:prstGeom>
          <a:noFill/>
          <a:ln w="15875">
            <a:solidFill>
              <a:srgbClr val="2A1F3D"/>
            </a:solidFill>
            <a:prstDash val="dash"/>
          </a:ln>
        </p:spPr>
      </p:sp>
      <p:sp>
        <p:nvSpPr>
          <p:cNvPr id="53" name="Shape 51"/>
          <p:cNvSpPr/>
          <p:nvPr/>
        </p:nvSpPr>
        <p:spPr>
          <a:xfrm>
            <a:off x="1719072" y="1216152"/>
            <a:ext cx="91" cy="1133856"/>
          </a:xfrm>
          <a:prstGeom prst="line">
            <a:avLst/>
          </a:prstGeom>
          <a:noFill/>
          <a:ln w="22225">
            <a:solidFill>
              <a:srgbClr val="C8414C"/>
            </a:solidFill>
            <a:prstDash val="solid"/>
          </a:ln>
        </p:spPr>
      </p:sp>
      <p:sp>
        <p:nvSpPr>
          <p:cNvPr id="54" name="Shape 52"/>
          <p:cNvSpPr/>
          <p:nvPr/>
        </p:nvSpPr>
        <p:spPr>
          <a:xfrm>
            <a:off x="1719072" y="1216152"/>
            <a:ext cx="73152" cy="91"/>
          </a:xfrm>
          <a:prstGeom prst="line">
            <a:avLst/>
          </a:prstGeom>
          <a:noFill/>
          <a:ln w="22225">
            <a:solidFill>
              <a:srgbClr val="C8414C"/>
            </a:solidFill>
            <a:prstDash val="solid"/>
          </a:ln>
        </p:spPr>
      </p:sp>
      <p:sp>
        <p:nvSpPr>
          <p:cNvPr id="55" name="Shape 53"/>
          <p:cNvSpPr/>
          <p:nvPr/>
        </p:nvSpPr>
        <p:spPr>
          <a:xfrm>
            <a:off x="1719072" y="2350008"/>
            <a:ext cx="73152" cy="91"/>
          </a:xfrm>
          <a:prstGeom prst="line">
            <a:avLst/>
          </a:prstGeom>
          <a:noFill/>
          <a:ln w="22225">
            <a:solidFill>
              <a:srgbClr val="C8414C"/>
            </a:solidFill>
            <a:prstDash val="solid"/>
          </a:ln>
        </p:spPr>
      </p:sp>
      <p:sp>
        <p:nvSpPr>
          <p:cNvPr id="56" name="Shape 54"/>
          <p:cNvSpPr/>
          <p:nvPr/>
        </p:nvSpPr>
        <p:spPr>
          <a:xfrm>
            <a:off x="2852928" y="1216152"/>
            <a:ext cx="91" cy="1133856"/>
          </a:xfrm>
          <a:prstGeom prst="line">
            <a:avLst/>
          </a:prstGeom>
          <a:noFill/>
          <a:ln w="22225">
            <a:solidFill>
              <a:srgbClr val="C8414C"/>
            </a:solidFill>
            <a:prstDash val="solid"/>
          </a:ln>
        </p:spPr>
      </p:sp>
      <p:sp>
        <p:nvSpPr>
          <p:cNvPr id="57" name="Shape 55"/>
          <p:cNvSpPr/>
          <p:nvPr/>
        </p:nvSpPr>
        <p:spPr>
          <a:xfrm flipH="1">
            <a:off x="2779776" y="1216152"/>
            <a:ext cx="73152" cy="91"/>
          </a:xfrm>
          <a:prstGeom prst="line">
            <a:avLst/>
          </a:prstGeom>
          <a:noFill/>
          <a:ln w="22225">
            <a:solidFill>
              <a:srgbClr val="C8414C"/>
            </a:solidFill>
            <a:prstDash val="solid"/>
          </a:ln>
        </p:spPr>
      </p:sp>
      <p:sp>
        <p:nvSpPr>
          <p:cNvPr id="58" name="Shape 56"/>
          <p:cNvSpPr/>
          <p:nvPr/>
        </p:nvSpPr>
        <p:spPr>
          <a:xfrm flipH="1">
            <a:off x="2779776" y="2350008"/>
            <a:ext cx="73152" cy="91"/>
          </a:xfrm>
          <a:prstGeom prst="line">
            <a:avLst/>
          </a:prstGeom>
          <a:noFill/>
          <a:ln w="22225">
            <a:solidFill>
              <a:srgbClr val="C8414C"/>
            </a:solidFill>
            <a:prstDash val="solid"/>
          </a:ln>
        </p:spPr>
      </p:sp>
      <p:sp>
        <p:nvSpPr>
          <p:cNvPr id="59" name="Text 57"/>
          <p:cNvSpPr/>
          <p:nvPr/>
        </p:nvSpPr>
        <p:spPr>
          <a:xfrm>
            <a:off x="2871216" y="2167128"/>
            <a:ext cx="228600" cy="228600"/>
          </a:xfrm>
          <a:prstGeom prst="rect">
            <a:avLst/>
          </a:prstGeom>
          <a:noFill/>
          <a:ln/>
        </p:spPr>
        <p:txBody>
          <a:bodyPr wrap="square" lIns="0" tIns="0" rIns="0" bIns="0" rtlCol="0" anchor="ctr"/>
          <a:lstStyle/>
          <a:p>
            <a:pPr algn="ctr" indent="0" marL="0">
              <a:buNone/>
            </a:pPr>
            <a:r>
              <a:rPr lang="en-US" sz="1200" b="1" dirty="0">
                <a:solidFill>
                  <a:srgbClr val="C8414C"/>
                </a:solidFill>
                <a:latin typeface="Calibri" pitchFamily="34" charset="0"/>
                <a:ea typeface="Calibri" pitchFamily="34" charset="-122"/>
                <a:cs typeface="Calibri" pitchFamily="34" charset="-120"/>
              </a:rPr>
              <a:t>n</a:t>
            </a:r>
            <a:endParaRPr lang="en-US" sz="1200" dirty="0"/>
          </a:p>
        </p:txBody>
      </p:sp>
      <p:sp>
        <p:nvSpPr>
          <p:cNvPr id="60" name="Text 58"/>
          <p:cNvSpPr/>
          <p:nvPr/>
        </p:nvSpPr>
        <p:spPr>
          <a:xfrm>
            <a:off x="594360" y="2514600"/>
            <a:ext cx="5212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repeat unit</a:t>
            </a:r>
            <a:r>
              <a:rPr lang="en-US" sz="1050" dirty="0">
                <a:solidFill>
                  <a:srgbClr val="262B3A"/>
                </a:solidFill>
                <a:latin typeface="Calibri" pitchFamily="34" charset="0"/>
                <a:ea typeface="Calibri" pitchFamily="34" charset="-122"/>
                <a:cs typeface="Calibri" pitchFamily="34" charset="-120"/>
              </a:rPr>
              <a:t> –CH₂–CH₂–   • strong </a:t>
            </a:r>
            <a:r>
              <a:rPr lang="en-US" sz="1050" b="1" dirty="0">
                <a:solidFill>
                  <a:srgbClr val="262B3A"/>
                </a:solidFill>
                <a:latin typeface="Calibri" pitchFamily="34" charset="0"/>
                <a:ea typeface="Calibri" pitchFamily="34" charset="-122"/>
                <a:cs typeface="Calibri" pitchFamily="34" charset="-120"/>
              </a:rPr>
              <a:t>covalent</a:t>
            </a:r>
            <a:r>
              <a:rPr lang="en-US" sz="1050" dirty="0">
                <a:solidFill>
                  <a:srgbClr val="262B3A"/>
                </a:solidFill>
                <a:latin typeface="Calibri" pitchFamily="34" charset="0"/>
                <a:ea typeface="Calibri" pitchFamily="34" charset="-122"/>
                <a:cs typeface="Calibri" pitchFamily="34" charset="-120"/>
              </a:rPr>
              <a:t> bonds along the chain</a:t>
            </a:r>
            <a:endParaRPr lang="en-US" sz="1050" dirty="0"/>
          </a:p>
        </p:txBody>
      </p:sp>
      <p:sp>
        <p:nvSpPr>
          <p:cNvPr id="61" name="Shape 59"/>
          <p:cNvSpPr/>
          <p:nvPr/>
        </p:nvSpPr>
        <p:spPr>
          <a:xfrm>
            <a:off x="594360" y="2852928"/>
            <a:ext cx="5212080" cy="91"/>
          </a:xfrm>
          <a:prstGeom prst="line">
            <a:avLst/>
          </a:prstGeom>
          <a:noFill/>
          <a:ln w="12700">
            <a:solidFill>
              <a:srgbClr val="DDD3EC"/>
            </a:solidFill>
            <a:prstDash val="dash"/>
          </a:ln>
        </p:spPr>
      </p:sp>
      <p:sp>
        <p:nvSpPr>
          <p:cNvPr id="62" name="Shape 60"/>
          <p:cNvSpPr/>
          <p:nvPr/>
        </p:nvSpPr>
        <p:spPr>
          <a:xfrm>
            <a:off x="777240" y="3154680"/>
            <a:ext cx="256032" cy="164108"/>
          </a:xfrm>
          <a:prstGeom prst="line">
            <a:avLst/>
          </a:prstGeom>
          <a:noFill/>
          <a:ln w="25400">
            <a:solidFill>
              <a:srgbClr val="4A4A55"/>
            </a:solidFill>
            <a:prstDash val="solid"/>
          </a:ln>
        </p:spPr>
      </p:sp>
      <p:sp>
        <p:nvSpPr>
          <p:cNvPr id="63" name="Shape 61"/>
          <p:cNvSpPr/>
          <p:nvPr/>
        </p:nvSpPr>
        <p:spPr>
          <a:xfrm flipV="1">
            <a:off x="1033272" y="3187478"/>
            <a:ext cx="256032" cy="131311"/>
          </a:xfrm>
          <a:prstGeom prst="line">
            <a:avLst/>
          </a:prstGeom>
          <a:noFill/>
          <a:ln w="25400">
            <a:solidFill>
              <a:srgbClr val="4A4A55"/>
            </a:solidFill>
            <a:prstDash val="solid"/>
          </a:ln>
        </p:spPr>
      </p:sp>
      <p:sp>
        <p:nvSpPr>
          <p:cNvPr id="64" name="Shape 62"/>
          <p:cNvSpPr/>
          <p:nvPr/>
        </p:nvSpPr>
        <p:spPr>
          <a:xfrm>
            <a:off x="1289304" y="3187478"/>
            <a:ext cx="256032" cy="156119"/>
          </a:xfrm>
          <a:prstGeom prst="line">
            <a:avLst/>
          </a:prstGeom>
          <a:noFill/>
          <a:ln w="25400">
            <a:solidFill>
              <a:srgbClr val="4A4A55"/>
            </a:solidFill>
            <a:prstDash val="solid"/>
          </a:ln>
        </p:spPr>
      </p:sp>
      <p:sp>
        <p:nvSpPr>
          <p:cNvPr id="65" name="Shape 63"/>
          <p:cNvSpPr/>
          <p:nvPr/>
        </p:nvSpPr>
        <p:spPr>
          <a:xfrm flipV="1">
            <a:off x="1545336" y="3200381"/>
            <a:ext cx="256032" cy="143216"/>
          </a:xfrm>
          <a:prstGeom prst="line">
            <a:avLst/>
          </a:prstGeom>
          <a:noFill/>
          <a:ln w="25400">
            <a:solidFill>
              <a:srgbClr val="4A4A55"/>
            </a:solidFill>
            <a:prstDash val="solid"/>
          </a:ln>
        </p:spPr>
      </p:sp>
      <p:sp>
        <p:nvSpPr>
          <p:cNvPr id="66" name="Shape 64"/>
          <p:cNvSpPr/>
          <p:nvPr/>
        </p:nvSpPr>
        <p:spPr>
          <a:xfrm>
            <a:off x="1801368" y="3200381"/>
            <a:ext cx="256032" cy="142177"/>
          </a:xfrm>
          <a:prstGeom prst="line">
            <a:avLst/>
          </a:prstGeom>
          <a:noFill/>
          <a:ln w="25400">
            <a:solidFill>
              <a:srgbClr val="4A4A55"/>
            </a:solidFill>
            <a:prstDash val="solid"/>
          </a:ln>
        </p:spPr>
      </p:sp>
      <p:sp>
        <p:nvSpPr>
          <p:cNvPr id="67" name="Shape 65"/>
          <p:cNvSpPr/>
          <p:nvPr/>
        </p:nvSpPr>
        <p:spPr>
          <a:xfrm flipV="1">
            <a:off x="2057400" y="3185562"/>
            <a:ext cx="256032" cy="156995"/>
          </a:xfrm>
          <a:prstGeom prst="line">
            <a:avLst/>
          </a:prstGeom>
          <a:noFill/>
          <a:ln w="25400">
            <a:solidFill>
              <a:srgbClr val="4A4A55"/>
            </a:solidFill>
            <a:prstDash val="solid"/>
          </a:ln>
        </p:spPr>
      </p:sp>
      <p:sp>
        <p:nvSpPr>
          <p:cNvPr id="68" name="Shape 66"/>
          <p:cNvSpPr/>
          <p:nvPr/>
        </p:nvSpPr>
        <p:spPr>
          <a:xfrm>
            <a:off x="2313432" y="3185562"/>
            <a:ext cx="256032" cy="130737"/>
          </a:xfrm>
          <a:prstGeom prst="line">
            <a:avLst/>
          </a:prstGeom>
          <a:noFill/>
          <a:ln w="25400">
            <a:solidFill>
              <a:srgbClr val="4A4A55"/>
            </a:solidFill>
            <a:prstDash val="solid"/>
          </a:ln>
        </p:spPr>
      </p:sp>
      <p:sp>
        <p:nvSpPr>
          <p:cNvPr id="69" name="Shape 67"/>
          <p:cNvSpPr/>
          <p:nvPr/>
        </p:nvSpPr>
        <p:spPr>
          <a:xfrm flipV="1">
            <a:off x="2569464" y="3152011"/>
            <a:ext cx="256032" cy="164289"/>
          </a:xfrm>
          <a:prstGeom prst="line">
            <a:avLst/>
          </a:prstGeom>
          <a:noFill/>
          <a:ln w="25400">
            <a:solidFill>
              <a:srgbClr val="4A4A55"/>
            </a:solidFill>
            <a:prstDash val="solid"/>
          </a:ln>
        </p:spPr>
      </p:sp>
      <p:sp>
        <p:nvSpPr>
          <p:cNvPr id="70" name="Shape 68"/>
          <p:cNvSpPr/>
          <p:nvPr/>
        </p:nvSpPr>
        <p:spPr>
          <a:xfrm>
            <a:off x="2825496" y="3152011"/>
            <a:ext cx="256032" cy="128741"/>
          </a:xfrm>
          <a:prstGeom prst="line">
            <a:avLst/>
          </a:prstGeom>
          <a:noFill/>
          <a:ln w="25400">
            <a:solidFill>
              <a:srgbClr val="4A4A55"/>
            </a:solidFill>
            <a:prstDash val="solid"/>
          </a:ln>
        </p:spPr>
      </p:sp>
      <p:sp>
        <p:nvSpPr>
          <p:cNvPr id="71" name="Shape 69"/>
          <p:cNvSpPr/>
          <p:nvPr/>
        </p:nvSpPr>
        <p:spPr>
          <a:xfrm flipV="1">
            <a:off x="3081528" y="3120079"/>
            <a:ext cx="256032" cy="160673"/>
          </a:xfrm>
          <a:prstGeom prst="line">
            <a:avLst/>
          </a:prstGeom>
          <a:noFill/>
          <a:ln w="25400">
            <a:solidFill>
              <a:srgbClr val="4A4A55"/>
            </a:solidFill>
            <a:prstDash val="solid"/>
          </a:ln>
        </p:spPr>
      </p:sp>
      <p:sp>
        <p:nvSpPr>
          <p:cNvPr id="72" name="Shape 70"/>
          <p:cNvSpPr/>
          <p:nvPr/>
        </p:nvSpPr>
        <p:spPr>
          <a:xfrm>
            <a:off x="3337560" y="3120079"/>
            <a:ext cx="256032" cy="137398"/>
          </a:xfrm>
          <a:prstGeom prst="line">
            <a:avLst/>
          </a:prstGeom>
          <a:noFill/>
          <a:ln w="25400">
            <a:solidFill>
              <a:srgbClr val="4A4A55"/>
            </a:solidFill>
            <a:prstDash val="solid"/>
          </a:ln>
        </p:spPr>
      </p:sp>
      <p:sp>
        <p:nvSpPr>
          <p:cNvPr id="73" name="Shape 71"/>
          <p:cNvSpPr/>
          <p:nvPr/>
        </p:nvSpPr>
        <p:spPr>
          <a:xfrm flipV="1">
            <a:off x="3593592" y="3109135"/>
            <a:ext cx="256032" cy="148341"/>
          </a:xfrm>
          <a:prstGeom prst="line">
            <a:avLst/>
          </a:prstGeom>
          <a:noFill/>
          <a:ln w="25400">
            <a:solidFill>
              <a:srgbClr val="4A4A55"/>
            </a:solidFill>
            <a:prstDash val="solid"/>
          </a:ln>
        </p:spPr>
      </p:sp>
      <p:sp>
        <p:nvSpPr>
          <p:cNvPr id="74" name="Shape 72"/>
          <p:cNvSpPr/>
          <p:nvPr/>
        </p:nvSpPr>
        <p:spPr>
          <a:xfrm>
            <a:off x="3849624" y="3109135"/>
            <a:ext cx="256032" cy="151457"/>
          </a:xfrm>
          <a:prstGeom prst="line">
            <a:avLst/>
          </a:prstGeom>
          <a:noFill/>
          <a:ln w="25400">
            <a:solidFill>
              <a:srgbClr val="4A4A55"/>
            </a:solidFill>
            <a:prstDash val="solid"/>
          </a:ln>
        </p:spPr>
      </p:sp>
      <p:sp>
        <p:nvSpPr>
          <p:cNvPr id="75" name="Shape 73"/>
          <p:cNvSpPr/>
          <p:nvPr/>
        </p:nvSpPr>
        <p:spPr>
          <a:xfrm flipV="1">
            <a:off x="4105656" y="3125818"/>
            <a:ext cx="256032" cy="134774"/>
          </a:xfrm>
          <a:prstGeom prst="line">
            <a:avLst/>
          </a:prstGeom>
          <a:noFill/>
          <a:ln w="25400">
            <a:solidFill>
              <a:srgbClr val="4A4A55"/>
            </a:solidFill>
            <a:prstDash val="solid"/>
          </a:ln>
        </p:spPr>
      </p:sp>
      <p:sp>
        <p:nvSpPr>
          <p:cNvPr id="76" name="Shape 74"/>
          <p:cNvSpPr/>
          <p:nvPr/>
        </p:nvSpPr>
        <p:spPr>
          <a:xfrm>
            <a:off x="4361688" y="3125818"/>
            <a:ext cx="256032" cy="162391"/>
          </a:xfrm>
          <a:prstGeom prst="line">
            <a:avLst/>
          </a:prstGeom>
          <a:noFill/>
          <a:ln w="25400">
            <a:solidFill>
              <a:srgbClr val="4A4A55"/>
            </a:solidFill>
            <a:prstDash val="solid"/>
          </a:ln>
        </p:spPr>
      </p:sp>
      <p:sp>
        <p:nvSpPr>
          <p:cNvPr id="77" name="Shape 75"/>
          <p:cNvSpPr/>
          <p:nvPr/>
        </p:nvSpPr>
        <p:spPr>
          <a:xfrm flipV="1">
            <a:off x="4617720" y="3160009"/>
            <a:ext cx="256032" cy="128200"/>
          </a:xfrm>
          <a:prstGeom prst="line">
            <a:avLst/>
          </a:prstGeom>
          <a:noFill/>
          <a:ln w="25400">
            <a:solidFill>
              <a:srgbClr val="4A4A55"/>
            </a:solidFill>
            <a:prstDash val="solid"/>
          </a:ln>
        </p:spPr>
      </p:sp>
      <p:sp>
        <p:nvSpPr>
          <p:cNvPr id="78" name="Shape 76"/>
          <p:cNvSpPr/>
          <p:nvPr/>
        </p:nvSpPr>
        <p:spPr>
          <a:xfrm>
            <a:off x="4873752" y="3160009"/>
            <a:ext cx="256032" cy="163566"/>
          </a:xfrm>
          <a:prstGeom prst="line">
            <a:avLst/>
          </a:prstGeom>
          <a:noFill/>
          <a:ln w="25400">
            <a:solidFill>
              <a:srgbClr val="4A4A55"/>
            </a:solidFill>
            <a:prstDash val="solid"/>
          </a:ln>
        </p:spPr>
      </p:sp>
      <p:sp>
        <p:nvSpPr>
          <p:cNvPr id="79" name="Shape 77"/>
          <p:cNvSpPr/>
          <p:nvPr/>
        </p:nvSpPr>
        <p:spPr>
          <a:xfrm flipV="1">
            <a:off x="5129784" y="3190966"/>
            <a:ext cx="256032" cy="132608"/>
          </a:xfrm>
          <a:prstGeom prst="line">
            <a:avLst/>
          </a:prstGeom>
          <a:noFill/>
          <a:ln w="25400">
            <a:solidFill>
              <a:srgbClr val="4A4A55"/>
            </a:solidFill>
            <a:prstDash val="solid"/>
          </a:ln>
        </p:spPr>
      </p:sp>
      <p:sp>
        <p:nvSpPr>
          <p:cNvPr id="80" name="Shape 78"/>
          <p:cNvSpPr/>
          <p:nvPr/>
        </p:nvSpPr>
        <p:spPr>
          <a:xfrm>
            <a:off x="745236" y="3122676"/>
            <a:ext cx="64008" cy="64008"/>
          </a:xfrm>
          <a:prstGeom prst="ellipse">
            <a:avLst/>
          </a:prstGeom>
          <a:solidFill>
            <a:srgbClr val="4A4A55"/>
          </a:solidFill>
          <a:ln w="6350">
            <a:solidFill>
              <a:srgbClr val="22222A"/>
            </a:solidFill>
            <a:prstDash val="solid"/>
          </a:ln>
        </p:spPr>
      </p:sp>
      <p:sp>
        <p:nvSpPr>
          <p:cNvPr id="81" name="Shape 79"/>
          <p:cNvSpPr/>
          <p:nvPr/>
        </p:nvSpPr>
        <p:spPr>
          <a:xfrm>
            <a:off x="1001268" y="3286784"/>
            <a:ext cx="64008" cy="64008"/>
          </a:xfrm>
          <a:prstGeom prst="ellipse">
            <a:avLst/>
          </a:prstGeom>
          <a:solidFill>
            <a:srgbClr val="4A4A55"/>
          </a:solidFill>
          <a:ln w="6350">
            <a:solidFill>
              <a:srgbClr val="22222A"/>
            </a:solidFill>
            <a:prstDash val="solid"/>
          </a:ln>
        </p:spPr>
      </p:sp>
      <p:sp>
        <p:nvSpPr>
          <p:cNvPr id="82" name="Shape 80"/>
          <p:cNvSpPr/>
          <p:nvPr/>
        </p:nvSpPr>
        <p:spPr>
          <a:xfrm>
            <a:off x="1257300" y="3155474"/>
            <a:ext cx="64008" cy="64008"/>
          </a:xfrm>
          <a:prstGeom prst="ellipse">
            <a:avLst/>
          </a:prstGeom>
          <a:solidFill>
            <a:srgbClr val="4A4A55"/>
          </a:solidFill>
          <a:ln w="6350">
            <a:solidFill>
              <a:srgbClr val="22222A"/>
            </a:solidFill>
            <a:prstDash val="solid"/>
          </a:ln>
        </p:spPr>
      </p:sp>
      <p:sp>
        <p:nvSpPr>
          <p:cNvPr id="83" name="Shape 81"/>
          <p:cNvSpPr/>
          <p:nvPr/>
        </p:nvSpPr>
        <p:spPr>
          <a:xfrm>
            <a:off x="1513332" y="3311593"/>
            <a:ext cx="64008" cy="64008"/>
          </a:xfrm>
          <a:prstGeom prst="ellipse">
            <a:avLst/>
          </a:prstGeom>
          <a:solidFill>
            <a:srgbClr val="4A4A55"/>
          </a:solidFill>
          <a:ln w="6350">
            <a:solidFill>
              <a:srgbClr val="22222A"/>
            </a:solidFill>
            <a:prstDash val="solid"/>
          </a:ln>
        </p:spPr>
      </p:sp>
      <p:sp>
        <p:nvSpPr>
          <p:cNvPr id="84" name="Shape 82"/>
          <p:cNvSpPr/>
          <p:nvPr/>
        </p:nvSpPr>
        <p:spPr>
          <a:xfrm>
            <a:off x="1769364" y="3168377"/>
            <a:ext cx="64008" cy="64008"/>
          </a:xfrm>
          <a:prstGeom prst="ellipse">
            <a:avLst/>
          </a:prstGeom>
          <a:solidFill>
            <a:srgbClr val="4A4A55"/>
          </a:solidFill>
          <a:ln w="6350">
            <a:solidFill>
              <a:srgbClr val="22222A"/>
            </a:solidFill>
            <a:prstDash val="solid"/>
          </a:ln>
        </p:spPr>
      </p:sp>
      <p:sp>
        <p:nvSpPr>
          <p:cNvPr id="85" name="Shape 83"/>
          <p:cNvSpPr/>
          <p:nvPr/>
        </p:nvSpPr>
        <p:spPr>
          <a:xfrm>
            <a:off x="2025396" y="3310553"/>
            <a:ext cx="64008" cy="64008"/>
          </a:xfrm>
          <a:prstGeom prst="ellipse">
            <a:avLst/>
          </a:prstGeom>
          <a:solidFill>
            <a:srgbClr val="4A4A55"/>
          </a:solidFill>
          <a:ln w="6350">
            <a:solidFill>
              <a:srgbClr val="22222A"/>
            </a:solidFill>
            <a:prstDash val="solid"/>
          </a:ln>
        </p:spPr>
      </p:sp>
      <p:sp>
        <p:nvSpPr>
          <p:cNvPr id="86" name="Shape 84"/>
          <p:cNvSpPr/>
          <p:nvPr/>
        </p:nvSpPr>
        <p:spPr>
          <a:xfrm>
            <a:off x="2281428" y="3153558"/>
            <a:ext cx="64008" cy="64008"/>
          </a:xfrm>
          <a:prstGeom prst="ellipse">
            <a:avLst/>
          </a:prstGeom>
          <a:solidFill>
            <a:srgbClr val="4A4A55"/>
          </a:solidFill>
          <a:ln w="6350">
            <a:solidFill>
              <a:srgbClr val="22222A"/>
            </a:solidFill>
            <a:prstDash val="solid"/>
          </a:ln>
        </p:spPr>
      </p:sp>
      <p:sp>
        <p:nvSpPr>
          <p:cNvPr id="87" name="Shape 85"/>
          <p:cNvSpPr/>
          <p:nvPr/>
        </p:nvSpPr>
        <p:spPr>
          <a:xfrm>
            <a:off x="2537460" y="3284296"/>
            <a:ext cx="64008" cy="64008"/>
          </a:xfrm>
          <a:prstGeom prst="ellipse">
            <a:avLst/>
          </a:prstGeom>
          <a:solidFill>
            <a:srgbClr val="4A4A55"/>
          </a:solidFill>
          <a:ln w="6350">
            <a:solidFill>
              <a:srgbClr val="22222A"/>
            </a:solidFill>
            <a:prstDash val="solid"/>
          </a:ln>
        </p:spPr>
      </p:sp>
      <p:sp>
        <p:nvSpPr>
          <p:cNvPr id="88" name="Shape 86"/>
          <p:cNvSpPr/>
          <p:nvPr/>
        </p:nvSpPr>
        <p:spPr>
          <a:xfrm>
            <a:off x="2793492" y="3120007"/>
            <a:ext cx="64008" cy="64008"/>
          </a:xfrm>
          <a:prstGeom prst="ellipse">
            <a:avLst/>
          </a:prstGeom>
          <a:solidFill>
            <a:srgbClr val="4A4A55"/>
          </a:solidFill>
          <a:ln w="6350">
            <a:solidFill>
              <a:srgbClr val="22222A"/>
            </a:solidFill>
            <a:prstDash val="solid"/>
          </a:ln>
        </p:spPr>
      </p:sp>
      <p:sp>
        <p:nvSpPr>
          <p:cNvPr id="89" name="Shape 87"/>
          <p:cNvSpPr/>
          <p:nvPr/>
        </p:nvSpPr>
        <p:spPr>
          <a:xfrm>
            <a:off x="3049524" y="3248748"/>
            <a:ext cx="64008" cy="64008"/>
          </a:xfrm>
          <a:prstGeom prst="ellipse">
            <a:avLst/>
          </a:prstGeom>
          <a:solidFill>
            <a:srgbClr val="4A4A55"/>
          </a:solidFill>
          <a:ln w="6350">
            <a:solidFill>
              <a:srgbClr val="22222A"/>
            </a:solidFill>
            <a:prstDash val="solid"/>
          </a:ln>
        </p:spPr>
      </p:sp>
      <p:sp>
        <p:nvSpPr>
          <p:cNvPr id="90" name="Shape 88"/>
          <p:cNvSpPr/>
          <p:nvPr/>
        </p:nvSpPr>
        <p:spPr>
          <a:xfrm>
            <a:off x="3305556" y="3088075"/>
            <a:ext cx="64008" cy="64008"/>
          </a:xfrm>
          <a:prstGeom prst="ellipse">
            <a:avLst/>
          </a:prstGeom>
          <a:solidFill>
            <a:srgbClr val="4A4A55"/>
          </a:solidFill>
          <a:ln w="6350">
            <a:solidFill>
              <a:srgbClr val="22222A"/>
            </a:solidFill>
            <a:prstDash val="solid"/>
          </a:ln>
        </p:spPr>
      </p:sp>
      <p:sp>
        <p:nvSpPr>
          <p:cNvPr id="91" name="Shape 89"/>
          <p:cNvSpPr/>
          <p:nvPr/>
        </p:nvSpPr>
        <p:spPr>
          <a:xfrm>
            <a:off x="3561588" y="3225473"/>
            <a:ext cx="64008" cy="64008"/>
          </a:xfrm>
          <a:prstGeom prst="ellipse">
            <a:avLst/>
          </a:prstGeom>
          <a:solidFill>
            <a:srgbClr val="4A4A55"/>
          </a:solidFill>
          <a:ln w="6350">
            <a:solidFill>
              <a:srgbClr val="22222A"/>
            </a:solidFill>
            <a:prstDash val="solid"/>
          </a:ln>
        </p:spPr>
      </p:sp>
      <p:sp>
        <p:nvSpPr>
          <p:cNvPr id="92" name="Shape 90"/>
          <p:cNvSpPr/>
          <p:nvPr/>
        </p:nvSpPr>
        <p:spPr>
          <a:xfrm>
            <a:off x="3817620" y="3077131"/>
            <a:ext cx="64008" cy="64008"/>
          </a:xfrm>
          <a:prstGeom prst="ellipse">
            <a:avLst/>
          </a:prstGeom>
          <a:solidFill>
            <a:srgbClr val="4A4A55"/>
          </a:solidFill>
          <a:ln w="6350">
            <a:solidFill>
              <a:srgbClr val="22222A"/>
            </a:solidFill>
            <a:prstDash val="solid"/>
          </a:ln>
        </p:spPr>
      </p:sp>
      <p:sp>
        <p:nvSpPr>
          <p:cNvPr id="93" name="Shape 91"/>
          <p:cNvSpPr/>
          <p:nvPr/>
        </p:nvSpPr>
        <p:spPr>
          <a:xfrm>
            <a:off x="4073652" y="3228588"/>
            <a:ext cx="64008" cy="64008"/>
          </a:xfrm>
          <a:prstGeom prst="ellipse">
            <a:avLst/>
          </a:prstGeom>
          <a:solidFill>
            <a:srgbClr val="4A4A55"/>
          </a:solidFill>
          <a:ln w="6350">
            <a:solidFill>
              <a:srgbClr val="22222A"/>
            </a:solidFill>
            <a:prstDash val="solid"/>
          </a:ln>
        </p:spPr>
      </p:sp>
      <p:sp>
        <p:nvSpPr>
          <p:cNvPr id="94" name="Shape 92"/>
          <p:cNvSpPr/>
          <p:nvPr/>
        </p:nvSpPr>
        <p:spPr>
          <a:xfrm>
            <a:off x="4329684" y="3093814"/>
            <a:ext cx="64008" cy="64008"/>
          </a:xfrm>
          <a:prstGeom prst="ellipse">
            <a:avLst/>
          </a:prstGeom>
          <a:solidFill>
            <a:srgbClr val="4A4A55"/>
          </a:solidFill>
          <a:ln w="6350">
            <a:solidFill>
              <a:srgbClr val="22222A"/>
            </a:solidFill>
            <a:prstDash val="solid"/>
          </a:ln>
        </p:spPr>
      </p:sp>
      <p:sp>
        <p:nvSpPr>
          <p:cNvPr id="95" name="Shape 93"/>
          <p:cNvSpPr/>
          <p:nvPr/>
        </p:nvSpPr>
        <p:spPr>
          <a:xfrm>
            <a:off x="4585716" y="3256205"/>
            <a:ext cx="64008" cy="64008"/>
          </a:xfrm>
          <a:prstGeom prst="ellipse">
            <a:avLst/>
          </a:prstGeom>
          <a:solidFill>
            <a:srgbClr val="4A4A55"/>
          </a:solidFill>
          <a:ln w="6350">
            <a:solidFill>
              <a:srgbClr val="22222A"/>
            </a:solidFill>
            <a:prstDash val="solid"/>
          </a:ln>
        </p:spPr>
      </p:sp>
      <p:sp>
        <p:nvSpPr>
          <p:cNvPr id="96" name="Shape 94"/>
          <p:cNvSpPr/>
          <p:nvPr/>
        </p:nvSpPr>
        <p:spPr>
          <a:xfrm>
            <a:off x="4841748" y="3128005"/>
            <a:ext cx="64008" cy="64008"/>
          </a:xfrm>
          <a:prstGeom prst="ellipse">
            <a:avLst/>
          </a:prstGeom>
          <a:solidFill>
            <a:srgbClr val="4A4A55"/>
          </a:solidFill>
          <a:ln w="6350">
            <a:solidFill>
              <a:srgbClr val="22222A"/>
            </a:solidFill>
            <a:prstDash val="solid"/>
          </a:ln>
        </p:spPr>
      </p:sp>
      <p:sp>
        <p:nvSpPr>
          <p:cNvPr id="97" name="Shape 95"/>
          <p:cNvSpPr/>
          <p:nvPr/>
        </p:nvSpPr>
        <p:spPr>
          <a:xfrm>
            <a:off x="5097780" y="3291571"/>
            <a:ext cx="64008" cy="64008"/>
          </a:xfrm>
          <a:prstGeom prst="ellipse">
            <a:avLst/>
          </a:prstGeom>
          <a:solidFill>
            <a:srgbClr val="4A4A55"/>
          </a:solidFill>
          <a:ln w="6350">
            <a:solidFill>
              <a:srgbClr val="22222A"/>
            </a:solidFill>
            <a:prstDash val="solid"/>
          </a:ln>
        </p:spPr>
      </p:sp>
      <p:sp>
        <p:nvSpPr>
          <p:cNvPr id="98" name="Shape 96"/>
          <p:cNvSpPr/>
          <p:nvPr/>
        </p:nvSpPr>
        <p:spPr>
          <a:xfrm>
            <a:off x="5353812" y="3158962"/>
            <a:ext cx="64008" cy="64008"/>
          </a:xfrm>
          <a:prstGeom prst="ellipse">
            <a:avLst/>
          </a:prstGeom>
          <a:solidFill>
            <a:srgbClr val="4A4A55"/>
          </a:solidFill>
          <a:ln w="6350">
            <a:solidFill>
              <a:srgbClr val="22222A"/>
            </a:solidFill>
            <a:prstDash val="solid"/>
          </a:ln>
        </p:spPr>
      </p:sp>
      <p:sp>
        <p:nvSpPr>
          <p:cNvPr id="99" name="Shape 97"/>
          <p:cNvSpPr/>
          <p:nvPr/>
        </p:nvSpPr>
        <p:spPr>
          <a:xfrm>
            <a:off x="886968" y="3520440"/>
            <a:ext cx="256032" cy="159190"/>
          </a:xfrm>
          <a:prstGeom prst="line">
            <a:avLst/>
          </a:prstGeom>
          <a:noFill/>
          <a:ln w="25400">
            <a:solidFill>
              <a:srgbClr val="5B3A8C"/>
            </a:solidFill>
            <a:prstDash val="solid"/>
          </a:ln>
        </p:spPr>
      </p:sp>
      <p:sp>
        <p:nvSpPr>
          <p:cNvPr id="100" name="Shape 98"/>
          <p:cNvSpPr/>
          <p:nvPr/>
        </p:nvSpPr>
        <p:spPr>
          <a:xfrm flipV="1">
            <a:off x="1143000" y="3545167"/>
            <a:ext cx="256032" cy="134463"/>
          </a:xfrm>
          <a:prstGeom prst="line">
            <a:avLst/>
          </a:prstGeom>
          <a:noFill/>
          <a:ln w="25400">
            <a:solidFill>
              <a:srgbClr val="5B3A8C"/>
            </a:solidFill>
            <a:prstDash val="solid"/>
          </a:ln>
        </p:spPr>
      </p:sp>
      <p:sp>
        <p:nvSpPr>
          <p:cNvPr id="101" name="Shape 99"/>
          <p:cNvSpPr/>
          <p:nvPr/>
        </p:nvSpPr>
        <p:spPr>
          <a:xfrm>
            <a:off x="1399032" y="3545167"/>
            <a:ext cx="256032" cy="156140"/>
          </a:xfrm>
          <a:prstGeom prst="line">
            <a:avLst/>
          </a:prstGeom>
          <a:noFill/>
          <a:ln w="25400">
            <a:solidFill>
              <a:srgbClr val="5B3A8C"/>
            </a:solidFill>
            <a:prstDash val="solid"/>
          </a:ln>
        </p:spPr>
      </p:sp>
      <p:sp>
        <p:nvSpPr>
          <p:cNvPr id="102" name="Shape 100"/>
          <p:cNvSpPr/>
          <p:nvPr/>
        </p:nvSpPr>
        <p:spPr>
          <a:xfrm flipV="1">
            <a:off x="1655064" y="3562037"/>
            <a:ext cx="256032" cy="139270"/>
          </a:xfrm>
          <a:prstGeom prst="line">
            <a:avLst/>
          </a:prstGeom>
          <a:noFill/>
          <a:ln w="25400">
            <a:solidFill>
              <a:srgbClr val="5B3A8C"/>
            </a:solidFill>
            <a:prstDash val="solid"/>
          </a:ln>
        </p:spPr>
      </p:sp>
      <p:sp>
        <p:nvSpPr>
          <p:cNvPr id="103" name="Shape 101"/>
          <p:cNvSpPr/>
          <p:nvPr/>
        </p:nvSpPr>
        <p:spPr>
          <a:xfrm>
            <a:off x="1911096" y="3562037"/>
            <a:ext cx="256032" cy="149965"/>
          </a:xfrm>
          <a:prstGeom prst="line">
            <a:avLst/>
          </a:prstGeom>
          <a:noFill/>
          <a:ln w="25400">
            <a:solidFill>
              <a:srgbClr val="5B3A8C"/>
            </a:solidFill>
            <a:prstDash val="solid"/>
          </a:ln>
        </p:spPr>
      </p:sp>
      <p:sp>
        <p:nvSpPr>
          <p:cNvPr id="104" name="Shape 102"/>
          <p:cNvSpPr/>
          <p:nvPr/>
        </p:nvSpPr>
        <p:spPr>
          <a:xfrm flipV="1">
            <a:off x="2167128" y="3565690"/>
            <a:ext cx="256032" cy="146312"/>
          </a:xfrm>
          <a:prstGeom prst="line">
            <a:avLst/>
          </a:prstGeom>
          <a:noFill/>
          <a:ln w="25400">
            <a:solidFill>
              <a:srgbClr val="5B3A8C"/>
            </a:solidFill>
            <a:prstDash val="solid"/>
          </a:ln>
        </p:spPr>
      </p:sp>
      <p:sp>
        <p:nvSpPr>
          <p:cNvPr id="105" name="Shape 103"/>
          <p:cNvSpPr/>
          <p:nvPr/>
        </p:nvSpPr>
        <p:spPr>
          <a:xfrm>
            <a:off x="2423160" y="3565690"/>
            <a:ext cx="256032" cy="142627"/>
          </a:xfrm>
          <a:prstGeom prst="line">
            <a:avLst/>
          </a:prstGeom>
          <a:noFill/>
          <a:ln w="25400">
            <a:solidFill>
              <a:srgbClr val="5B3A8C"/>
            </a:solidFill>
            <a:prstDash val="solid"/>
          </a:ln>
        </p:spPr>
      </p:sp>
      <p:sp>
        <p:nvSpPr>
          <p:cNvPr id="106" name="Shape 104"/>
          <p:cNvSpPr/>
          <p:nvPr/>
        </p:nvSpPr>
        <p:spPr>
          <a:xfrm flipV="1">
            <a:off x="2679192" y="3554965"/>
            <a:ext cx="256032" cy="153352"/>
          </a:xfrm>
          <a:prstGeom prst="line">
            <a:avLst/>
          </a:prstGeom>
          <a:noFill/>
          <a:ln w="25400">
            <a:solidFill>
              <a:srgbClr val="5B3A8C"/>
            </a:solidFill>
            <a:prstDash val="solid"/>
          </a:ln>
        </p:spPr>
      </p:sp>
      <p:sp>
        <p:nvSpPr>
          <p:cNvPr id="107" name="Shape 105"/>
          <p:cNvSpPr/>
          <p:nvPr/>
        </p:nvSpPr>
        <p:spPr>
          <a:xfrm>
            <a:off x="2935224" y="3554965"/>
            <a:ext cx="256032" cy="136457"/>
          </a:xfrm>
          <a:prstGeom prst="line">
            <a:avLst/>
          </a:prstGeom>
          <a:noFill/>
          <a:ln w="25400">
            <a:solidFill>
              <a:srgbClr val="5B3A8C"/>
            </a:solidFill>
            <a:prstDash val="solid"/>
          </a:ln>
        </p:spPr>
      </p:sp>
      <p:sp>
        <p:nvSpPr>
          <p:cNvPr id="108" name="Shape 106"/>
          <p:cNvSpPr/>
          <p:nvPr/>
        </p:nvSpPr>
        <p:spPr>
          <a:xfrm flipV="1">
            <a:off x="3191256" y="3533270"/>
            <a:ext cx="256032" cy="158152"/>
          </a:xfrm>
          <a:prstGeom prst="line">
            <a:avLst/>
          </a:prstGeom>
          <a:noFill/>
          <a:ln w="25400">
            <a:solidFill>
              <a:srgbClr val="5B3A8C"/>
            </a:solidFill>
            <a:prstDash val="solid"/>
          </a:ln>
        </p:spPr>
      </p:sp>
      <p:sp>
        <p:nvSpPr>
          <p:cNvPr id="109" name="Shape 107"/>
          <p:cNvSpPr/>
          <p:nvPr/>
        </p:nvSpPr>
        <p:spPr>
          <a:xfrm>
            <a:off x="3447288" y="3533270"/>
            <a:ext cx="256032" cy="133416"/>
          </a:xfrm>
          <a:prstGeom prst="line">
            <a:avLst/>
          </a:prstGeom>
          <a:noFill/>
          <a:ln w="25400">
            <a:solidFill>
              <a:srgbClr val="5B3A8C"/>
            </a:solidFill>
            <a:prstDash val="solid"/>
          </a:ln>
        </p:spPr>
      </p:sp>
      <p:sp>
        <p:nvSpPr>
          <p:cNvPr id="110" name="Shape 108"/>
          <p:cNvSpPr/>
          <p:nvPr/>
        </p:nvSpPr>
        <p:spPr>
          <a:xfrm flipV="1">
            <a:off x="3703320" y="3507499"/>
            <a:ext cx="256032" cy="159188"/>
          </a:xfrm>
          <a:prstGeom prst="line">
            <a:avLst/>
          </a:prstGeom>
          <a:noFill/>
          <a:ln w="25400">
            <a:solidFill>
              <a:srgbClr val="5B3A8C"/>
            </a:solidFill>
            <a:prstDash val="solid"/>
          </a:ln>
        </p:spPr>
      </p:sp>
      <p:sp>
        <p:nvSpPr>
          <p:cNvPr id="111" name="Shape 109"/>
          <p:cNvSpPr/>
          <p:nvPr/>
        </p:nvSpPr>
        <p:spPr>
          <a:xfrm>
            <a:off x="3959352" y="3507499"/>
            <a:ext cx="256032" cy="134470"/>
          </a:xfrm>
          <a:prstGeom prst="line">
            <a:avLst/>
          </a:prstGeom>
          <a:noFill/>
          <a:ln w="25400">
            <a:solidFill>
              <a:srgbClr val="5B3A8C"/>
            </a:solidFill>
            <a:prstDash val="solid"/>
          </a:ln>
        </p:spPr>
      </p:sp>
      <p:sp>
        <p:nvSpPr>
          <p:cNvPr id="112" name="Shape 110"/>
          <p:cNvSpPr/>
          <p:nvPr/>
        </p:nvSpPr>
        <p:spPr>
          <a:xfrm flipV="1">
            <a:off x="4215384" y="3485839"/>
            <a:ext cx="256032" cy="156129"/>
          </a:xfrm>
          <a:prstGeom prst="line">
            <a:avLst/>
          </a:prstGeom>
          <a:noFill/>
          <a:ln w="25400">
            <a:solidFill>
              <a:srgbClr val="5B3A8C"/>
            </a:solidFill>
            <a:prstDash val="solid"/>
          </a:ln>
        </p:spPr>
      </p:sp>
      <p:sp>
        <p:nvSpPr>
          <p:cNvPr id="113" name="Shape 111"/>
          <p:cNvSpPr/>
          <p:nvPr/>
        </p:nvSpPr>
        <p:spPr>
          <a:xfrm>
            <a:off x="4471416" y="3485839"/>
            <a:ext cx="256032" cy="139284"/>
          </a:xfrm>
          <a:prstGeom prst="line">
            <a:avLst/>
          </a:prstGeom>
          <a:noFill/>
          <a:ln w="25400">
            <a:solidFill>
              <a:srgbClr val="5B3A8C"/>
            </a:solidFill>
            <a:prstDash val="solid"/>
          </a:ln>
        </p:spPr>
      </p:sp>
      <p:sp>
        <p:nvSpPr>
          <p:cNvPr id="114" name="Shape 112"/>
          <p:cNvSpPr/>
          <p:nvPr/>
        </p:nvSpPr>
        <p:spPr>
          <a:xfrm flipV="1">
            <a:off x="4727448" y="3475173"/>
            <a:ext cx="256032" cy="149949"/>
          </a:xfrm>
          <a:prstGeom prst="line">
            <a:avLst/>
          </a:prstGeom>
          <a:noFill/>
          <a:ln w="25400">
            <a:solidFill>
              <a:srgbClr val="5B3A8C"/>
            </a:solidFill>
            <a:prstDash val="solid"/>
          </a:ln>
        </p:spPr>
      </p:sp>
      <p:sp>
        <p:nvSpPr>
          <p:cNvPr id="115" name="Shape 113"/>
          <p:cNvSpPr/>
          <p:nvPr/>
        </p:nvSpPr>
        <p:spPr>
          <a:xfrm>
            <a:off x="4983480" y="3475173"/>
            <a:ext cx="256032" cy="146329"/>
          </a:xfrm>
          <a:prstGeom prst="line">
            <a:avLst/>
          </a:prstGeom>
          <a:noFill/>
          <a:ln w="25400">
            <a:solidFill>
              <a:srgbClr val="5B3A8C"/>
            </a:solidFill>
            <a:prstDash val="solid"/>
          </a:ln>
        </p:spPr>
      </p:sp>
      <p:sp>
        <p:nvSpPr>
          <p:cNvPr id="116" name="Shape 114"/>
          <p:cNvSpPr/>
          <p:nvPr/>
        </p:nvSpPr>
        <p:spPr>
          <a:xfrm flipV="1">
            <a:off x="5239512" y="3478891"/>
            <a:ext cx="256032" cy="142611"/>
          </a:xfrm>
          <a:prstGeom prst="line">
            <a:avLst/>
          </a:prstGeom>
          <a:noFill/>
          <a:ln w="25400">
            <a:solidFill>
              <a:srgbClr val="5B3A8C"/>
            </a:solidFill>
            <a:prstDash val="solid"/>
          </a:ln>
        </p:spPr>
      </p:sp>
      <p:sp>
        <p:nvSpPr>
          <p:cNvPr id="117" name="Shape 115"/>
          <p:cNvSpPr/>
          <p:nvPr/>
        </p:nvSpPr>
        <p:spPr>
          <a:xfrm>
            <a:off x="854964" y="3488436"/>
            <a:ext cx="64008" cy="64008"/>
          </a:xfrm>
          <a:prstGeom prst="ellipse">
            <a:avLst/>
          </a:prstGeom>
          <a:solidFill>
            <a:srgbClr val="4A4A55"/>
          </a:solidFill>
          <a:ln w="6350">
            <a:solidFill>
              <a:srgbClr val="22222A"/>
            </a:solidFill>
            <a:prstDash val="solid"/>
          </a:ln>
        </p:spPr>
      </p:sp>
      <p:sp>
        <p:nvSpPr>
          <p:cNvPr id="118" name="Shape 116"/>
          <p:cNvSpPr/>
          <p:nvPr/>
        </p:nvSpPr>
        <p:spPr>
          <a:xfrm>
            <a:off x="1110996" y="3647626"/>
            <a:ext cx="64008" cy="64008"/>
          </a:xfrm>
          <a:prstGeom prst="ellipse">
            <a:avLst/>
          </a:prstGeom>
          <a:solidFill>
            <a:srgbClr val="4A4A55"/>
          </a:solidFill>
          <a:ln w="6350">
            <a:solidFill>
              <a:srgbClr val="22222A"/>
            </a:solidFill>
            <a:prstDash val="solid"/>
          </a:ln>
        </p:spPr>
      </p:sp>
      <p:sp>
        <p:nvSpPr>
          <p:cNvPr id="119" name="Shape 117"/>
          <p:cNvSpPr/>
          <p:nvPr/>
        </p:nvSpPr>
        <p:spPr>
          <a:xfrm>
            <a:off x="1367028" y="3513163"/>
            <a:ext cx="64008" cy="64008"/>
          </a:xfrm>
          <a:prstGeom prst="ellipse">
            <a:avLst/>
          </a:prstGeom>
          <a:solidFill>
            <a:srgbClr val="4A4A55"/>
          </a:solidFill>
          <a:ln w="6350">
            <a:solidFill>
              <a:srgbClr val="22222A"/>
            </a:solidFill>
            <a:prstDash val="solid"/>
          </a:ln>
        </p:spPr>
      </p:sp>
      <p:sp>
        <p:nvSpPr>
          <p:cNvPr id="120" name="Shape 118"/>
          <p:cNvSpPr/>
          <p:nvPr/>
        </p:nvSpPr>
        <p:spPr>
          <a:xfrm>
            <a:off x="1623060" y="3669303"/>
            <a:ext cx="64008" cy="64008"/>
          </a:xfrm>
          <a:prstGeom prst="ellipse">
            <a:avLst/>
          </a:prstGeom>
          <a:solidFill>
            <a:srgbClr val="4A4A55"/>
          </a:solidFill>
          <a:ln w="6350">
            <a:solidFill>
              <a:srgbClr val="22222A"/>
            </a:solidFill>
            <a:prstDash val="solid"/>
          </a:ln>
        </p:spPr>
      </p:sp>
      <p:sp>
        <p:nvSpPr>
          <p:cNvPr id="121" name="Shape 119"/>
          <p:cNvSpPr/>
          <p:nvPr/>
        </p:nvSpPr>
        <p:spPr>
          <a:xfrm>
            <a:off x="1879092" y="3530033"/>
            <a:ext cx="64008" cy="64008"/>
          </a:xfrm>
          <a:prstGeom prst="ellipse">
            <a:avLst/>
          </a:prstGeom>
          <a:solidFill>
            <a:srgbClr val="4A4A55"/>
          </a:solidFill>
          <a:ln w="6350">
            <a:solidFill>
              <a:srgbClr val="22222A"/>
            </a:solidFill>
            <a:prstDash val="solid"/>
          </a:ln>
        </p:spPr>
      </p:sp>
      <p:sp>
        <p:nvSpPr>
          <p:cNvPr id="122" name="Shape 120"/>
          <p:cNvSpPr/>
          <p:nvPr/>
        </p:nvSpPr>
        <p:spPr>
          <a:xfrm>
            <a:off x="2135124" y="3679998"/>
            <a:ext cx="64008" cy="64008"/>
          </a:xfrm>
          <a:prstGeom prst="ellipse">
            <a:avLst/>
          </a:prstGeom>
          <a:solidFill>
            <a:srgbClr val="4A4A55"/>
          </a:solidFill>
          <a:ln w="6350">
            <a:solidFill>
              <a:srgbClr val="22222A"/>
            </a:solidFill>
            <a:prstDash val="solid"/>
          </a:ln>
        </p:spPr>
      </p:sp>
      <p:sp>
        <p:nvSpPr>
          <p:cNvPr id="123" name="Shape 121"/>
          <p:cNvSpPr/>
          <p:nvPr/>
        </p:nvSpPr>
        <p:spPr>
          <a:xfrm>
            <a:off x="2391156" y="3533686"/>
            <a:ext cx="64008" cy="64008"/>
          </a:xfrm>
          <a:prstGeom prst="ellipse">
            <a:avLst/>
          </a:prstGeom>
          <a:solidFill>
            <a:srgbClr val="4A4A55"/>
          </a:solidFill>
          <a:ln w="6350">
            <a:solidFill>
              <a:srgbClr val="22222A"/>
            </a:solidFill>
            <a:prstDash val="solid"/>
          </a:ln>
        </p:spPr>
      </p:sp>
      <p:sp>
        <p:nvSpPr>
          <p:cNvPr id="124" name="Shape 122"/>
          <p:cNvSpPr/>
          <p:nvPr/>
        </p:nvSpPr>
        <p:spPr>
          <a:xfrm>
            <a:off x="2647188" y="3676313"/>
            <a:ext cx="64008" cy="64008"/>
          </a:xfrm>
          <a:prstGeom prst="ellipse">
            <a:avLst/>
          </a:prstGeom>
          <a:solidFill>
            <a:srgbClr val="4A4A55"/>
          </a:solidFill>
          <a:ln w="6350">
            <a:solidFill>
              <a:srgbClr val="22222A"/>
            </a:solidFill>
            <a:prstDash val="solid"/>
          </a:ln>
        </p:spPr>
      </p:sp>
      <p:sp>
        <p:nvSpPr>
          <p:cNvPr id="125" name="Shape 123"/>
          <p:cNvSpPr/>
          <p:nvPr/>
        </p:nvSpPr>
        <p:spPr>
          <a:xfrm>
            <a:off x="2903220" y="3522961"/>
            <a:ext cx="64008" cy="64008"/>
          </a:xfrm>
          <a:prstGeom prst="ellipse">
            <a:avLst/>
          </a:prstGeom>
          <a:solidFill>
            <a:srgbClr val="4A4A55"/>
          </a:solidFill>
          <a:ln w="6350">
            <a:solidFill>
              <a:srgbClr val="22222A"/>
            </a:solidFill>
            <a:prstDash val="solid"/>
          </a:ln>
        </p:spPr>
      </p:sp>
      <p:sp>
        <p:nvSpPr>
          <p:cNvPr id="126" name="Shape 124"/>
          <p:cNvSpPr/>
          <p:nvPr/>
        </p:nvSpPr>
        <p:spPr>
          <a:xfrm>
            <a:off x="3159252" y="3659418"/>
            <a:ext cx="64008" cy="64008"/>
          </a:xfrm>
          <a:prstGeom prst="ellipse">
            <a:avLst/>
          </a:prstGeom>
          <a:solidFill>
            <a:srgbClr val="4A4A55"/>
          </a:solidFill>
          <a:ln w="6350">
            <a:solidFill>
              <a:srgbClr val="22222A"/>
            </a:solidFill>
            <a:prstDash val="solid"/>
          </a:ln>
        </p:spPr>
      </p:sp>
      <p:sp>
        <p:nvSpPr>
          <p:cNvPr id="127" name="Shape 125"/>
          <p:cNvSpPr/>
          <p:nvPr/>
        </p:nvSpPr>
        <p:spPr>
          <a:xfrm>
            <a:off x="3415284" y="3501266"/>
            <a:ext cx="64008" cy="64008"/>
          </a:xfrm>
          <a:prstGeom prst="ellipse">
            <a:avLst/>
          </a:prstGeom>
          <a:solidFill>
            <a:srgbClr val="4A4A55"/>
          </a:solidFill>
          <a:ln w="6350">
            <a:solidFill>
              <a:srgbClr val="22222A"/>
            </a:solidFill>
            <a:prstDash val="solid"/>
          </a:ln>
        </p:spPr>
      </p:sp>
      <p:sp>
        <p:nvSpPr>
          <p:cNvPr id="128" name="Shape 126"/>
          <p:cNvSpPr/>
          <p:nvPr/>
        </p:nvSpPr>
        <p:spPr>
          <a:xfrm>
            <a:off x="3671316" y="3634682"/>
            <a:ext cx="64008" cy="64008"/>
          </a:xfrm>
          <a:prstGeom prst="ellipse">
            <a:avLst/>
          </a:prstGeom>
          <a:solidFill>
            <a:srgbClr val="4A4A55"/>
          </a:solidFill>
          <a:ln w="6350">
            <a:solidFill>
              <a:srgbClr val="22222A"/>
            </a:solidFill>
            <a:prstDash val="solid"/>
          </a:ln>
        </p:spPr>
      </p:sp>
      <p:sp>
        <p:nvSpPr>
          <p:cNvPr id="129" name="Shape 127"/>
          <p:cNvSpPr/>
          <p:nvPr/>
        </p:nvSpPr>
        <p:spPr>
          <a:xfrm>
            <a:off x="3927348" y="3475495"/>
            <a:ext cx="64008" cy="64008"/>
          </a:xfrm>
          <a:prstGeom prst="ellipse">
            <a:avLst/>
          </a:prstGeom>
          <a:solidFill>
            <a:srgbClr val="4A4A55"/>
          </a:solidFill>
          <a:ln w="6350">
            <a:solidFill>
              <a:srgbClr val="22222A"/>
            </a:solidFill>
            <a:prstDash val="solid"/>
          </a:ln>
        </p:spPr>
      </p:sp>
      <p:sp>
        <p:nvSpPr>
          <p:cNvPr id="130" name="Shape 128"/>
          <p:cNvSpPr/>
          <p:nvPr/>
        </p:nvSpPr>
        <p:spPr>
          <a:xfrm>
            <a:off x="4183380" y="3609964"/>
            <a:ext cx="64008" cy="64008"/>
          </a:xfrm>
          <a:prstGeom prst="ellipse">
            <a:avLst/>
          </a:prstGeom>
          <a:solidFill>
            <a:srgbClr val="4A4A55"/>
          </a:solidFill>
          <a:ln w="6350">
            <a:solidFill>
              <a:srgbClr val="22222A"/>
            </a:solidFill>
            <a:prstDash val="solid"/>
          </a:ln>
        </p:spPr>
      </p:sp>
      <p:sp>
        <p:nvSpPr>
          <p:cNvPr id="131" name="Shape 129"/>
          <p:cNvSpPr/>
          <p:nvPr/>
        </p:nvSpPr>
        <p:spPr>
          <a:xfrm>
            <a:off x="4439412" y="3453835"/>
            <a:ext cx="64008" cy="64008"/>
          </a:xfrm>
          <a:prstGeom prst="ellipse">
            <a:avLst/>
          </a:prstGeom>
          <a:solidFill>
            <a:srgbClr val="4A4A55"/>
          </a:solidFill>
          <a:ln w="6350">
            <a:solidFill>
              <a:srgbClr val="22222A"/>
            </a:solidFill>
            <a:prstDash val="solid"/>
          </a:ln>
        </p:spPr>
      </p:sp>
      <p:sp>
        <p:nvSpPr>
          <p:cNvPr id="132" name="Shape 130"/>
          <p:cNvSpPr/>
          <p:nvPr/>
        </p:nvSpPr>
        <p:spPr>
          <a:xfrm>
            <a:off x="4695444" y="3593119"/>
            <a:ext cx="64008" cy="64008"/>
          </a:xfrm>
          <a:prstGeom prst="ellipse">
            <a:avLst/>
          </a:prstGeom>
          <a:solidFill>
            <a:srgbClr val="4A4A55"/>
          </a:solidFill>
          <a:ln w="6350">
            <a:solidFill>
              <a:srgbClr val="22222A"/>
            </a:solidFill>
            <a:prstDash val="solid"/>
          </a:ln>
        </p:spPr>
      </p:sp>
      <p:sp>
        <p:nvSpPr>
          <p:cNvPr id="133" name="Shape 131"/>
          <p:cNvSpPr/>
          <p:nvPr/>
        </p:nvSpPr>
        <p:spPr>
          <a:xfrm>
            <a:off x="4951476" y="3443169"/>
            <a:ext cx="64008" cy="64008"/>
          </a:xfrm>
          <a:prstGeom prst="ellipse">
            <a:avLst/>
          </a:prstGeom>
          <a:solidFill>
            <a:srgbClr val="4A4A55"/>
          </a:solidFill>
          <a:ln w="6350">
            <a:solidFill>
              <a:srgbClr val="22222A"/>
            </a:solidFill>
            <a:prstDash val="solid"/>
          </a:ln>
        </p:spPr>
      </p:sp>
      <p:sp>
        <p:nvSpPr>
          <p:cNvPr id="134" name="Shape 132"/>
          <p:cNvSpPr/>
          <p:nvPr/>
        </p:nvSpPr>
        <p:spPr>
          <a:xfrm>
            <a:off x="5207508" y="3589498"/>
            <a:ext cx="64008" cy="64008"/>
          </a:xfrm>
          <a:prstGeom prst="ellipse">
            <a:avLst/>
          </a:prstGeom>
          <a:solidFill>
            <a:srgbClr val="4A4A55"/>
          </a:solidFill>
          <a:ln w="6350">
            <a:solidFill>
              <a:srgbClr val="22222A"/>
            </a:solidFill>
            <a:prstDash val="solid"/>
          </a:ln>
        </p:spPr>
      </p:sp>
      <p:sp>
        <p:nvSpPr>
          <p:cNvPr id="135" name="Shape 133"/>
          <p:cNvSpPr/>
          <p:nvPr/>
        </p:nvSpPr>
        <p:spPr>
          <a:xfrm>
            <a:off x="5463540" y="3446887"/>
            <a:ext cx="64008" cy="64008"/>
          </a:xfrm>
          <a:prstGeom prst="ellipse">
            <a:avLst/>
          </a:prstGeom>
          <a:solidFill>
            <a:srgbClr val="4A4A55"/>
          </a:solidFill>
          <a:ln w="6350">
            <a:solidFill>
              <a:srgbClr val="22222A"/>
            </a:solidFill>
            <a:prstDash val="solid"/>
          </a:ln>
        </p:spPr>
      </p:sp>
      <p:sp>
        <p:nvSpPr>
          <p:cNvPr id="136" name="Shape 134"/>
          <p:cNvSpPr/>
          <p:nvPr/>
        </p:nvSpPr>
        <p:spPr>
          <a:xfrm>
            <a:off x="777240" y="3886200"/>
            <a:ext cx="256032" cy="156381"/>
          </a:xfrm>
          <a:prstGeom prst="line">
            <a:avLst/>
          </a:prstGeom>
          <a:noFill/>
          <a:ln w="25400">
            <a:solidFill>
              <a:srgbClr val="2F6B8F"/>
            </a:solidFill>
            <a:prstDash val="solid"/>
          </a:ln>
        </p:spPr>
      </p:sp>
      <p:sp>
        <p:nvSpPr>
          <p:cNvPr id="137" name="Shape 135"/>
          <p:cNvSpPr/>
          <p:nvPr/>
        </p:nvSpPr>
        <p:spPr>
          <a:xfrm flipV="1">
            <a:off x="1033272" y="3905858"/>
            <a:ext cx="256032" cy="136723"/>
          </a:xfrm>
          <a:prstGeom prst="line">
            <a:avLst/>
          </a:prstGeom>
          <a:noFill/>
          <a:ln w="25400">
            <a:solidFill>
              <a:srgbClr val="2F6B8F"/>
            </a:solidFill>
            <a:prstDash val="solid"/>
          </a:ln>
        </p:spPr>
      </p:sp>
      <p:sp>
        <p:nvSpPr>
          <p:cNvPr id="138" name="Shape 136"/>
          <p:cNvSpPr/>
          <p:nvPr/>
        </p:nvSpPr>
        <p:spPr>
          <a:xfrm>
            <a:off x="1289304" y="3905858"/>
            <a:ext cx="256032" cy="154918"/>
          </a:xfrm>
          <a:prstGeom prst="line">
            <a:avLst/>
          </a:prstGeom>
          <a:noFill/>
          <a:ln w="25400">
            <a:solidFill>
              <a:srgbClr val="2F6B8F"/>
            </a:solidFill>
            <a:prstDash val="solid"/>
          </a:ln>
        </p:spPr>
      </p:sp>
      <p:sp>
        <p:nvSpPr>
          <p:cNvPr id="139" name="Shape 137"/>
          <p:cNvSpPr/>
          <p:nvPr/>
        </p:nvSpPr>
        <p:spPr>
          <a:xfrm flipV="1">
            <a:off x="1545336" y="3921696"/>
            <a:ext cx="256032" cy="139080"/>
          </a:xfrm>
          <a:prstGeom prst="line">
            <a:avLst/>
          </a:prstGeom>
          <a:noFill/>
          <a:ln w="25400">
            <a:solidFill>
              <a:srgbClr val="2F6B8F"/>
            </a:solidFill>
            <a:prstDash val="solid"/>
          </a:ln>
        </p:spPr>
      </p:sp>
      <p:sp>
        <p:nvSpPr>
          <p:cNvPr id="140" name="Shape 138"/>
          <p:cNvSpPr/>
          <p:nvPr/>
        </p:nvSpPr>
        <p:spPr>
          <a:xfrm>
            <a:off x="1801368" y="3921696"/>
            <a:ext cx="256032" cy="151782"/>
          </a:xfrm>
          <a:prstGeom prst="line">
            <a:avLst/>
          </a:prstGeom>
          <a:noFill/>
          <a:ln w="25400">
            <a:solidFill>
              <a:srgbClr val="2F6B8F"/>
            </a:solidFill>
            <a:prstDash val="solid"/>
          </a:ln>
        </p:spPr>
      </p:sp>
      <p:sp>
        <p:nvSpPr>
          <p:cNvPr id="141" name="Shape 139"/>
          <p:cNvSpPr/>
          <p:nvPr/>
        </p:nvSpPr>
        <p:spPr>
          <a:xfrm flipV="1">
            <a:off x="2057400" y="3930637"/>
            <a:ext cx="256032" cy="142841"/>
          </a:xfrm>
          <a:prstGeom prst="line">
            <a:avLst/>
          </a:prstGeom>
          <a:noFill/>
          <a:ln w="25400">
            <a:solidFill>
              <a:srgbClr val="2F6B8F"/>
            </a:solidFill>
            <a:prstDash val="solid"/>
          </a:ln>
        </p:spPr>
      </p:sp>
      <p:sp>
        <p:nvSpPr>
          <p:cNvPr id="142" name="Shape 140"/>
          <p:cNvSpPr/>
          <p:nvPr/>
        </p:nvSpPr>
        <p:spPr>
          <a:xfrm>
            <a:off x="2313432" y="3930637"/>
            <a:ext cx="256032" cy="147582"/>
          </a:xfrm>
          <a:prstGeom prst="line">
            <a:avLst/>
          </a:prstGeom>
          <a:noFill/>
          <a:ln w="25400">
            <a:solidFill>
              <a:srgbClr val="2F6B8F"/>
            </a:solidFill>
            <a:prstDash val="solid"/>
          </a:ln>
        </p:spPr>
      </p:sp>
      <p:sp>
        <p:nvSpPr>
          <p:cNvPr id="143" name="Shape 141"/>
          <p:cNvSpPr/>
          <p:nvPr/>
        </p:nvSpPr>
        <p:spPr>
          <a:xfrm flipV="1">
            <a:off x="2569464" y="3930944"/>
            <a:ext cx="256032" cy="147275"/>
          </a:xfrm>
          <a:prstGeom prst="line">
            <a:avLst/>
          </a:prstGeom>
          <a:noFill/>
          <a:ln w="25400">
            <a:solidFill>
              <a:srgbClr val="2F6B8F"/>
            </a:solidFill>
            <a:prstDash val="solid"/>
          </a:ln>
        </p:spPr>
      </p:sp>
      <p:sp>
        <p:nvSpPr>
          <p:cNvPr id="144" name="Shape 142"/>
          <p:cNvSpPr/>
          <p:nvPr/>
        </p:nvSpPr>
        <p:spPr>
          <a:xfrm>
            <a:off x="2825496" y="3930944"/>
            <a:ext cx="256032" cy="143133"/>
          </a:xfrm>
          <a:prstGeom prst="line">
            <a:avLst/>
          </a:prstGeom>
          <a:noFill/>
          <a:ln w="25400">
            <a:solidFill>
              <a:srgbClr val="2F6B8F"/>
            </a:solidFill>
            <a:prstDash val="solid"/>
          </a:ln>
        </p:spPr>
      </p:sp>
      <p:sp>
        <p:nvSpPr>
          <p:cNvPr id="145" name="Shape 143"/>
          <p:cNvSpPr/>
          <p:nvPr/>
        </p:nvSpPr>
        <p:spPr>
          <a:xfrm flipV="1">
            <a:off x="3081528" y="3922557"/>
            <a:ext cx="256032" cy="151520"/>
          </a:xfrm>
          <a:prstGeom prst="line">
            <a:avLst/>
          </a:prstGeom>
          <a:noFill/>
          <a:ln w="25400">
            <a:solidFill>
              <a:srgbClr val="2F6B8F"/>
            </a:solidFill>
            <a:prstDash val="solid"/>
          </a:ln>
        </p:spPr>
      </p:sp>
      <p:sp>
        <p:nvSpPr>
          <p:cNvPr id="146" name="Shape 144"/>
          <p:cNvSpPr/>
          <p:nvPr/>
        </p:nvSpPr>
        <p:spPr>
          <a:xfrm>
            <a:off x="3337560" y="3922557"/>
            <a:ext cx="256032" cy="139300"/>
          </a:xfrm>
          <a:prstGeom prst="line">
            <a:avLst/>
          </a:prstGeom>
          <a:noFill/>
          <a:ln w="25400">
            <a:solidFill>
              <a:srgbClr val="2F6B8F"/>
            </a:solidFill>
            <a:prstDash val="solid"/>
          </a:ln>
        </p:spPr>
      </p:sp>
      <p:sp>
        <p:nvSpPr>
          <p:cNvPr id="147" name="Shape 145"/>
          <p:cNvSpPr/>
          <p:nvPr/>
        </p:nvSpPr>
        <p:spPr>
          <a:xfrm flipV="1">
            <a:off x="3593592" y="3907107"/>
            <a:ext cx="256032" cy="154751"/>
          </a:xfrm>
          <a:prstGeom prst="line">
            <a:avLst/>
          </a:prstGeom>
          <a:noFill/>
          <a:ln w="25400">
            <a:solidFill>
              <a:srgbClr val="2F6B8F"/>
            </a:solidFill>
            <a:prstDash val="solid"/>
          </a:ln>
        </p:spPr>
      </p:sp>
      <p:sp>
        <p:nvSpPr>
          <p:cNvPr id="148" name="Shape 146"/>
          <p:cNvSpPr/>
          <p:nvPr/>
        </p:nvSpPr>
        <p:spPr>
          <a:xfrm>
            <a:off x="3849624" y="3907107"/>
            <a:ext cx="256032" cy="136829"/>
          </a:xfrm>
          <a:prstGeom prst="line">
            <a:avLst/>
          </a:prstGeom>
          <a:noFill/>
          <a:ln w="25400">
            <a:solidFill>
              <a:srgbClr val="2F6B8F"/>
            </a:solidFill>
            <a:prstDash val="solid"/>
          </a:ln>
        </p:spPr>
      </p:sp>
      <p:sp>
        <p:nvSpPr>
          <p:cNvPr id="149" name="Shape 147"/>
          <p:cNvSpPr/>
          <p:nvPr/>
        </p:nvSpPr>
        <p:spPr>
          <a:xfrm flipV="1">
            <a:off x="4105656" y="3887593"/>
            <a:ext cx="256032" cy="156342"/>
          </a:xfrm>
          <a:prstGeom prst="line">
            <a:avLst/>
          </a:prstGeom>
          <a:noFill/>
          <a:ln w="25400">
            <a:solidFill>
              <a:srgbClr val="2F6B8F"/>
            </a:solidFill>
            <a:prstDash val="solid"/>
          </a:ln>
        </p:spPr>
      </p:sp>
      <p:sp>
        <p:nvSpPr>
          <p:cNvPr id="150" name="Shape 148"/>
          <p:cNvSpPr/>
          <p:nvPr/>
        </p:nvSpPr>
        <p:spPr>
          <a:xfrm>
            <a:off x="4361688" y="3887593"/>
            <a:ext cx="256032" cy="136198"/>
          </a:xfrm>
          <a:prstGeom prst="line">
            <a:avLst/>
          </a:prstGeom>
          <a:noFill/>
          <a:ln w="25400">
            <a:solidFill>
              <a:srgbClr val="2F6B8F"/>
            </a:solidFill>
            <a:prstDash val="solid"/>
          </a:ln>
        </p:spPr>
      </p:sp>
      <p:sp>
        <p:nvSpPr>
          <p:cNvPr id="151" name="Shape 149"/>
          <p:cNvSpPr/>
          <p:nvPr/>
        </p:nvSpPr>
        <p:spPr>
          <a:xfrm flipV="1">
            <a:off x="4617720" y="3867810"/>
            <a:ext cx="256032" cy="155982"/>
          </a:xfrm>
          <a:prstGeom prst="line">
            <a:avLst/>
          </a:prstGeom>
          <a:noFill/>
          <a:ln w="25400">
            <a:solidFill>
              <a:srgbClr val="2F6B8F"/>
            </a:solidFill>
            <a:prstDash val="solid"/>
          </a:ln>
        </p:spPr>
      </p:sp>
      <p:sp>
        <p:nvSpPr>
          <p:cNvPr id="152" name="Shape 150"/>
          <p:cNvSpPr/>
          <p:nvPr/>
        </p:nvSpPr>
        <p:spPr>
          <a:xfrm>
            <a:off x="4873752" y="3867810"/>
            <a:ext cx="256032" cy="137531"/>
          </a:xfrm>
          <a:prstGeom prst="line">
            <a:avLst/>
          </a:prstGeom>
          <a:noFill/>
          <a:ln w="25400">
            <a:solidFill>
              <a:srgbClr val="2F6B8F"/>
            </a:solidFill>
            <a:prstDash val="solid"/>
          </a:ln>
        </p:spPr>
      </p:sp>
      <p:sp>
        <p:nvSpPr>
          <p:cNvPr id="153" name="Shape 151"/>
          <p:cNvSpPr/>
          <p:nvPr/>
        </p:nvSpPr>
        <p:spPr>
          <a:xfrm flipV="1">
            <a:off x="5129784" y="3851599"/>
            <a:ext cx="256032" cy="153741"/>
          </a:xfrm>
          <a:prstGeom prst="line">
            <a:avLst/>
          </a:prstGeom>
          <a:noFill/>
          <a:ln w="25400">
            <a:solidFill>
              <a:srgbClr val="2F6B8F"/>
            </a:solidFill>
            <a:prstDash val="solid"/>
          </a:ln>
        </p:spPr>
      </p:sp>
      <p:sp>
        <p:nvSpPr>
          <p:cNvPr id="154" name="Shape 152"/>
          <p:cNvSpPr/>
          <p:nvPr/>
        </p:nvSpPr>
        <p:spPr>
          <a:xfrm>
            <a:off x="745236" y="3854196"/>
            <a:ext cx="64008" cy="64008"/>
          </a:xfrm>
          <a:prstGeom prst="ellipse">
            <a:avLst/>
          </a:prstGeom>
          <a:solidFill>
            <a:srgbClr val="4A4A55"/>
          </a:solidFill>
          <a:ln w="6350">
            <a:solidFill>
              <a:srgbClr val="22222A"/>
            </a:solidFill>
            <a:prstDash val="solid"/>
          </a:ln>
        </p:spPr>
      </p:sp>
      <p:sp>
        <p:nvSpPr>
          <p:cNvPr id="155" name="Shape 153"/>
          <p:cNvSpPr/>
          <p:nvPr/>
        </p:nvSpPr>
        <p:spPr>
          <a:xfrm>
            <a:off x="1001268" y="4010577"/>
            <a:ext cx="64008" cy="64008"/>
          </a:xfrm>
          <a:prstGeom prst="ellipse">
            <a:avLst/>
          </a:prstGeom>
          <a:solidFill>
            <a:srgbClr val="4A4A55"/>
          </a:solidFill>
          <a:ln w="6350">
            <a:solidFill>
              <a:srgbClr val="22222A"/>
            </a:solidFill>
            <a:prstDash val="solid"/>
          </a:ln>
        </p:spPr>
      </p:sp>
      <p:sp>
        <p:nvSpPr>
          <p:cNvPr id="156" name="Shape 154"/>
          <p:cNvSpPr/>
          <p:nvPr/>
        </p:nvSpPr>
        <p:spPr>
          <a:xfrm>
            <a:off x="1257300" y="3873854"/>
            <a:ext cx="64008" cy="64008"/>
          </a:xfrm>
          <a:prstGeom prst="ellipse">
            <a:avLst/>
          </a:prstGeom>
          <a:solidFill>
            <a:srgbClr val="4A4A55"/>
          </a:solidFill>
          <a:ln w="6350">
            <a:solidFill>
              <a:srgbClr val="22222A"/>
            </a:solidFill>
            <a:prstDash val="solid"/>
          </a:ln>
        </p:spPr>
      </p:sp>
      <p:sp>
        <p:nvSpPr>
          <p:cNvPr id="157" name="Shape 155"/>
          <p:cNvSpPr/>
          <p:nvPr/>
        </p:nvSpPr>
        <p:spPr>
          <a:xfrm>
            <a:off x="1513332" y="4028772"/>
            <a:ext cx="64008" cy="64008"/>
          </a:xfrm>
          <a:prstGeom prst="ellipse">
            <a:avLst/>
          </a:prstGeom>
          <a:solidFill>
            <a:srgbClr val="4A4A55"/>
          </a:solidFill>
          <a:ln w="6350">
            <a:solidFill>
              <a:srgbClr val="22222A"/>
            </a:solidFill>
            <a:prstDash val="solid"/>
          </a:ln>
        </p:spPr>
      </p:sp>
      <p:sp>
        <p:nvSpPr>
          <p:cNvPr id="158" name="Shape 156"/>
          <p:cNvSpPr/>
          <p:nvPr/>
        </p:nvSpPr>
        <p:spPr>
          <a:xfrm>
            <a:off x="1769364" y="3889692"/>
            <a:ext cx="64008" cy="64008"/>
          </a:xfrm>
          <a:prstGeom prst="ellipse">
            <a:avLst/>
          </a:prstGeom>
          <a:solidFill>
            <a:srgbClr val="4A4A55"/>
          </a:solidFill>
          <a:ln w="6350">
            <a:solidFill>
              <a:srgbClr val="22222A"/>
            </a:solidFill>
            <a:prstDash val="solid"/>
          </a:ln>
        </p:spPr>
      </p:sp>
      <p:sp>
        <p:nvSpPr>
          <p:cNvPr id="159" name="Shape 157"/>
          <p:cNvSpPr/>
          <p:nvPr/>
        </p:nvSpPr>
        <p:spPr>
          <a:xfrm>
            <a:off x="2025396" y="4041474"/>
            <a:ext cx="64008" cy="64008"/>
          </a:xfrm>
          <a:prstGeom prst="ellipse">
            <a:avLst/>
          </a:prstGeom>
          <a:solidFill>
            <a:srgbClr val="4A4A55"/>
          </a:solidFill>
          <a:ln w="6350">
            <a:solidFill>
              <a:srgbClr val="22222A"/>
            </a:solidFill>
            <a:prstDash val="solid"/>
          </a:ln>
        </p:spPr>
      </p:sp>
      <p:sp>
        <p:nvSpPr>
          <p:cNvPr id="160" name="Shape 158"/>
          <p:cNvSpPr/>
          <p:nvPr/>
        </p:nvSpPr>
        <p:spPr>
          <a:xfrm>
            <a:off x="2281428" y="3898633"/>
            <a:ext cx="64008" cy="64008"/>
          </a:xfrm>
          <a:prstGeom prst="ellipse">
            <a:avLst/>
          </a:prstGeom>
          <a:solidFill>
            <a:srgbClr val="4A4A55"/>
          </a:solidFill>
          <a:ln w="6350">
            <a:solidFill>
              <a:srgbClr val="22222A"/>
            </a:solidFill>
            <a:prstDash val="solid"/>
          </a:ln>
        </p:spPr>
      </p:sp>
      <p:sp>
        <p:nvSpPr>
          <p:cNvPr id="161" name="Shape 159"/>
          <p:cNvSpPr/>
          <p:nvPr/>
        </p:nvSpPr>
        <p:spPr>
          <a:xfrm>
            <a:off x="2537460" y="4046215"/>
            <a:ext cx="64008" cy="64008"/>
          </a:xfrm>
          <a:prstGeom prst="ellipse">
            <a:avLst/>
          </a:prstGeom>
          <a:solidFill>
            <a:srgbClr val="4A4A55"/>
          </a:solidFill>
          <a:ln w="6350">
            <a:solidFill>
              <a:srgbClr val="22222A"/>
            </a:solidFill>
            <a:prstDash val="solid"/>
          </a:ln>
        </p:spPr>
      </p:sp>
      <p:sp>
        <p:nvSpPr>
          <p:cNvPr id="162" name="Shape 160"/>
          <p:cNvSpPr/>
          <p:nvPr/>
        </p:nvSpPr>
        <p:spPr>
          <a:xfrm>
            <a:off x="2793492" y="3898940"/>
            <a:ext cx="64008" cy="64008"/>
          </a:xfrm>
          <a:prstGeom prst="ellipse">
            <a:avLst/>
          </a:prstGeom>
          <a:solidFill>
            <a:srgbClr val="4A4A55"/>
          </a:solidFill>
          <a:ln w="6350">
            <a:solidFill>
              <a:srgbClr val="22222A"/>
            </a:solidFill>
            <a:prstDash val="solid"/>
          </a:ln>
        </p:spPr>
      </p:sp>
      <p:sp>
        <p:nvSpPr>
          <p:cNvPr id="163" name="Shape 161"/>
          <p:cNvSpPr/>
          <p:nvPr/>
        </p:nvSpPr>
        <p:spPr>
          <a:xfrm>
            <a:off x="3049524" y="4042073"/>
            <a:ext cx="64008" cy="64008"/>
          </a:xfrm>
          <a:prstGeom prst="ellipse">
            <a:avLst/>
          </a:prstGeom>
          <a:solidFill>
            <a:srgbClr val="4A4A55"/>
          </a:solidFill>
          <a:ln w="6350">
            <a:solidFill>
              <a:srgbClr val="22222A"/>
            </a:solidFill>
            <a:prstDash val="solid"/>
          </a:ln>
        </p:spPr>
      </p:sp>
      <p:sp>
        <p:nvSpPr>
          <p:cNvPr id="164" name="Shape 162"/>
          <p:cNvSpPr/>
          <p:nvPr/>
        </p:nvSpPr>
        <p:spPr>
          <a:xfrm>
            <a:off x="3305556" y="3890553"/>
            <a:ext cx="64008" cy="64008"/>
          </a:xfrm>
          <a:prstGeom prst="ellipse">
            <a:avLst/>
          </a:prstGeom>
          <a:solidFill>
            <a:srgbClr val="4A4A55"/>
          </a:solidFill>
          <a:ln w="6350">
            <a:solidFill>
              <a:srgbClr val="22222A"/>
            </a:solidFill>
            <a:prstDash val="solid"/>
          </a:ln>
        </p:spPr>
      </p:sp>
      <p:sp>
        <p:nvSpPr>
          <p:cNvPr id="165" name="Shape 163"/>
          <p:cNvSpPr/>
          <p:nvPr/>
        </p:nvSpPr>
        <p:spPr>
          <a:xfrm>
            <a:off x="3561588" y="4029854"/>
            <a:ext cx="64008" cy="64008"/>
          </a:xfrm>
          <a:prstGeom prst="ellipse">
            <a:avLst/>
          </a:prstGeom>
          <a:solidFill>
            <a:srgbClr val="4A4A55"/>
          </a:solidFill>
          <a:ln w="6350">
            <a:solidFill>
              <a:srgbClr val="22222A"/>
            </a:solidFill>
            <a:prstDash val="solid"/>
          </a:ln>
        </p:spPr>
      </p:sp>
      <p:sp>
        <p:nvSpPr>
          <p:cNvPr id="166" name="Shape 164"/>
          <p:cNvSpPr/>
          <p:nvPr/>
        </p:nvSpPr>
        <p:spPr>
          <a:xfrm>
            <a:off x="3817620" y="3875103"/>
            <a:ext cx="64008" cy="64008"/>
          </a:xfrm>
          <a:prstGeom prst="ellipse">
            <a:avLst/>
          </a:prstGeom>
          <a:solidFill>
            <a:srgbClr val="4A4A55"/>
          </a:solidFill>
          <a:ln w="6350">
            <a:solidFill>
              <a:srgbClr val="22222A"/>
            </a:solidFill>
            <a:prstDash val="solid"/>
          </a:ln>
        </p:spPr>
      </p:sp>
      <p:sp>
        <p:nvSpPr>
          <p:cNvPr id="167" name="Shape 165"/>
          <p:cNvSpPr/>
          <p:nvPr/>
        </p:nvSpPr>
        <p:spPr>
          <a:xfrm>
            <a:off x="4073652" y="4011931"/>
            <a:ext cx="64008" cy="64008"/>
          </a:xfrm>
          <a:prstGeom prst="ellipse">
            <a:avLst/>
          </a:prstGeom>
          <a:solidFill>
            <a:srgbClr val="4A4A55"/>
          </a:solidFill>
          <a:ln w="6350">
            <a:solidFill>
              <a:srgbClr val="22222A"/>
            </a:solidFill>
            <a:prstDash val="solid"/>
          </a:ln>
        </p:spPr>
      </p:sp>
      <p:sp>
        <p:nvSpPr>
          <p:cNvPr id="168" name="Shape 166"/>
          <p:cNvSpPr/>
          <p:nvPr/>
        </p:nvSpPr>
        <p:spPr>
          <a:xfrm>
            <a:off x="4329684" y="3855589"/>
            <a:ext cx="64008" cy="64008"/>
          </a:xfrm>
          <a:prstGeom prst="ellipse">
            <a:avLst/>
          </a:prstGeom>
          <a:solidFill>
            <a:srgbClr val="4A4A55"/>
          </a:solidFill>
          <a:ln w="6350">
            <a:solidFill>
              <a:srgbClr val="22222A"/>
            </a:solidFill>
            <a:prstDash val="solid"/>
          </a:ln>
        </p:spPr>
      </p:sp>
      <p:sp>
        <p:nvSpPr>
          <p:cNvPr id="169" name="Shape 167"/>
          <p:cNvSpPr/>
          <p:nvPr/>
        </p:nvSpPr>
        <p:spPr>
          <a:xfrm>
            <a:off x="4585716" y="3991787"/>
            <a:ext cx="64008" cy="64008"/>
          </a:xfrm>
          <a:prstGeom prst="ellipse">
            <a:avLst/>
          </a:prstGeom>
          <a:solidFill>
            <a:srgbClr val="4A4A55"/>
          </a:solidFill>
          <a:ln w="6350">
            <a:solidFill>
              <a:srgbClr val="22222A"/>
            </a:solidFill>
            <a:prstDash val="solid"/>
          </a:ln>
        </p:spPr>
      </p:sp>
      <p:sp>
        <p:nvSpPr>
          <p:cNvPr id="170" name="Shape 168"/>
          <p:cNvSpPr/>
          <p:nvPr/>
        </p:nvSpPr>
        <p:spPr>
          <a:xfrm>
            <a:off x="4841748" y="3835806"/>
            <a:ext cx="64008" cy="64008"/>
          </a:xfrm>
          <a:prstGeom prst="ellipse">
            <a:avLst/>
          </a:prstGeom>
          <a:solidFill>
            <a:srgbClr val="4A4A55"/>
          </a:solidFill>
          <a:ln w="6350">
            <a:solidFill>
              <a:srgbClr val="22222A"/>
            </a:solidFill>
            <a:prstDash val="solid"/>
          </a:ln>
        </p:spPr>
      </p:sp>
      <p:sp>
        <p:nvSpPr>
          <p:cNvPr id="171" name="Shape 169"/>
          <p:cNvSpPr/>
          <p:nvPr/>
        </p:nvSpPr>
        <p:spPr>
          <a:xfrm>
            <a:off x="5097780" y="3973336"/>
            <a:ext cx="64008" cy="64008"/>
          </a:xfrm>
          <a:prstGeom prst="ellipse">
            <a:avLst/>
          </a:prstGeom>
          <a:solidFill>
            <a:srgbClr val="4A4A55"/>
          </a:solidFill>
          <a:ln w="6350">
            <a:solidFill>
              <a:srgbClr val="22222A"/>
            </a:solidFill>
            <a:prstDash val="solid"/>
          </a:ln>
        </p:spPr>
      </p:sp>
      <p:sp>
        <p:nvSpPr>
          <p:cNvPr id="172" name="Shape 170"/>
          <p:cNvSpPr/>
          <p:nvPr/>
        </p:nvSpPr>
        <p:spPr>
          <a:xfrm>
            <a:off x="5353812" y="3819595"/>
            <a:ext cx="64008" cy="64008"/>
          </a:xfrm>
          <a:prstGeom prst="ellipse">
            <a:avLst/>
          </a:prstGeom>
          <a:solidFill>
            <a:srgbClr val="4A4A55"/>
          </a:solidFill>
          <a:ln w="6350">
            <a:solidFill>
              <a:srgbClr val="22222A"/>
            </a:solidFill>
            <a:prstDash val="solid"/>
          </a:ln>
        </p:spPr>
      </p:sp>
      <p:sp>
        <p:nvSpPr>
          <p:cNvPr id="173" name="Shape 171"/>
          <p:cNvSpPr/>
          <p:nvPr/>
        </p:nvSpPr>
        <p:spPr>
          <a:xfrm>
            <a:off x="886968" y="4251960"/>
            <a:ext cx="256032" cy="154571"/>
          </a:xfrm>
          <a:prstGeom prst="line">
            <a:avLst/>
          </a:prstGeom>
          <a:noFill/>
          <a:ln w="25400">
            <a:solidFill>
              <a:srgbClr val="6B4F2A"/>
            </a:solidFill>
            <a:prstDash val="solid"/>
          </a:ln>
        </p:spPr>
      </p:sp>
      <p:sp>
        <p:nvSpPr>
          <p:cNvPr id="174" name="Shape 172"/>
          <p:cNvSpPr/>
          <p:nvPr/>
        </p:nvSpPr>
        <p:spPr>
          <a:xfrm flipV="1">
            <a:off x="1143000" y="4268221"/>
            <a:ext cx="256032" cy="138310"/>
          </a:xfrm>
          <a:prstGeom prst="line">
            <a:avLst/>
          </a:prstGeom>
          <a:noFill/>
          <a:ln w="25400">
            <a:solidFill>
              <a:srgbClr val="6B4F2A"/>
            </a:solidFill>
            <a:prstDash val="solid"/>
          </a:ln>
        </p:spPr>
      </p:sp>
      <p:sp>
        <p:nvSpPr>
          <p:cNvPr id="175" name="Shape 173"/>
          <p:cNvSpPr/>
          <p:nvPr/>
        </p:nvSpPr>
        <p:spPr>
          <a:xfrm>
            <a:off x="1399032" y="4268221"/>
            <a:ext cx="256032" cy="153762"/>
          </a:xfrm>
          <a:prstGeom prst="line">
            <a:avLst/>
          </a:prstGeom>
          <a:noFill/>
          <a:ln w="25400">
            <a:solidFill>
              <a:srgbClr val="6B4F2A"/>
            </a:solidFill>
            <a:prstDash val="solid"/>
          </a:ln>
        </p:spPr>
      </p:sp>
      <p:sp>
        <p:nvSpPr>
          <p:cNvPr id="176" name="Shape 174"/>
          <p:cNvSpPr/>
          <p:nvPr/>
        </p:nvSpPr>
        <p:spPr>
          <a:xfrm flipV="1">
            <a:off x="1655064" y="4282356"/>
            <a:ext cx="256032" cy="139628"/>
          </a:xfrm>
          <a:prstGeom prst="line">
            <a:avLst/>
          </a:prstGeom>
          <a:noFill/>
          <a:ln w="25400">
            <a:solidFill>
              <a:srgbClr val="6B4F2A"/>
            </a:solidFill>
            <a:prstDash val="solid"/>
          </a:ln>
        </p:spPr>
      </p:sp>
      <p:sp>
        <p:nvSpPr>
          <p:cNvPr id="177" name="Shape 175"/>
          <p:cNvSpPr/>
          <p:nvPr/>
        </p:nvSpPr>
        <p:spPr>
          <a:xfrm>
            <a:off x="1911096" y="4282356"/>
            <a:ext cx="256032" cy="151978"/>
          </a:xfrm>
          <a:prstGeom prst="line">
            <a:avLst/>
          </a:prstGeom>
          <a:noFill/>
          <a:ln w="25400">
            <a:solidFill>
              <a:srgbClr val="6B4F2A"/>
            </a:solidFill>
            <a:prstDash val="solid"/>
          </a:ln>
        </p:spPr>
      </p:sp>
      <p:sp>
        <p:nvSpPr>
          <p:cNvPr id="178" name="Shape 176"/>
          <p:cNvSpPr/>
          <p:nvPr/>
        </p:nvSpPr>
        <p:spPr>
          <a:xfrm flipV="1">
            <a:off x="2167128" y="4292516"/>
            <a:ext cx="256032" cy="141819"/>
          </a:xfrm>
          <a:prstGeom prst="line">
            <a:avLst/>
          </a:prstGeom>
          <a:noFill/>
          <a:ln w="25400">
            <a:solidFill>
              <a:srgbClr val="6B4F2A"/>
            </a:solidFill>
            <a:prstDash val="solid"/>
          </a:ln>
        </p:spPr>
      </p:sp>
      <p:sp>
        <p:nvSpPr>
          <p:cNvPr id="179" name="Shape 177"/>
          <p:cNvSpPr/>
          <p:nvPr/>
        </p:nvSpPr>
        <p:spPr>
          <a:xfrm>
            <a:off x="2423160" y="4292516"/>
            <a:ext cx="256032" cy="149452"/>
          </a:xfrm>
          <a:prstGeom prst="line">
            <a:avLst/>
          </a:prstGeom>
          <a:noFill/>
          <a:ln w="25400">
            <a:solidFill>
              <a:srgbClr val="6B4F2A"/>
            </a:solidFill>
            <a:prstDash val="solid"/>
          </a:ln>
        </p:spPr>
      </p:sp>
      <p:sp>
        <p:nvSpPr>
          <p:cNvPr id="180" name="Shape 178"/>
          <p:cNvSpPr/>
          <p:nvPr/>
        </p:nvSpPr>
        <p:spPr>
          <a:xfrm flipV="1">
            <a:off x="2679192" y="4297371"/>
            <a:ext cx="256032" cy="144597"/>
          </a:xfrm>
          <a:prstGeom prst="line">
            <a:avLst/>
          </a:prstGeom>
          <a:noFill/>
          <a:ln w="25400">
            <a:solidFill>
              <a:srgbClr val="6B4F2A"/>
            </a:solidFill>
            <a:prstDash val="solid"/>
          </a:ln>
        </p:spPr>
      </p:sp>
      <p:sp>
        <p:nvSpPr>
          <p:cNvPr id="181" name="Shape 179"/>
          <p:cNvSpPr/>
          <p:nvPr/>
        </p:nvSpPr>
        <p:spPr>
          <a:xfrm>
            <a:off x="2935224" y="4297371"/>
            <a:ext cx="256032" cy="146514"/>
          </a:xfrm>
          <a:prstGeom prst="line">
            <a:avLst/>
          </a:prstGeom>
          <a:noFill/>
          <a:ln w="25400">
            <a:solidFill>
              <a:srgbClr val="6B4F2A"/>
            </a:solidFill>
            <a:prstDash val="solid"/>
          </a:ln>
        </p:spPr>
      </p:sp>
      <p:sp>
        <p:nvSpPr>
          <p:cNvPr id="182" name="Shape 180"/>
          <p:cNvSpPr/>
          <p:nvPr/>
        </p:nvSpPr>
        <p:spPr>
          <a:xfrm flipV="1">
            <a:off x="3191256" y="4296288"/>
            <a:ext cx="256032" cy="147598"/>
          </a:xfrm>
          <a:prstGeom prst="line">
            <a:avLst/>
          </a:prstGeom>
          <a:noFill/>
          <a:ln w="25400">
            <a:solidFill>
              <a:srgbClr val="6B4F2A"/>
            </a:solidFill>
            <a:prstDash val="solid"/>
          </a:ln>
        </p:spPr>
      </p:sp>
      <p:sp>
        <p:nvSpPr>
          <p:cNvPr id="183" name="Shape 181"/>
          <p:cNvSpPr/>
          <p:nvPr/>
        </p:nvSpPr>
        <p:spPr>
          <a:xfrm>
            <a:off x="3447288" y="4296288"/>
            <a:ext cx="256032" cy="143549"/>
          </a:xfrm>
          <a:prstGeom prst="line">
            <a:avLst/>
          </a:prstGeom>
          <a:noFill/>
          <a:ln w="25400">
            <a:solidFill>
              <a:srgbClr val="6B4F2A"/>
            </a:solidFill>
            <a:prstDash val="solid"/>
          </a:ln>
        </p:spPr>
      </p:sp>
      <p:sp>
        <p:nvSpPr>
          <p:cNvPr id="184" name="Shape 182"/>
          <p:cNvSpPr/>
          <p:nvPr/>
        </p:nvSpPr>
        <p:spPr>
          <a:xfrm flipV="1">
            <a:off x="3703320" y="4289408"/>
            <a:ext cx="256032" cy="150430"/>
          </a:xfrm>
          <a:prstGeom prst="line">
            <a:avLst/>
          </a:prstGeom>
          <a:noFill/>
          <a:ln w="25400">
            <a:solidFill>
              <a:srgbClr val="6B4F2A"/>
            </a:solidFill>
            <a:prstDash val="solid"/>
          </a:ln>
        </p:spPr>
      </p:sp>
      <p:sp>
        <p:nvSpPr>
          <p:cNvPr id="185" name="Shape 183"/>
          <p:cNvSpPr/>
          <p:nvPr/>
        </p:nvSpPr>
        <p:spPr>
          <a:xfrm>
            <a:off x="3959352" y="4289408"/>
            <a:ext cx="256032" cy="140944"/>
          </a:xfrm>
          <a:prstGeom prst="line">
            <a:avLst/>
          </a:prstGeom>
          <a:noFill/>
          <a:ln w="25400">
            <a:solidFill>
              <a:srgbClr val="6B4F2A"/>
            </a:solidFill>
            <a:prstDash val="solid"/>
          </a:ln>
        </p:spPr>
      </p:sp>
      <p:sp>
        <p:nvSpPr>
          <p:cNvPr id="186" name="Shape 184"/>
          <p:cNvSpPr/>
          <p:nvPr/>
        </p:nvSpPr>
        <p:spPr>
          <a:xfrm flipV="1">
            <a:off x="4215384" y="4277630"/>
            <a:ext cx="256032" cy="152722"/>
          </a:xfrm>
          <a:prstGeom prst="line">
            <a:avLst/>
          </a:prstGeom>
          <a:noFill/>
          <a:ln w="25400">
            <a:solidFill>
              <a:srgbClr val="6B4F2A"/>
            </a:solidFill>
            <a:prstDash val="solid"/>
          </a:ln>
        </p:spPr>
      </p:sp>
      <p:sp>
        <p:nvSpPr>
          <p:cNvPr id="187" name="Shape 185"/>
          <p:cNvSpPr/>
          <p:nvPr/>
        </p:nvSpPr>
        <p:spPr>
          <a:xfrm>
            <a:off x="4471416" y="4277630"/>
            <a:ext cx="256032" cy="139040"/>
          </a:xfrm>
          <a:prstGeom prst="line">
            <a:avLst/>
          </a:prstGeom>
          <a:noFill/>
          <a:ln w="25400">
            <a:solidFill>
              <a:srgbClr val="6B4F2A"/>
            </a:solidFill>
            <a:prstDash val="solid"/>
          </a:ln>
        </p:spPr>
      </p:sp>
      <p:sp>
        <p:nvSpPr>
          <p:cNvPr id="188" name="Shape 186"/>
          <p:cNvSpPr/>
          <p:nvPr/>
        </p:nvSpPr>
        <p:spPr>
          <a:xfrm flipV="1">
            <a:off x="4727448" y="4262494"/>
            <a:ext cx="256032" cy="154175"/>
          </a:xfrm>
          <a:prstGeom prst="line">
            <a:avLst/>
          </a:prstGeom>
          <a:noFill/>
          <a:ln w="25400">
            <a:solidFill>
              <a:srgbClr val="6B4F2A"/>
            </a:solidFill>
            <a:prstDash val="solid"/>
          </a:ln>
        </p:spPr>
      </p:sp>
      <p:sp>
        <p:nvSpPr>
          <p:cNvPr id="189" name="Shape 187"/>
          <p:cNvSpPr/>
          <p:nvPr/>
        </p:nvSpPr>
        <p:spPr>
          <a:xfrm>
            <a:off x="4983480" y="4262494"/>
            <a:ext cx="256032" cy="138086"/>
          </a:xfrm>
          <a:prstGeom prst="line">
            <a:avLst/>
          </a:prstGeom>
          <a:noFill/>
          <a:ln w="25400">
            <a:solidFill>
              <a:srgbClr val="6B4F2A"/>
            </a:solidFill>
            <a:prstDash val="solid"/>
          </a:ln>
        </p:spPr>
      </p:sp>
      <p:sp>
        <p:nvSpPr>
          <p:cNvPr id="190" name="Shape 188"/>
          <p:cNvSpPr/>
          <p:nvPr/>
        </p:nvSpPr>
        <p:spPr>
          <a:xfrm flipV="1">
            <a:off x="5239512" y="4245982"/>
            <a:ext cx="256032" cy="154599"/>
          </a:xfrm>
          <a:prstGeom prst="line">
            <a:avLst/>
          </a:prstGeom>
          <a:noFill/>
          <a:ln w="25400">
            <a:solidFill>
              <a:srgbClr val="6B4F2A"/>
            </a:solidFill>
            <a:prstDash val="solid"/>
          </a:ln>
        </p:spPr>
      </p:sp>
      <p:sp>
        <p:nvSpPr>
          <p:cNvPr id="191" name="Shape 189"/>
          <p:cNvSpPr/>
          <p:nvPr/>
        </p:nvSpPr>
        <p:spPr>
          <a:xfrm>
            <a:off x="854964" y="4219956"/>
            <a:ext cx="64008" cy="64008"/>
          </a:xfrm>
          <a:prstGeom prst="ellipse">
            <a:avLst/>
          </a:prstGeom>
          <a:solidFill>
            <a:srgbClr val="4A4A55"/>
          </a:solidFill>
          <a:ln w="6350">
            <a:solidFill>
              <a:srgbClr val="22222A"/>
            </a:solidFill>
            <a:prstDash val="solid"/>
          </a:ln>
        </p:spPr>
      </p:sp>
      <p:sp>
        <p:nvSpPr>
          <p:cNvPr id="192" name="Shape 190"/>
          <p:cNvSpPr/>
          <p:nvPr/>
        </p:nvSpPr>
        <p:spPr>
          <a:xfrm>
            <a:off x="1110996" y="4374527"/>
            <a:ext cx="64008" cy="64008"/>
          </a:xfrm>
          <a:prstGeom prst="ellipse">
            <a:avLst/>
          </a:prstGeom>
          <a:solidFill>
            <a:srgbClr val="4A4A55"/>
          </a:solidFill>
          <a:ln w="6350">
            <a:solidFill>
              <a:srgbClr val="22222A"/>
            </a:solidFill>
            <a:prstDash val="solid"/>
          </a:ln>
        </p:spPr>
      </p:sp>
      <p:sp>
        <p:nvSpPr>
          <p:cNvPr id="193" name="Shape 191"/>
          <p:cNvSpPr/>
          <p:nvPr/>
        </p:nvSpPr>
        <p:spPr>
          <a:xfrm>
            <a:off x="1367028" y="4236217"/>
            <a:ext cx="64008" cy="64008"/>
          </a:xfrm>
          <a:prstGeom prst="ellipse">
            <a:avLst/>
          </a:prstGeom>
          <a:solidFill>
            <a:srgbClr val="4A4A55"/>
          </a:solidFill>
          <a:ln w="6350">
            <a:solidFill>
              <a:srgbClr val="22222A"/>
            </a:solidFill>
            <a:prstDash val="solid"/>
          </a:ln>
        </p:spPr>
      </p:sp>
      <p:sp>
        <p:nvSpPr>
          <p:cNvPr id="194" name="Shape 192"/>
          <p:cNvSpPr/>
          <p:nvPr/>
        </p:nvSpPr>
        <p:spPr>
          <a:xfrm>
            <a:off x="1623060" y="4389980"/>
            <a:ext cx="64008" cy="64008"/>
          </a:xfrm>
          <a:prstGeom prst="ellipse">
            <a:avLst/>
          </a:prstGeom>
          <a:solidFill>
            <a:srgbClr val="4A4A55"/>
          </a:solidFill>
          <a:ln w="6350">
            <a:solidFill>
              <a:srgbClr val="22222A"/>
            </a:solidFill>
            <a:prstDash val="solid"/>
          </a:ln>
        </p:spPr>
      </p:sp>
      <p:sp>
        <p:nvSpPr>
          <p:cNvPr id="195" name="Shape 193"/>
          <p:cNvSpPr/>
          <p:nvPr/>
        </p:nvSpPr>
        <p:spPr>
          <a:xfrm>
            <a:off x="1879092" y="4250352"/>
            <a:ext cx="64008" cy="64008"/>
          </a:xfrm>
          <a:prstGeom prst="ellipse">
            <a:avLst/>
          </a:prstGeom>
          <a:solidFill>
            <a:srgbClr val="4A4A55"/>
          </a:solidFill>
          <a:ln w="6350">
            <a:solidFill>
              <a:srgbClr val="22222A"/>
            </a:solidFill>
            <a:prstDash val="solid"/>
          </a:ln>
        </p:spPr>
      </p:sp>
      <p:sp>
        <p:nvSpPr>
          <p:cNvPr id="196" name="Shape 194"/>
          <p:cNvSpPr/>
          <p:nvPr/>
        </p:nvSpPr>
        <p:spPr>
          <a:xfrm>
            <a:off x="2135124" y="4402331"/>
            <a:ext cx="64008" cy="64008"/>
          </a:xfrm>
          <a:prstGeom prst="ellipse">
            <a:avLst/>
          </a:prstGeom>
          <a:solidFill>
            <a:srgbClr val="4A4A55"/>
          </a:solidFill>
          <a:ln w="6350">
            <a:solidFill>
              <a:srgbClr val="22222A"/>
            </a:solidFill>
            <a:prstDash val="solid"/>
          </a:ln>
        </p:spPr>
      </p:sp>
      <p:sp>
        <p:nvSpPr>
          <p:cNvPr id="197" name="Shape 195"/>
          <p:cNvSpPr/>
          <p:nvPr/>
        </p:nvSpPr>
        <p:spPr>
          <a:xfrm>
            <a:off x="2391156" y="4260512"/>
            <a:ext cx="64008" cy="64008"/>
          </a:xfrm>
          <a:prstGeom prst="ellipse">
            <a:avLst/>
          </a:prstGeom>
          <a:solidFill>
            <a:srgbClr val="4A4A55"/>
          </a:solidFill>
          <a:ln w="6350">
            <a:solidFill>
              <a:srgbClr val="22222A"/>
            </a:solidFill>
            <a:prstDash val="solid"/>
          </a:ln>
        </p:spPr>
      </p:sp>
      <p:sp>
        <p:nvSpPr>
          <p:cNvPr id="198" name="Shape 196"/>
          <p:cNvSpPr/>
          <p:nvPr/>
        </p:nvSpPr>
        <p:spPr>
          <a:xfrm>
            <a:off x="2647188" y="4409964"/>
            <a:ext cx="64008" cy="64008"/>
          </a:xfrm>
          <a:prstGeom prst="ellipse">
            <a:avLst/>
          </a:prstGeom>
          <a:solidFill>
            <a:srgbClr val="4A4A55"/>
          </a:solidFill>
          <a:ln w="6350">
            <a:solidFill>
              <a:srgbClr val="22222A"/>
            </a:solidFill>
            <a:prstDash val="solid"/>
          </a:ln>
        </p:spPr>
      </p:sp>
      <p:sp>
        <p:nvSpPr>
          <p:cNvPr id="199" name="Shape 197"/>
          <p:cNvSpPr/>
          <p:nvPr/>
        </p:nvSpPr>
        <p:spPr>
          <a:xfrm>
            <a:off x="2903220" y="4265367"/>
            <a:ext cx="64008" cy="64008"/>
          </a:xfrm>
          <a:prstGeom prst="ellipse">
            <a:avLst/>
          </a:prstGeom>
          <a:solidFill>
            <a:srgbClr val="4A4A55"/>
          </a:solidFill>
          <a:ln w="6350">
            <a:solidFill>
              <a:srgbClr val="22222A"/>
            </a:solidFill>
            <a:prstDash val="solid"/>
          </a:ln>
        </p:spPr>
      </p:sp>
      <p:sp>
        <p:nvSpPr>
          <p:cNvPr id="200" name="Shape 198"/>
          <p:cNvSpPr/>
          <p:nvPr/>
        </p:nvSpPr>
        <p:spPr>
          <a:xfrm>
            <a:off x="3159252" y="4411882"/>
            <a:ext cx="64008" cy="64008"/>
          </a:xfrm>
          <a:prstGeom prst="ellipse">
            <a:avLst/>
          </a:prstGeom>
          <a:solidFill>
            <a:srgbClr val="4A4A55"/>
          </a:solidFill>
          <a:ln w="6350">
            <a:solidFill>
              <a:srgbClr val="22222A"/>
            </a:solidFill>
            <a:prstDash val="solid"/>
          </a:ln>
        </p:spPr>
      </p:sp>
      <p:sp>
        <p:nvSpPr>
          <p:cNvPr id="201" name="Shape 199"/>
          <p:cNvSpPr/>
          <p:nvPr/>
        </p:nvSpPr>
        <p:spPr>
          <a:xfrm>
            <a:off x="3415284" y="4264284"/>
            <a:ext cx="64008" cy="64008"/>
          </a:xfrm>
          <a:prstGeom prst="ellipse">
            <a:avLst/>
          </a:prstGeom>
          <a:solidFill>
            <a:srgbClr val="4A4A55"/>
          </a:solidFill>
          <a:ln w="6350">
            <a:solidFill>
              <a:srgbClr val="22222A"/>
            </a:solidFill>
            <a:prstDash val="solid"/>
          </a:ln>
        </p:spPr>
      </p:sp>
      <p:sp>
        <p:nvSpPr>
          <p:cNvPr id="202" name="Shape 200"/>
          <p:cNvSpPr/>
          <p:nvPr/>
        </p:nvSpPr>
        <p:spPr>
          <a:xfrm>
            <a:off x="3671316" y="4407833"/>
            <a:ext cx="64008" cy="64008"/>
          </a:xfrm>
          <a:prstGeom prst="ellipse">
            <a:avLst/>
          </a:prstGeom>
          <a:solidFill>
            <a:srgbClr val="4A4A55"/>
          </a:solidFill>
          <a:ln w="6350">
            <a:solidFill>
              <a:srgbClr val="22222A"/>
            </a:solidFill>
            <a:prstDash val="solid"/>
          </a:ln>
        </p:spPr>
      </p:sp>
      <p:sp>
        <p:nvSpPr>
          <p:cNvPr id="203" name="Shape 201"/>
          <p:cNvSpPr/>
          <p:nvPr/>
        </p:nvSpPr>
        <p:spPr>
          <a:xfrm>
            <a:off x="3927348" y="4257404"/>
            <a:ext cx="64008" cy="64008"/>
          </a:xfrm>
          <a:prstGeom prst="ellipse">
            <a:avLst/>
          </a:prstGeom>
          <a:solidFill>
            <a:srgbClr val="4A4A55"/>
          </a:solidFill>
          <a:ln w="6350">
            <a:solidFill>
              <a:srgbClr val="22222A"/>
            </a:solidFill>
            <a:prstDash val="solid"/>
          </a:ln>
        </p:spPr>
      </p:sp>
      <p:sp>
        <p:nvSpPr>
          <p:cNvPr id="204" name="Shape 202"/>
          <p:cNvSpPr/>
          <p:nvPr/>
        </p:nvSpPr>
        <p:spPr>
          <a:xfrm>
            <a:off x="4183380" y="4398347"/>
            <a:ext cx="64008" cy="64008"/>
          </a:xfrm>
          <a:prstGeom prst="ellipse">
            <a:avLst/>
          </a:prstGeom>
          <a:solidFill>
            <a:srgbClr val="4A4A55"/>
          </a:solidFill>
          <a:ln w="6350">
            <a:solidFill>
              <a:srgbClr val="22222A"/>
            </a:solidFill>
            <a:prstDash val="solid"/>
          </a:ln>
        </p:spPr>
      </p:sp>
      <p:sp>
        <p:nvSpPr>
          <p:cNvPr id="205" name="Shape 203"/>
          <p:cNvSpPr/>
          <p:nvPr/>
        </p:nvSpPr>
        <p:spPr>
          <a:xfrm>
            <a:off x="4439412" y="4245626"/>
            <a:ext cx="64008" cy="64008"/>
          </a:xfrm>
          <a:prstGeom prst="ellipse">
            <a:avLst/>
          </a:prstGeom>
          <a:solidFill>
            <a:srgbClr val="4A4A55"/>
          </a:solidFill>
          <a:ln w="6350">
            <a:solidFill>
              <a:srgbClr val="22222A"/>
            </a:solidFill>
            <a:prstDash val="solid"/>
          </a:ln>
        </p:spPr>
      </p:sp>
      <p:sp>
        <p:nvSpPr>
          <p:cNvPr id="206" name="Shape 204"/>
          <p:cNvSpPr/>
          <p:nvPr/>
        </p:nvSpPr>
        <p:spPr>
          <a:xfrm>
            <a:off x="4695444" y="4384665"/>
            <a:ext cx="64008" cy="64008"/>
          </a:xfrm>
          <a:prstGeom prst="ellipse">
            <a:avLst/>
          </a:prstGeom>
          <a:solidFill>
            <a:srgbClr val="4A4A55"/>
          </a:solidFill>
          <a:ln w="6350">
            <a:solidFill>
              <a:srgbClr val="22222A"/>
            </a:solidFill>
            <a:prstDash val="solid"/>
          </a:ln>
        </p:spPr>
      </p:sp>
      <p:sp>
        <p:nvSpPr>
          <p:cNvPr id="207" name="Shape 205"/>
          <p:cNvSpPr/>
          <p:nvPr/>
        </p:nvSpPr>
        <p:spPr>
          <a:xfrm>
            <a:off x="4951476" y="4230490"/>
            <a:ext cx="64008" cy="64008"/>
          </a:xfrm>
          <a:prstGeom prst="ellipse">
            <a:avLst/>
          </a:prstGeom>
          <a:solidFill>
            <a:srgbClr val="4A4A55"/>
          </a:solidFill>
          <a:ln w="6350">
            <a:solidFill>
              <a:srgbClr val="22222A"/>
            </a:solidFill>
            <a:prstDash val="solid"/>
          </a:ln>
        </p:spPr>
      </p:sp>
      <p:sp>
        <p:nvSpPr>
          <p:cNvPr id="208" name="Shape 206"/>
          <p:cNvSpPr/>
          <p:nvPr/>
        </p:nvSpPr>
        <p:spPr>
          <a:xfrm>
            <a:off x="5207508" y="4368576"/>
            <a:ext cx="64008" cy="64008"/>
          </a:xfrm>
          <a:prstGeom prst="ellipse">
            <a:avLst/>
          </a:prstGeom>
          <a:solidFill>
            <a:srgbClr val="4A4A55"/>
          </a:solidFill>
          <a:ln w="6350">
            <a:solidFill>
              <a:srgbClr val="22222A"/>
            </a:solidFill>
            <a:prstDash val="solid"/>
          </a:ln>
        </p:spPr>
      </p:sp>
      <p:sp>
        <p:nvSpPr>
          <p:cNvPr id="209" name="Shape 207"/>
          <p:cNvSpPr/>
          <p:nvPr/>
        </p:nvSpPr>
        <p:spPr>
          <a:xfrm>
            <a:off x="5463540" y="4213978"/>
            <a:ext cx="64008" cy="64008"/>
          </a:xfrm>
          <a:prstGeom prst="ellipse">
            <a:avLst/>
          </a:prstGeom>
          <a:solidFill>
            <a:srgbClr val="4A4A55"/>
          </a:solidFill>
          <a:ln w="6350">
            <a:solidFill>
              <a:srgbClr val="22222A"/>
            </a:solidFill>
            <a:prstDash val="solid"/>
          </a:ln>
        </p:spPr>
      </p:sp>
      <p:sp>
        <p:nvSpPr>
          <p:cNvPr id="210" name="Shape 208"/>
          <p:cNvSpPr/>
          <p:nvPr/>
        </p:nvSpPr>
        <p:spPr>
          <a:xfrm>
            <a:off x="1371600" y="3310128"/>
            <a:ext cx="91" cy="182880"/>
          </a:xfrm>
          <a:prstGeom prst="line">
            <a:avLst/>
          </a:prstGeom>
          <a:noFill/>
          <a:ln w="15875">
            <a:solidFill>
              <a:srgbClr val="C8414C"/>
            </a:solidFill>
            <a:prstDash val="sysDot"/>
          </a:ln>
        </p:spPr>
      </p:sp>
      <p:sp>
        <p:nvSpPr>
          <p:cNvPr id="211" name="Shape 209"/>
          <p:cNvSpPr/>
          <p:nvPr/>
        </p:nvSpPr>
        <p:spPr>
          <a:xfrm>
            <a:off x="2468880" y="3675888"/>
            <a:ext cx="91" cy="182880"/>
          </a:xfrm>
          <a:prstGeom prst="line">
            <a:avLst/>
          </a:prstGeom>
          <a:noFill/>
          <a:ln w="15875">
            <a:solidFill>
              <a:srgbClr val="C8414C"/>
            </a:solidFill>
            <a:prstDash val="sysDot"/>
          </a:ln>
        </p:spPr>
      </p:sp>
      <p:sp>
        <p:nvSpPr>
          <p:cNvPr id="212" name="Shape 210"/>
          <p:cNvSpPr/>
          <p:nvPr/>
        </p:nvSpPr>
        <p:spPr>
          <a:xfrm>
            <a:off x="3566160" y="3310128"/>
            <a:ext cx="91" cy="182880"/>
          </a:xfrm>
          <a:prstGeom prst="line">
            <a:avLst/>
          </a:prstGeom>
          <a:noFill/>
          <a:ln w="15875">
            <a:solidFill>
              <a:srgbClr val="C8414C"/>
            </a:solidFill>
            <a:prstDash val="sysDot"/>
          </a:ln>
        </p:spPr>
      </p:sp>
      <p:sp>
        <p:nvSpPr>
          <p:cNvPr id="213" name="Shape 211"/>
          <p:cNvSpPr/>
          <p:nvPr/>
        </p:nvSpPr>
        <p:spPr>
          <a:xfrm>
            <a:off x="4206240" y="4041648"/>
            <a:ext cx="91" cy="182880"/>
          </a:xfrm>
          <a:prstGeom prst="line">
            <a:avLst/>
          </a:prstGeom>
          <a:noFill/>
          <a:ln w="15875">
            <a:solidFill>
              <a:srgbClr val="C8414C"/>
            </a:solidFill>
            <a:prstDash val="sysDot"/>
          </a:ln>
        </p:spPr>
      </p:sp>
      <p:sp>
        <p:nvSpPr>
          <p:cNvPr id="214" name="Shape 212"/>
          <p:cNvSpPr/>
          <p:nvPr/>
        </p:nvSpPr>
        <p:spPr>
          <a:xfrm>
            <a:off x="1920240" y="4041648"/>
            <a:ext cx="91" cy="182880"/>
          </a:xfrm>
          <a:prstGeom prst="line">
            <a:avLst/>
          </a:prstGeom>
          <a:noFill/>
          <a:ln w="15875">
            <a:solidFill>
              <a:srgbClr val="C8414C"/>
            </a:solidFill>
            <a:prstDash val="sysDot"/>
          </a:ln>
        </p:spPr>
      </p:sp>
      <p:sp>
        <p:nvSpPr>
          <p:cNvPr id="215" name="Shape 213"/>
          <p:cNvSpPr/>
          <p:nvPr/>
        </p:nvSpPr>
        <p:spPr>
          <a:xfrm>
            <a:off x="4937760" y="3675888"/>
            <a:ext cx="91" cy="182880"/>
          </a:xfrm>
          <a:prstGeom prst="line">
            <a:avLst/>
          </a:prstGeom>
          <a:noFill/>
          <a:ln w="15875">
            <a:solidFill>
              <a:srgbClr val="C8414C"/>
            </a:solidFill>
            <a:prstDash val="sysDot"/>
          </a:ln>
        </p:spPr>
      </p:sp>
      <p:sp>
        <p:nvSpPr>
          <p:cNvPr id="216" name="Text 214"/>
          <p:cNvSpPr/>
          <p:nvPr/>
        </p:nvSpPr>
        <p:spPr>
          <a:xfrm>
            <a:off x="594360" y="4526280"/>
            <a:ext cx="5212080" cy="256032"/>
          </a:xfrm>
          <a:prstGeom prst="rect">
            <a:avLst/>
          </a:prstGeom>
          <a:noFill/>
          <a:ln/>
        </p:spPr>
        <p:txBody>
          <a:bodyPr wrap="square" lIns="0" tIns="0" rIns="0" bIns="0" rtlCol="0" anchor="ctr"/>
          <a:lstStyle/>
          <a:p>
            <a:pPr algn="ctr" indent="0" marL="0">
              <a:buNone/>
            </a:pPr>
            <a:r>
              <a:rPr lang="en-US" sz="1050" dirty="0">
                <a:solidFill>
                  <a:srgbClr val="C8414C"/>
                </a:solidFill>
                <a:latin typeface="Calibri" pitchFamily="34" charset="0"/>
                <a:ea typeface="Calibri" pitchFamily="34" charset="-122"/>
                <a:cs typeface="Calibri" pitchFamily="34" charset="-120"/>
              </a:rPr>
              <a:t>red dotted lines: </a:t>
            </a:r>
            <a:r>
              <a:rPr lang="en-US" sz="1050" b="1" dirty="0">
                <a:solidFill>
                  <a:srgbClr val="C8414C"/>
                </a:solidFill>
                <a:latin typeface="Calibri" pitchFamily="34" charset="0"/>
                <a:ea typeface="Calibri" pitchFamily="34" charset="-122"/>
                <a:cs typeface="Calibri" pitchFamily="34" charset="-120"/>
              </a:rPr>
              <a:t>weak intermolecular forces</a:t>
            </a:r>
            <a:r>
              <a:rPr lang="en-US" sz="1050" dirty="0">
                <a:solidFill>
                  <a:srgbClr val="C8414C"/>
                </a:solidFill>
                <a:latin typeface="Calibri" pitchFamily="34" charset="0"/>
                <a:ea typeface="Calibri" pitchFamily="34" charset="-122"/>
                <a:cs typeface="Calibri" pitchFamily="34" charset="-120"/>
              </a:rPr>
              <a:t> between chains</a:t>
            </a:r>
            <a:endParaRPr lang="en-US" sz="1050" dirty="0"/>
          </a:p>
        </p:txBody>
      </p:sp>
      <p:sp>
        <p:nvSpPr>
          <p:cNvPr id="217" name="Text 215"/>
          <p:cNvSpPr/>
          <p:nvPr/>
        </p:nvSpPr>
        <p:spPr>
          <a:xfrm>
            <a:off x="594360" y="4800600"/>
            <a:ext cx="521208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n C₂H₄(g) → (C₂H₄)ₙ(s)   (addition polymerisation, recap only)</a:t>
            </a:r>
            <a:endParaRPr lang="en-US" sz="1050" dirty="0"/>
          </a:p>
        </p:txBody>
      </p:sp>
      <p:sp>
        <p:nvSpPr>
          <p:cNvPr id="218" name="Shape 216"/>
          <p:cNvSpPr/>
          <p:nvPr/>
        </p:nvSpPr>
        <p:spPr>
          <a:xfrm>
            <a:off x="6217920" y="1188720"/>
            <a:ext cx="5562295" cy="3017520"/>
          </a:xfrm>
          <a:prstGeom prst="roundRect">
            <a:avLst>
              <a:gd name="adj" fmla="val 1818"/>
            </a:avLst>
          </a:prstGeom>
          <a:solidFill>
            <a:srgbClr val="F8F5FC"/>
          </a:solidFill>
          <a:ln w="9525">
            <a:solidFill>
              <a:srgbClr val="DDD3EC"/>
            </a:solidFill>
            <a:prstDash val="solid"/>
          </a:ln>
        </p:spPr>
      </p:sp>
      <p:sp>
        <p:nvSpPr>
          <p:cNvPr id="219" name="Text 217"/>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Bonds in polymers</a:t>
            </a:r>
            <a:endParaRPr lang="en-US" sz="1300" dirty="0"/>
          </a:p>
        </p:txBody>
      </p:sp>
      <p:sp>
        <p:nvSpPr>
          <p:cNvPr id="220" name="Text 218"/>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polymer</a:t>
            </a:r>
            <a:r>
              <a:rPr lang="en-US" sz="1100" dirty="0">
                <a:solidFill>
                  <a:srgbClr val="262B3A"/>
                </a:solidFill>
                <a:latin typeface="Calibri" pitchFamily="34" charset="0"/>
                <a:ea typeface="Calibri" pitchFamily="34" charset="-122"/>
                <a:cs typeface="Calibri" pitchFamily="34" charset="-120"/>
              </a:rPr>
              <a:t> is a very long molecule made of many repeating units joined by </a:t>
            </a:r>
            <a:r>
              <a:rPr lang="en-US" sz="1100" b="1" dirty="0">
                <a:solidFill>
                  <a:srgbClr val="262B3A"/>
                </a:solidFill>
                <a:latin typeface="Calibri" pitchFamily="34" charset="0"/>
                <a:ea typeface="Calibri" pitchFamily="34" charset="-122"/>
                <a:cs typeface="Calibri" pitchFamily="34" charset="-120"/>
              </a:rPr>
              <a:t>strong covalent bonds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Between</a:t>
            </a:r>
            <a:r>
              <a:rPr lang="en-US" sz="1100" dirty="0">
                <a:solidFill>
                  <a:srgbClr val="262B3A"/>
                </a:solidFill>
                <a:latin typeface="Calibri" pitchFamily="34" charset="0"/>
                <a:ea typeface="Calibri" pitchFamily="34" charset="-122"/>
                <a:cs typeface="Calibri" pitchFamily="34" charset="-120"/>
              </a:rPr>
              <a:t> chains there are only </a:t>
            </a:r>
            <a:r>
              <a:rPr lang="en-US" sz="1100" b="1" dirty="0">
                <a:solidFill>
                  <a:srgbClr val="262B3A"/>
                </a:solidFill>
                <a:latin typeface="Calibri" pitchFamily="34" charset="0"/>
                <a:ea typeface="Calibri" pitchFamily="34" charset="-122"/>
                <a:cs typeface="Calibri" pitchFamily="34" charset="-120"/>
              </a:rPr>
              <a:t>weak intermolecular forces</a:t>
            </a:r>
            <a:r>
              <a:rPr lang="en-US" sz="1100" dirty="0">
                <a:solidFill>
                  <a:srgbClr val="262B3A"/>
                </a:solidFill>
                <a:latin typeface="Calibri" pitchFamily="34" charset="0"/>
                <a:ea typeface="Calibri" pitchFamily="34" charset="-122"/>
                <a:cs typeface="Calibri" pitchFamily="34" charset="-120"/>
              </a:rPr>
              <a:t>. But chains are long and touch at many points, so the forces add up: polymers are </a:t>
            </a:r>
            <a:r>
              <a:rPr lang="en-US" sz="1100" b="1" dirty="0">
                <a:solidFill>
                  <a:srgbClr val="262B3A"/>
                </a:solidFill>
                <a:latin typeface="Calibri" pitchFamily="34" charset="0"/>
                <a:ea typeface="Calibri" pitchFamily="34" charset="-122"/>
                <a:cs typeface="Calibri" pitchFamily="34" charset="-120"/>
              </a:rPr>
              <a:t>solids</a:t>
            </a:r>
            <a:r>
              <a:rPr lang="en-US" sz="1100" dirty="0">
                <a:solidFill>
                  <a:srgbClr val="262B3A"/>
                </a:solidFill>
                <a:latin typeface="Calibri" pitchFamily="34" charset="0"/>
                <a:ea typeface="Calibri" pitchFamily="34" charset="-122"/>
                <a:cs typeface="Calibri" pitchFamily="34" charset="-120"/>
              </a:rPr>
              <a:t> at room temperature.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Chains can </a:t>
            </a:r>
            <a:r>
              <a:rPr lang="en-US" sz="1100" b="1" dirty="0">
                <a:solidFill>
                  <a:srgbClr val="262B3A"/>
                </a:solidFill>
                <a:latin typeface="Calibri" pitchFamily="34" charset="0"/>
                <a:ea typeface="Calibri" pitchFamily="34" charset="-122"/>
                <a:cs typeface="Calibri" pitchFamily="34" charset="-120"/>
              </a:rPr>
              <a:t>slide</a:t>
            </a:r>
            <a:r>
              <a:rPr lang="en-US" sz="1100" dirty="0">
                <a:solidFill>
                  <a:srgbClr val="262B3A"/>
                </a:solidFill>
                <a:latin typeface="Calibri" pitchFamily="34" charset="0"/>
                <a:ea typeface="Calibri" pitchFamily="34" charset="-122"/>
                <a:cs typeface="Calibri" pitchFamily="34" charset="-120"/>
              </a:rPr>
              <a:t> past each other: many polymers are </a:t>
            </a:r>
            <a:r>
              <a:rPr lang="en-US" sz="1100" b="1" dirty="0">
                <a:solidFill>
                  <a:srgbClr val="262B3A"/>
                </a:solidFill>
                <a:latin typeface="Calibri" pitchFamily="34" charset="0"/>
                <a:ea typeface="Calibri" pitchFamily="34" charset="-122"/>
                <a:cs typeface="Calibri" pitchFamily="34" charset="-120"/>
              </a:rPr>
              <a:t>flexible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soften</a:t>
            </a:r>
            <a:r>
              <a:rPr lang="en-US" sz="1100" dirty="0">
                <a:solidFill>
                  <a:srgbClr val="262B3A"/>
                </a:solidFill>
                <a:latin typeface="Calibri" pitchFamily="34" charset="0"/>
                <a:ea typeface="Calibri" pitchFamily="34" charset="-122"/>
                <a:cs typeface="Calibri" pitchFamily="34" charset="-120"/>
              </a:rPr>
              <a:t> when heated.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All the electrons are held in covalent bonds: </a:t>
            </a:r>
            <a:r>
              <a:rPr lang="en-US" sz="1100" b="1" dirty="0">
                <a:solidFill>
                  <a:srgbClr val="262B3A"/>
                </a:solidFill>
                <a:latin typeface="Calibri" pitchFamily="34" charset="0"/>
                <a:ea typeface="Calibri" pitchFamily="34" charset="-122"/>
                <a:cs typeface="Calibri" pitchFamily="34" charset="-120"/>
              </a:rPr>
              <a:t>no</a:t>
            </a:r>
            <a:r>
              <a:rPr lang="en-US" sz="1100" dirty="0">
                <a:solidFill>
                  <a:srgbClr val="262B3A"/>
                </a:solidFill>
                <a:latin typeface="Calibri" pitchFamily="34" charset="0"/>
                <a:ea typeface="Calibri" pitchFamily="34" charset="-122"/>
                <a:cs typeface="Calibri" pitchFamily="34" charset="-120"/>
              </a:rPr>
              <a:t> free electrons or ions, so polymers </a:t>
            </a:r>
            <a:r>
              <a:rPr lang="en-US" sz="1100" b="1" dirty="0">
                <a:solidFill>
                  <a:srgbClr val="262B3A"/>
                </a:solidFill>
                <a:latin typeface="Calibri" pitchFamily="34" charset="0"/>
                <a:ea typeface="Calibri" pitchFamily="34" charset="-122"/>
                <a:cs typeface="Calibri" pitchFamily="34" charset="-120"/>
              </a:rPr>
              <a:t>do not conduct</a:t>
            </a:r>
            <a:r>
              <a:rPr lang="en-US" sz="1100" dirty="0">
                <a:solidFill>
                  <a:srgbClr val="262B3A"/>
                </a:solidFill>
                <a:latin typeface="Calibri" pitchFamily="34" charset="0"/>
                <a:ea typeface="Calibri" pitchFamily="34" charset="-122"/>
                <a:cs typeface="Calibri" pitchFamily="34" charset="-120"/>
              </a:rPr>
              <a:t> (good insulators).</a:t>
            </a:r>
            <a:endParaRPr lang="en-US" sz="1100" dirty="0"/>
          </a:p>
        </p:txBody>
      </p:sp>
      <p:sp>
        <p:nvSpPr>
          <p:cNvPr id="221" name="Shape 219"/>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222" name="Text 220"/>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Mr of a polymer chain</a:t>
            </a:r>
            <a:endParaRPr lang="en-US" sz="1300" dirty="0"/>
          </a:p>
        </p:txBody>
      </p:sp>
      <p:sp>
        <p:nvSpPr>
          <p:cNvPr id="223" name="Text 221"/>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 poly(ethene) chain has 5000 repeat units of C₂H₄. (C = 12, H = 1)</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Repeat unit   </a:t>
            </a:r>
            <a:r>
              <a:rPr lang="en-US" sz="1050" dirty="0">
                <a:solidFill>
                  <a:srgbClr val="262B3A"/>
                </a:solidFill>
                <a:latin typeface="Calibri" pitchFamily="34" charset="0"/>
                <a:ea typeface="Calibri" pitchFamily="34" charset="-122"/>
                <a:cs typeface="Calibri" pitchFamily="34" charset="-120"/>
              </a:rPr>
              <a:t>Mr = 2 × 12 + 4 × 1 = 28</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Multiply   </a:t>
            </a:r>
            <a:r>
              <a:rPr lang="en-US" sz="1050" dirty="0">
                <a:solidFill>
                  <a:srgbClr val="262B3A"/>
                </a:solidFill>
                <a:latin typeface="Calibri" pitchFamily="34" charset="0"/>
                <a:ea typeface="Calibri" pitchFamily="34" charset="-122"/>
                <a:cs typeface="Calibri" pitchFamily="34" charset="-120"/>
              </a:rPr>
              <a:t>28 × 5000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Mr = </a:t>
            </a:r>
            <a:r>
              <a:rPr lang="en-US" sz="1050" b="1" dirty="0">
                <a:solidFill>
                  <a:srgbClr val="C8414C"/>
                </a:solidFill>
                <a:latin typeface="Calibri" pitchFamily="34" charset="0"/>
                <a:ea typeface="Calibri" pitchFamily="34" charset="-122"/>
                <a:cs typeface="Calibri" pitchFamily="34" charset="-120"/>
              </a:rPr>
              <a:t>140 000</a:t>
            </a:r>
            <a:endParaRPr lang="en-US" sz="1050" dirty="0"/>
          </a:p>
        </p:txBody>
      </p:sp>
      <p:sp>
        <p:nvSpPr>
          <p:cNvPr id="224" name="Shape 222"/>
          <p:cNvSpPr/>
          <p:nvPr/>
        </p:nvSpPr>
        <p:spPr>
          <a:xfrm>
            <a:off x="411480" y="5833872"/>
            <a:ext cx="11368735" cy="530352"/>
          </a:xfrm>
          <a:prstGeom prst="rect">
            <a:avLst/>
          </a:prstGeom>
          <a:solidFill>
            <a:srgbClr val="FFF4E0"/>
          </a:solidFill>
          <a:ln w="6350">
            <a:solidFill>
              <a:srgbClr val="F1D9A8"/>
            </a:solidFill>
            <a:prstDash val="solid"/>
          </a:ln>
        </p:spPr>
      </p:sp>
      <p:sp>
        <p:nvSpPr>
          <p:cNvPr id="225" name="Shape 223"/>
          <p:cNvSpPr/>
          <p:nvPr/>
        </p:nvSpPr>
        <p:spPr>
          <a:xfrm>
            <a:off x="411480" y="5833872"/>
            <a:ext cx="82296" cy="530352"/>
          </a:xfrm>
          <a:prstGeom prst="rect">
            <a:avLst/>
          </a:prstGeom>
          <a:solidFill>
            <a:srgbClr val="E39A2F"/>
          </a:solidFill>
          <a:ln w="12700">
            <a:solidFill>
              <a:srgbClr val="E39A2F"/>
            </a:solidFill>
            <a:prstDash val="solid"/>
          </a:ln>
        </p:spPr>
      </p:sp>
      <p:sp>
        <p:nvSpPr>
          <p:cNvPr id="226" name="Text 22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are plastics used to coat electrical wires? PVC has the repeat unit </a:t>
            </a:r>
            <a:r>
              <a:rPr lang="en-US" sz="1150" b="1" dirty="0">
                <a:solidFill>
                  <a:srgbClr val="262B3A"/>
                </a:solidFill>
                <a:latin typeface="Calibri" pitchFamily="34" charset="0"/>
                <a:ea typeface="Calibri" pitchFamily="34" charset="-122"/>
                <a:cs typeface="Calibri" pitchFamily="34" charset="-120"/>
              </a:rPr>
              <a:t>C₂H₃Cl</a:t>
            </a:r>
            <a:r>
              <a:rPr lang="en-US" sz="1150" dirty="0">
                <a:solidFill>
                  <a:srgbClr val="262B3A"/>
                </a:solidFill>
                <a:latin typeface="Calibri" pitchFamily="34" charset="0"/>
                <a:ea typeface="Calibri" pitchFamily="34" charset="-122"/>
                <a:cs typeface="Calibri" pitchFamily="34" charset="-120"/>
              </a:rPr>
              <a:t> (Cl = 35.5). Find Mr for </a:t>
            </a:r>
            <a:r>
              <a:rPr lang="en-US" sz="1150" b="1" dirty="0">
                <a:solidFill>
                  <a:srgbClr val="262B3A"/>
                </a:solidFill>
                <a:latin typeface="Calibri" pitchFamily="34" charset="0"/>
                <a:ea typeface="Calibri" pitchFamily="34" charset="-122"/>
                <a:cs typeface="Calibri" pitchFamily="34" charset="-120"/>
              </a:rPr>
              <a:t>2000</a:t>
            </a:r>
            <a:r>
              <a:rPr lang="en-US" sz="1150" dirty="0">
                <a:solidFill>
                  <a:srgbClr val="262B3A"/>
                </a:solidFill>
                <a:latin typeface="Calibri" pitchFamily="34" charset="0"/>
                <a:ea typeface="Calibri" pitchFamily="34" charset="-122"/>
                <a:cs typeface="Calibri" pitchFamily="34" charset="-120"/>
              </a:rPr>
              <a:t> repeat units.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Chain length and cross-links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C4.2.2 • changing the structure changes the properties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C4.2.2  |  10</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to scale (approximate data-book values); chain models not to scale</a:t>
            </a:r>
            <a:endParaRPr lang="en-US" sz="1000" dirty="0"/>
          </a:p>
        </p:txBody>
      </p:sp>
      <p:sp>
        <p:nvSpPr>
          <p:cNvPr id="10" name="Shape 8"/>
          <p:cNvSpPr/>
          <p:nvPr/>
        </p:nvSpPr>
        <p:spPr>
          <a:xfrm>
            <a:off x="1234440" y="1417320"/>
            <a:ext cx="4434840" cy="1737360"/>
          </a:xfrm>
          <a:prstGeom prst="rect">
            <a:avLst/>
          </a:prstGeom>
          <a:solidFill>
            <a:srgbClr val="FFFFFF"/>
          </a:solidFill>
          <a:ln/>
        </p:spPr>
      </p:sp>
      <p:sp>
        <p:nvSpPr>
          <p:cNvPr id="11" name="Shape 9"/>
          <p:cNvSpPr/>
          <p:nvPr/>
        </p:nvSpPr>
        <p:spPr>
          <a:xfrm>
            <a:off x="1234440" y="1417320"/>
            <a:ext cx="91" cy="1737360"/>
          </a:xfrm>
          <a:prstGeom prst="line">
            <a:avLst/>
          </a:prstGeom>
          <a:noFill/>
          <a:ln w="6350">
            <a:solidFill>
              <a:srgbClr val="D6CBE8"/>
            </a:solidFill>
            <a:prstDash val="solid"/>
          </a:ln>
        </p:spPr>
      </p:sp>
      <p:sp>
        <p:nvSpPr>
          <p:cNvPr id="12" name="Shape 10"/>
          <p:cNvSpPr/>
          <p:nvPr/>
        </p:nvSpPr>
        <p:spPr>
          <a:xfrm>
            <a:off x="1727200" y="1417320"/>
            <a:ext cx="91" cy="1737360"/>
          </a:xfrm>
          <a:prstGeom prst="line">
            <a:avLst/>
          </a:prstGeom>
          <a:noFill/>
          <a:ln w="6350">
            <a:solidFill>
              <a:srgbClr val="D6CBE8"/>
            </a:solidFill>
            <a:prstDash val="solid"/>
          </a:ln>
        </p:spPr>
      </p:sp>
      <p:sp>
        <p:nvSpPr>
          <p:cNvPr id="13" name="Shape 11"/>
          <p:cNvSpPr/>
          <p:nvPr/>
        </p:nvSpPr>
        <p:spPr>
          <a:xfrm>
            <a:off x="2219960" y="1417320"/>
            <a:ext cx="91" cy="1737360"/>
          </a:xfrm>
          <a:prstGeom prst="line">
            <a:avLst/>
          </a:prstGeom>
          <a:noFill/>
          <a:ln w="6350">
            <a:solidFill>
              <a:srgbClr val="D6CBE8"/>
            </a:solidFill>
            <a:prstDash val="solid"/>
          </a:ln>
        </p:spPr>
      </p:sp>
      <p:sp>
        <p:nvSpPr>
          <p:cNvPr id="14" name="Shape 12"/>
          <p:cNvSpPr/>
          <p:nvPr/>
        </p:nvSpPr>
        <p:spPr>
          <a:xfrm>
            <a:off x="2712720" y="1417320"/>
            <a:ext cx="91" cy="1737360"/>
          </a:xfrm>
          <a:prstGeom prst="line">
            <a:avLst/>
          </a:prstGeom>
          <a:noFill/>
          <a:ln w="6350">
            <a:solidFill>
              <a:srgbClr val="D6CBE8"/>
            </a:solidFill>
            <a:prstDash val="solid"/>
          </a:ln>
        </p:spPr>
      </p:sp>
      <p:sp>
        <p:nvSpPr>
          <p:cNvPr id="15" name="Shape 13"/>
          <p:cNvSpPr/>
          <p:nvPr/>
        </p:nvSpPr>
        <p:spPr>
          <a:xfrm>
            <a:off x="3205480" y="1417320"/>
            <a:ext cx="91" cy="1737360"/>
          </a:xfrm>
          <a:prstGeom prst="line">
            <a:avLst/>
          </a:prstGeom>
          <a:noFill/>
          <a:ln w="6350">
            <a:solidFill>
              <a:srgbClr val="D6CBE8"/>
            </a:solidFill>
            <a:prstDash val="solid"/>
          </a:ln>
        </p:spPr>
      </p:sp>
      <p:sp>
        <p:nvSpPr>
          <p:cNvPr id="16" name="Shape 14"/>
          <p:cNvSpPr/>
          <p:nvPr/>
        </p:nvSpPr>
        <p:spPr>
          <a:xfrm>
            <a:off x="3698240" y="1417320"/>
            <a:ext cx="91" cy="1737360"/>
          </a:xfrm>
          <a:prstGeom prst="line">
            <a:avLst/>
          </a:prstGeom>
          <a:noFill/>
          <a:ln w="6350">
            <a:solidFill>
              <a:srgbClr val="D6CBE8"/>
            </a:solidFill>
            <a:prstDash val="solid"/>
          </a:ln>
        </p:spPr>
      </p:sp>
      <p:sp>
        <p:nvSpPr>
          <p:cNvPr id="17" name="Shape 15"/>
          <p:cNvSpPr/>
          <p:nvPr/>
        </p:nvSpPr>
        <p:spPr>
          <a:xfrm>
            <a:off x="4191000" y="1417320"/>
            <a:ext cx="91" cy="1737360"/>
          </a:xfrm>
          <a:prstGeom prst="line">
            <a:avLst/>
          </a:prstGeom>
          <a:noFill/>
          <a:ln w="6350">
            <a:solidFill>
              <a:srgbClr val="D6CBE8"/>
            </a:solidFill>
            <a:prstDash val="solid"/>
          </a:ln>
        </p:spPr>
      </p:sp>
      <p:sp>
        <p:nvSpPr>
          <p:cNvPr id="18" name="Shape 16"/>
          <p:cNvSpPr/>
          <p:nvPr/>
        </p:nvSpPr>
        <p:spPr>
          <a:xfrm>
            <a:off x="4683760" y="1417320"/>
            <a:ext cx="91" cy="1737360"/>
          </a:xfrm>
          <a:prstGeom prst="line">
            <a:avLst/>
          </a:prstGeom>
          <a:noFill/>
          <a:ln w="6350">
            <a:solidFill>
              <a:srgbClr val="D6CBE8"/>
            </a:solidFill>
            <a:prstDash val="solid"/>
          </a:ln>
        </p:spPr>
      </p:sp>
      <p:sp>
        <p:nvSpPr>
          <p:cNvPr id="19" name="Shape 17"/>
          <p:cNvSpPr/>
          <p:nvPr/>
        </p:nvSpPr>
        <p:spPr>
          <a:xfrm>
            <a:off x="5176520" y="1417320"/>
            <a:ext cx="91" cy="1737360"/>
          </a:xfrm>
          <a:prstGeom prst="line">
            <a:avLst/>
          </a:prstGeom>
          <a:noFill/>
          <a:ln w="6350">
            <a:solidFill>
              <a:srgbClr val="D6CBE8"/>
            </a:solidFill>
            <a:prstDash val="solid"/>
          </a:ln>
        </p:spPr>
      </p:sp>
      <p:sp>
        <p:nvSpPr>
          <p:cNvPr id="20" name="Shape 18"/>
          <p:cNvSpPr/>
          <p:nvPr/>
        </p:nvSpPr>
        <p:spPr>
          <a:xfrm>
            <a:off x="5669280" y="1417320"/>
            <a:ext cx="91" cy="1737360"/>
          </a:xfrm>
          <a:prstGeom prst="line">
            <a:avLst/>
          </a:prstGeom>
          <a:noFill/>
          <a:ln w="6350">
            <a:solidFill>
              <a:srgbClr val="D6CBE8"/>
            </a:solidFill>
            <a:prstDash val="solid"/>
          </a:ln>
        </p:spPr>
      </p:sp>
      <p:sp>
        <p:nvSpPr>
          <p:cNvPr id="21" name="Shape 19"/>
          <p:cNvSpPr/>
          <p:nvPr/>
        </p:nvSpPr>
        <p:spPr>
          <a:xfrm>
            <a:off x="1234440" y="3154680"/>
            <a:ext cx="4434840" cy="91"/>
          </a:xfrm>
          <a:prstGeom prst="line">
            <a:avLst/>
          </a:prstGeom>
          <a:noFill/>
          <a:ln w="6350">
            <a:solidFill>
              <a:srgbClr val="D6CBE8"/>
            </a:solidFill>
            <a:prstDash val="solid"/>
          </a:ln>
        </p:spPr>
      </p:sp>
      <p:sp>
        <p:nvSpPr>
          <p:cNvPr id="22" name="Shape 20"/>
          <p:cNvSpPr/>
          <p:nvPr/>
        </p:nvSpPr>
        <p:spPr>
          <a:xfrm>
            <a:off x="1234440" y="2906486"/>
            <a:ext cx="4434840" cy="91"/>
          </a:xfrm>
          <a:prstGeom prst="line">
            <a:avLst/>
          </a:prstGeom>
          <a:noFill/>
          <a:ln w="6350">
            <a:solidFill>
              <a:srgbClr val="D6CBE8"/>
            </a:solidFill>
            <a:prstDash val="solid"/>
          </a:ln>
        </p:spPr>
      </p:sp>
      <p:sp>
        <p:nvSpPr>
          <p:cNvPr id="23" name="Shape 21"/>
          <p:cNvSpPr/>
          <p:nvPr/>
        </p:nvSpPr>
        <p:spPr>
          <a:xfrm>
            <a:off x="1234440" y="2658291"/>
            <a:ext cx="4434840" cy="91"/>
          </a:xfrm>
          <a:prstGeom prst="line">
            <a:avLst/>
          </a:prstGeom>
          <a:noFill/>
          <a:ln w="6350">
            <a:solidFill>
              <a:srgbClr val="D6CBE8"/>
            </a:solidFill>
            <a:prstDash val="solid"/>
          </a:ln>
        </p:spPr>
      </p:sp>
      <p:sp>
        <p:nvSpPr>
          <p:cNvPr id="24" name="Shape 22"/>
          <p:cNvSpPr/>
          <p:nvPr/>
        </p:nvSpPr>
        <p:spPr>
          <a:xfrm>
            <a:off x="1234440" y="2410097"/>
            <a:ext cx="4434840" cy="91"/>
          </a:xfrm>
          <a:prstGeom prst="line">
            <a:avLst/>
          </a:prstGeom>
          <a:noFill/>
          <a:ln w="6350">
            <a:solidFill>
              <a:srgbClr val="D6CBE8"/>
            </a:solidFill>
            <a:prstDash val="solid"/>
          </a:ln>
        </p:spPr>
      </p:sp>
      <p:sp>
        <p:nvSpPr>
          <p:cNvPr id="25" name="Shape 23"/>
          <p:cNvSpPr/>
          <p:nvPr/>
        </p:nvSpPr>
        <p:spPr>
          <a:xfrm>
            <a:off x="1234440" y="2161903"/>
            <a:ext cx="4434840" cy="91"/>
          </a:xfrm>
          <a:prstGeom prst="line">
            <a:avLst/>
          </a:prstGeom>
          <a:noFill/>
          <a:ln w="6350">
            <a:solidFill>
              <a:srgbClr val="D6CBE8"/>
            </a:solidFill>
            <a:prstDash val="solid"/>
          </a:ln>
        </p:spPr>
      </p:sp>
      <p:sp>
        <p:nvSpPr>
          <p:cNvPr id="26" name="Shape 24"/>
          <p:cNvSpPr/>
          <p:nvPr/>
        </p:nvSpPr>
        <p:spPr>
          <a:xfrm>
            <a:off x="1234440" y="1913709"/>
            <a:ext cx="4434840" cy="91"/>
          </a:xfrm>
          <a:prstGeom prst="line">
            <a:avLst/>
          </a:prstGeom>
          <a:noFill/>
          <a:ln w="6350">
            <a:solidFill>
              <a:srgbClr val="D6CBE8"/>
            </a:solidFill>
            <a:prstDash val="solid"/>
          </a:ln>
        </p:spPr>
      </p:sp>
      <p:sp>
        <p:nvSpPr>
          <p:cNvPr id="27" name="Shape 25"/>
          <p:cNvSpPr/>
          <p:nvPr/>
        </p:nvSpPr>
        <p:spPr>
          <a:xfrm>
            <a:off x="1234440" y="1665514"/>
            <a:ext cx="4434840" cy="91"/>
          </a:xfrm>
          <a:prstGeom prst="line">
            <a:avLst/>
          </a:prstGeom>
          <a:noFill/>
          <a:ln w="6350">
            <a:solidFill>
              <a:srgbClr val="D6CBE8"/>
            </a:solidFill>
            <a:prstDash val="solid"/>
          </a:ln>
        </p:spPr>
      </p:sp>
      <p:sp>
        <p:nvSpPr>
          <p:cNvPr id="28" name="Shape 26"/>
          <p:cNvSpPr/>
          <p:nvPr/>
        </p:nvSpPr>
        <p:spPr>
          <a:xfrm>
            <a:off x="1234440" y="1417320"/>
            <a:ext cx="4434840" cy="91"/>
          </a:xfrm>
          <a:prstGeom prst="line">
            <a:avLst/>
          </a:prstGeom>
          <a:noFill/>
          <a:ln w="6350">
            <a:solidFill>
              <a:srgbClr val="D6CBE8"/>
            </a:solidFill>
            <a:prstDash val="solid"/>
          </a:ln>
        </p:spPr>
      </p:sp>
      <p:sp>
        <p:nvSpPr>
          <p:cNvPr id="29" name="Shape 27"/>
          <p:cNvSpPr/>
          <p:nvPr/>
        </p:nvSpPr>
        <p:spPr>
          <a:xfrm>
            <a:off x="1234440" y="3154680"/>
            <a:ext cx="4434840" cy="91"/>
          </a:xfrm>
          <a:prstGeom prst="line">
            <a:avLst/>
          </a:prstGeom>
          <a:noFill/>
          <a:ln w="19050">
            <a:solidFill>
              <a:srgbClr val="2A1F3D"/>
            </a:solidFill>
            <a:prstDash val="solid"/>
          </a:ln>
        </p:spPr>
      </p:sp>
      <p:sp>
        <p:nvSpPr>
          <p:cNvPr id="30" name="Shape 28"/>
          <p:cNvSpPr/>
          <p:nvPr/>
        </p:nvSpPr>
        <p:spPr>
          <a:xfrm flipV="1">
            <a:off x="1234440" y="1417320"/>
            <a:ext cx="91" cy="1737360"/>
          </a:xfrm>
          <a:prstGeom prst="line">
            <a:avLst/>
          </a:prstGeom>
          <a:noFill/>
          <a:ln w="19050">
            <a:solidFill>
              <a:srgbClr val="2A1F3D"/>
            </a:solidFill>
            <a:prstDash val="solid"/>
          </a:ln>
        </p:spPr>
      </p:sp>
      <p:sp>
        <p:nvSpPr>
          <p:cNvPr id="31" name="Shape 29"/>
          <p:cNvSpPr/>
          <p:nvPr/>
        </p:nvSpPr>
        <p:spPr>
          <a:xfrm>
            <a:off x="1234440" y="3154680"/>
            <a:ext cx="91" cy="54864"/>
          </a:xfrm>
          <a:prstGeom prst="line">
            <a:avLst/>
          </a:prstGeom>
          <a:noFill/>
          <a:ln w="12700">
            <a:solidFill>
              <a:srgbClr val="2A1F3D"/>
            </a:solidFill>
            <a:prstDash val="solid"/>
          </a:ln>
        </p:spPr>
      </p:sp>
      <p:sp>
        <p:nvSpPr>
          <p:cNvPr id="32" name="Text 30"/>
          <p:cNvSpPr/>
          <p:nvPr/>
        </p:nvSpPr>
        <p:spPr>
          <a:xfrm>
            <a:off x="96012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33" name="Shape 31"/>
          <p:cNvSpPr/>
          <p:nvPr/>
        </p:nvSpPr>
        <p:spPr>
          <a:xfrm>
            <a:off x="1727200" y="3154680"/>
            <a:ext cx="91" cy="54864"/>
          </a:xfrm>
          <a:prstGeom prst="line">
            <a:avLst/>
          </a:prstGeom>
          <a:noFill/>
          <a:ln w="12700">
            <a:solidFill>
              <a:srgbClr val="2A1F3D"/>
            </a:solidFill>
            <a:prstDash val="solid"/>
          </a:ln>
        </p:spPr>
      </p:sp>
      <p:sp>
        <p:nvSpPr>
          <p:cNvPr id="34" name="Text 32"/>
          <p:cNvSpPr/>
          <p:nvPr/>
        </p:nvSpPr>
        <p:spPr>
          <a:xfrm>
            <a:off x="145288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35" name="Shape 33"/>
          <p:cNvSpPr/>
          <p:nvPr/>
        </p:nvSpPr>
        <p:spPr>
          <a:xfrm>
            <a:off x="2219960" y="3154680"/>
            <a:ext cx="91" cy="54864"/>
          </a:xfrm>
          <a:prstGeom prst="line">
            <a:avLst/>
          </a:prstGeom>
          <a:noFill/>
          <a:ln w="12700">
            <a:solidFill>
              <a:srgbClr val="2A1F3D"/>
            </a:solidFill>
            <a:prstDash val="solid"/>
          </a:ln>
        </p:spPr>
      </p:sp>
      <p:sp>
        <p:nvSpPr>
          <p:cNvPr id="36" name="Text 34"/>
          <p:cNvSpPr/>
          <p:nvPr/>
        </p:nvSpPr>
        <p:spPr>
          <a:xfrm>
            <a:off x="194564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37" name="Shape 35"/>
          <p:cNvSpPr/>
          <p:nvPr/>
        </p:nvSpPr>
        <p:spPr>
          <a:xfrm>
            <a:off x="2712720" y="3154680"/>
            <a:ext cx="91" cy="54864"/>
          </a:xfrm>
          <a:prstGeom prst="line">
            <a:avLst/>
          </a:prstGeom>
          <a:noFill/>
          <a:ln w="12700">
            <a:solidFill>
              <a:srgbClr val="2A1F3D"/>
            </a:solidFill>
            <a:prstDash val="solid"/>
          </a:ln>
        </p:spPr>
      </p:sp>
      <p:sp>
        <p:nvSpPr>
          <p:cNvPr id="38" name="Text 36"/>
          <p:cNvSpPr/>
          <p:nvPr/>
        </p:nvSpPr>
        <p:spPr>
          <a:xfrm>
            <a:off x="243840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15</a:t>
            </a:r>
            <a:endParaRPr lang="en-US" sz="1000" dirty="0"/>
          </a:p>
        </p:txBody>
      </p:sp>
      <p:sp>
        <p:nvSpPr>
          <p:cNvPr id="39" name="Shape 37"/>
          <p:cNvSpPr/>
          <p:nvPr/>
        </p:nvSpPr>
        <p:spPr>
          <a:xfrm>
            <a:off x="3205480" y="3154680"/>
            <a:ext cx="91" cy="54864"/>
          </a:xfrm>
          <a:prstGeom prst="line">
            <a:avLst/>
          </a:prstGeom>
          <a:noFill/>
          <a:ln w="12700">
            <a:solidFill>
              <a:srgbClr val="2A1F3D"/>
            </a:solidFill>
            <a:prstDash val="solid"/>
          </a:ln>
        </p:spPr>
      </p:sp>
      <p:sp>
        <p:nvSpPr>
          <p:cNvPr id="40" name="Text 38"/>
          <p:cNvSpPr/>
          <p:nvPr/>
        </p:nvSpPr>
        <p:spPr>
          <a:xfrm>
            <a:off x="293116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41" name="Shape 39"/>
          <p:cNvSpPr/>
          <p:nvPr/>
        </p:nvSpPr>
        <p:spPr>
          <a:xfrm>
            <a:off x="3698240" y="3154680"/>
            <a:ext cx="91" cy="54864"/>
          </a:xfrm>
          <a:prstGeom prst="line">
            <a:avLst/>
          </a:prstGeom>
          <a:noFill/>
          <a:ln w="12700">
            <a:solidFill>
              <a:srgbClr val="2A1F3D"/>
            </a:solidFill>
            <a:prstDash val="solid"/>
          </a:ln>
        </p:spPr>
      </p:sp>
      <p:sp>
        <p:nvSpPr>
          <p:cNvPr id="42" name="Text 40"/>
          <p:cNvSpPr/>
          <p:nvPr/>
        </p:nvSpPr>
        <p:spPr>
          <a:xfrm>
            <a:off x="342392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25</a:t>
            </a:r>
            <a:endParaRPr lang="en-US" sz="1000" dirty="0"/>
          </a:p>
        </p:txBody>
      </p:sp>
      <p:sp>
        <p:nvSpPr>
          <p:cNvPr id="43" name="Shape 41"/>
          <p:cNvSpPr/>
          <p:nvPr/>
        </p:nvSpPr>
        <p:spPr>
          <a:xfrm>
            <a:off x="4191000" y="3154680"/>
            <a:ext cx="91" cy="54864"/>
          </a:xfrm>
          <a:prstGeom prst="line">
            <a:avLst/>
          </a:prstGeom>
          <a:noFill/>
          <a:ln w="12700">
            <a:solidFill>
              <a:srgbClr val="2A1F3D"/>
            </a:solidFill>
            <a:prstDash val="solid"/>
          </a:ln>
        </p:spPr>
      </p:sp>
      <p:sp>
        <p:nvSpPr>
          <p:cNvPr id="44" name="Text 42"/>
          <p:cNvSpPr/>
          <p:nvPr/>
        </p:nvSpPr>
        <p:spPr>
          <a:xfrm>
            <a:off x="391668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45" name="Shape 43"/>
          <p:cNvSpPr/>
          <p:nvPr/>
        </p:nvSpPr>
        <p:spPr>
          <a:xfrm>
            <a:off x="4683760" y="3154680"/>
            <a:ext cx="91" cy="54864"/>
          </a:xfrm>
          <a:prstGeom prst="line">
            <a:avLst/>
          </a:prstGeom>
          <a:noFill/>
          <a:ln w="12700">
            <a:solidFill>
              <a:srgbClr val="2A1F3D"/>
            </a:solidFill>
            <a:prstDash val="solid"/>
          </a:ln>
        </p:spPr>
      </p:sp>
      <p:sp>
        <p:nvSpPr>
          <p:cNvPr id="46" name="Text 44"/>
          <p:cNvSpPr/>
          <p:nvPr/>
        </p:nvSpPr>
        <p:spPr>
          <a:xfrm>
            <a:off x="440944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35</a:t>
            </a:r>
            <a:endParaRPr lang="en-US" sz="1000" dirty="0"/>
          </a:p>
        </p:txBody>
      </p:sp>
      <p:sp>
        <p:nvSpPr>
          <p:cNvPr id="47" name="Shape 45"/>
          <p:cNvSpPr/>
          <p:nvPr/>
        </p:nvSpPr>
        <p:spPr>
          <a:xfrm>
            <a:off x="5176520" y="3154680"/>
            <a:ext cx="91" cy="54864"/>
          </a:xfrm>
          <a:prstGeom prst="line">
            <a:avLst/>
          </a:prstGeom>
          <a:noFill/>
          <a:ln w="12700">
            <a:solidFill>
              <a:srgbClr val="2A1F3D"/>
            </a:solidFill>
            <a:prstDash val="solid"/>
          </a:ln>
        </p:spPr>
      </p:sp>
      <p:sp>
        <p:nvSpPr>
          <p:cNvPr id="48" name="Text 46"/>
          <p:cNvSpPr/>
          <p:nvPr/>
        </p:nvSpPr>
        <p:spPr>
          <a:xfrm>
            <a:off x="490220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49" name="Shape 47"/>
          <p:cNvSpPr/>
          <p:nvPr/>
        </p:nvSpPr>
        <p:spPr>
          <a:xfrm>
            <a:off x="5669280" y="3154680"/>
            <a:ext cx="91" cy="54864"/>
          </a:xfrm>
          <a:prstGeom prst="line">
            <a:avLst/>
          </a:prstGeom>
          <a:noFill/>
          <a:ln w="12700">
            <a:solidFill>
              <a:srgbClr val="2A1F3D"/>
            </a:solidFill>
            <a:prstDash val="solid"/>
          </a:ln>
        </p:spPr>
      </p:sp>
      <p:sp>
        <p:nvSpPr>
          <p:cNvPr id="50" name="Text 48"/>
          <p:cNvSpPr/>
          <p:nvPr/>
        </p:nvSpPr>
        <p:spPr>
          <a:xfrm>
            <a:off x="5394960" y="320954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45</a:t>
            </a:r>
            <a:endParaRPr lang="en-US" sz="1000" dirty="0"/>
          </a:p>
        </p:txBody>
      </p:sp>
      <p:sp>
        <p:nvSpPr>
          <p:cNvPr id="51" name="Shape 49"/>
          <p:cNvSpPr/>
          <p:nvPr/>
        </p:nvSpPr>
        <p:spPr>
          <a:xfrm>
            <a:off x="1179576" y="3154680"/>
            <a:ext cx="54864" cy="91"/>
          </a:xfrm>
          <a:prstGeom prst="line">
            <a:avLst/>
          </a:prstGeom>
          <a:noFill/>
          <a:ln w="12700">
            <a:solidFill>
              <a:srgbClr val="2A1F3D"/>
            </a:solidFill>
            <a:prstDash val="solid"/>
          </a:ln>
        </p:spPr>
      </p:sp>
      <p:sp>
        <p:nvSpPr>
          <p:cNvPr id="52" name="Text 50"/>
          <p:cNvSpPr/>
          <p:nvPr/>
        </p:nvSpPr>
        <p:spPr>
          <a:xfrm>
            <a:off x="795528" y="30632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53" name="Shape 51"/>
          <p:cNvSpPr/>
          <p:nvPr/>
        </p:nvSpPr>
        <p:spPr>
          <a:xfrm>
            <a:off x="1179576" y="2906486"/>
            <a:ext cx="54864" cy="91"/>
          </a:xfrm>
          <a:prstGeom prst="line">
            <a:avLst/>
          </a:prstGeom>
          <a:noFill/>
          <a:ln w="12700">
            <a:solidFill>
              <a:srgbClr val="2A1F3D"/>
            </a:solidFill>
            <a:prstDash val="solid"/>
          </a:ln>
        </p:spPr>
      </p:sp>
      <p:sp>
        <p:nvSpPr>
          <p:cNvPr id="54" name="Text 52"/>
          <p:cNvSpPr/>
          <p:nvPr/>
        </p:nvSpPr>
        <p:spPr>
          <a:xfrm>
            <a:off x="795528" y="281504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5" name="Shape 53"/>
          <p:cNvSpPr/>
          <p:nvPr/>
        </p:nvSpPr>
        <p:spPr>
          <a:xfrm>
            <a:off x="1179576" y="2658291"/>
            <a:ext cx="54864" cy="91"/>
          </a:xfrm>
          <a:prstGeom prst="line">
            <a:avLst/>
          </a:prstGeom>
          <a:noFill/>
          <a:ln w="12700">
            <a:solidFill>
              <a:srgbClr val="2A1F3D"/>
            </a:solidFill>
            <a:prstDash val="solid"/>
          </a:ln>
        </p:spPr>
      </p:sp>
      <p:sp>
        <p:nvSpPr>
          <p:cNvPr id="56" name="Text 54"/>
          <p:cNvSpPr/>
          <p:nvPr/>
        </p:nvSpPr>
        <p:spPr>
          <a:xfrm>
            <a:off x="795528" y="2566851"/>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57" name="Shape 55"/>
          <p:cNvSpPr/>
          <p:nvPr/>
        </p:nvSpPr>
        <p:spPr>
          <a:xfrm>
            <a:off x="1179576" y="2410097"/>
            <a:ext cx="54864" cy="91"/>
          </a:xfrm>
          <a:prstGeom prst="line">
            <a:avLst/>
          </a:prstGeom>
          <a:noFill/>
          <a:ln w="12700">
            <a:solidFill>
              <a:srgbClr val="2A1F3D"/>
            </a:solidFill>
            <a:prstDash val="solid"/>
          </a:ln>
        </p:spPr>
      </p:sp>
      <p:sp>
        <p:nvSpPr>
          <p:cNvPr id="58" name="Text 56"/>
          <p:cNvSpPr/>
          <p:nvPr/>
        </p:nvSpPr>
        <p:spPr>
          <a:xfrm>
            <a:off x="795528" y="2318657"/>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59" name="Shape 57"/>
          <p:cNvSpPr/>
          <p:nvPr/>
        </p:nvSpPr>
        <p:spPr>
          <a:xfrm>
            <a:off x="1179576" y="2161903"/>
            <a:ext cx="54864" cy="91"/>
          </a:xfrm>
          <a:prstGeom prst="line">
            <a:avLst/>
          </a:prstGeom>
          <a:noFill/>
          <a:ln w="12700">
            <a:solidFill>
              <a:srgbClr val="2A1F3D"/>
            </a:solidFill>
            <a:prstDash val="solid"/>
          </a:ln>
        </p:spPr>
      </p:sp>
      <p:sp>
        <p:nvSpPr>
          <p:cNvPr id="60" name="Text 58"/>
          <p:cNvSpPr/>
          <p:nvPr/>
        </p:nvSpPr>
        <p:spPr>
          <a:xfrm>
            <a:off x="795528" y="2070463"/>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1" name="Shape 59"/>
          <p:cNvSpPr/>
          <p:nvPr/>
        </p:nvSpPr>
        <p:spPr>
          <a:xfrm>
            <a:off x="1179576" y="1913709"/>
            <a:ext cx="54864" cy="91"/>
          </a:xfrm>
          <a:prstGeom prst="line">
            <a:avLst/>
          </a:prstGeom>
          <a:noFill/>
          <a:ln w="12700">
            <a:solidFill>
              <a:srgbClr val="2A1F3D"/>
            </a:solidFill>
            <a:prstDash val="solid"/>
          </a:ln>
        </p:spPr>
      </p:sp>
      <p:sp>
        <p:nvSpPr>
          <p:cNvPr id="62" name="Text 60"/>
          <p:cNvSpPr/>
          <p:nvPr/>
        </p:nvSpPr>
        <p:spPr>
          <a:xfrm>
            <a:off x="795528" y="1822269"/>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63" name="Shape 61"/>
          <p:cNvSpPr/>
          <p:nvPr/>
        </p:nvSpPr>
        <p:spPr>
          <a:xfrm>
            <a:off x="1179576" y="1665514"/>
            <a:ext cx="54864" cy="91"/>
          </a:xfrm>
          <a:prstGeom prst="line">
            <a:avLst/>
          </a:prstGeom>
          <a:noFill/>
          <a:ln w="12700">
            <a:solidFill>
              <a:srgbClr val="2A1F3D"/>
            </a:solidFill>
            <a:prstDash val="solid"/>
          </a:ln>
        </p:spPr>
      </p:sp>
      <p:sp>
        <p:nvSpPr>
          <p:cNvPr id="64" name="Text 62"/>
          <p:cNvSpPr/>
          <p:nvPr/>
        </p:nvSpPr>
        <p:spPr>
          <a:xfrm>
            <a:off x="795528" y="157407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65" name="Shape 63"/>
          <p:cNvSpPr/>
          <p:nvPr/>
        </p:nvSpPr>
        <p:spPr>
          <a:xfrm>
            <a:off x="1179576" y="1417320"/>
            <a:ext cx="54864" cy="91"/>
          </a:xfrm>
          <a:prstGeom prst="line">
            <a:avLst/>
          </a:prstGeom>
          <a:noFill/>
          <a:ln w="12700">
            <a:solidFill>
              <a:srgbClr val="2A1F3D"/>
            </a:solidFill>
            <a:prstDash val="solid"/>
          </a:ln>
        </p:spPr>
      </p:sp>
      <p:sp>
        <p:nvSpPr>
          <p:cNvPr id="66" name="Text 64"/>
          <p:cNvSpPr/>
          <p:nvPr/>
        </p:nvSpPr>
        <p:spPr>
          <a:xfrm>
            <a:off x="79552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67" name="Text 65"/>
          <p:cNvSpPr/>
          <p:nvPr/>
        </p:nvSpPr>
        <p:spPr>
          <a:xfrm>
            <a:off x="1234440" y="3401568"/>
            <a:ext cx="44348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Number of carbon atoms in the chain</a:t>
            </a:r>
            <a:endParaRPr lang="en-US" sz="1050" dirty="0"/>
          </a:p>
        </p:txBody>
      </p:sp>
      <p:sp>
        <p:nvSpPr>
          <p:cNvPr id="68" name="Text 66"/>
          <p:cNvSpPr/>
          <p:nvPr/>
        </p:nvSpPr>
        <p:spPr>
          <a:xfrm rot="16200000">
            <a:off x="-201168" y="2157984"/>
            <a:ext cx="17373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M.p. / °C</a:t>
            </a:r>
            <a:endParaRPr lang="en-US" sz="1050" dirty="0"/>
          </a:p>
        </p:txBody>
      </p:sp>
      <p:sp>
        <p:nvSpPr>
          <p:cNvPr id="69" name="Shape 67"/>
          <p:cNvSpPr/>
          <p:nvPr/>
        </p:nvSpPr>
        <p:spPr>
          <a:xfrm>
            <a:off x="1234440" y="2658291"/>
            <a:ext cx="4434840" cy="91"/>
          </a:xfrm>
          <a:prstGeom prst="line">
            <a:avLst/>
          </a:prstGeom>
          <a:noFill/>
          <a:ln w="9525">
            <a:solidFill>
              <a:srgbClr val="6B7385"/>
            </a:solidFill>
            <a:prstDash val="dash"/>
          </a:ln>
        </p:spPr>
      </p:sp>
      <p:sp>
        <p:nvSpPr>
          <p:cNvPr id="70" name="Shape 68"/>
          <p:cNvSpPr/>
          <p:nvPr/>
        </p:nvSpPr>
        <p:spPr>
          <a:xfrm flipV="1">
            <a:off x="2219960" y="2921247"/>
            <a:ext cx="98552" cy="109336"/>
          </a:xfrm>
          <a:prstGeom prst="line">
            <a:avLst/>
          </a:prstGeom>
          <a:noFill/>
          <a:ln w="25400">
            <a:solidFill>
              <a:srgbClr val="6A3FA0"/>
            </a:solidFill>
            <a:prstDash val="solid"/>
          </a:ln>
        </p:spPr>
      </p:sp>
      <p:sp>
        <p:nvSpPr>
          <p:cNvPr id="71" name="Shape 69"/>
          <p:cNvSpPr/>
          <p:nvPr/>
        </p:nvSpPr>
        <p:spPr>
          <a:xfrm flipV="1">
            <a:off x="2318512" y="2817731"/>
            <a:ext cx="98552" cy="103516"/>
          </a:xfrm>
          <a:prstGeom prst="line">
            <a:avLst/>
          </a:prstGeom>
          <a:noFill/>
          <a:ln w="25400">
            <a:solidFill>
              <a:srgbClr val="6A3FA0"/>
            </a:solidFill>
            <a:prstDash val="solid"/>
          </a:ln>
        </p:spPr>
      </p:sp>
      <p:sp>
        <p:nvSpPr>
          <p:cNvPr id="72" name="Shape 70"/>
          <p:cNvSpPr/>
          <p:nvPr/>
        </p:nvSpPr>
        <p:spPr>
          <a:xfrm flipV="1">
            <a:off x="2417064" y="2720036"/>
            <a:ext cx="98552" cy="97695"/>
          </a:xfrm>
          <a:prstGeom prst="line">
            <a:avLst/>
          </a:prstGeom>
          <a:noFill/>
          <a:ln w="25400">
            <a:solidFill>
              <a:srgbClr val="6A3FA0"/>
            </a:solidFill>
            <a:prstDash val="solid"/>
          </a:ln>
        </p:spPr>
      </p:sp>
      <p:sp>
        <p:nvSpPr>
          <p:cNvPr id="73" name="Shape 71"/>
          <p:cNvSpPr/>
          <p:nvPr/>
        </p:nvSpPr>
        <p:spPr>
          <a:xfrm flipV="1">
            <a:off x="2515616" y="2628161"/>
            <a:ext cx="98552" cy="91875"/>
          </a:xfrm>
          <a:prstGeom prst="line">
            <a:avLst/>
          </a:prstGeom>
          <a:noFill/>
          <a:ln w="25400">
            <a:solidFill>
              <a:srgbClr val="6A3FA0"/>
            </a:solidFill>
            <a:prstDash val="solid"/>
          </a:ln>
        </p:spPr>
      </p:sp>
      <p:sp>
        <p:nvSpPr>
          <p:cNvPr id="74" name="Shape 72"/>
          <p:cNvSpPr/>
          <p:nvPr/>
        </p:nvSpPr>
        <p:spPr>
          <a:xfrm flipV="1">
            <a:off x="2614168" y="2542105"/>
            <a:ext cx="98552" cy="86055"/>
          </a:xfrm>
          <a:prstGeom prst="line">
            <a:avLst/>
          </a:prstGeom>
          <a:noFill/>
          <a:ln w="25400">
            <a:solidFill>
              <a:srgbClr val="6A3FA0"/>
            </a:solidFill>
            <a:prstDash val="solid"/>
          </a:ln>
        </p:spPr>
      </p:sp>
      <p:sp>
        <p:nvSpPr>
          <p:cNvPr id="75" name="Shape 73"/>
          <p:cNvSpPr/>
          <p:nvPr/>
        </p:nvSpPr>
        <p:spPr>
          <a:xfrm flipV="1">
            <a:off x="2712720" y="2461870"/>
            <a:ext cx="98552" cy="80235"/>
          </a:xfrm>
          <a:prstGeom prst="line">
            <a:avLst/>
          </a:prstGeom>
          <a:noFill/>
          <a:ln w="25400">
            <a:solidFill>
              <a:srgbClr val="6A3FA0"/>
            </a:solidFill>
            <a:prstDash val="solid"/>
          </a:ln>
        </p:spPr>
      </p:sp>
      <p:sp>
        <p:nvSpPr>
          <p:cNvPr id="76" name="Shape 74"/>
          <p:cNvSpPr/>
          <p:nvPr/>
        </p:nvSpPr>
        <p:spPr>
          <a:xfrm flipV="1">
            <a:off x="2811272" y="2387456"/>
            <a:ext cx="98552" cy="74415"/>
          </a:xfrm>
          <a:prstGeom prst="line">
            <a:avLst/>
          </a:prstGeom>
          <a:noFill/>
          <a:ln w="25400">
            <a:solidFill>
              <a:srgbClr val="6A3FA0"/>
            </a:solidFill>
            <a:prstDash val="solid"/>
          </a:ln>
        </p:spPr>
      </p:sp>
      <p:sp>
        <p:nvSpPr>
          <p:cNvPr id="77" name="Shape 75"/>
          <p:cNvSpPr/>
          <p:nvPr/>
        </p:nvSpPr>
        <p:spPr>
          <a:xfrm flipV="1">
            <a:off x="2909824" y="2318861"/>
            <a:ext cx="98552" cy="68595"/>
          </a:xfrm>
          <a:prstGeom prst="line">
            <a:avLst/>
          </a:prstGeom>
          <a:noFill/>
          <a:ln w="25400">
            <a:solidFill>
              <a:srgbClr val="6A3FA0"/>
            </a:solidFill>
            <a:prstDash val="solid"/>
          </a:ln>
        </p:spPr>
      </p:sp>
      <p:sp>
        <p:nvSpPr>
          <p:cNvPr id="78" name="Shape 76"/>
          <p:cNvSpPr/>
          <p:nvPr/>
        </p:nvSpPr>
        <p:spPr>
          <a:xfrm flipV="1">
            <a:off x="3008376" y="2256086"/>
            <a:ext cx="98552" cy="62775"/>
          </a:xfrm>
          <a:prstGeom prst="line">
            <a:avLst/>
          </a:prstGeom>
          <a:noFill/>
          <a:ln w="25400">
            <a:solidFill>
              <a:srgbClr val="6A3FA0"/>
            </a:solidFill>
            <a:prstDash val="solid"/>
          </a:ln>
        </p:spPr>
      </p:sp>
      <p:sp>
        <p:nvSpPr>
          <p:cNvPr id="79" name="Shape 77"/>
          <p:cNvSpPr/>
          <p:nvPr/>
        </p:nvSpPr>
        <p:spPr>
          <a:xfrm flipV="1">
            <a:off x="3106928" y="2199132"/>
            <a:ext cx="98552" cy="56954"/>
          </a:xfrm>
          <a:prstGeom prst="line">
            <a:avLst/>
          </a:prstGeom>
          <a:noFill/>
          <a:ln w="25400">
            <a:solidFill>
              <a:srgbClr val="6A3FA0"/>
            </a:solidFill>
            <a:prstDash val="solid"/>
          </a:ln>
        </p:spPr>
      </p:sp>
      <p:sp>
        <p:nvSpPr>
          <p:cNvPr id="80" name="Shape 78"/>
          <p:cNvSpPr/>
          <p:nvPr/>
        </p:nvSpPr>
        <p:spPr>
          <a:xfrm flipV="1">
            <a:off x="3205480" y="2151808"/>
            <a:ext cx="98552" cy="47324"/>
          </a:xfrm>
          <a:prstGeom prst="line">
            <a:avLst/>
          </a:prstGeom>
          <a:noFill/>
          <a:ln w="25400">
            <a:solidFill>
              <a:srgbClr val="6A3FA0"/>
            </a:solidFill>
            <a:prstDash val="solid"/>
          </a:ln>
        </p:spPr>
      </p:sp>
      <p:sp>
        <p:nvSpPr>
          <p:cNvPr id="81" name="Shape 79"/>
          <p:cNvSpPr/>
          <p:nvPr/>
        </p:nvSpPr>
        <p:spPr>
          <a:xfrm flipV="1">
            <a:off x="3304032" y="2107002"/>
            <a:ext cx="98552" cy="44805"/>
          </a:xfrm>
          <a:prstGeom prst="line">
            <a:avLst/>
          </a:prstGeom>
          <a:noFill/>
          <a:ln w="25400">
            <a:solidFill>
              <a:srgbClr val="6A3FA0"/>
            </a:solidFill>
            <a:prstDash val="solid"/>
          </a:ln>
        </p:spPr>
      </p:sp>
      <p:sp>
        <p:nvSpPr>
          <p:cNvPr id="82" name="Shape 80"/>
          <p:cNvSpPr/>
          <p:nvPr/>
        </p:nvSpPr>
        <p:spPr>
          <a:xfrm flipV="1">
            <a:off x="3402584" y="2064716"/>
            <a:ext cx="98552" cy="42286"/>
          </a:xfrm>
          <a:prstGeom prst="line">
            <a:avLst/>
          </a:prstGeom>
          <a:noFill/>
          <a:ln w="25400">
            <a:solidFill>
              <a:srgbClr val="6A3FA0"/>
            </a:solidFill>
            <a:prstDash val="solid"/>
          </a:ln>
        </p:spPr>
      </p:sp>
      <p:sp>
        <p:nvSpPr>
          <p:cNvPr id="83" name="Shape 81"/>
          <p:cNvSpPr/>
          <p:nvPr/>
        </p:nvSpPr>
        <p:spPr>
          <a:xfrm flipV="1">
            <a:off x="3501136" y="2024949"/>
            <a:ext cx="98552" cy="39767"/>
          </a:xfrm>
          <a:prstGeom prst="line">
            <a:avLst/>
          </a:prstGeom>
          <a:noFill/>
          <a:ln w="25400">
            <a:solidFill>
              <a:srgbClr val="6A3FA0"/>
            </a:solidFill>
            <a:prstDash val="solid"/>
          </a:ln>
        </p:spPr>
      </p:sp>
      <p:sp>
        <p:nvSpPr>
          <p:cNvPr id="84" name="Shape 82"/>
          <p:cNvSpPr/>
          <p:nvPr/>
        </p:nvSpPr>
        <p:spPr>
          <a:xfrm flipV="1">
            <a:off x="3599688" y="1987701"/>
            <a:ext cx="98552" cy="37248"/>
          </a:xfrm>
          <a:prstGeom prst="line">
            <a:avLst/>
          </a:prstGeom>
          <a:noFill/>
          <a:ln w="25400">
            <a:solidFill>
              <a:srgbClr val="6A3FA0"/>
            </a:solidFill>
            <a:prstDash val="solid"/>
          </a:ln>
        </p:spPr>
      </p:sp>
      <p:sp>
        <p:nvSpPr>
          <p:cNvPr id="85" name="Shape 83"/>
          <p:cNvSpPr/>
          <p:nvPr/>
        </p:nvSpPr>
        <p:spPr>
          <a:xfrm flipV="1">
            <a:off x="3698240" y="1952973"/>
            <a:ext cx="98552" cy="34729"/>
          </a:xfrm>
          <a:prstGeom prst="line">
            <a:avLst/>
          </a:prstGeom>
          <a:noFill/>
          <a:ln w="25400">
            <a:solidFill>
              <a:srgbClr val="6A3FA0"/>
            </a:solidFill>
            <a:prstDash val="solid"/>
          </a:ln>
        </p:spPr>
      </p:sp>
      <p:sp>
        <p:nvSpPr>
          <p:cNvPr id="86" name="Shape 84"/>
          <p:cNvSpPr/>
          <p:nvPr/>
        </p:nvSpPr>
        <p:spPr>
          <a:xfrm flipV="1">
            <a:off x="3796792" y="1920763"/>
            <a:ext cx="98552" cy="32209"/>
          </a:xfrm>
          <a:prstGeom prst="line">
            <a:avLst/>
          </a:prstGeom>
          <a:noFill/>
          <a:ln w="25400">
            <a:solidFill>
              <a:srgbClr val="6A3FA0"/>
            </a:solidFill>
            <a:prstDash val="solid"/>
          </a:ln>
        </p:spPr>
      </p:sp>
      <p:sp>
        <p:nvSpPr>
          <p:cNvPr id="87" name="Shape 85"/>
          <p:cNvSpPr/>
          <p:nvPr/>
        </p:nvSpPr>
        <p:spPr>
          <a:xfrm flipV="1">
            <a:off x="3895344" y="1891073"/>
            <a:ext cx="98552" cy="29690"/>
          </a:xfrm>
          <a:prstGeom prst="line">
            <a:avLst/>
          </a:prstGeom>
          <a:noFill/>
          <a:ln w="25400">
            <a:solidFill>
              <a:srgbClr val="6A3FA0"/>
            </a:solidFill>
            <a:prstDash val="solid"/>
          </a:ln>
        </p:spPr>
      </p:sp>
      <p:sp>
        <p:nvSpPr>
          <p:cNvPr id="88" name="Shape 86"/>
          <p:cNvSpPr/>
          <p:nvPr/>
        </p:nvSpPr>
        <p:spPr>
          <a:xfrm flipV="1">
            <a:off x="3993896" y="1863902"/>
            <a:ext cx="98552" cy="27171"/>
          </a:xfrm>
          <a:prstGeom prst="line">
            <a:avLst/>
          </a:prstGeom>
          <a:noFill/>
          <a:ln w="25400">
            <a:solidFill>
              <a:srgbClr val="6A3FA0"/>
            </a:solidFill>
            <a:prstDash val="solid"/>
          </a:ln>
        </p:spPr>
      </p:sp>
      <p:sp>
        <p:nvSpPr>
          <p:cNvPr id="89" name="Shape 87"/>
          <p:cNvSpPr/>
          <p:nvPr/>
        </p:nvSpPr>
        <p:spPr>
          <a:xfrm flipV="1">
            <a:off x="4092448" y="1839250"/>
            <a:ext cx="98552" cy="24652"/>
          </a:xfrm>
          <a:prstGeom prst="line">
            <a:avLst/>
          </a:prstGeom>
          <a:noFill/>
          <a:ln w="25400">
            <a:solidFill>
              <a:srgbClr val="6A3FA0"/>
            </a:solidFill>
            <a:prstDash val="solid"/>
          </a:ln>
        </p:spPr>
      </p:sp>
      <p:sp>
        <p:nvSpPr>
          <p:cNvPr id="90" name="Shape 88"/>
          <p:cNvSpPr/>
          <p:nvPr/>
        </p:nvSpPr>
        <p:spPr>
          <a:xfrm flipV="1">
            <a:off x="4191000" y="1814772"/>
            <a:ext cx="98552" cy="24478"/>
          </a:xfrm>
          <a:prstGeom prst="line">
            <a:avLst/>
          </a:prstGeom>
          <a:noFill/>
          <a:ln w="25400">
            <a:solidFill>
              <a:srgbClr val="6A3FA0"/>
            </a:solidFill>
            <a:prstDash val="solid"/>
          </a:ln>
        </p:spPr>
      </p:sp>
      <p:sp>
        <p:nvSpPr>
          <p:cNvPr id="91" name="Shape 89"/>
          <p:cNvSpPr/>
          <p:nvPr/>
        </p:nvSpPr>
        <p:spPr>
          <a:xfrm flipV="1">
            <a:off x="4289552" y="1791597"/>
            <a:ext cx="98552" cy="23175"/>
          </a:xfrm>
          <a:prstGeom prst="line">
            <a:avLst/>
          </a:prstGeom>
          <a:noFill/>
          <a:ln w="25400">
            <a:solidFill>
              <a:srgbClr val="6A3FA0"/>
            </a:solidFill>
            <a:prstDash val="solid"/>
          </a:ln>
        </p:spPr>
      </p:sp>
      <p:sp>
        <p:nvSpPr>
          <p:cNvPr id="92" name="Shape 90"/>
          <p:cNvSpPr/>
          <p:nvPr/>
        </p:nvSpPr>
        <p:spPr>
          <a:xfrm flipV="1">
            <a:off x="4388104" y="1769725"/>
            <a:ext cx="98552" cy="21872"/>
          </a:xfrm>
          <a:prstGeom prst="line">
            <a:avLst/>
          </a:prstGeom>
          <a:noFill/>
          <a:ln w="25400">
            <a:solidFill>
              <a:srgbClr val="6A3FA0"/>
            </a:solidFill>
            <a:prstDash val="solid"/>
          </a:ln>
        </p:spPr>
      </p:sp>
      <p:sp>
        <p:nvSpPr>
          <p:cNvPr id="93" name="Shape 91"/>
          <p:cNvSpPr/>
          <p:nvPr/>
        </p:nvSpPr>
        <p:spPr>
          <a:xfrm flipV="1">
            <a:off x="4486656" y="1749156"/>
            <a:ext cx="98552" cy="20569"/>
          </a:xfrm>
          <a:prstGeom prst="line">
            <a:avLst/>
          </a:prstGeom>
          <a:noFill/>
          <a:ln w="25400">
            <a:solidFill>
              <a:srgbClr val="6A3FA0"/>
            </a:solidFill>
            <a:prstDash val="solid"/>
          </a:ln>
        </p:spPr>
      </p:sp>
      <p:sp>
        <p:nvSpPr>
          <p:cNvPr id="94" name="Shape 92"/>
          <p:cNvSpPr/>
          <p:nvPr/>
        </p:nvSpPr>
        <p:spPr>
          <a:xfrm flipV="1">
            <a:off x="4585208" y="1729890"/>
            <a:ext cx="98552" cy="19266"/>
          </a:xfrm>
          <a:prstGeom prst="line">
            <a:avLst/>
          </a:prstGeom>
          <a:noFill/>
          <a:ln w="25400">
            <a:solidFill>
              <a:srgbClr val="6A3FA0"/>
            </a:solidFill>
            <a:prstDash val="solid"/>
          </a:ln>
        </p:spPr>
      </p:sp>
      <p:sp>
        <p:nvSpPr>
          <p:cNvPr id="95" name="Shape 93"/>
          <p:cNvSpPr/>
          <p:nvPr/>
        </p:nvSpPr>
        <p:spPr>
          <a:xfrm flipV="1">
            <a:off x="4683760" y="1711927"/>
            <a:ext cx="98552" cy="17963"/>
          </a:xfrm>
          <a:prstGeom prst="line">
            <a:avLst/>
          </a:prstGeom>
          <a:noFill/>
          <a:ln w="25400">
            <a:solidFill>
              <a:srgbClr val="6A3FA0"/>
            </a:solidFill>
            <a:prstDash val="solid"/>
          </a:ln>
        </p:spPr>
      </p:sp>
      <p:sp>
        <p:nvSpPr>
          <p:cNvPr id="96" name="Shape 94"/>
          <p:cNvSpPr/>
          <p:nvPr/>
        </p:nvSpPr>
        <p:spPr>
          <a:xfrm flipV="1">
            <a:off x="4782312" y="1695267"/>
            <a:ext cx="98552" cy="16660"/>
          </a:xfrm>
          <a:prstGeom prst="line">
            <a:avLst/>
          </a:prstGeom>
          <a:noFill/>
          <a:ln w="25400">
            <a:solidFill>
              <a:srgbClr val="6A3FA0"/>
            </a:solidFill>
            <a:prstDash val="solid"/>
          </a:ln>
        </p:spPr>
      </p:sp>
      <p:sp>
        <p:nvSpPr>
          <p:cNvPr id="97" name="Shape 95"/>
          <p:cNvSpPr/>
          <p:nvPr/>
        </p:nvSpPr>
        <p:spPr>
          <a:xfrm flipV="1">
            <a:off x="4880864" y="1679910"/>
            <a:ext cx="98552" cy="15357"/>
          </a:xfrm>
          <a:prstGeom prst="line">
            <a:avLst/>
          </a:prstGeom>
          <a:noFill/>
          <a:ln w="25400">
            <a:solidFill>
              <a:srgbClr val="6A3FA0"/>
            </a:solidFill>
            <a:prstDash val="solid"/>
          </a:ln>
        </p:spPr>
      </p:sp>
      <p:sp>
        <p:nvSpPr>
          <p:cNvPr id="98" name="Shape 96"/>
          <p:cNvSpPr/>
          <p:nvPr/>
        </p:nvSpPr>
        <p:spPr>
          <a:xfrm flipV="1">
            <a:off x="4979416" y="1665856"/>
            <a:ext cx="98552" cy="14054"/>
          </a:xfrm>
          <a:prstGeom prst="line">
            <a:avLst/>
          </a:prstGeom>
          <a:noFill/>
          <a:ln w="25400">
            <a:solidFill>
              <a:srgbClr val="6A3FA0"/>
            </a:solidFill>
            <a:prstDash val="solid"/>
          </a:ln>
        </p:spPr>
      </p:sp>
      <p:sp>
        <p:nvSpPr>
          <p:cNvPr id="99" name="Shape 97"/>
          <p:cNvSpPr/>
          <p:nvPr/>
        </p:nvSpPr>
        <p:spPr>
          <a:xfrm flipV="1">
            <a:off x="5077968" y="1653105"/>
            <a:ext cx="98552" cy="12751"/>
          </a:xfrm>
          <a:prstGeom prst="line">
            <a:avLst/>
          </a:prstGeom>
          <a:noFill/>
          <a:ln w="25400">
            <a:solidFill>
              <a:srgbClr val="6A3FA0"/>
            </a:solidFill>
            <a:prstDash val="solid"/>
          </a:ln>
        </p:spPr>
      </p:sp>
      <p:sp>
        <p:nvSpPr>
          <p:cNvPr id="100" name="Shape 98"/>
          <p:cNvSpPr/>
          <p:nvPr/>
        </p:nvSpPr>
        <p:spPr>
          <a:xfrm>
            <a:off x="2174240" y="2984863"/>
            <a:ext cx="91440" cy="91440"/>
          </a:xfrm>
          <a:prstGeom prst="line">
            <a:avLst/>
          </a:prstGeom>
          <a:noFill/>
          <a:ln w="15875">
            <a:solidFill>
              <a:srgbClr val="2A1F3D"/>
            </a:solidFill>
            <a:prstDash val="solid"/>
          </a:ln>
        </p:spPr>
      </p:sp>
      <p:sp>
        <p:nvSpPr>
          <p:cNvPr id="101" name="Shape 99"/>
          <p:cNvSpPr/>
          <p:nvPr/>
        </p:nvSpPr>
        <p:spPr>
          <a:xfrm flipV="1">
            <a:off x="2174240" y="2984863"/>
            <a:ext cx="91440" cy="91440"/>
          </a:xfrm>
          <a:prstGeom prst="line">
            <a:avLst/>
          </a:prstGeom>
          <a:noFill/>
          <a:ln w="15875">
            <a:solidFill>
              <a:srgbClr val="2A1F3D"/>
            </a:solidFill>
            <a:prstDash val="solid"/>
          </a:ln>
        </p:spPr>
      </p:sp>
      <p:sp>
        <p:nvSpPr>
          <p:cNvPr id="102" name="Shape 100"/>
          <p:cNvSpPr/>
          <p:nvPr/>
        </p:nvSpPr>
        <p:spPr>
          <a:xfrm>
            <a:off x="3159760" y="2153412"/>
            <a:ext cx="91440" cy="91440"/>
          </a:xfrm>
          <a:prstGeom prst="line">
            <a:avLst/>
          </a:prstGeom>
          <a:noFill/>
          <a:ln w="15875">
            <a:solidFill>
              <a:srgbClr val="2A1F3D"/>
            </a:solidFill>
            <a:prstDash val="solid"/>
          </a:ln>
        </p:spPr>
      </p:sp>
      <p:sp>
        <p:nvSpPr>
          <p:cNvPr id="103" name="Shape 101"/>
          <p:cNvSpPr/>
          <p:nvPr/>
        </p:nvSpPr>
        <p:spPr>
          <a:xfrm flipV="1">
            <a:off x="3159760" y="2153412"/>
            <a:ext cx="91440" cy="91440"/>
          </a:xfrm>
          <a:prstGeom prst="line">
            <a:avLst/>
          </a:prstGeom>
          <a:noFill/>
          <a:ln w="15875">
            <a:solidFill>
              <a:srgbClr val="2A1F3D"/>
            </a:solidFill>
            <a:prstDash val="solid"/>
          </a:ln>
        </p:spPr>
      </p:sp>
      <p:sp>
        <p:nvSpPr>
          <p:cNvPr id="104" name="Shape 102"/>
          <p:cNvSpPr/>
          <p:nvPr/>
        </p:nvSpPr>
        <p:spPr>
          <a:xfrm>
            <a:off x="4145280" y="1793530"/>
            <a:ext cx="91440" cy="91440"/>
          </a:xfrm>
          <a:prstGeom prst="line">
            <a:avLst/>
          </a:prstGeom>
          <a:noFill/>
          <a:ln w="15875">
            <a:solidFill>
              <a:srgbClr val="2A1F3D"/>
            </a:solidFill>
            <a:prstDash val="solid"/>
          </a:ln>
        </p:spPr>
      </p:sp>
      <p:sp>
        <p:nvSpPr>
          <p:cNvPr id="105" name="Shape 103"/>
          <p:cNvSpPr/>
          <p:nvPr/>
        </p:nvSpPr>
        <p:spPr>
          <a:xfrm flipV="1">
            <a:off x="4145280" y="1793530"/>
            <a:ext cx="91440" cy="91440"/>
          </a:xfrm>
          <a:prstGeom prst="line">
            <a:avLst/>
          </a:prstGeom>
          <a:noFill/>
          <a:ln w="15875">
            <a:solidFill>
              <a:srgbClr val="2A1F3D"/>
            </a:solidFill>
            <a:prstDash val="solid"/>
          </a:ln>
        </p:spPr>
      </p:sp>
      <p:sp>
        <p:nvSpPr>
          <p:cNvPr id="106" name="Shape 104"/>
          <p:cNvSpPr/>
          <p:nvPr/>
        </p:nvSpPr>
        <p:spPr>
          <a:xfrm>
            <a:off x="5130800" y="1607385"/>
            <a:ext cx="91440" cy="91440"/>
          </a:xfrm>
          <a:prstGeom prst="line">
            <a:avLst/>
          </a:prstGeom>
          <a:noFill/>
          <a:ln w="15875">
            <a:solidFill>
              <a:srgbClr val="2A1F3D"/>
            </a:solidFill>
            <a:prstDash val="solid"/>
          </a:ln>
        </p:spPr>
      </p:sp>
      <p:sp>
        <p:nvSpPr>
          <p:cNvPr id="107" name="Shape 105"/>
          <p:cNvSpPr/>
          <p:nvPr/>
        </p:nvSpPr>
        <p:spPr>
          <a:xfrm flipV="1">
            <a:off x="5130800" y="1607385"/>
            <a:ext cx="91440" cy="91440"/>
          </a:xfrm>
          <a:prstGeom prst="line">
            <a:avLst/>
          </a:prstGeom>
          <a:noFill/>
          <a:ln w="15875">
            <a:solidFill>
              <a:srgbClr val="2A1F3D"/>
            </a:solidFill>
            <a:prstDash val="solid"/>
          </a:ln>
        </p:spPr>
      </p:sp>
      <p:sp>
        <p:nvSpPr>
          <p:cNvPr id="108" name="Text 106"/>
          <p:cNvSpPr/>
          <p:nvPr/>
        </p:nvSpPr>
        <p:spPr>
          <a:xfrm>
            <a:off x="2265680" y="2984863"/>
            <a:ext cx="411480" cy="182880"/>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-30</a:t>
            </a:r>
            <a:endParaRPr lang="en-US" sz="1000" dirty="0"/>
          </a:p>
        </p:txBody>
      </p:sp>
      <p:sp>
        <p:nvSpPr>
          <p:cNvPr id="109" name="Text 107"/>
          <p:cNvSpPr/>
          <p:nvPr/>
        </p:nvSpPr>
        <p:spPr>
          <a:xfrm>
            <a:off x="3251200" y="2153412"/>
            <a:ext cx="411480" cy="182880"/>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37</a:t>
            </a:r>
            <a:endParaRPr lang="en-US" sz="1000" dirty="0"/>
          </a:p>
        </p:txBody>
      </p:sp>
      <p:sp>
        <p:nvSpPr>
          <p:cNvPr id="110" name="Text 108"/>
          <p:cNvSpPr/>
          <p:nvPr/>
        </p:nvSpPr>
        <p:spPr>
          <a:xfrm>
            <a:off x="4236720" y="1793530"/>
            <a:ext cx="411480" cy="182880"/>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66</a:t>
            </a:r>
            <a:endParaRPr lang="en-US" sz="1000" dirty="0"/>
          </a:p>
        </p:txBody>
      </p:sp>
      <p:sp>
        <p:nvSpPr>
          <p:cNvPr id="111" name="Text 109"/>
          <p:cNvSpPr/>
          <p:nvPr/>
        </p:nvSpPr>
        <p:spPr>
          <a:xfrm>
            <a:off x="5222240" y="1607385"/>
            <a:ext cx="411480" cy="182880"/>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81</a:t>
            </a:r>
            <a:endParaRPr lang="en-US" sz="1000" dirty="0"/>
          </a:p>
        </p:txBody>
      </p:sp>
      <p:sp>
        <p:nvSpPr>
          <p:cNvPr id="112" name="Shape 110"/>
          <p:cNvSpPr/>
          <p:nvPr/>
        </p:nvSpPr>
        <p:spPr>
          <a:xfrm>
            <a:off x="640080" y="3749040"/>
            <a:ext cx="2423160" cy="1463040"/>
          </a:xfrm>
          <a:prstGeom prst="roundRect">
            <a:avLst>
              <a:gd name="adj" fmla="val 3125"/>
            </a:avLst>
          </a:prstGeom>
          <a:solidFill>
            <a:srgbClr val="FFFFFF"/>
          </a:solidFill>
          <a:ln w="12700">
            <a:solidFill>
              <a:srgbClr val="DDD3EC"/>
            </a:solidFill>
            <a:prstDash val="solid"/>
          </a:ln>
        </p:spPr>
      </p:sp>
      <p:sp>
        <p:nvSpPr>
          <p:cNvPr id="113" name="Shape 111"/>
          <p:cNvSpPr/>
          <p:nvPr/>
        </p:nvSpPr>
        <p:spPr>
          <a:xfrm>
            <a:off x="3291840" y="3749040"/>
            <a:ext cx="2423160" cy="1463040"/>
          </a:xfrm>
          <a:prstGeom prst="roundRect">
            <a:avLst>
              <a:gd name="adj" fmla="val 3125"/>
            </a:avLst>
          </a:prstGeom>
          <a:solidFill>
            <a:srgbClr val="FFFFFF"/>
          </a:solidFill>
          <a:ln w="12700">
            <a:solidFill>
              <a:srgbClr val="DDD3EC"/>
            </a:solidFill>
            <a:prstDash val="solid"/>
          </a:ln>
        </p:spPr>
      </p:sp>
      <p:sp>
        <p:nvSpPr>
          <p:cNvPr id="114" name="Text 112"/>
          <p:cNvSpPr/>
          <p:nvPr/>
        </p:nvSpPr>
        <p:spPr>
          <a:xfrm>
            <a:off x="685800" y="3767328"/>
            <a:ext cx="2331720" cy="2286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Thermosoftening</a:t>
            </a:r>
            <a:r>
              <a:rPr lang="en-US" sz="1000" dirty="0">
                <a:solidFill>
                  <a:srgbClr val="262B3A"/>
                </a:solidFill>
                <a:latin typeface="Calibri" pitchFamily="34" charset="0"/>
                <a:ea typeface="Calibri" pitchFamily="34" charset="-122"/>
                <a:cs typeface="Calibri" pitchFamily="34" charset="-120"/>
              </a:rPr>
              <a:t>: separate chains</a:t>
            </a:r>
            <a:endParaRPr lang="en-US" sz="1000" dirty="0"/>
          </a:p>
        </p:txBody>
      </p:sp>
      <p:sp>
        <p:nvSpPr>
          <p:cNvPr id="115" name="Text 113"/>
          <p:cNvSpPr/>
          <p:nvPr/>
        </p:nvSpPr>
        <p:spPr>
          <a:xfrm>
            <a:off x="3337560" y="3767328"/>
            <a:ext cx="2331720" cy="228600"/>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Thermosetting</a:t>
            </a:r>
            <a:r>
              <a:rPr lang="en-US" sz="1000" dirty="0">
                <a:solidFill>
                  <a:srgbClr val="262B3A"/>
                </a:solidFill>
                <a:latin typeface="Calibri" pitchFamily="34" charset="0"/>
                <a:ea typeface="Calibri" pitchFamily="34" charset="-122"/>
                <a:cs typeface="Calibri" pitchFamily="34" charset="-120"/>
              </a:rPr>
              <a:t>: cross-linked</a:t>
            </a:r>
            <a:endParaRPr lang="en-US" sz="1000" dirty="0"/>
          </a:p>
        </p:txBody>
      </p:sp>
      <p:sp>
        <p:nvSpPr>
          <p:cNvPr id="116" name="Shape 114"/>
          <p:cNvSpPr/>
          <p:nvPr/>
        </p:nvSpPr>
        <p:spPr>
          <a:xfrm>
            <a:off x="868680" y="4206240"/>
            <a:ext cx="246888" cy="109728"/>
          </a:xfrm>
          <a:prstGeom prst="line">
            <a:avLst/>
          </a:prstGeom>
          <a:noFill/>
          <a:ln w="22225">
            <a:solidFill>
              <a:srgbClr val="4A4A55"/>
            </a:solidFill>
            <a:prstDash val="solid"/>
          </a:ln>
        </p:spPr>
      </p:sp>
      <p:sp>
        <p:nvSpPr>
          <p:cNvPr id="117" name="Shape 115"/>
          <p:cNvSpPr/>
          <p:nvPr/>
        </p:nvSpPr>
        <p:spPr>
          <a:xfrm flipV="1">
            <a:off x="1115568" y="4206240"/>
            <a:ext cx="246888" cy="109728"/>
          </a:xfrm>
          <a:prstGeom prst="line">
            <a:avLst/>
          </a:prstGeom>
          <a:noFill/>
          <a:ln w="22225">
            <a:solidFill>
              <a:srgbClr val="4A4A55"/>
            </a:solidFill>
            <a:prstDash val="solid"/>
          </a:ln>
        </p:spPr>
      </p:sp>
      <p:sp>
        <p:nvSpPr>
          <p:cNvPr id="118" name="Shape 116"/>
          <p:cNvSpPr/>
          <p:nvPr/>
        </p:nvSpPr>
        <p:spPr>
          <a:xfrm>
            <a:off x="1362456" y="4206240"/>
            <a:ext cx="246888" cy="109728"/>
          </a:xfrm>
          <a:prstGeom prst="line">
            <a:avLst/>
          </a:prstGeom>
          <a:noFill/>
          <a:ln w="22225">
            <a:solidFill>
              <a:srgbClr val="4A4A55"/>
            </a:solidFill>
            <a:prstDash val="solid"/>
          </a:ln>
        </p:spPr>
      </p:sp>
      <p:sp>
        <p:nvSpPr>
          <p:cNvPr id="119" name="Shape 117"/>
          <p:cNvSpPr/>
          <p:nvPr/>
        </p:nvSpPr>
        <p:spPr>
          <a:xfrm flipV="1">
            <a:off x="1609344" y="4206240"/>
            <a:ext cx="246888" cy="109728"/>
          </a:xfrm>
          <a:prstGeom prst="line">
            <a:avLst/>
          </a:prstGeom>
          <a:noFill/>
          <a:ln w="22225">
            <a:solidFill>
              <a:srgbClr val="4A4A55"/>
            </a:solidFill>
            <a:prstDash val="solid"/>
          </a:ln>
        </p:spPr>
      </p:sp>
      <p:sp>
        <p:nvSpPr>
          <p:cNvPr id="120" name="Shape 118"/>
          <p:cNvSpPr/>
          <p:nvPr/>
        </p:nvSpPr>
        <p:spPr>
          <a:xfrm>
            <a:off x="1856232" y="4206240"/>
            <a:ext cx="246888" cy="109728"/>
          </a:xfrm>
          <a:prstGeom prst="line">
            <a:avLst/>
          </a:prstGeom>
          <a:noFill/>
          <a:ln w="22225">
            <a:solidFill>
              <a:srgbClr val="4A4A55"/>
            </a:solidFill>
            <a:prstDash val="solid"/>
          </a:ln>
        </p:spPr>
      </p:sp>
      <p:sp>
        <p:nvSpPr>
          <p:cNvPr id="121" name="Shape 119"/>
          <p:cNvSpPr/>
          <p:nvPr/>
        </p:nvSpPr>
        <p:spPr>
          <a:xfrm flipV="1">
            <a:off x="2103120" y="4206240"/>
            <a:ext cx="246888" cy="109728"/>
          </a:xfrm>
          <a:prstGeom prst="line">
            <a:avLst/>
          </a:prstGeom>
          <a:noFill/>
          <a:ln w="22225">
            <a:solidFill>
              <a:srgbClr val="4A4A55"/>
            </a:solidFill>
            <a:prstDash val="solid"/>
          </a:ln>
        </p:spPr>
      </p:sp>
      <p:sp>
        <p:nvSpPr>
          <p:cNvPr id="122" name="Shape 120"/>
          <p:cNvSpPr/>
          <p:nvPr/>
        </p:nvSpPr>
        <p:spPr>
          <a:xfrm>
            <a:off x="2350008" y="4206240"/>
            <a:ext cx="246888" cy="109728"/>
          </a:xfrm>
          <a:prstGeom prst="line">
            <a:avLst/>
          </a:prstGeom>
          <a:noFill/>
          <a:ln w="22225">
            <a:solidFill>
              <a:srgbClr val="4A4A55"/>
            </a:solidFill>
            <a:prstDash val="solid"/>
          </a:ln>
        </p:spPr>
      </p:sp>
      <p:sp>
        <p:nvSpPr>
          <p:cNvPr id="123" name="Shape 121"/>
          <p:cNvSpPr/>
          <p:nvPr/>
        </p:nvSpPr>
        <p:spPr>
          <a:xfrm flipV="1">
            <a:off x="2596896" y="4206240"/>
            <a:ext cx="246888" cy="109728"/>
          </a:xfrm>
          <a:prstGeom prst="line">
            <a:avLst/>
          </a:prstGeom>
          <a:noFill/>
          <a:ln w="22225">
            <a:solidFill>
              <a:srgbClr val="4A4A55"/>
            </a:solidFill>
            <a:prstDash val="solid"/>
          </a:ln>
        </p:spPr>
      </p:sp>
      <p:sp>
        <p:nvSpPr>
          <p:cNvPr id="124" name="Shape 122"/>
          <p:cNvSpPr/>
          <p:nvPr/>
        </p:nvSpPr>
        <p:spPr>
          <a:xfrm>
            <a:off x="841248" y="4178808"/>
            <a:ext cx="54864" cy="54864"/>
          </a:xfrm>
          <a:prstGeom prst="ellipse">
            <a:avLst/>
          </a:prstGeom>
          <a:solidFill>
            <a:srgbClr val="4A4A55"/>
          </a:solidFill>
          <a:ln w="6350">
            <a:solidFill>
              <a:srgbClr val="22222A"/>
            </a:solidFill>
            <a:prstDash val="solid"/>
          </a:ln>
        </p:spPr>
      </p:sp>
      <p:sp>
        <p:nvSpPr>
          <p:cNvPr id="125" name="Shape 123"/>
          <p:cNvSpPr/>
          <p:nvPr/>
        </p:nvSpPr>
        <p:spPr>
          <a:xfrm>
            <a:off x="1088136" y="4288536"/>
            <a:ext cx="54864" cy="54864"/>
          </a:xfrm>
          <a:prstGeom prst="ellipse">
            <a:avLst/>
          </a:prstGeom>
          <a:solidFill>
            <a:srgbClr val="4A4A55"/>
          </a:solidFill>
          <a:ln w="6350">
            <a:solidFill>
              <a:srgbClr val="22222A"/>
            </a:solidFill>
            <a:prstDash val="solid"/>
          </a:ln>
        </p:spPr>
      </p:sp>
      <p:sp>
        <p:nvSpPr>
          <p:cNvPr id="126" name="Shape 124"/>
          <p:cNvSpPr/>
          <p:nvPr/>
        </p:nvSpPr>
        <p:spPr>
          <a:xfrm>
            <a:off x="1335024" y="4178808"/>
            <a:ext cx="54864" cy="54864"/>
          </a:xfrm>
          <a:prstGeom prst="ellipse">
            <a:avLst/>
          </a:prstGeom>
          <a:solidFill>
            <a:srgbClr val="4A4A55"/>
          </a:solidFill>
          <a:ln w="6350">
            <a:solidFill>
              <a:srgbClr val="22222A"/>
            </a:solidFill>
            <a:prstDash val="solid"/>
          </a:ln>
        </p:spPr>
      </p:sp>
      <p:sp>
        <p:nvSpPr>
          <p:cNvPr id="127" name="Shape 125"/>
          <p:cNvSpPr/>
          <p:nvPr/>
        </p:nvSpPr>
        <p:spPr>
          <a:xfrm>
            <a:off x="1581912" y="4288536"/>
            <a:ext cx="54864" cy="54864"/>
          </a:xfrm>
          <a:prstGeom prst="ellipse">
            <a:avLst/>
          </a:prstGeom>
          <a:solidFill>
            <a:srgbClr val="4A4A55"/>
          </a:solidFill>
          <a:ln w="6350">
            <a:solidFill>
              <a:srgbClr val="22222A"/>
            </a:solidFill>
            <a:prstDash val="solid"/>
          </a:ln>
        </p:spPr>
      </p:sp>
      <p:sp>
        <p:nvSpPr>
          <p:cNvPr id="128" name="Shape 126"/>
          <p:cNvSpPr/>
          <p:nvPr/>
        </p:nvSpPr>
        <p:spPr>
          <a:xfrm>
            <a:off x="1828800" y="4178808"/>
            <a:ext cx="54864" cy="54864"/>
          </a:xfrm>
          <a:prstGeom prst="ellipse">
            <a:avLst/>
          </a:prstGeom>
          <a:solidFill>
            <a:srgbClr val="4A4A55"/>
          </a:solidFill>
          <a:ln w="6350">
            <a:solidFill>
              <a:srgbClr val="22222A"/>
            </a:solidFill>
            <a:prstDash val="solid"/>
          </a:ln>
        </p:spPr>
      </p:sp>
      <p:sp>
        <p:nvSpPr>
          <p:cNvPr id="129" name="Shape 127"/>
          <p:cNvSpPr/>
          <p:nvPr/>
        </p:nvSpPr>
        <p:spPr>
          <a:xfrm>
            <a:off x="2075688" y="4288536"/>
            <a:ext cx="54864" cy="54864"/>
          </a:xfrm>
          <a:prstGeom prst="ellipse">
            <a:avLst/>
          </a:prstGeom>
          <a:solidFill>
            <a:srgbClr val="4A4A55"/>
          </a:solidFill>
          <a:ln w="6350">
            <a:solidFill>
              <a:srgbClr val="22222A"/>
            </a:solidFill>
            <a:prstDash val="solid"/>
          </a:ln>
        </p:spPr>
      </p:sp>
      <p:sp>
        <p:nvSpPr>
          <p:cNvPr id="130" name="Shape 128"/>
          <p:cNvSpPr/>
          <p:nvPr/>
        </p:nvSpPr>
        <p:spPr>
          <a:xfrm>
            <a:off x="2322576" y="4178808"/>
            <a:ext cx="54864" cy="54864"/>
          </a:xfrm>
          <a:prstGeom prst="ellipse">
            <a:avLst/>
          </a:prstGeom>
          <a:solidFill>
            <a:srgbClr val="4A4A55"/>
          </a:solidFill>
          <a:ln w="6350">
            <a:solidFill>
              <a:srgbClr val="22222A"/>
            </a:solidFill>
            <a:prstDash val="solid"/>
          </a:ln>
        </p:spPr>
      </p:sp>
      <p:sp>
        <p:nvSpPr>
          <p:cNvPr id="131" name="Shape 129"/>
          <p:cNvSpPr/>
          <p:nvPr/>
        </p:nvSpPr>
        <p:spPr>
          <a:xfrm>
            <a:off x="2569464" y="4288536"/>
            <a:ext cx="54864" cy="54864"/>
          </a:xfrm>
          <a:prstGeom prst="ellipse">
            <a:avLst/>
          </a:prstGeom>
          <a:solidFill>
            <a:srgbClr val="4A4A55"/>
          </a:solidFill>
          <a:ln w="6350">
            <a:solidFill>
              <a:srgbClr val="22222A"/>
            </a:solidFill>
            <a:prstDash val="solid"/>
          </a:ln>
        </p:spPr>
      </p:sp>
      <p:sp>
        <p:nvSpPr>
          <p:cNvPr id="132" name="Shape 130"/>
          <p:cNvSpPr/>
          <p:nvPr/>
        </p:nvSpPr>
        <p:spPr>
          <a:xfrm>
            <a:off x="2816352" y="4178808"/>
            <a:ext cx="54864" cy="54864"/>
          </a:xfrm>
          <a:prstGeom prst="ellipse">
            <a:avLst/>
          </a:prstGeom>
          <a:solidFill>
            <a:srgbClr val="4A4A55"/>
          </a:solidFill>
          <a:ln w="6350">
            <a:solidFill>
              <a:srgbClr val="22222A"/>
            </a:solidFill>
            <a:prstDash val="solid"/>
          </a:ln>
        </p:spPr>
      </p:sp>
      <p:sp>
        <p:nvSpPr>
          <p:cNvPr id="133" name="Shape 131"/>
          <p:cNvSpPr/>
          <p:nvPr/>
        </p:nvSpPr>
        <p:spPr>
          <a:xfrm>
            <a:off x="868680" y="4526280"/>
            <a:ext cx="246888" cy="109728"/>
          </a:xfrm>
          <a:prstGeom prst="line">
            <a:avLst/>
          </a:prstGeom>
          <a:noFill/>
          <a:ln w="22225">
            <a:solidFill>
              <a:srgbClr val="4A4A55"/>
            </a:solidFill>
            <a:prstDash val="solid"/>
          </a:ln>
        </p:spPr>
      </p:sp>
      <p:sp>
        <p:nvSpPr>
          <p:cNvPr id="134" name="Shape 132"/>
          <p:cNvSpPr/>
          <p:nvPr/>
        </p:nvSpPr>
        <p:spPr>
          <a:xfrm flipV="1">
            <a:off x="1115568" y="4526280"/>
            <a:ext cx="246888" cy="109728"/>
          </a:xfrm>
          <a:prstGeom prst="line">
            <a:avLst/>
          </a:prstGeom>
          <a:noFill/>
          <a:ln w="22225">
            <a:solidFill>
              <a:srgbClr val="4A4A55"/>
            </a:solidFill>
            <a:prstDash val="solid"/>
          </a:ln>
        </p:spPr>
      </p:sp>
      <p:sp>
        <p:nvSpPr>
          <p:cNvPr id="135" name="Shape 133"/>
          <p:cNvSpPr/>
          <p:nvPr/>
        </p:nvSpPr>
        <p:spPr>
          <a:xfrm>
            <a:off x="1362456" y="4526280"/>
            <a:ext cx="246888" cy="109728"/>
          </a:xfrm>
          <a:prstGeom prst="line">
            <a:avLst/>
          </a:prstGeom>
          <a:noFill/>
          <a:ln w="22225">
            <a:solidFill>
              <a:srgbClr val="4A4A55"/>
            </a:solidFill>
            <a:prstDash val="solid"/>
          </a:ln>
        </p:spPr>
      </p:sp>
      <p:sp>
        <p:nvSpPr>
          <p:cNvPr id="136" name="Shape 134"/>
          <p:cNvSpPr/>
          <p:nvPr/>
        </p:nvSpPr>
        <p:spPr>
          <a:xfrm flipV="1">
            <a:off x="1609344" y="4526280"/>
            <a:ext cx="246888" cy="109728"/>
          </a:xfrm>
          <a:prstGeom prst="line">
            <a:avLst/>
          </a:prstGeom>
          <a:noFill/>
          <a:ln w="22225">
            <a:solidFill>
              <a:srgbClr val="4A4A55"/>
            </a:solidFill>
            <a:prstDash val="solid"/>
          </a:ln>
        </p:spPr>
      </p:sp>
      <p:sp>
        <p:nvSpPr>
          <p:cNvPr id="137" name="Shape 135"/>
          <p:cNvSpPr/>
          <p:nvPr/>
        </p:nvSpPr>
        <p:spPr>
          <a:xfrm>
            <a:off x="1856232" y="4526280"/>
            <a:ext cx="246888" cy="109728"/>
          </a:xfrm>
          <a:prstGeom prst="line">
            <a:avLst/>
          </a:prstGeom>
          <a:noFill/>
          <a:ln w="22225">
            <a:solidFill>
              <a:srgbClr val="4A4A55"/>
            </a:solidFill>
            <a:prstDash val="solid"/>
          </a:ln>
        </p:spPr>
      </p:sp>
      <p:sp>
        <p:nvSpPr>
          <p:cNvPr id="138" name="Shape 136"/>
          <p:cNvSpPr/>
          <p:nvPr/>
        </p:nvSpPr>
        <p:spPr>
          <a:xfrm flipV="1">
            <a:off x="2103120" y="4526280"/>
            <a:ext cx="246888" cy="109728"/>
          </a:xfrm>
          <a:prstGeom prst="line">
            <a:avLst/>
          </a:prstGeom>
          <a:noFill/>
          <a:ln w="22225">
            <a:solidFill>
              <a:srgbClr val="4A4A55"/>
            </a:solidFill>
            <a:prstDash val="solid"/>
          </a:ln>
        </p:spPr>
      </p:sp>
      <p:sp>
        <p:nvSpPr>
          <p:cNvPr id="139" name="Shape 137"/>
          <p:cNvSpPr/>
          <p:nvPr/>
        </p:nvSpPr>
        <p:spPr>
          <a:xfrm>
            <a:off x="2350008" y="4526280"/>
            <a:ext cx="246888" cy="109728"/>
          </a:xfrm>
          <a:prstGeom prst="line">
            <a:avLst/>
          </a:prstGeom>
          <a:noFill/>
          <a:ln w="22225">
            <a:solidFill>
              <a:srgbClr val="4A4A55"/>
            </a:solidFill>
            <a:prstDash val="solid"/>
          </a:ln>
        </p:spPr>
      </p:sp>
      <p:sp>
        <p:nvSpPr>
          <p:cNvPr id="140" name="Shape 138"/>
          <p:cNvSpPr/>
          <p:nvPr/>
        </p:nvSpPr>
        <p:spPr>
          <a:xfrm flipV="1">
            <a:off x="2596896" y="4526280"/>
            <a:ext cx="246888" cy="109728"/>
          </a:xfrm>
          <a:prstGeom prst="line">
            <a:avLst/>
          </a:prstGeom>
          <a:noFill/>
          <a:ln w="22225">
            <a:solidFill>
              <a:srgbClr val="4A4A55"/>
            </a:solidFill>
            <a:prstDash val="solid"/>
          </a:ln>
        </p:spPr>
      </p:sp>
      <p:sp>
        <p:nvSpPr>
          <p:cNvPr id="141" name="Shape 139"/>
          <p:cNvSpPr/>
          <p:nvPr/>
        </p:nvSpPr>
        <p:spPr>
          <a:xfrm>
            <a:off x="841248" y="4498848"/>
            <a:ext cx="54864" cy="54864"/>
          </a:xfrm>
          <a:prstGeom prst="ellipse">
            <a:avLst/>
          </a:prstGeom>
          <a:solidFill>
            <a:srgbClr val="4A4A55"/>
          </a:solidFill>
          <a:ln w="6350">
            <a:solidFill>
              <a:srgbClr val="22222A"/>
            </a:solidFill>
            <a:prstDash val="solid"/>
          </a:ln>
        </p:spPr>
      </p:sp>
      <p:sp>
        <p:nvSpPr>
          <p:cNvPr id="142" name="Shape 140"/>
          <p:cNvSpPr/>
          <p:nvPr/>
        </p:nvSpPr>
        <p:spPr>
          <a:xfrm>
            <a:off x="1088136" y="4608576"/>
            <a:ext cx="54864" cy="54864"/>
          </a:xfrm>
          <a:prstGeom prst="ellipse">
            <a:avLst/>
          </a:prstGeom>
          <a:solidFill>
            <a:srgbClr val="4A4A55"/>
          </a:solidFill>
          <a:ln w="6350">
            <a:solidFill>
              <a:srgbClr val="22222A"/>
            </a:solidFill>
            <a:prstDash val="solid"/>
          </a:ln>
        </p:spPr>
      </p:sp>
      <p:sp>
        <p:nvSpPr>
          <p:cNvPr id="143" name="Shape 141"/>
          <p:cNvSpPr/>
          <p:nvPr/>
        </p:nvSpPr>
        <p:spPr>
          <a:xfrm>
            <a:off x="1335024" y="4498848"/>
            <a:ext cx="54864" cy="54864"/>
          </a:xfrm>
          <a:prstGeom prst="ellipse">
            <a:avLst/>
          </a:prstGeom>
          <a:solidFill>
            <a:srgbClr val="4A4A55"/>
          </a:solidFill>
          <a:ln w="6350">
            <a:solidFill>
              <a:srgbClr val="22222A"/>
            </a:solidFill>
            <a:prstDash val="solid"/>
          </a:ln>
        </p:spPr>
      </p:sp>
      <p:sp>
        <p:nvSpPr>
          <p:cNvPr id="144" name="Shape 142"/>
          <p:cNvSpPr/>
          <p:nvPr/>
        </p:nvSpPr>
        <p:spPr>
          <a:xfrm>
            <a:off x="1581912" y="4608576"/>
            <a:ext cx="54864" cy="54864"/>
          </a:xfrm>
          <a:prstGeom prst="ellipse">
            <a:avLst/>
          </a:prstGeom>
          <a:solidFill>
            <a:srgbClr val="4A4A55"/>
          </a:solidFill>
          <a:ln w="6350">
            <a:solidFill>
              <a:srgbClr val="22222A"/>
            </a:solidFill>
            <a:prstDash val="solid"/>
          </a:ln>
        </p:spPr>
      </p:sp>
      <p:sp>
        <p:nvSpPr>
          <p:cNvPr id="145" name="Shape 143"/>
          <p:cNvSpPr/>
          <p:nvPr/>
        </p:nvSpPr>
        <p:spPr>
          <a:xfrm>
            <a:off x="1828800" y="4498848"/>
            <a:ext cx="54864" cy="54864"/>
          </a:xfrm>
          <a:prstGeom prst="ellipse">
            <a:avLst/>
          </a:prstGeom>
          <a:solidFill>
            <a:srgbClr val="4A4A55"/>
          </a:solidFill>
          <a:ln w="6350">
            <a:solidFill>
              <a:srgbClr val="22222A"/>
            </a:solidFill>
            <a:prstDash val="solid"/>
          </a:ln>
        </p:spPr>
      </p:sp>
      <p:sp>
        <p:nvSpPr>
          <p:cNvPr id="146" name="Shape 144"/>
          <p:cNvSpPr/>
          <p:nvPr/>
        </p:nvSpPr>
        <p:spPr>
          <a:xfrm>
            <a:off x="2075688" y="4608576"/>
            <a:ext cx="54864" cy="54864"/>
          </a:xfrm>
          <a:prstGeom prst="ellipse">
            <a:avLst/>
          </a:prstGeom>
          <a:solidFill>
            <a:srgbClr val="4A4A55"/>
          </a:solidFill>
          <a:ln w="6350">
            <a:solidFill>
              <a:srgbClr val="22222A"/>
            </a:solidFill>
            <a:prstDash val="solid"/>
          </a:ln>
        </p:spPr>
      </p:sp>
      <p:sp>
        <p:nvSpPr>
          <p:cNvPr id="147" name="Shape 145"/>
          <p:cNvSpPr/>
          <p:nvPr/>
        </p:nvSpPr>
        <p:spPr>
          <a:xfrm>
            <a:off x="2322576" y="4498848"/>
            <a:ext cx="54864" cy="54864"/>
          </a:xfrm>
          <a:prstGeom prst="ellipse">
            <a:avLst/>
          </a:prstGeom>
          <a:solidFill>
            <a:srgbClr val="4A4A55"/>
          </a:solidFill>
          <a:ln w="6350">
            <a:solidFill>
              <a:srgbClr val="22222A"/>
            </a:solidFill>
            <a:prstDash val="solid"/>
          </a:ln>
        </p:spPr>
      </p:sp>
      <p:sp>
        <p:nvSpPr>
          <p:cNvPr id="148" name="Shape 146"/>
          <p:cNvSpPr/>
          <p:nvPr/>
        </p:nvSpPr>
        <p:spPr>
          <a:xfrm>
            <a:off x="2569464" y="4608576"/>
            <a:ext cx="54864" cy="54864"/>
          </a:xfrm>
          <a:prstGeom prst="ellipse">
            <a:avLst/>
          </a:prstGeom>
          <a:solidFill>
            <a:srgbClr val="4A4A55"/>
          </a:solidFill>
          <a:ln w="6350">
            <a:solidFill>
              <a:srgbClr val="22222A"/>
            </a:solidFill>
            <a:prstDash val="solid"/>
          </a:ln>
        </p:spPr>
      </p:sp>
      <p:sp>
        <p:nvSpPr>
          <p:cNvPr id="149" name="Shape 147"/>
          <p:cNvSpPr/>
          <p:nvPr/>
        </p:nvSpPr>
        <p:spPr>
          <a:xfrm>
            <a:off x="2816352" y="4498848"/>
            <a:ext cx="54864" cy="54864"/>
          </a:xfrm>
          <a:prstGeom prst="ellipse">
            <a:avLst/>
          </a:prstGeom>
          <a:solidFill>
            <a:srgbClr val="4A4A55"/>
          </a:solidFill>
          <a:ln w="6350">
            <a:solidFill>
              <a:srgbClr val="22222A"/>
            </a:solidFill>
            <a:prstDash val="solid"/>
          </a:ln>
        </p:spPr>
      </p:sp>
      <p:sp>
        <p:nvSpPr>
          <p:cNvPr id="150" name="Shape 148"/>
          <p:cNvSpPr/>
          <p:nvPr/>
        </p:nvSpPr>
        <p:spPr>
          <a:xfrm>
            <a:off x="868680" y="4846320"/>
            <a:ext cx="246888" cy="109728"/>
          </a:xfrm>
          <a:prstGeom prst="line">
            <a:avLst/>
          </a:prstGeom>
          <a:noFill/>
          <a:ln w="22225">
            <a:solidFill>
              <a:srgbClr val="4A4A55"/>
            </a:solidFill>
            <a:prstDash val="solid"/>
          </a:ln>
        </p:spPr>
      </p:sp>
      <p:sp>
        <p:nvSpPr>
          <p:cNvPr id="151" name="Shape 149"/>
          <p:cNvSpPr/>
          <p:nvPr/>
        </p:nvSpPr>
        <p:spPr>
          <a:xfrm flipV="1">
            <a:off x="1115568" y="4846320"/>
            <a:ext cx="246888" cy="109728"/>
          </a:xfrm>
          <a:prstGeom prst="line">
            <a:avLst/>
          </a:prstGeom>
          <a:noFill/>
          <a:ln w="22225">
            <a:solidFill>
              <a:srgbClr val="4A4A55"/>
            </a:solidFill>
            <a:prstDash val="solid"/>
          </a:ln>
        </p:spPr>
      </p:sp>
      <p:sp>
        <p:nvSpPr>
          <p:cNvPr id="152" name="Shape 150"/>
          <p:cNvSpPr/>
          <p:nvPr/>
        </p:nvSpPr>
        <p:spPr>
          <a:xfrm>
            <a:off x="1362456" y="4846320"/>
            <a:ext cx="246888" cy="109728"/>
          </a:xfrm>
          <a:prstGeom prst="line">
            <a:avLst/>
          </a:prstGeom>
          <a:noFill/>
          <a:ln w="22225">
            <a:solidFill>
              <a:srgbClr val="4A4A55"/>
            </a:solidFill>
            <a:prstDash val="solid"/>
          </a:ln>
        </p:spPr>
      </p:sp>
      <p:sp>
        <p:nvSpPr>
          <p:cNvPr id="153" name="Shape 151"/>
          <p:cNvSpPr/>
          <p:nvPr/>
        </p:nvSpPr>
        <p:spPr>
          <a:xfrm flipV="1">
            <a:off x="1609344" y="4846320"/>
            <a:ext cx="246888" cy="109728"/>
          </a:xfrm>
          <a:prstGeom prst="line">
            <a:avLst/>
          </a:prstGeom>
          <a:noFill/>
          <a:ln w="22225">
            <a:solidFill>
              <a:srgbClr val="4A4A55"/>
            </a:solidFill>
            <a:prstDash val="solid"/>
          </a:ln>
        </p:spPr>
      </p:sp>
      <p:sp>
        <p:nvSpPr>
          <p:cNvPr id="154" name="Shape 152"/>
          <p:cNvSpPr/>
          <p:nvPr/>
        </p:nvSpPr>
        <p:spPr>
          <a:xfrm>
            <a:off x="1856232" y="4846320"/>
            <a:ext cx="246888" cy="109728"/>
          </a:xfrm>
          <a:prstGeom prst="line">
            <a:avLst/>
          </a:prstGeom>
          <a:noFill/>
          <a:ln w="22225">
            <a:solidFill>
              <a:srgbClr val="4A4A55"/>
            </a:solidFill>
            <a:prstDash val="solid"/>
          </a:ln>
        </p:spPr>
      </p:sp>
      <p:sp>
        <p:nvSpPr>
          <p:cNvPr id="155" name="Shape 153"/>
          <p:cNvSpPr/>
          <p:nvPr/>
        </p:nvSpPr>
        <p:spPr>
          <a:xfrm flipV="1">
            <a:off x="2103120" y="4846320"/>
            <a:ext cx="246888" cy="109728"/>
          </a:xfrm>
          <a:prstGeom prst="line">
            <a:avLst/>
          </a:prstGeom>
          <a:noFill/>
          <a:ln w="22225">
            <a:solidFill>
              <a:srgbClr val="4A4A55"/>
            </a:solidFill>
            <a:prstDash val="solid"/>
          </a:ln>
        </p:spPr>
      </p:sp>
      <p:sp>
        <p:nvSpPr>
          <p:cNvPr id="156" name="Shape 154"/>
          <p:cNvSpPr/>
          <p:nvPr/>
        </p:nvSpPr>
        <p:spPr>
          <a:xfrm>
            <a:off x="2350008" y="4846320"/>
            <a:ext cx="246888" cy="109728"/>
          </a:xfrm>
          <a:prstGeom prst="line">
            <a:avLst/>
          </a:prstGeom>
          <a:noFill/>
          <a:ln w="22225">
            <a:solidFill>
              <a:srgbClr val="4A4A55"/>
            </a:solidFill>
            <a:prstDash val="solid"/>
          </a:ln>
        </p:spPr>
      </p:sp>
      <p:sp>
        <p:nvSpPr>
          <p:cNvPr id="157" name="Shape 155"/>
          <p:cNvSpPr/>
          <p:nvPr/>
        </p:nvSpPr>
        <p:spPr>
          <a:xfrm flipV="1">
            <a:off x="2596896" y="4846320"/>
            <a:ext cx="246888" cy="109728"/>
          </a:xfrm>
          <a:prstGeom prst="line">
            <a:avLst/>
          </a:prstGeom>
          <a:noFill/>
          <a:ln w="22225">
            <a:solidFill>
              <a:srgbClr val="4A4A55"/>
            </a:solidFill>
            <a:prstDash val="solid"/>
          </a:ln>
        </p:spPr>
      </p:sp>
      <p:sp>
        <p:nvSpPr>
          <p:cNvPr id="158" name="Shape 156"/>
          <p:cNvSpPr/>
          <p:nvPr/>
        </p:nvSpPr>
        <p:spPr>
          <a:xfrm>
            <a:off x="841248" y="4818888"/>
            <a:ext cx="54864" cy="54864"/>
          </a:xfrm>
          <a:prstGeom prst="ellipse">
            <a:avLst/>
          </a:prstGeom>
          <a:solidFill>
            <a:srgbClr val="4A4A55"/>
          </a:solidFill>
          <a:ln w="6350">
            <a:solidFill>
              <a:srgbClr val="22222A"/>
            </a:solidFill>
            <a:prstDash val="solid"/>
          </a:ln>
        </p:spPr>
      </p:sp>
      <p:sp>
        <p:nvSpPr>
          <p:cNvPr id="159" name="Shape 157"/>
          <p:cNvSpPr/>
          <p:nvPr/>
        </p:nvSpPr>
        <p:spPr>
          <a:xfrm>
            <a:off x="1088136" y="4928616"/>
            <a:ext cx="54864" cy="54864"/>
          </a:xfrm>
          <a:prstGeom prst="ellipse">
            <a:avLst/>
          </a:prstGeom>
          <a:solidFill>
            <a:srgbClr val="4A4A55"/>
          </a:solidFill>
          <a:ln w="6350">
            <a:solidFill>
              <a:srgbClr val="22222A"/>
            </a:solidFill>
            <a:prstDash val="solid"/>
          </a:ln>
        </p:spPr>
      </p:sp>
      <p:sp>
        <p:nvSpPr>
          <p:cNvPr id="160" name="Shape 158"/>
          <p:cNvSpPr/>
          <p:nvPr/>
        </p:nvSpPr>
        <p:spPr>
          <a:xfrm>
            <a:off x="1335024" y="4818888"/>
            <a:ext cx="54864" cy="54864"/>
          </a:xfrm>
          <a:prstGeom prst="ellipse">
            <a:avLst/>
          </a:prstGeom>
          <a:solidFill>
            <a:srgbClr val="4A4A55"/>
          </a:solidFill>
          <a:ln w="6350">
            <a:solidFill>
              <a:srgbClr val="22222A"/>
            </a:solidFill>
            <a:prstDash val="solid"/>
          </a:ln>
        </p:spPr>
      </p:sp>
      <p:sp>
        <p:nvSpPr>
          <p:cNvPr id="161" name="Shape 159"/>
          <p:cNvSpPr/>
          <p:nvPr/>
        </p:nvSpPr>
        <p:spPr>
          <a:xfrm>
            <a:off x="1581912" y="4928616"/>
            <a:ext cx="54864" cy="54864"/>
          </a:xfrm>
          <a:prstGeom prst="ellipse">
            <a:avLst/>
          </a:prstGeom>
          <a:solidFill>
            <a:srgbClr val="4A4A55"/>
          </a:solidFill>
          <a:ln w="6350">
            <a:solidFill>
              <a:srgbClr val="22222A"/>
            </a:solidFill>
            <a:prstDash val="solid"/>
          </a:ln>
        </p:spPr>
      </p:sp>
      <p:sp>
        <p:nvSpPr>
          <p:cNvPr id="162" name="Shape 160"/>
          <p:cNvSpPr/>
          <p:nvPr/>
        </p:nvSpPr>
        <p:spPr>
          <a:xfrm>
            <a:off x="1828800" y="4818888"/>
            <a:ext cx="54864" cy="54864"/>
          </a:xfrm>
          <a:prstGeom prst="ellipse">
            <a:avLst/>
          </a:prstGeom>
          <a:solidFill>
            <a:srgbClr val="4A4A55"/>
          </a:solidFill>
          <a:ln w="6350">
            <a:solidFill>
              <a:srgbClr val="22222A"/>
            </a:solidFill>
            <a:prstDash val="solid"/>
          </a:ln>
        </p:spPr>
      </p:sp>
      <p:sp>
        <p:nvSpPr>
          <p:cNvPr id="163" name="Shape 161"/>
          <p:cNvSpPr/>
          <p:nvPr/>
        </p:nvSpPr>
        <p:spPr>
          <a:xfrm>
            <a:off x="2075688" y="4928616"/>
            <a:ext cx="54864" cy="54864"/>
          </a:xfrm>
          <a:prstGeom prst="ellipse">
            <a:avLst/>
          </a:prstGeom>
          <a:solidFill>
            <a:srgbClr val="4A4A55"/>
          </a:solidFill>
          <a:ln w="6350">
            <a:solidFill>
              <a:srgbClr val="22222A"/>
            </a:solidFill>
            <a:prstDash val="solid"/>
          </a:ln>
        </p:spPr>
      </p:sp>
      <p:sp>
        <p:nvSpPr>
          <p:cNvPr id="164" name="Shape 162"/>
          <p:cNvSpPr/>
          <p:nvPr/>
        </p:nvSpPr>
        <p:spPr>
          <a:xfrm>
            <a:off x="2322576" y="4818888"/>
            <a:ext cx="54864" cy="54864"/>
          </a:xfrm>
          <a:prstGeom prst="ellipse">
            <a:avLst/>
          </a:prstGeom>
          <a:solidFill>
            <a:srgbClr val="4A4A55"/>
          </a:solidFill>
          <a:ln w="6350">
            <a:solidFill>
              <a:srgbClr val="22222A"/>
            </a:solidFill>
            <a:prstDash val="solid"/>
          </a:ln>
        </p:spPr>
      </p:sp>
      <p:sp>
        <p:nvSpPr>
          <p:cNvPr id="165" name="Shape 163"/>
          <p:cNvSpPr/>
          <p:nvPr/>
        </p:nvSpPr>
        <p:spPr>
          <a:xfrm>
            <a:off x="2569464" y="4928616"/>
            <a:ext cx="54864" cy="54864"/>
          </a:xfrm>
          <a:prstGeom prst="ellipse">
            <a:avLst/>
          </a:prstGeom>
          <a:solidFill>
            <a:srgbClr val="4A4A55"/>
          </a:solidFill>
          <a:ln w="6350">
            <a:solidFill>
              <a:srgbClr val="22222A"/>
            </a:solidFill>
            <a:prstDash val="solid"/>
          </a:ln>
        </p:spPr>
      </p:sp>
      <p:sp>
        <p:nvSpPr>
          <p:cNvPr id="166" name="Shape 164"/>
          <p:cNvSpPr/>
          <p:nvPr/>
        </p:nvSpPr>
        <p:spPr>
          <a:xfrm>
            <a:off x="2816352" y="4818888"/>
            <a:ext cx="54864" cy="54864"/>
          </a:xfrm>
          <a:prstGeom prst="ellipse">
            <a:avLst/>
          </a:prstGeom>
          <a:solidFill>
            <a:srgbClr val="4A4A55"/>
          </a:solidFill>
          <a:ln w="6350">
            <a:solidFill>
              <a:srgbClr val="22222A"/>
            </a:solidFill>
            <a:prstDash val="solid"/>
          </a:ln>
        </p:spPr>
      </p:sp>
      <p:sp>
        <p:nvSpPr>
          <p:cNvPr id="167" name="Shape 165"/>
          <p:cNvSpPr/>
          <p:nvPr/>
        </p:nvSpPr>
        <p:spPr>
          <a:xfrm>
            <a:off x="3520440" y="4206240"/>
            <a:ext cx="246888" cy="109728"/>
          </a:xfrm>
          <a:prstGeom prst="line">
            <a:avLst/>
          </a:prstGeom>
          <a:noFill/>
          <a:ln w="22225">
            <a:solidFill>
              <a:srgbClr val="4A4A55"/>
            </a:solidFill>
            <a:prstDash val="solid"/>
          </a:ln>
        </p:spPr>
      </p:sp>
      <p:sp>
        <p:nvSpPr>
          <p:cNvPr id="168" name="Shape 166"/>
          <p:cNvSpPr/>
          <p:nvPr/>
        </p:nvSpPr>
        <p:spPr>
          <a:xfrm flipV="1">
            <a:off x="3767328" y="4206240"/>
            <a:ext cx="246888" cy="109728"/>
          </a:xfrm>
          <a:prstGeom prst="line">
            <a:avLst/>
          </a:prstGeom>
          <a:noFill/>
          <a:ln w="22225">
            <a:solidFill>
              <a:srgbClr val="4A4A55"/>
            </a:solidFill>
            <a:prstDash val="solid"/>
          </a:ln>
        </p:spPr>
      </p:sp>
      <p:sp>
        <p:nvSpPr>
          <p:cNvPr id="169" name="Shape 167"/>
          <p:cNvSpPr/>
          <p:nvPr/>
        </p:nvSpPr>
        <p:spPr>
          <a:xfrm>
            <a:off x="4014216" y="4206240"/>
            <a:ext cx="246888" cy="109728"/>
          </a:xfrm>
          <a:prstGeom prst="line">
            <a:avLst/>
          </a:prstGeom>
          <a:noFill/>
          <a:ln w="22225">
            <a:solidFill>
              <a:srgbClr val="4A4A55"/>
            </a:solidFill>
            <a:prstDash val="solid"/>
          </a:ln>
        </p:spPr>
      </p:sp>
      <p:sp>
        <p:nvSpPr>
          <p:cNvPr id="170" name="Shape 168"/>
          <p:cNvSpPr/>
          <p:nvPr/>
        </p:nvSpPr>
        <p:spPr>
          <a:xfrm flipV="1">
            <a:off x="4261104" y="4206240"/>
            <a:ext cx="246888" cy="109728"/>
          </a:xfrm>
          <a:prstGeom prst="line">
            <a:avLst/>
          </a:prstGeom>
          <a:noFill/>
          <a:ln w="22225">
            <a:solidFill>
              <a:srgbClr val="4A4A55"/>
            </a:solidFill>
            <a:prstDash val="solid"/>
          </a:ln>
        </p:spPr>
      </p:sp>
      <p:sp>
        <p:nvSpPr>
          <p:cNvPr id="171" name="Shape 169"/>
          <p:cNvSpPr/>
          <p:nvPr/>
        </p:nvSpPr>
        <p:spPr>
          <a:xfrm>
            <a:off x="4507992" y="4206240"/>
            <a:ext cx="246888" cy="109728"/>
          </a:xfrm>
          <a:prstGeom prst="line">
            <a:avLst/>
          </a:prstGeom>
          <a:noFill/>
          <a:ln w="22225">
            <a:solidFill>
              <a:srgbClr val="4A4A55"/>
            </a:solidFill>
            <a:prstDash val="solid"/>
          </a:ln>
        </p:spPr>
      </p:sp>
      <p:sp>
        <p:nvSpPr>
          <p:cNvPr id="172" name="Shape 170"/>
          <p:cNvSpPr/>
          <p:nvPr/>
        </p:nvSpPr>
        <p:spPr>
          <a:xfrm flipV="1">
            <a:off x="4754880" y="4206240"/>
            <a:ext cx="246888" cy="109728"/>
          </a:xfrm>
          <a:prstGeom prst="line">
            <a:avLst/>
          </a:prstGeom>
          <a:noFill/>
          <a:ln w="22225">
            <a:solidFill>
              <a:srgbClr val="4A4A55"/>
            </a:solidFill>
            <a:prstDash val="solid"/>
          </a:ln>
        </p:spPr>
      </p:sp>
      <p:sp>
        <p:nvSpPr>
          <p:cNvPr id="173" name="Shape 171"/>
          <p:cNvSpPr/>
          <p:nvPr/>
        </p:nvSpPr>
        <p:spPr>
          <a:xfrm>
            <a:off x="5001768" y="4206240"/>
            <a:ext cx="246888" cy="109728"/>
          </a:xfrm>
          <a:prstGeom prst="line">
            <a:avLst/>
          </a:prstGeom>
          <a:noFill/>
          <a:ln w="22225">
            <a:solidFill>
              <a:srgbClr val="4A4A55"/>
            </a:solidFill>
            <a:prstDash val="solid"/>
          </a:ln>
        </p:spPr>
      </p:sp>
      <p:sp>
        <p:nvSpPr>
          <p:cNvPr id="174" name="Shape 172"/>
          <p:cNvSpPr/>
          <p:nvPr/>
        </p:nvSpPr>
        <p:spPr>
          <a:xfrm flipV="1">
            <a:off x="5248656" y="4206240"/>
            <a:ext cx="246888" cy="109728"/>
          </a:xfrm>
          <a:prstGeom prst="line">
            <a:avLst/>
          </a:prstGeom>
          <a:noFill/>
          <a:ln w="22225">
            <a:solidFill>
              <a:srgbClr val="4A4A55"/>
            </a:solidFill>
            <a:prstDash val="solid"/>
          </a:ln>
        </p:spPr>
      </p:sp>
      <p:sp>
        <p:nvSpPr>
          <p:cNvPr id="175" name="Shape 173"/>
          <p:cNvSpPr/>
          <p:nvPr/>
        </p:nvSpPr>
        <p:spPr>
          <a:xfrm>
            <a:off x="3493008" y="4178808"/>
            <a:ext cx="54864" cy="54864"/>
          </a:xfrm>
          <a:prstGeom prst="ellipse">
            <a:avLst/>
          </a:prstGeom>
          <a:solidFill>
            <a:srgbClr val="4A4A55"/>
          </a:solidFill>
          <a:ln w="6350">
            <a:solidFill>
              <a:srgbClr val="22222A"/>
            </a:solidFill>
            <a:prstDash val="solid"/>
          </a:ln>
        </p:spPr>
      </p:sp>
      <p:sp>
        <p:nvSpPr>
          <p:cNvPr id="176" name="Shape 174"/>
          <p:cNvSpPr/>
          <p:nvPr/>
        </p:nvSpPr>
        <p:spPr>
          <a:xfrm>
            <a:off x="3739896" y="4288536"/>
            <a:ext cx="54864" cy="54864"/>
          </a:xfrm>
          <a:prstGeom prst="ellipse">
            <a:avLst/>
          </a:prstGeom>
          <a:solidFill>
            <a:srgbClr val="4A4A55"/>
          </a:solidFill>
          <a:ln w="6350">
            <a:solidFill>
              <a:srgbClr val="22222A"/>
            </a:solidFill>
            <a:prstDash val="solid"/>
          </a:ln>
        </p:spPr>
      </p:sp>
      <p:sp>
        <p:nvSpPr>
          <p:cNvPr id="177" name="Shape 175"/>
          <p:cNvSpPr/>
          <p:nvPr/>
        </p:nvSpPr>
        <p:spPr>
          <a:xfrm>
            <a:off x="3986784" y="4178808"/>
            <a:ext cx="54864" cy="54864"/>
          </a:xfrm>
          <a:prstGeom prst="ellipse">
            <a:avLst/>
          </a:prstGeom>
          <a:solidFill>
            <a:srgbClr val="4A4A55"/>
          </a:solidFill>
          <a:ln w="6350">
            <a:solidFill>
              <a:srgbClr val="22222A"/>
            </a:solidFill>
            <a:prstDash val="solid"/>
          </a:ln>
        </p:spPr>
      </p:sp>
      <p:sp>
        <p:nvSpPr>
          <p:cNvPr id="178" name="Shape 176"/>
          <p:cNvSpPr/>
          <p:nvPr/>
        </p:nvSpPr>
        <p:spPr>
          <a:xfrm>
            <a:off x="4233672" y="4288536"/>
            <a:ext cx="54864" cy="54864"/>
          </a:xfrm>
          <a:prstGeom prst="ellipse">
            <a:avLst/>
          </a:prstGeom>
          <a:solidFill>
            <a:srgbClr val="4A4A55"/>
          </a:solidFill>
          <a:ln w="6350">
            <a:solidFill>
              <a:srgbClr val="22222A"/>
            </a:solidFill>
            <a:prstDash val="solid"/>
          </a:ln>
        </p:spPr>
      </p:sp>
      <p:sp>
        <p:nvSpPr>
          <p:cNvPr id="179" name="Shape 177"/>
          <p:cNvSpPr/>
          <p:nvPr/>
        </p:nvSpPr>
        <p:spPr>
          <a:xfrm>
            <a:off x="4480560" y="4178808"/>
            <a:ext cx="54864" cy="54864"/>
          </a:xfrm>
          <a:prstGeom prst="ellipse">
            <a:avLst/>
          </a:prstGeom>
          <a:solidFill>
            <a:srgbClr val="4A4A55"/>
          </a:solidFill>
          <a:ln w="6350">
            <a:solidFill>
              <a:srgbClr val="22222A"/>
            </a:solidFill>
            <a:prstDash val="solid"/>
          </a:ln>
        </p:spPr>
      </p:sp>
      <p:sp>
        <p:nvSpPr>
          <p:cNvPr id="180" name="Shape 178"/>
          <p:cNvSpPr/>
          <p:nvPr/>
        </p:nvSpPr>
        <p:spPr>
          <a:xfrm>
            <a:off x="4727448" y="4288536"/>
            <a:ext cx="54864" cy="54864"/>
          </a:xfrm>
          <a:prstGeom prst="ellipse">
            <a:avLst/>
          </a:prstGeom>
          <a:solidFill>
            <a:srgbClr val="4A4A55"/>
          </a:solidFill>
          <a:ln w="6350">
            <a:solidFill>
              <a:srgbClr val="22222A"/>
            </a:solidFill>
            <a:prstDash val="solid"/>
          </a:ln>
        </p:spPr>
      </p:sp>
      <p:sp>
        <p:nvSpPr>
          <p:cNvPr id="181" name="Shape 179"/>
          <p:cNvSpPr/>
          <p:nvPr/>
        </p:nvSpPr>
        <p:spPr>
          <a:xfrm>
            <a:off x="4974336" y="4178808"/>
            <a:ext cx="54864" cy="54864"/>
          </a:xfrm>
          <a:prstGeom prst="ellipse">
            <a:avLst/>
          </a:prstGeom>
          <a:solidFill>
            <a:srgbClr val="4A4A55"/>
          </a:solidFill>
          <a:ln w="6350">
            <a:solidFill>
              <a:srgbClr val="22222A"/>
            </a:solidFill>
            <a:prstDash val="solid"/>
          </a:ln>
        </p:spPr>
      </p:sp>
      <p:sp>
        <p:nvSpPr>
          <p:cNvPr id="182" name="Shape 180"/>
          <p:cNvSpPr/>
          <p:nvPr/>
        </p:nvSpPr>
        <p:spPr>
          <a:xfrm>
            <a:off x="5221224" y="4288536"/>
            <a:ext cx="54864" cy="54864"/>
          </a:xfrm>
          <a:prstGeom prst="ellipse">
            <a:avLst/>
          </a:prstGeom>
          <a:solidFill>
            <a:srgbClr val="4A4A55"/>
          </a:solidFill>
          <a:ln w="6350">
            <a:solidFill>
              <a:srgbClr val="22222A"/>
            </a:solidFill>
            <a:prstDash val="solid"/>
          </a:ln>
        </p:spPr>
      </p:sp>
      <p:sp>
        <p:nvSpPr>
          <p:cNvPr id="183" name="Shape 181"/>
          <p:cNvSpPr/>
          <p:nvPr/>
        </p:nvSpPr>
        <p:spPr>
          <a:xfrm>
            <a:off x="5468112" y="4178808"/>
            <a:ext cx="54864" cy="54864"/>
          </a:xfrm>
          <a:prstGeom prst="ellipse">
            <a:avLst/>
          </a:prstGeom>
          <a:solidFill>
            <a:srgbClr val="4A4A55"/>
          </a:solidFill>
          <a:ln w="6350">
            <a:solidFill>
              <a:srgbClr val="22222A"/>
            </a:solidFill>
            <a:prstDash val="solid"/>
          </a:ln>
        </p:spPr>
      </p:sp>
      <p:sp>
        <p:nvSpPr>
          <p:cNvPr id="184" name="Shape 182"/>
          <p:cNvSpPr/>
          <p:nvPr/>
        </p:nvSpPr>
        <p:spPr>
          <a:xfrm>
            <a:off x="3520440" y="4526280"/>
            <a:ext cx="246888" cy="109728"/>
          </a:xfrm>
          <a:prstGeom prst="line">
            <a:avLst/>
          </a:prstGeom>
          <a:noFill/>
          <a:ln w="22225">
            <a:solidFill>
              <a:srgbClr val="4A4A55"/>
            </a:solidFill>
            <a:prstDash val="solid"/>
          </a:ln>
        </p:spPr>
      </p:sp>
      <p:sp>
        <p:nvSpPr>
          <p:cNvPr id="185" name="Shape 183"/>
          <p:cNvSpPr/>
          <p:nvPr/>
        </p:nvSpPr>
        <p:spPr>
          <a:xfrm flipV="1">
            <a:off x="3767328" y="4526280"/>
            <a:ext cx="246888" cy="109728"/>
          </a:xfrm>
          <a:prstGeom prst="line">
            <a:avLst/>
          </a:prstGeom>
          <a:noFill/>
          <a:ln w="22225">
            <a:solidFill>
              <a:srgbClr val="4A4A55"/>
            </a:solidFill>
            <a:prstDash val="solid"/>
          </a:ln>
        </p:spPr>
      </p:sp>
      <p:sp>
        <p:nvSpPr>
          <p:cNvPr id="186" name="Shape 184"/>
          <p:cNvSpPr/>
          <p:nvPr/>
        </p:nvSpPr>
        <p:spPr>
          <a:xfrm>
            <a:off x="4014216" y="4526280"/>
            <a:ext cx="246888" cy="109728"/>
          </a:xfrm>
          <a:prstGeom prst="line">
            <a:avLst/>
          </a:prstGeom>
          <a:noFill/>
          <a:ln w="22225">
            <a:solidFill>
              <a:srgbClr val="4A4A55"/>
            </a:solidFill>
            <a:prstDash val="solid"/>
          </a:ln>
        </p:spPr>
      </p:sp>
      <p:sp>
        <p:nvSpPr>
          <p:cNvPr id="187" name="Shape 185"/>
          <p:cNvSpPr/>
          <p:nvPr/>
        </p:nvSpPr>
        <p:spPr>
          <a:xfrm flipV="1">
            <a:off x="4261104" y="4526280"/>
            <a:ext cx="246888" cy="109728"/>
          </a:xfrm>
          <a:prstGeom prst="line">
            <a:avLst/>
          </a:prstGeom>
          <a:noFill/>
          <a:ln w="22225">
            <a:solidFill>
              <a:srgbClr val="4A4A55"/>
            </a:solidFill>
            <a:prstDash val="solid"/>
          </a:ln>
        </p:spPr>
      </p:sp>
      <p:sp>
        <p:nvSpPr>
          <p:cNvPr id="188" name="Shape 186"/>
          <p:cNvSpPr/>
          <p:nvPr/>
        </p:nvSpPr>
        <p:spPr>
          <a:xfrm>
            <a:off x="4507992" y="4526280"/>
            <a:ext cx="246888" cy="109728"/>
          </a:xfrm>
          <a:prstGeom prst="line">
            <a:avLst/>
          </a:prstGeom>
          <a:noFill/>
          <a:ln w="22225">
            <a:solidFill>
              <a:srgbClr val="4A4A55"/>
            </a:solidFill>
            <a:prstDash val="solid"/>
          </a:ln>
        </p:spPr>
      </p:sp>
      <p:sp>
        <p:nvSpPr>
          <p:cNvPr id="189" name="Shape 187"/>
          <p:cNvSpPr/>
          <p:nvPr/>
        </p:nvSpPr>
        <p:spPr>
          <a:xfrm flipV="1">
            <a:off x="4754880" y="4526280"/>
            <a:ext cx="246888" cy="109728"/>
          </a:xfrm>
          <a:prstGeom prst="line">
            <a:avLst/>
          </a:prstGeom>
          <a:noFill/>
          <a:ln w="22225">
            <a:solidFill>
              <a:srgbClr val="4A4A55"/>
            </a:solidFill>
            <a:prstDash val="solid"/>
          </a:ln>
        </p:spPr>
      </p:sp>
      <p:sp>
        <p:nvSpPr>
          <p:cNvPr id="190" name="Shape 188"/>
          <p:cNvSpPr/>
          <p:nvPr/>
        </p:nvSpPr>
        <p:spPr>
          <a:xfrm>
            <a:off x="5001768" y="4526280"/>
            <a:ext cx="246888" cy="109728"/>
          </a:xfrm>
          <a:prstGeom prst="line">
            <a:avLst/>
          </a:prstGeom>
          <a:noFill/>
          <a:ln w="22225">
            <a:solidFill>
              <a:srgbClr val="4A4A55"/>
            </a:solidFill>
            <a:prstDash val="solid"/>
          </a:ln>
        </p:spPr>
      </p:sp>
      <p:sp>
        <p:nvSpPr>
          <p:cNvPr id="191" name="Shape 189"/>
          <p:cNvSpPr/>
          <p:nvPr/>
        </p:nvSpPr>
        <p:spPr>
          <a:xfrm flipV="1">
            <a:off x="5248656" y="4526280"/>
            <a:ext cx="246888" cy="109728"/>
          </a:xfrm>
          <a:prstGeom prst="line">
            <a:avLst/>
          </a:prstGeom>
          <a:noFill/>
          <a:ln w="22225">
            <a:solidFill>
              <a:srgbClr val="4A4A55"/>
            </a:solidFill>
            <a:prstDash val="solid"/>
          </a:ln>
        </p:spPr>
      </p:sp>
      <p:sp>
        <p:nvSpPr>
          <p:cNvPr id="192" name="Shape 190"/>
          <p:cNvSpPr/>
          <p:nvPr/>
        </p:nvSpPr>
        <p:spPr>
          <a:xfrm>
            <a:off x="3493008" y="4498848"/>
            <a:ext cx="54864" cy="54864"/>
          </a:xfrm>
          <a:prstGeom prst="ellipse">
            <a:avLst/>
          </a:prstGeom>
          <a:solidFill>
            <a:srgbClr val="4A4A55"/>
          </a:solidFill>
          <a:ln w="6350">
            <a:solidFill>
              <a:srgbClr val="22222A"/>
            </a:solidFill>
            <a:prstDash val="solid"/>
          </a:ln>
        </p:spPr>
      </p:sp>
      <p:sp>
        <p:nvSpPr>
          <p:cNvPr id="193" name="Shape 191"/>
          <p:cNvSpPr/>
          <p:nvPr/>
        </p:nvSpPr>
        <p:spPr>
          <a:xfrm>
            <a:off x="3739896" y="4608576"/>
            <a:ext cx="54864" cy="54864"/>
          </a:xfrm>
          <a:prstGeom prst="ellipse">
            <a:avLst/>
          </a:prstGeom>
          <a:solidFill>
            <a:srgbClr val="4A4A55"/>
          </a:solidFill>
          <a:ln w="6350">
            <a:solidFill>
              <a:srgbClr val="22222A"/>
            </a:solidFill>
            <a:prstDash val="solid"/>
          </a:ln>
        </p:spPr>
      </p:sp>
      <p:sp>
        <p:nvSpPr>
          <p:cNvPr id="194" name="Shape 192"/>
          <p:cNvSpPr/>
          <p:nvPr/>
        </p:nvSpPr>
        <p:spPr>
          <a:xfrm>
            <a:off x="3986784" y="4498848"/>
            <a:ext cx="54864" cy="54864"/>
          </a:xfrm>
          <a:prstGeom prst="ellipse">
            <a:avLst/>
          </a:prstGeom>
          <a:solidFill>
            <a:srgbClr val="4A4A55"/>
          </a:solidFill>
          <a:ln w="6350">
            <a:solidFill>
              <a:srgbClr val="22222A"/>
            </a:solidFill>
            <a:prstDash val="solid"/>
          </a:ln>
        </p:spPr>
      </p:sp>
      <p:sp>
        <p:nvSpPr>
          <p:cNvPr id="195" name="Shape 193"/>
          <p:cNvSpPr/>
          <p:nvPr/>
        </p:nvSpPr>
        <p:spPr>
          <a:xfrm>
            <a:off x="4233672" y="4608576"/>
            <a:ext cx="54864" cy="54864"/>
          </a:xfrm>
          <a:prstGeom prst="ellipse">
            <a:avLst/>
          </a:prstGeom>
          <a:solidFill>
            <a:srgbClr val="4A4A55"/>
          </a:solidFill>
          <a:ln w="6350">
            <a:solidFill>
              <a:srgbClr val="22222A"/>
            </a:solidFill>
            <a:prstDash val="solid"/>
          </a:ln>
        </p:spPr>
      </p:sp>
      <p:sp>
        <p:nvSpPr>
          <p:cNvPr id="196" name="Shape 194"/>
          <p:cNvSpPr/>
          <p:nvPr/>
        </p:nvSpPr>
        <p:spPr>
          <a:xfrm>
            <a:off x="4480560" y="4498848"/>
            <a:ext cx="54864" cy="54864"/>
          </a:xfrm>
          <a:prstGeom prst="ellipse">
            <a:avLst/>
          </a:prstGeom>
          <a:solidFill>
            <a:srgbClr val="4A4A55"/>
          </a:solidFill>
          <a:ln w="6350">
            <a:solidFill>
              <a:srgbClr val="22222A"/>
            </a:solidFill>
            <a:prstDash val="solid"/>
          </a:ln>
        </p:spPr>
      </p:sp>
      <p:sp>
        <p:nvSpPr>
          <p:cNvPr id="197" name="Shape 195"/>
          <p:cNvSpPr/>
          <p:nvPr/>
        </p:nvSpPr>
        <p:spPr>
          <a:xfrm>
            <a:off x="4727448" y="4608576"/>
            <a:ext cx="54864" cy="54864"/>
          </a:xfrm>
          <a:prstGeom prst="ellipse">
            <a:avLst/>
          </a:prstGeom>
          <a:solidFill>
            <a:srgbClr val="4A4A55"/>
          </a:solidFill>
          <a:ln w="6350">
            <a:solidFill>
              <a:srgbClr val="22222A"/>
            </a:solidFill>
            <a:prstDash val="solid"/>
          </a:ln>
        </p:spPr>
      </p:sp>
      <p:sp>
        <p:nvSpPr>
          <p:cNvPr id="198" name="Shape 196"/>
          <p:cNvSpPr/>
          <p:nvPr/>
        </p:nvSpPr>
        <p:spPr>
          <a:xfrm>
            <a:off x="4974336" y="4498848"/>
            <a:ext cx="54864" cy="54864"/>
          </a:xfrm>
          <a:prstGeom prst="ellipse">
            <a:avLst/>
          </a:prstGeom>
          <a:solidFill>
            <a:srgbClr val="4A4A55"/>
          </a:solidFill>
          <a:ln w="6350">
            <a:solidFill>
              <a:srgbClr val="22222A"/>
            </a:solidFill>
            <a:prstDash val="solid"/>
          </a:ln>
        </p:spPr>
      </p:sp>
      <p:sp>
        <p:nvSpPr>
          <p:cNvPr id="199" name="Shape 197"/>
          <p:cNvSpPr/>
          <p:nvPr/>
        </p:nvSpPr>
        <p:spPr>
          <a:xfrm>
            <a:off x="5221224" y="4608576"/>
            <a:ext cx="54864" cy="54864"/>
          </a:xfrm>
          <a:prstGeom prst="ellipse">
            <a:avLst/>
          </a:prstGeom>
          <a:solidFill>
            <a:srgbClr val="4A4A55"/>
          </a:solidFill>
          <a:ln w="6350">
            <a:solidFill>
              <a:srgbClr val="22222A"/>
            </a:solidFill>
            <a:prstDash val="solid"/>
          </a:ln>
        </p:spPr>
      </p:sp>
      <p:sp>
        <p:nvSpPr>
          <p:cNvPr id="200" name="Shape 198"/>
          <p:cNvSpPr/>
          <p:nvPr/>
        </p:nvSpPr>
        <p:spPr>
          <a:xfrm>
            <a:off x="5468112" y="4498848"/>
            <a:ext cx="54864" cy="54864"/>
          </a:xfrm>
          <a:prstGeom prst="ellipse">
            <a:avLst/>
          </a:prstGeom>
          <a:solidFill>
            <a:srgbClr val="4A4A55"/>
          </a:solidFill>
          <a:ln w="6350">
            <a:solidFill>
              <a:srgbClr val="22222A"/>
            </a:solidFill>
            <a:prstDash val="solid"/>
          </a:ln>
        </p:spPr>
      </p:sp>
      <p:sp>
        <p:nvSpPr>
          <p:cNvPr id="201" name="Shape 199"/>
          <p:cNvSpPr/>
          <p:nvPr/>
        </p:nvSpPr>
        <p:spPr>
          <a:xfrm>
            <a:off x="3520440" y="4846320"/>
            <a:ext cx="246888" cy="109728"/>
          </a:xfrm>
          <a:prstGeom prst="line">
            <a:avLst/>
          </a:prstGeom>
          <a:noFill/>
          <a:ln w="22225">
            <a:solidFill>
              <a:srgbClr val="4A4A55"/>
            </a:solidFill>
            <a:prstDash val="solid"/>
          </a:ln>
        </p:spPr>
      </p:sp>
      <p:sp>
        <p:nvSpPr>
          <p:cNvPr id="202" name="Shape 200"/>
          <p:cNvSpPr/>
          <p:nvPr/>
        </p:nvSpPr>
        <p:spPr>
          <a:xfrm flipV="1">
            <a:off x="3767328" y="4846320"/>
            <a:ext cx="246888" cy="109728"/>
          </a:xfrm>
          <a:prstGeom prst="line">
            <a:avLst/>
          </a:prstGeom>
          <a:noFill/>
          <a:ln w="22225">
            <a:solidFill>
              <a:srgbClr val="4A4A55"/>
            </a:solidFill>
            <a:prstDash val="solid"/>
          </a:ln>
        </p:spPr>
      </p:sp>
      <p:sp>
        <p:nvSpPr>
          <p:cNvPr id="203" name="Shape 201"/>
          <p:cNvSpPr/>
          <p:nvPr/>
        </p:nvSpPr>
        <p:spPr>
          <a:xfrm>
            <a:off x="4014216" y="4846320"/>
            <a:ext cx="246888" cy="109728"/>
          </a:xfrm>
          <a:prstGeom prst="line">
            <a:avLst/>
          </a:prstGeom>
          <a:noFill/>
          <a:ln w="22225">
            <a:solidFill>
              <a:srgbClr val="4A4A55"/>
            </a:solidFill>
            <a:prstDash val="solid"/>
          </a:ln>
        </p:spPr>
      </p:sp>
      <p:sp>
        <p:nvSpPr>
          <p:cNvPr id="204" name="Shape 202"/>
          <p:cNvSpPr/>
          <p:nvPr/>
        </p:nvSpPr>
        <p:spPr>
          <a:xfrm flipV="1">
            <a:off x="4261104" y="4846320"/>
            <a:ext cx="246888" cy="109728"/>
          </a:xfrm>
          <a:prstGeom prst="line">
            <a:avLst/>
          </a:prstGeom>
          <a:noFill/>
          <a:ln w="22225">
            <a:solidFill>
              <a:srgbClr val="4A4A55"/>
            </a:solidFill>
            <a:prstDash val="solid"/>
          </a:ln>
        </p:spPr>
      </p:sp>
      <p:sp>
        <p:nvSpPr>
          <p:cNvPr id="205" name="Shape 203"/>
          <p:cNvSpPr/>
          <p:nvPr/>
        </p:nvSpPr>
        <p:spPr>
          <a:xfrm>
            <a:off x="4507992" y="4846320"/>
            <a:ext cx="246888" cy="109728"/>
          </a:xfrm>
          <a:prstGeom prst="line">
            <a:avLst/>
          </a:prstGeom>
          <a:noFill/>
          <a:ln w="22225">
            <a:solidFill>
              <a:srgbClr val="4A4A55"/>
            </a:solidFill>
            <a:prstDash val="solid"/>
          </a:ln>
        </p:spPr>
      </p:sp>
      <p:sp>
        <p:nvSpPr>
          <p:cNvPr id="206" name="Shape 204"/>
          <p:cNvSpPr/>
          <p:nvPr/>
        </p:nvSpPr>
        <p:spPr>
          <a:xfrm flipV="1">
            <a:off x="4754880" y="4846320"/>
            <a:ext cx="246888" cy="109728"/>
          </a:xfrm>
          <a:prstGeom prst="line">
            <a:avLst/>
          </a:prstGeom>
          <a:noFill/>
          <a:ln w="22225">
            <a:solidFill>
              <a:srgbClr val="4A4A55"/>
            </a:solidFill>
            <a:prstDash val="solid"/>
          </a:ln>
        </p:spPr>
      </p:sp>
      <p:sp>
        <p:nvSpPr>
          <p:cNvPr id="207" name="Shape 205"/>
          <p:cNvSpPr/>
          <p:nvPr/>
        </p:nvSpPr>
        <p:spPr>
          <a:xfrm>
            <a:off x="5001768" y="4846320"/>
            <a:ext cx="246888" cy="109728"/>
          </a:xfrm>
          <a:prstGeom prst="line">
            <a:avLst/>
          </a:prstGeom>
          <a:noFill/>
          <a:ln w="22225">
            <a:solidFill>
              <a:srgbClr val="4A4A55"/>
            </a:solidFill>
            <a:prstDash val="solid"/>
          </a:ln>
        </p:spPr>
      </p:sp>
      <p:sp>
        <p:nvSpPr>
          <p:cNvPr id="208" name="Shape 206"/>
          <p:cNvSpPr/>
          <p:nvPr/>
        </p:nvSpPr>
        <p:spPr>
          <a:xfrm flipV="1">
            <a:off x="5248656" y="4846320"/>
            <a:ext cx="246888" cy="109728"/>
          </a:xfrm>
          <a:prstGeom prst="line">
            <a:avLst/>
          </a:prstGeom>
          <a:noFill/>
          <a:ln w="22225">
            <a:solidFill>
              <a:srgbClr val="4A4A55"/>
            </a:solidFill>
            <a:prstDash val="solid"/>
          </a:ln>
        </p:spPr>
      </p:sp>
      <p:sp>
        <p:nvSpPr>
          <p:cNvPr id="209" name="Shape 207"/>
          <p:cNvSpPr/>
          <p:nvPr/>
        </p:nvSpPr>
        <p:spPr>
          <a:xfrm>
            <a:off x="3493008" y="4818888"/>
            <a:ext cx="54864" cy="54864"/>
          </a:xfrm>
          <a:prstGeom prst="ellipse">
            <a:avLst/>
          </a:prstGeom>
          <a:solidFill>
            <a:srgbClr val="4A4A55"/>
          </a:solidFill>
          <a:ln w="6350">
            <a:solidFill>
              <a:srgbClr val="22222A"/>
            </a:solidFill>
            <a:prstDash val="solid"/>
          </a:ln>
        </p:spPr>
      </p:sp>
      <p:sp>
        <p:nvSpPr>
          <p:cNvPr id="210" name="Shape 208"/>
          <p:cNvSpPr/>
          <p:nvPr/>
        </p:nvSpPr>
        <p:spPr>
          <a:xfrm>
            <a:off x="3739896" y="4928616"/>
            <a:ext cx="54864" cy="54864"/>
          </a:xfrm>
          <a:prstGeom prst="ellipse">
            <a:avLst/>
          </a:prstGeom>
          <a:solidFill>
            <a:srgbClr val="4A4A55"/>
          </a:solidFill>
          <a:ln w="6350">
            <a:solidFill>
              <a:srgbClr val="22222A"/>
            </a:solidFill>
            <a:prstDash val="solid"/>
          </a:ln>
        </p:spPr>
      </p:sp>
      <p:sp>
        <p:nvSpPr>
          <p:cNvPr id="211" name="Shape 209"/>
          <p:cNvSpPr/>
          <p:nvPr/>
        </p:nvSpPr>
        <p:spPr>
          <a:xfrm>
            <a:off x="3986784" y="4818888"/>
            <a:ext cx="54864" cy="54864"/>
          </a:xfrm>
          <a:prstGeom prst="ellipse">
            <a:avLst/>
          </a:prstGeom>
          <a:solidFill>
            <a:srgbClr val="4A4A55"/>
          </a:solidFill>
          <a:ln w="6350">
            <a:solidFill>
              <a:srgbClr val="22222A"/>
            </a:solidFill>
            <a:prstDash val="solid"/>
          </a:ln>
        </p:spPr>
      </p:sp>
      <p:sp>
        <p:nvSpPr>
          <p:cNvPr id="212" name="Shape 210"/>
          <p:cNvSpPr/>
          <p:nvPr/>
        </p:nvSpPr>
        <p:spPr>
          <a:xfrm>
            <a:off x="4233672" y="4928616"/>
            <a:ext cx="54864" cy="54864"/>
          </a:xfrm>
          <a:prstGeom prst="ellipse">
            <a:avLst/>
          </a:prstGeom>
          <a:solidFill>
            <a:srgbClr val="4A4A55"/>
          </a:solidFill>
          <a:ln w="6350">
            <a:solidFill>
              <a:srgbClr val="22222A"/>
            </a:solidFill>
            <a:prstDash val="solid"/>
          </a:ln>
        </p:spPr>
      </p:sp>
      <p:sp>
        <p:nvSpPr>
          <p:cNvPr id="213" name="Shape 211"/>
          <p:cNvSpPr/>
          <p:nvPr/>
        </p:nvSpPr>
        <p:spPr>
          <a:xfrm>
            <a:off x="4480560" y="4818888"/>
            <a:ext cx="54864" cy="54864"/>
          </a:xfrm>
          <a:prstGeom prst="ellipse">
            <a:avLst/>
          </a:prstGeom>
          <a:solidFill>
            <a:srgbClr val="4A4A55"/>
          </a:solidFill>
          <a:ln w="6350">
            <a:solidFill>
              <a:srgbClr val="22222A"/>
            </a:solidFill>
            <a:prstDash val="solid"/>
          </a:ln>
        </p:spPr>
      </p:sp>
      <p:sp>
        <p:nvSpPr>
          <p:cNvPr id="214" name="Shape 212"/>
          <p:cNvSpPr/>
          <p:nvPr/>
        </p:nvSpPr>
        <p:spPr>
          <a:xfrm>
            <a:off x="4727448" y="4928616"/>
            <a:ext cx="54864" cy="54864"/>
          </a:xfrm>
          <a:prstGeom prst="ellipse">
            <a:avLst/>
          </a:prstGeom>
          <a:solidFill>
            <a:srgbClr val="4A4A55"/>
          </a:solidFill>
          <a:ln w="6350">
            <a:solidFill>
              <a:srgbClr val="22222A"/>
            </a:solidFill>
            <a:prstDash val="solid"/>
          </a:ln>
        </p:spPr>
      </p:sp>
      <p:sp>
        <p:nvSpPr>
          <p:cNvPr id="215" name="Shape 213"/>
          <p:cNvSpPr/>
          <p:nvPr/>
        </p:nvSpPr>
        <p:spPr>
          <a:xfrm>
            <a:off x="4974336" y="4818888"/>
            <a:ext cx="54864" cy="54864"/>
          </a:xfrm>
          <a:prstGeom prst="ellipse">
            <a:avLst/>
          </a:prstGeom>
          <a:solidFill>
            <a:srgbClr val="4A4A55"/>
          </a:solidFill>
          <a:ln w="6350">
            <a:solidFill>
              <a:srgbClr val="22222A"/>
            </a:solidFill>
            <a:prstDash val="solid"/>
          </a:ln>
        </p:spPr>
      </p:sp>
      <p:sp>
        <p:nvSpPr>
          <p:cNvPr id="216" name="Shape 214"/>
          <p:cNvSpPr/>
          <p:nvPr/>
        </p:nvSpPr>
        <p:spPr>
          <a:xfrm>
            <a:off x="5221224" y="4928616"/>
            <a:ext cx="54864" cy="54864"/>
          </a:xfrm>
          <a:prstGeom prst="ellipse">
            <a:avLst/>
          </a:prstGeom>
          <a:solidFill>
            <a:srgbClr val="4A4A55"/>
          </a:solidFill>
          <a:ln w="6350">
            <a:solidFill>
              <a:srgbClr val="22222A"/>
            </a:solidFill>
            <a:prstDash val="solid"/>
          </a:ln>
        </p:spPr>
      </p:sp>
      <p:sp>
        <p:nvSpPr>
          <p:cNvPr id="217" name="Shape 215"/>
          <p:cNvSpPr/>
          <p:nvPr/>
        </p:nvSpPr>
        <p:spPr>
          <a:xfrm>
            <a:off x="5468112" y="4818888"/>
            <a:ext cx="54864" cy="54864"/>
          </a:xfrm>
          <a:prstGeom prst="ellipse">
            <a:avLst/>
          </a:prstGeom>
          <a:solidFill>
            <a:srgbClr val="4A4A55"/>
          </a:solidFill>
          <a:ln w="6350">
            <a:solidFill>
              <a:srgbClr val="22222A"/>
            </a:solidFill>
            <a:prstDash val="solid"/>
          </a:ln>
        </p:spPr>
      </p:sp>
      <p:sp>
        <p:nvSpPr>
          <p:cNvPr id="218" name="Shape 216"/>
          <p:cNvSpPr/>
          <p:nvPr/>
        </p:nvSpPr>
        <p:spPr>
          <a:xfrm>
            <a:off x="4014216" y="4315968"/>
            <a:ext cx="91" cy="210312"/>
          </a:xfrm>
          <a:prstGeom prst="line">
            <a:avLst/>
          </a:prstGeom>
          <a:noFill/>
          <a:ln w="31750">
            <a:solidFill>
              <a:srgbClr val="C8414C"/>
            </a:solidFill>
            <a:prstDash val="solid"/>
          </a:ln>
        </p:spPr>
      </p:sp>
      <p:sp>
        <p:nvSpPr>
          <p:cNvPr id="219" name="Shape 217"/>
          <p:cNvSpPr/>
          <p:nvPr/>
        </p:nvSpPr>
        <p:spPr>
          <a:xfrm>
            <a:off x="5001768" y="4315968"/>
            <a:ext cx="91" cy="210312"/>
          </a:xfrm>
          <a:prstGeom prst="line">
            <a:avLst/>
          </a:prstGeom>
          <a:noFill/>
          <a:ln w="31750">
            <a:solidFill>
              <a:srgbClr val="C8414C"/>
            </a:solidFill>
            <a:prstDash val="solid"/>
          </a:ln>
        </p:spPr>
      </p:sp>
      <p:sp>
        <p:nvSpPr>
          <p:cNvPr id="220" name="Shape 218"/>
          <p:cNvSpPr/>
          <p:nvPr/>
        </p:nvSpPr>
        <p:spPr>
          <a:xfrm>
            <a:off x="4507992" y="4636008"/>
            <a:ext cx="91" cy="210312"/>
          </a:xfrm>
          <a:prstGeom prst="line">
            <a:avLst/>
          </a:prstGeom>
          <a:noFill/>
          <a:ln w="31750">
            <a:solidFill>
              <a:srgbClr val="C8414C"/>
            </a:solidFill>
            <a:prstDash val="solid"/>
          </a:ln>
        </p:spPr>
      </p:sp>
      <p:sp>
        <p:nvSpPr>
          <p:cNvPr id="221" name="Shape 219"/>
          <p:cNvSpPr/>
          <p:nvPr/>
        </p:nvSpPr>
        <p:spPr>
          <a:xfrm>
            <a:off x="5248656" y="4636008"/>
            <a:ext cx="91" cy="210312"/>
          </a:xfrm>
          <a:prstGeom prst="line">
            <a:avLst/>
          </a:prstGeom>
          <a:noFill/>
          <a:ln w="31750">
            <a:solidFill>
              <a:srgbClr val="C8414C"/>
            </a:solidFill>
            <a:prstDash val="solid"/>
          </a:ln>
        </p:spPr>
      </p:sp>
      <p:sp>
        <p:nvSpPr>
          <p:cNvPr id="222" name="Text 220"/>
          <p:cNvSpPr/>
          <p:nvPr/>
        </p:nvSpPr>
        <p:spPr>
          <a:xfrm>
            <a:off x="3337560" y="4956048"/>
            <a:ext cx="2331720" cy="219456"/>
          </a:xfrm>
          <a:prstGeom prst="rect">
            <a:avLst/>
          </a:prstGeom>
          <a:noFill/>
          <a:ln/>
        </p:spPr>
        <p:txBody>
          <a:bodyPr wrap="square" lIns="0" tIns="0" rIns="0" bIns="0" rtlCol="0" anchor="ctr"/>
          <a:lstStyle/>
          <a:p>
            <a:pPr algn="ctr" indent="0" marL="0">
              <a:buNone/>
            </a:pPr>
            <a:r>
              <a:rPr lang="en-US" sz="1000" dirty="0">
                <a:solidFill>
                  <a:srgbClr val="C8414C"/>
                </a:solidFill>
                <a:latin typeface="Calibri" pitchFamily="34" charset="0"/>
                <a:ea typeface="Calibri" pitchFamily="34" charset="-122"/>
                <a:cs typeface="Calibri" pitchFamily="34" charset="-120"/>
              </a:rPr>
              <a:t>red = </a:t>
            </a:r>
            <a:r>
              <a:rPr lang="en-US" sz="1000" b="1" dirty="0">
                <a:solidFill>
                  <a:srgbClr val="C8414C"/>
                </a:solidFill>
                <a:latin typeface="Calibri" pitchFamily="34" charset="0"/>
                <a:ea typeface="Calibri" pitchFamily="34" charset="-122"/>
                <a:cs typeface="Calibri" pitchFamily="34" charset="-120"/>
              </a:rPr>
              <a:t>covalent cross-links</a:t>
            </a:r>
            <a:endParaRPr lang="en-US" sz="1000" dirty="0"/>
          </a:p>
        </p:txBody>
      </p:sp>
      <p:sp>
        <p:nvSpPr>
          <p:cNvPr id="223" name="Text 221"/>
          <p:cNvSpPr/>
          <p:nvPr/>
        </p:nvSpPr>
        <p:spPr>
          <a:xfrm>
            <a:off x="685800" y="4956048"/>
            <a:ext cx="2331720" cy="219456"/>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chains slide when warm</a:t>
            </a:r>
            <a:endParaRPr lang="en-US" sz="1000" dirty="0"/>
          </a:p>
        </p:txBody>
      </p:sp>
      <p:sp>
        <p:nvSpPr>
          <p:cNvPr id="224" name="Shape 222"/>
          <p:cNvSpPr/>
          <p:nvPr/>
        </p:nvSpPr>
        <p:spPr>
          <a:xfrm>
            <a:off x="6217920" y="1188720"/>
            <a:ext cx="5562295" cy="3017520"/>
          </a:xfrm>
          <a:prstGeom prst="roundRect">
            <a:avLst>
              <a:gd name="adj" fmla="val 1818"/>
            </a:avLst>
          </a:prstGeom>
          <a:solidFill>
            <a:srgbClr val="F8F5FC"/>
          </a:solidFill>
          <a:ln w="9525">
            <a:solidFill>
              <a:srgbClr val="DDD3EC"/>
            </a:solidFill>
            <a:prstDash val="solid"/>
          </a:ln>
        </p:spPr>
      </p:sp>
      <p:sp>
        <p:nvSpPr>
          <p:cNvPr id="225" name="Text 22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Two ways to change a polymer</a:t>
            </a:r>
            <a:endParaRPr lang="en-US" sz="1300" dirty="0"/>
          </a:p>
        </p:txBody>
      </p:sp>
      <p:sp>
        <p:nvSpPr>
          <p:cNvPr id="226" name="Text 224"/>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Longer chains</a:t>
            </a:r>
            <a:r>
              <a:rPr lang="en-US" sz="1100" dirty="0">
                <a:solidFill>
                  <a:srgbClr val="262B3A"/>
                </a:solidFill>
                <a:latin typeface="Calibri" pitchFamily="34" charset="0"/>
                <a:ea typeface="Calibri" pitchFamily="34" charset="-122"/>
                <a:cs typeface="Calibri" pitchFamily="34" charset="-120"/>
              </a:rPr>
              <a:t>: more contact between chains → more intermolecular forces to overcome → </a:t>
            </a:r>
            <a:r>
              <a:rPr lang="en-US" sz="1100" b="1" dirty="0">
                <a:solidFill>
                  <a:srgbClr val="262B3A"/>
                </a:solidFill>
                <a:latin typeface="Calibri" pitchFamily="34" charset="0"/>
                <a:ea typeface="Calibri" pitchFamily="34" charset="-122"/>
                <a:cs typeface="Calibri" pitchFamily="34" charset="-120"/>
              </a:rPr>
              <a:t>higher</a:t>
            </a:r>
            <a:r>
              <a:rPr lang="en-US" sz="1100" dirty="0">
                <a:solidFill>
                  <a:srgbClr val="262B3A"/>
                </a:solidFill>
                <a:latin typeface="Calibri" pitchFamily="34" charset="0"/>
                <a:ea typeface="Calibri" pitchFamily="34" charset="-122"/>
                <a:cs typeface="Calibri" pitchFamily="34" charset="-120"/>
              </a:rPr>
              <a:t> melting point, </a:t>
            </a:r>
            <a:r>
              <a:rPr lang="en-US" sz="1100" b="1" dirty="0">
                <a:solidFill>
                  <a:srgbClr val="262B3A"/>
                </a:solidFill>
                <a:latin typeface="Calibri" pitchFamily="34" charset="0"/>
                <a:ea typeface="Calibri" pitchFamily="34" charset="-122"/>
                <a:cs typeface="Calibri" pitchFamily="34" charset="-120"/>
              </a:rPr>
              <a:t>stronger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Cross-links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covalent bonds</a:t>
            </a:r>
            <a:r>
              <a:rPr lang="en-US" sz="1100" dirty="0">
                <a:solidFill>
                  <a:srgbClr val="262B3A"/>
                </a:solidFill>
                <a:latin typeface="Calibri" pitchFamily="34" charset="0"/>
                <a:ea typeface="Calibri" pitchFamily="34" charset="-122"/>
                <a:cs typeface="Calibri" pitchFamily="34" charset="-120"/>
              </a:rPr>
              <a:t> between chains. Chains cannot slide, so the polymer is </a:t>
            </a:r>
            <a:r>
              <a:rPr lang="en-US" sz="1100" b="1" dirty="0">
                <a:solidFill>
                  <a:srgbClr val="262B3A"/>
                </a:solidFill>
                <a:latin typeface="Calibri" pitchFamily="34" charset="0"/>
                <a:ea typeface="Calibri" pitchFamily="34" charset="-122"/>
                <a:cs typeface="Calibri" pitchFamily="34" charset="-120"/>
              </a:rPr>
              <a:t>rigid</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hard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Thermosoftening</a:t>
            </a:r>
            <a:r>
              <a:rPr lang="en-US" sz="1100" dirty="0">
                <a:solidFill>
                  <a:srgbClr val="262B3A"/>
                </a:solidFill>
                <a:latin typeface="Calibri" pitchFamily="34" charset="0"/>
                <a:ea typeface="Calibri" pitchFamily="34" charset="-122"/>
                <a:cs typeface="Calibri" pitchFamily="34" charset="-120"/>
              </a:rPr>
              <a:t> polymers (no cross-links) soften when heated and can be </a:t>
            </a:r>
            <a:r>
              <a:rPr lang="en-US" sz="1100" b="1" dirty="0">
                <a:solidFill>
                  <a:srgbClr val="262B3A"/>
                </a:solidFill>
                <a:latin typeface="Calibri" pitchFamily="34" charset="0"/>
                <a:ea typeface="Calibri" pitchFamily="34" charset="-122"/>
                <a:cs typeface="Calibri" pitchFamily="34" charset="-120"/>
              </a:rPr>
              <a:t>reshaped</a:t>
            </a:r>
            <a:r>
              <a:rPr lang="en-US" sz="1100" dirty="0">
                <a:solidFill>
                  <a:srgbClr val="262B3A"/>
                </a:solidFill>
                <a:latin typeface="Calibri" pitchFamily="34" charset="0"/>
                <a:ea typeface="Calibri" pitchFamily="34" charset="-122"/>
                <a:cs typeface="Calibri" pitchFamily="34" charset="-120"/>
              </a:rPr>
              <a:t> and recycled, e.g. poly(ethene) bags.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Thermosetting</a:t>
            </a:r>
            <a:r>
              <a:rPr lang="en-US" sz="1100" dirty="0">
                <a:solidFill>
                  <a:srgbClr val="262B3A"/>
                </a:solidFill>
                <a:latin typeface="Calibri" pitchFamily="34" charset="0"/>
                <a:ea typeface="Calibri" pitchFamily="34" charset="-122"/>
                <a:cs typeface="Calibri" pitchFamily="34" charset="-120"/>
              </a:rPr>
              <a:t> polymers (cross-linked) do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soften; strong heating </a:t>
            </a:r>
            <a:r>
              <a:rPr lang="en-US" sz="1100" b="1" dirty="0">
                <a:solidFill>
                  <a:srgbClr val="262B3A"/>
                </a:solidFill>
                <a:latin typeface="Calibri" pitchFamily="34" charset="0"/>
                <a:ea typeface="Calibri" pitchFamily="34" charset="-122"/>
                <a:cs typeface="Calibri" pitchFamily="34" charset="-120"/>
              </a:rPr>
              <a:t>chars</a:t>
            </a:r>
            <a:r>
              <a:rPr lang="en-US" sz="1100" dirty="0">
                <a:solidFill>
                  <a:srgbClr val="262B3A"/>
                </a:solidFill>
                <a:latin typeface="Calibri" pitchFamily="34" charset="0"/>
                <a:ea typeface="Calibri" pitchFamily="34" charset="-122"/>
                <a:cs typeface="Calibri" pitchFamily="34" charset="-120"/>
              </a:rPr>
              <a:t> them, e.g. plug sockets, pan handles.</a:t>
            </a:r>
            <a:endParaRPr lang="en-US" sz="1100" dirty="0"/>
          </a:p>
        </p:txBody>
      </p:sp>
      <p:sp>
        <p:nvSpPr>
          <p:cNvPr id="227" name="Shape 225"/>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228" name="Text 226"/>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describe the trend</a:t>
            </a:r>
            <a:endParaRPr lang="en-US" sz="1300" dirty="0"/>
          </a:p>
        </p:txBody>
      </p:sp>
      <p:sp>
        <p:nvSpPr>
          <p:cNvPr id="229" name="Text 227"/>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graph values.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C10 → C20   </a:t>
            </a:r>
            <a:r>
              <a:rPr lang="en-US" sz="1050" dirty="0">
                <a:solidFill>
                  <a:srgbClr val="262B3A"/>
                </a:solidFill>
                <a:latin typeface="Calibri" pitchFamily="34" charset="0"/>
                <a:ea typeface="Calibri" pitchFamily="34" charset="-122"/>
                <a:cs typeface="Calibri" pitchFamily="34" charset="-120"/>
              </a:rPr>
              <a:t>37 − (−30) = 67 °C rise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C30 → C40   </a:t>
            </a:r>
            <a:r>
              <a:rPr lang="en-US" sz="1050" dirty="0">
                <a:solidFill>
                  <a:srgbClr val="262B3A"/>
                </a:solidFill>
                <a:latin typeface="Calibri" pitchFamily="34" charset="0"/>
                <a:ea typeface="Calibri" pitchFamily="34" charset="-122"/>
                <a:cs typeface="Calibri" pitchFamily="34" charset="-120"/>
              </a:rPr>
              <a:t>81 − 66 = 15 °C rise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m.p. </a:t>
            </a:r>
            <a:r>
              <a:rPr lang="en-US" sz="1050" b="1" dirty="0">
                <a:solidFill>
                  <a:srgbClr val="C8414C"/>
                </a:solidFill>
                <a:latin typeface="Calibri" pitchFamily="34" charset="0"/>
                <a:ea typeface="Calibri" pitchFamily="34" charset="-122"/>
                <a:cs typeface="Calibri" pitchFamily="34" charset="-120"/>
              </a:rPr>
              <a:t>rises</a:t>
            </a:r>
            <a:r>
              <a:rPr lang="en-US" sz="1050" b="1" dirty="0">
                <a:solidFill>
                  <a:srgbClr val="C8414C"/>
                </a:solidFill>
                <a:latin typeface="Calibri" pitchFamily="34" charset="0"/>
                <a:ea typeface="Calibri" pitchFamily="34" charset="-122"/>
                <a:cs typeface="Calibri" pitchFamily="34" charset="-120"/>
              </a:rPr>
              <a:t> with chain length, but </a:t>
            </a:r>
            <a:r>
              <a:rPr lang="en-US" sz="1050" b="1" dirty="0">
                <a:solidFill>
                  <a:srgbClr val="C8414C"/>
                </a:solidFill>
                <a:latin typeface="Calibri" pitchFamily="34" charset="0"/>
                <a:ea typeface="Calibri" pitchFamily="34" charset="-122"/>
                <a:cs typeface="Calibri" pitchFamily="34" charset="-120"/>
              </a:rPr>
              <a:t>less steeply</a:t>
            </a:r>
            <a:r>
              <a:rPr lang="en-US" sz="1050" b="1" dirty="0">
                <a:solidFill>
                  <a:srgbClr val="C8414C"/>
                </a:solidFill>
                <a:latin typeface="Calibri" pitchFamily="34" charset="0"/>
                <a:ea typeface="Calibri" pitchFamily="34" charset="-122"/>
                <a:cs typeface="Calibri" pitchFamily="34" charset="-120"/>
              </a:rPr>
              <a:t> for longer chains</a:t>
            </a:r>
            <a:endParaRPr lang="en-US" sz="1050" dirty="0"/>
          </a:p>
        </p:txBody>
      </p:sp>
      <p:sp>
        <p:nvSpPr>
          <p:cNvPr id="230" name="Shape 228"/>
          <p:cNvSpPr/>
          <p:nvPr/>
        </p:nvSpPr>
        <p:spPr>
          <a:xfrm>
            <a:off x="411480" y="5833872"/>
            <a:ext cx="11368735" cy="530352"/>
          </a:xfrm>
          <a:prstGeom prst="rect">
            <a:avLst/>
          </a:prstGeom>
          <a:solidFill>
            <a:srgbClr val="FFF4E0"/>
          </a:solidFill>
          <a:ln w="6350">
            <a:solidFill>
              <a:srgbClr val="F1D9A8"/>
            </a:solidFill>
            <a:prstDash val="solid"/>
          </a:ln>
        </p:spPr>
      </p:sp>
      <p:sp>
        <p:nvSpPr>
          <p:cNvPr id="231" name="Shape 229"/>
          <p:cNvSpPr/>
          <p:nvPr/>
        </p:nvSpPr>
        <p:spPr>
          <a:xfrm>
            <a:off x="411480" y="5833872"/>
            <a:ext cx="82296" cy="530352"/>
          </a:xfrm>
          <a:prstGeom prst="rect">
            <a:avLst/>
          </a:prstGeom>
          <a:solidFill>
            <a:srgbClr val="E39A2F"/>
          </a:solidFill>
          <a:ln w="12700">
            <a:solidFill>
              <a:srgbClr val="E39A2F"/>
            </a:solidFill>
            <a:prstDash val="solid"/>
          </a:ln>
        </p:spPr>
      </p:sp>
      <p:sp>
        <p:nvSpPr>
          <p:cNvPr id="232" name="Text 23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a </a:t>
            </a:r>
            <a:r>
              <a:rPr lang="en-US" sz="1150" b="1" dirty="0">
                <a:solidFill>
                  <a:srgbClr val="262B3A"/>
                </a:solidFill>
                <a:latin typeface="Calibri" pitchFamily="34" charset="0"/>
                <a:ea typeface="Calibri" pitchFamily="34" charset="-122"/>
                <a:cs typeface="Calibri" pitchFamily="34" charset="-120"/>
              </a:rPr>
              <a:t>pan handle</a:t>
            </a:r>
            <a:r>
              <a:rPr lang="en-US" sz="1150" dirty="0">
                <a:solidFill>
                  <a:srgbClr val="262B3A"/>
                </a:solidFill>
                <a:latin typeface="Calibri" pitchFamily="34" charset="0"/>
                <a:ea typeface="Calibri" pitchFamily="34" charset="-122"/>
                <a:cs typeface="Calibri" pitchFamily="34" charset="-120"/>
              </a:rPr>
              <a:t> is made from a thermosetting polymer. Which melts at a higher temperature: a C₂₀ or a C₃₀ chain?</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 C4.2.2 • forces, polymers and cross-links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Methane (CH₄) boils at </a:t>
            </a:r>
            <a:r>
              <a:rPr lang="en-US" sz="1250" b="1" dirty="0">
                <a:solidFill>
                  <a:srgbClr val="262B3A"/>
                </a:solidFill>
                <a:latin typeface="Calibri" pitchFamily="34" charset="0"/>
                <a:ea typeface="Calibri" pitchFamily="34" charset="-122"/>
                <a:cs typeface="Calibri" pitchFamily="34" charset="-120"/>
              </a:rPr>
              <a:t>−162 °C</a:t>
            </a:r>
            <a:r>
              <a:rPr lang="en-US" sz="1250" dirty="0">
                <a:solidFill>
                  <a:srgbClr val="262B3A"/>
                </a:solidFill>
                <a:latin typeface="Calibri" pitchFamily="34" charset="0"/>
                <a:ea typeface="Calibri" pitchFamily="34" charset="-122"/>
                <a:cs typeface="Calibri" pitchFamily="34" charset="-120"/>
              </a:rPr>
              <a:t>. Explain why its boiling point is so low.</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poly(ethene) </a:t>
            </a:r>
            <a:r>
              <a:rPr lang="en-US" sz="1250" b="1" dirty="0">
                <a:solidFill>
                  <a:srgbClr val="262B3A"/>
                </a:solidFill>
                <a:latin typeface="Calibri" pitchFamily="34" charset="0"/>
                <a:ea typeface="Calibri" pitchFamily="34" charset="-122"/>
                <a:cs typeface="Calibri" pitchFamily="34" charset="-120"/>
              </a:rPr>
              <a:t>softens</a:t>
            </a:r>
            <a:r>
              <a:rPr lang="en-US" sz="1250" dirty="0">
                <a:solidFill>
                  <a:srgbClr val="262B3A"/>
                </a:solidFill>
                <a:latin typeface="Calibri" pitchFamily="34" charset="0"/>
                <a:ea typeface="Calibri" pitchFamily="34" charset="-122"/>
                <a:cs typeface="Calibri" pitchFamily="34" charset="-120"/>
              </a:rPr>
              <a:t> when heated but diamond does not.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C₁₀ chain melts at </a:t>
            </a:r>
            <a:r>
              <a:rPr lang="en-US" sz="1250" b="1" dirty="0">
                <a:solidFill>
                  <a:srgbClr val="262B3A"/>
                </a:solidFill>
                <a:latin typeface="Calibri" pitchFamily="34" charset="0"/>
                <a:ea typeface="Calibri" pitchFamily="34" charset="-122"/>
                <a:cs typeface="Calibri" pitchFamily="34" charset="-120"/>
              </a:rPr>
              <a:t>−30 °C</a:t>
            </a:r>
            <a:r>
              <a:rPr lang="en-US" sz="1250" dirty="0">
                <a:solidFill>
                  <a:srgbClr val="262B3A"/>
                </a:solidFill>
                <a:latin typeface="Calibri" pitchFamily="34" charset="0"/>
                <a:ea typeface="Calibri" pitchFamily="34" charset="-122"/>
                <a:cs typeface="Calibri" pitchFamily="34" charset="-120"/>
              </a:rPr>
              <a:t> and a C₃₀ chain at </a:t>
            </a:r>
            <a:r>
              <a:rPr lang="en-US" sz="1250" b="1" dirty="0">
                <a:solidFill>
                  <a:srgbClr val="262B3A"/>
                </a:solidFill>
                <a:latin typeface="Calibri" pitchFamily="34" charset="0"/>
                <a:ea typeface="Calibri" pitchFamily="34" charset="-122"/>
                <a:cs typeface="Calibri" pitchFamily="34" charset="-120"/>
              </a:rPr>
              <a:t>66 °C</a:t>
            </a:r>
            <a:r>
              <a:rPr lang="en-US" sz="1250" dirty="0">
                <a:solidFill>
                  <a:srgbClr val="262B3A"/>
                </a:solidFill>
                <a:latin typeface="Calibri" pitchFamily="34" charset="0"/>
                <a:ea typeface="Calibri" pitchFamily="34" charset="-122"/>
                <a:cs typeface="Calibri" pitchFamily="34" charset="-120"/>
              </a:rPr>
              <a:t>. Calculate the difference and state the trend.</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 </a:t>
            </a:r>
            <a:r>
              <a:rPr lang="en-US" sz="1250" b="1" dirty="0">
                <a:solidFill>
                  <a:srgbClr val="262B3A"/>
                </a:solidFill>
                <a:latin typeface="Calibri" pitchFamily="34" charset="0"/>
                <a:ea typeface="Calibri" pitchFamily="34" charset="-122"/>
                <a:cs typeface="Calibri" pitchFamily="34" charset="-120"/>
              </a:rPr>
              <a:t>thermosetting</a:t>
            </a:r>
            <a:r>
              <a:rPr lang="en-US" sz="1250" dirty="0">
                <a:solidFill>
                  <a:srgbClr val="262B3A"/>
                </a:solidFill>
                <a:latin typeface="Calibri" pitchFamily="34" charset="0"/>
                <a:ea typeface="Calibri" pitchFamily="34" charset="-122"/>
                <a:cs typeface="Calibri" pitchFamily="34" charset="-120"/>
              </a:rPr>
              <a:t> polymer does not soften when it is heated.</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Giant covalent: diamond and silica</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C4.2.3, C4.2.4 • a continuous network of covalent bonds</a:t>
            </a:r>
            <a:endParaRPr lang="en-US" sz="1100" dirty="0"/>
          </a:p>
        </p:txBody>
      </p:sp>
      <p:sp>
        <p:nvSpPr>
          <p:cNvPr id="6" name="Shape 4"/>
          <p:cNvSpPr/>
          <p:nvPr/>
        </p:nvSpPr>
        <p:spPr>
          <a:xfrm>
            <a:off x="10180015" y="292608"/>
            <a:ext cx="1600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0180015" y="292608"/>
            <a:ext cx="1600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GRADE 7–9 STRETCH</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C4.2.3  |  12</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diamond: real 3D unit cell; silicon dioxide: 2D model</a:t>
            </a:r>
            <a:endParaRPr lang="en-US" sz="1000" dirty="0"/>
          </a:p>
        </p:txBody>
      </p:sp>
      <p:sp>
        <p:nvSpPr>
          <p:cNvPr id="12" name="Shape 10"/>
          <p:cNvSpPr/>
          <p:nvPr/>
        </p:nvSpPr>
        <p:spPr>
          <a:xfrm flipH="1">
            <a:off x="560626" y="3076860"/>
            <a:ext cx="634087" cy="379380"/>
          </a:xfrm>
          <a:prstGeom prst="line">
            <a:avLst/>
          </a:prstGeom>
          <a:noFill/>
          <a:ln w="28575">
            <a:solidFill>
              <a:srgbClr val="5A5A66"/>
            </a:solidFill>
            <a:prstDash val="solid"/>
          </a:ln>
        </p:spPr>
      </p:sp>
      <p:sp>
        <p:nvSpPr>
          <p:cNvPr id="13" name="Shape 11"/>
          <p:cNvSpPr/>
          <p:nvPr/>
        </p:nvSpPr>
        <p:spPr>
          <a:xfrm flipH="1" flipV="1">
            <a:off x="952125" y="2820632"/>
            <a:ext cx="242588" cy="256227"/>
          </a:xfrm>
          <a:prstGeom prst="line">
            <a:avLst/>
          </a:prstGeom>
          <a:noFill/>
          <a:ln w="28575">
            <a:solidFill>
              <a:srgbClr val="5A5A66"/>
            </a:solidFill>
            <a:prstDash val="solid"/>
          </a:ln>
        </p:spPr>
      </p:sp>
      <p:sp>
        <p:nvSpPr>
          <p:cNvPr id="14" name="Shape 12"/>
          <p:cNvSpPr/>
          <p:nvPr/>
        </p:nvSpPr>
        <p:spPr>
          <a:xfrm>
            <a:off x="1194713" y="3076860"/>
            <a:ext cx="634087" cy="532000"/>
          </a:xfrm>
          <a:prstGeom prst="line">
            <a:avLst/>
          </a:prstGeom>
          <a:noFill/>
          <a:ln w="28575">
            <a:solidFill>
              <a:srgbClr val="5A5A66"/>
            </a:solidFill>
            <a:prstDash val="solid"/>
          </a:ln>
        </p:spPr>
      </p:sp>
      <p:sp>
        <p:nvSpPr>
          <p:cNvPr id="15" name="Shape 13"/>
          <p:cNvSpPr/>
          <p:nvPr/>
        </p:nvSpPr>
        <p:spPr>
          <a:xfrm flipV="1">
            <a:off x="1194713" y="2421707"/>
            <a:ext cx="242588" cy="655153"/>
          </a:xfrm>
          <a:prstGeom prst="line">
            <a:avLst/>
          </a:prstGeom>
          <a:noFill/>
          <a:ln w="28575">
            <a:solidFill>
              <a:srgbClr val="5A5A66"/>
            </a:solidFill>
            <a:prstDash val="solid"/>
          </a:ln>
        </p:spPr>
      </p:sp>
      <p:sp>
        <p:nvSpPr>
          <p:cNvPr id="16" name="Shape 14"/>
          <p:cNvSpPr/>
          <p:nvPr/>
        </p:nvSpPr>
        <p:spPr>
          <a:xfrm flipH="1">
            <a:off x="1437301" y="2042327"/>
            <a:ext cx="634087" cy="379380"/>
          </a:xfrm>
          <a:prstGeom prst="line">
            <a:avLst/>
          </a:prstGeom>
          <a:noFill/>
          <a:ln w="28575">
            <a:solidFill>
              <a:srgbClr val="5A5A66"/>
            </a:solidFill>
            <a:prstDash val="solid"/>
          </a:ln>
        </p:spPr>
      </p:sp>
      <p:sp>
        <p:nvSpPr>
          <p:cNvPr id="17" name="Shape 15"/>
          <p:cNvSpPr/>
          <p:nvPr/>
        </p:nvSpPr>
        <p:spPr>
          <a:xfrm flipH="1" flipV="1">
            <a:off x="1828800" y="1786100"/>
            <a:ext cx="242588" cy="256227"/>
          </a:xfrm>
          <a:prstGeom prst="line">
            <a:avLst/>
          </a:prstGeom>
          <a:noFill/>
          <a:ln w="28575">
            <a:solidFill>
              <a:srgbClr val="5A5A66"/>
            </a:solidFill>
            <a:prstDash val="solid"/>
          </a:ln>
        </p:spPr>
      </p:sp>
      <p:sp>
        <p:nvSpPr>
          <p:cNvPr id="18" name="Shape 16"/>
          <p:cNvSpPr/>
          <p:nvPr/>
        </p:nvSpPr>
        <p:spPr>
          <a:xfrm>
            <a:off x="2071388" y="2042327"/>
            <a:ext cx="634087" cy="532000"/>
          </a:xfrm>
          <a:prstGeom prst="line">
            <a:avLst/>
          </a:prstGeom>
          <a:noFill/>
          <a:ln w="28575">
            <a:solidFill>
              <a:srgbClr val="5A5A66"/>
            </a:solidFill>
            <a:prstDash val="solid"/>
          </a:ln>
        </p:spPr>
      </p:sp>
      <p:sp>
        <p:nvSpPr>
          <p:cNvPr id="19" name="Shape 17"/>
          <p:cNvSpPr/>
          <p:nvPr/>
        </p:nvSpPr>
        <p:spPr>
          <a:xfrm flipV="1">
            <a:off x="2071388" y="1387175"/>
            <a:ext cx="242588" cy="655153"/>
          </a:xfrm>
          <a:prstGeom prst="line">
            <a:avLst/>
          </a:prstGeom>
          <a:noFill/>
          <a:ln w="28575">
            <a:solidFill>
              <a:srgbClr val="5A5A66"/>
            </a:solidFill>
            <a:prstDash val="solid"/>
          </a:ln>
        </p:spPr>
      </p:sp>
      <p:sp>
        <p:nvSpPr>
          <p:cNvPr id="20" name="Shape 18"/>
          <p:cNvSpPr/>
          <p:nvPr/>
        </p:nvSpPr>
        <p:spPr>
          <a:xfrm flipH="1">
            <a:off x="1828800" y="3229480"/>
            <a:ext cx="634087" cy="379380"/>
          </a:xfrm>
          <a:prstGeom prst="line">
            <a:avLst/>
          </a:prstGeom>
          <a:noFill/>
          <a:ln w="28575">
            <a:solidFill>
              <a:srgbClr val="5A5A66"/>
            </a:solidFill>
            <a:prstDash val="solid"/>
          </a:ln>
        </p:spPr>
      </p:sp>
      <p:sp>
        <p:nvSpPr>
          <p:cNvPr id="21" name="Shape 19"/>
          <p:cNvSpPr/>
          <p:nvPr/>
        </p:nvSpPr>
        <p:spPr>
          <a:xfrm flipH="1" flipV="1">
            <a:off x="2220299" y="2973253"/>
            <a:ext cx="242588" cy="256227"/>
          </a:xfrm>
          <a:prstGeom prst="line">
            <a:avLst/>
          </a:prstGeom>
          <a:noFill/>
          <a:ln w="28575">
            <a:solidFill>
              <a:srgbClr val="5A5A66"/>
            </a:solidFill>
            <a:prstDash val="solid"/>
          </a:ln>
        </p:spPr>
      </p:sp>
      <p:sp>
        <p:nvSpPr>
          <p:cNvPr id="22" name="Shape 20"/>
          <p:cNvSpPr/>
          <p:nvPr/>
        </p:nvSpPr>
        <p:spPr>
          <a:xfrm>
            <a:off x="2462887" y="3229480"/>
            <a:ext cx="634087" cy="532000"/>
          </a:xfrm>
          <a:prstGeom prst="line">
            <a:avLst/>
          </a:prstGeom>
          <a:noFill/>
          <a:ln w="28575">
            <a:solidFill>
              <a:srgbClr val="5A5A66"/>
            </a:solidFill>
            <a:prstDash val="solid"/>
          </a:ln>
        </p:spPr>
      </p:sp>
      <p:sp>
        <p:nvSpPr>
          <p:cNvPr id="23" name="Shape 21"/>
          <p:cNvSpPr/>
          <p:nvPr/>
        </p:nvSpPr>
        <p:spPr>
          <a:xfrm flipV="1">
            <a:off x="2462887" y="2574328"/>
            <a:ext cx="242588" cy="655153"/>
          </a:xfrm>
          <a:prstGeom prst="line">
            <a:avLst/>
          </a:prstGeom>
          <a:noFill/>
          <a:ln w="28575">
            <a:solidFill>
              <a:srgbClr val="5A5A66"/>
            </a:solidFill>
            <a:prstDash val="solid"/>
          </a:ln>
        </p:spPr>
      </p:sp>
      <p:sp>
        <p:nvSpPr>
          <p:cNvPr id="24" name="Shape 22"/>
          <p:cNvSpPr/>
          <p:nvPr/>
        </p:nvSpPr>
        <p:spPr>
          <a:xfrm flipH="1">
            <a:off x="952125" y="2441253"/>
            <a:ext cx="634087" cy="379380"/>
          </a:xfrm>
          <a:prstGeom prst="line">
            <a:avLst/>
          </a:prstGeom>
          <a:noFill/>
          <a:ln w="28575">
            <a:solidFill>
              <a:srgbClr val="5A5A66"/>
            </a:solidFill>
            <a:prstDash val="solid"/>
          </a:ln>
        </p:spPr>
      </p:sp>
      <p:sp>
        <p:nvSpPr>
          <p:cNvPr id="25" name="Shape 23"/>
          <p:cNvSpPr/>
          <p:nvPr/>
        </p:nvSpPr>
        <p:spPr>
          <a:xfrm flipH="1" flipV="1">
            <a:off x="1343624" y="2185025"/>
            <a:ext cx="242588" cy="256227"/>
          </a:xfrm>
          <a:prstGeom prst="line">
            <a:avLst/>
          </a:prstGeom>
          <a:noFill/>
          <a:ln w="28575">
            <a:solidFill>
              <a:srgbClr val="5A5A66"/>
            </a:solidFill>
            <a:prstDash val="solid"/>
          </a:ln>
        </p:spPr>
      </p:sp>
      <p:sp>
        <p:nvSpPr>
          <p:cNvPr id="26" name="Shape 24"/>
          <p:cNvSpPr/>
          <p:nvPr/>
        </p:nvSpPr>
        <p:spPr>
          <a:xfrm>
            <a:off x="1586212" y="2441253"/>
            <a:ext cx="634087" cy="532000"/>
          </a:xfrm>
          <a:prstGeom prst="line">
            <a:avLst/>
          </a:prstGeom>
          <a:noFill/>
          <a:ln w="28575">
            <a:solidFill>
              <a:srgbClr val="5A5A66"/>
            </a:solidFill>
            <a:prstDash val="solid"/>
          </a:ln>
        </p:spPr>
      </p:sp>
      <p:sp>
        <p:nvSpPr>
          <p:cNvPr id="27" name="Shape 25"/>
          <p:cNvSpPr/>
          <p:nvPr/>
        </p:nvSpPr>
        <p:spPr>
          <a:xfrm flipV="1">
            <a:off x="1586212" y="1786100"/>
            <a:ext cx="242588" cy="655153"/>
          </a:xfrm>
          <a:prstGeom prst="line">
            <a:avLst/>
          </a:prstGeom>
          <a:noFill/>
          <a:ln w="28575">
            <a:solidFill>
              <a:srgbClr val="5A5A66"/>
            </a:solidFill>
            <a:prstDash val="solid"/>
          </a:ln>
        </p:spPr>
      </p:sp>
      <p:sp>
        <p:nvSpPr>
          <p:cNvPr id="28" name="Shape 26"/>
          <p:cNvSpPr/>
          <p:nvPr/>
        </p:nvSpPr>
        <p:spPr>
          <a:xfrm>
            <a:off x="2202602" y="1275801"/>
            <a:ext cx="222748" cy="222748"/>
          </a:xfrm>
          <a:prstGeom prst="ellipse">
            <a:avLst/>
          </a:prstGeom>
          <a:solidFill>
            <a:srgbClr val="8A8A96"/>
          </a:solidFill>
          <a:ln w="9525">
            <a:solidFill>
              <a:srgbClr val="22222A"/>
            </a:solidFill>
            <a:prstDash val="solid"/>
          </a:ln>
        </p:spPr>
      </p:sp>
      <p:sp>
        <p:nvSpPr>
          <p:cNvPr id="29" name="Shape 27"/>
          <p:cNvSpPr/>
          <p:nvPr/>
        </p:nvSpPr>
        <p:spPr>
          <a:xfrm>
            <a:off x="1325927" y="2310333"/>
            <a:ext cx="222748" cy="222748"/>
          </a:xfrm>
          <a:prstGeom prst="ellipse">
            <a:avLst/>
          </a:prstGeom>
          <a:solidFill>
            <a:srgbClr val="8A8A96"/>
          </a:solidFill>
          <a:ln w="9525">
            <a:solidFill>
              <a:srgbClr val="22222A"/>
            </a:solidFill>
            <a:prstDash val="solid"/>
          </a:ln>
        </p:spPr>
      </p:sp>
      <p:sp>
        <p:nvSpPr>
          <p:cNvPr id="30" name="Shape 28"/>
          <p:cNvSpPr/>
          <p:nvPr/>
        </p:nvSpPr>
        <p:spPr>
          <a:xfrm>
            <a:off x="449252" y="3344866"/>
            <a:ext cx="222748" cy="222748"/>
          </a:xfrm>
          <a:prstGeom prst="ellipse">
            <a:avLst/>
          </a:prstGeom>
          <a:solidFill>
            <a:srgbClr val="8A8A96"/>
          </a:solidFill>
          <a:ln w="9525">
            <a:solidFill>
              <a:srgbClr val="22222A"/>
            </a:solidFill>
            <a:prstDash val="solid"/>
          </a:ln>
        </p:spPr>
      </p:sp>
      <p:sp>
        <p:nvSpPr>
          <p:cNvPr id="31" name="Shape 29"/>
          <p:cNvSpPr/>
          <p:nvPr/>
        </p:nvSpPr>
        <p:spPr>
          <a:xfrm>
            <a:off x="1946572" y="1917512"/>
            <a:ext cx="249631" cy="249631"/>
          </a:xfrm>
          <a:prstGeom prst="ellipse">
            <a:avLst/>
          </a:prstGeom>
          <a:solidFill>
            <a:srgbClr val="8A8A96"/>
          </a:solidFill>
          <a:ln w="9525">
            <a:solidFill>
              <a:srgbClr val="22222A"/>
            </a:solidFill>
            <a:prstDash val="solid"/>
          </a:ln>
        </p:spPr>
      </p:sp>
      <p:sp>
        <p:nvSpPr>
          <p:cNvPr id="32" name="Shape 30"/>
          <p:cNvSpPr/>
          <p:nvPr/>
        </p:nvSpPr>
        <p:spPr>
          <a:xfrm>
            <a:off x="1069897" y="2952044"/>
            <a:ext cx="249631" cy="249631"/>
          </a:xfrm>
          <a:prstGeom prst="ellipse">
            <a:avLst/>
          </a:prstGeom>
          <a:solidFill>
            <a:srgbClr val="8A8A96"/>
          </a:solidFill>
          <a:ln w="9525">
            <a:solidFill>
              <a:srgbClr val="22222A"/>
            </a:solidFill>
            <a:prstDash val="solid"/>
          </a:ln>
        </p:spPr>
      </p:sp>
      <p:sp>
        <p:nvSpPr>
          <p:cNvPr id="33" name="Shape 31"/>
          <p:cNvSpPr/>
          <p:nvPr/>
        </p:nvSpPr>
        <p:spPr>
          <a:xfrm>
            <a:off x="2594101" y="2462954"/>
            <a:ext cx="222748" cy="222748"/>
          </a:xfrm>
          <a:prstGeom prst="ellipse">
            <a:avLst/>
          </a:prstGeom>
          <a:solidFill>
            <a:srgbClr val="8A8A96"/>
          </a:solidFill>
          <a:ln w="9525">
            <a:solidFill>
              <a:srgbClr val="22222A"/>
            </a:solidFill>
            <a:prstDash val="solid"/>
          </a:ln>
        </p:spPr>
      </p:sp>
      <p:sp>
        <p:nvSpPr>
          <p:cNvPr id="34" name="Shape 32"/>
          <p:cNvSpPr/>
          <p:nvPr/>
        </p:nvSpPr>
        <p:spPr>
          <a:xfrm>
            <a:off x="1717426" y="3497486"/>
            <a:ext cx="222748" cy="222748"/>
          </a:xfrm>
          <a:prstGeom prst="ellipse">
            <a:avLst/>
          </a:prstGeom>
          <a:solidFill>
            <a:srgbClr val="8A8A96"/>
          </a:solidFill>
          <a:ln w="9525">
            <a:solidFill>
              <a:srgbClr val="22222A"/>
            </a:solidFill>
            <a:prstDash val="solid"/>
          </a:ln>
        </p:spPr>
      </p:sp>
      <p:sp>
        <p:nvSpPr>
          <p:cNvPr id="35" name="Shape 33"/>
          <p:cNvSpPr/>
          <p:nvPr/>
        </p:nvSpPr>
        <p:spPr>
          <a:xfrm>
            <a:off x="2338071" y="3104664"/>
            <a:ext cx="249631" cy="249631"/>
          </a:xfrm>
          <a:prstGeom prst="ellipse">
            <a:avLst/>
          </a:prstGeom>
          <a:solidFill>
            <a:srgbClr val="4A4A55"/>
          </a:solidFill>
          <a:ln w="9525">
            <a:solidFill>
              <a:srgbClr val="22222A"/>
            </a:solidFill>
            <a:prstDash val="solid"/>
          </a:ln>
        </p:spPr>
      </p:sp>
      <p:sp>
        <p:nvSpPr>
          <p:cNvPr id="36" name="Shape 34"/>
          <p:cNvSpPr/>
          <p:nvPr/>
        </p:nvSpPr>
        <p:spPr>
          <a:xfrm>
            <a:off x="2985600" y="3650106"/>
            <a:ext cx="222748" cy="222748"/>
          </a:xfrm>
          <a:prstGeom prst="ellipse">
            <a:avLst/>
          </a:prstGeom>
          <a:solidFill>
            <a:srgbClr val="4A4A55"/>
          </a:solidFill>
          <a:ln w="9525">
            <a:solidFill>
              <a:srgbClr val="22222A"/>
            </a:solidFill>
            <a:prstDash val="solid"/>
          </a:ln>
        </p:spPr>
      </p:sp>
      <p:sp>
        <p:nvSpPr>
          <p:cNvPr id="37" name="Shape 35"/>
          <p:cNvSpPr/>
          <p:nvPr/>
        </p:nvSpPr>
        <p:spPr>
          <a:xfrm>
            <a:off x="1717426" y="1674726"/>
            <a:ext cx="222748" cy="222748"/>
          </a:xfrm>
          <a:prstGeom prst="ellipse">
            <a:avLst/>
          </a:prstGeom>
          <a:solidFill>
            <a:srgbClr val="4A4A55"/>
          </a:solidFill>
          <a:ln w="9525">
            <a:solidFill>
              <a:srgbClr val="22222A"/>
            </a:solidFill>
            <a:prstDash val="solid"/>
          </a:ln>
        </p:spPr>
      </p:sp>
      <p:sp>
        <p:nvSpPr>
          <p:cNvPr id="38" name="Shape 36"/>
          <p:cNvSpPr/>
          <p:nvPr/>
        </p:nvSpPr>
        <p:spPr>
          <a:xfrm>
            <a:off x="840751" y="2709259"/>
            <a:ext cx="222748" cy="222748"/>
          </a:xfrm>
          <a:prstGeom prst="ellipse">
            <a:avLst/>
          </a:prstGeom>
          <a:solidFill>
            <a:srgbClr val="4A4A55"/>
          </a:solidFill>
          <a:ln w="9525">
            <a:solidFill>
              <a:srgbClr val="22222A"/>
            </a:solidFill>
            <a:prstDash val="solid"/>
          </a:ln>
        </p:spPr>
      </p:sp>
      <p:sp>
        <p:nvSpPr>
          <p:cNvPr id="39" name="Shape 37"/>
          <p:cNvSpPr/>
          <p:nvPr/>
        </p:nvSpPr>
        <p:spPr>
          <a:xfrm>
            <a:off x="1461396" y="2316437"/>
            <a:ext cx="249631" cy="249631"/>
          </a:xfrm>
          <a:prstGeom prst="ellipse">
            <a:avLst/>
          </a:prstGeom>
          <a:solidFill>
            <a:srgbClr val="4A4A55"/>
          </a:solidFill>
          <a:ln w="9525">
            <a:solidFill>
              <a:srgbClr val="22222A"/>
            </a:solidFill>
            <a:prstDash val="solid"/>
          </a:ln>
        </p:spPr>
      </p:sp>
      <p:sp>
        <p:nvSpPr>
          <p:cNvPr id="40" name="Shape 38"/>
          <p:cNvSpPr/>
          <p:nvPr/>
        </p:nvSpPr>
        <p:spPr>
          <a:xfrm>
            <a:off x="2108925" y="2861879"/>
            <a:ext cx="222748" cy="222748"/>
          </a:xfrm>
          <a:prstGeom prst="ellipse">
            <a:avLst/>
          </a:prstGeom>
          <a:solidFill>
            <a:srgbClr val="4A4A55"/>
          </a:solidFill>
          <a:ln w="9525">
            <a:solidFill>
              <a:srgbClr val="22222A"/>
            </a:solidFill>
            <a:prstDash val="solid"/>
          </a:ln>
        </p:spPr>
      </p:sp>
      <p:sp>
        <p:nvSpPr>
          <p:cNvPr id="41" name="Shape 39"/>
          <p:cNvSpPr/>
          <p:nvPr/>
        </p:nvSpPr>
        <p:spPr>
          <a:xfrm>
            <a:off x="1232250" y="2073651"/>
            <a:ext cx="222748" cy="222748"/>
          </a:xfrm>
          <a:prstGeom prst="ellipse">
            <a:avLst/>
          </a:prstGeom>
          <a:solidFill>
            <a:srgbClr val="4A4A55"/>
          </a:solidFill>
          <a:ln w="9525">
            <a:solidFill>
              <a:srgbClr val="22222A"/>
            </a:solidFill>
            <a:prstDash val="solid"/>
          </a:ln>
        </p:spPr>
      </p:sp>
      <p:sp>
        <p:nvSpPr>
          <p:cNvPr id="42" name="Text 40"/>
          <p:cNvSpPr/>
          <p:nvPr/>
        </p:nvSpPr>
        <p:spPr>
          <a:xfrm>
            <a:off x="548640" y="1280160"/>
            <a:ext cx="2560320" cy="256032"/>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Diamond</a:t>
            </a:r>
            <a:r>
              <a:rPr lang="en-US" sz="1150" dirty="0">
                <a:solidFill>
                  <a:srgbClr val="262B3A"/>
                </a:solidFill>
                <a:latin typeface="Calibri" pitchFamily="34" charset="0"/>
                <a:ea typeface="Calibri" pitchFamily="34" charset="-122"/>
                <a:cs typeface="Calibri" pitchFamily="34" charset="-120"/>
              </a:rPr>
              <a:t> (carbon)</a:t>
            </a:r>
            <a:endParaRPr lang="en-US" sz="1150" dirty="0"/>
          </a:p>
        </p:txBody>
      </p:sp>
      <p:sp>
        <p:nvSpPr>
          <p:cNvPr id="43" name="Text 41"/>
          <p:cNvSpPr/>
          <p:nvPr/>
        </p:nvSpPr>
        <p:spPr>
          <a:xfrm>
            <a:off x="548640" y="3977640"/>
            <a:ext cx="256032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each C: </a:t>
            </a:r>
            <a:r>
              <a:rPr lang="en-US" sz="1000" b="1" dirty="0">
                <a:solidFill>
                  <a:srgbClr val="262B3A"/>
                </a:solidFill>
                <a:latin typeface="Calibri" pitchFamily="34" charset="0"/>
                <a:ea typeface="Calibri" pitchFamily="34" charset="-122"/>
                <a:cs typeface="Calibri" pitchFamily="34" charset="-120"/>
              </a:rPr>
              <a:t>4</a:t>
            </a:r>
            <a:r>
              <a:rPr lang="en-US" sz="1000" dirty="0">
                <a:solidFill>
                  <a:srgbClr val="262B3A"/>
                </a:solidFill>
                <a:latin typeface="Calibri" pitchFamily="34" charset="0"/>
                <a:ea typeface="Calibri" pitchFamily="34" charset="-122"/>
                <a:cs typeface="Calibri" pitchFamily="34" charset="-120"/>
              </a:rPr>
              <a:t> covalent bonds, tetrahedral, in 3D</a:t>
            </a:r>
            <a:endParaRPr lang="en-US" sz="1000" dirty="0"/>
          </a:p>
        </p:txBody>
      </p:sp>
      <p:sp>
        <p:nvSpPr>
          <p:cNvPr id="44" name="Shape 42"/>
          <p:cNvSpPr/>
          <p:nvPr/>
        </p:nvSpPr>
        <p:spPr>
          <a:xfrm>
            <a:off x="3520440" y="1874520"/>
            <a:ext cx="502920" cy="91"/>
          </a:xfrm>
          <a:prstGeom prst="line">
            <a:avLst/>
          </a:prstGeom>
          <a:noFill/>
          <a:ln w="19050">
            <a:solidFill>
              <a:srgbClr val="2A1F3D"/>
            </a:solidFill>
            <a:prstDash val="solid"/>
          </a:ln>
        </p:spPr>
      </p:sp>
      <p:sp>
        <p:nvSpPr>
          <p:cNvPr id="45" name="Shape 43"/>
          <p:cNvSpPr/>
          <p:nvPr/>
        </p:nvSpPr>
        <p:spPr>
          <a:xfrm>
            <a:off x="3520440" y="1874520"/>
            <a:ext cx="91" cy="502920"/>
          </a:xfrm>
          <a:prstGeom prst="line">
            <a:avLst/>
          </a:prstGeom>
          <a:noFill/>
          <a:ln w="19050">
            <a:solidFill>
              <a:srgbClr val="2A1F3D"/>
            </a:solidFill>
            <a:prstDash val="solid"/>
          </a:ln>
        </p:spPr>
      </p:sp>
      <p:sp>
        <p:nvSpPr>
          <p:cNvPr id="46" name="Shape 44"/>
          <p:cNvSpPr/>
          <p:nvPr/>
        </p:nvSpPr>
        <p:spPr>
          <a:xfrm>
            <a:off x="4023360" y="1874520"/>
            <a:ext cx="502920" cy="91"/>
          </a:xfrm>
          <a:prstGeom prst="line">
            <a:avLst/>
          </a:prstGeom>
          <a:noFill/>
          <a:ln w="19050">
            <a:solidFill>
              <a:srgbClr val="2A1F3D"/>
            </a:solidFill>
            <a:prstDash val="solid"/>
          </a:ln>
        </p:spPr>
      </p:sp>
      <p:sp>
        <p:nvSpPr>
          <p:cNvPr id="47" name="Shape 45"/>
          <p:cNvSpPr/>
          <p:nvPr/>
        </p:nvSpPr>
        <p:spPr>
          <a:xfrm>
            <a:off x="4023360" y="1874520"/>
            <a:ext cx="91" cy="502920"/>
          </a:xfrm>
          <a:prstGeom prst="line">
            <a:avLst/>
          </a:prstGeom>
          <a:noFill/>
          <a:ln w="19050">
            <a:solidFill>
              <a:srgbClr val="2A1F3D"/>
            </a:solidFill>
            <a:prstDash val="solid"/>
          </a:ln>
        </p:spPr>
      </p:sp>
      <p:sp>
        <p:nvSpPr>
          <p:cNvPr id="48" name="Shape 46"/>
          <p:cNvSpPr/>
          <p:nvPr/>
        </p:nvSpPr>
        <p:spPr>
          <a:xfrm>
            <a:off x="4526280" y="1874520"/>
            <a:ext cx="502920" cy="91"/>
          </a:xfrm>
          <a:prstGeom prst="line">
            <a:avLst/>
          </a:prstGeom>
          <a:noFill/>
          <a:ln w="19050">
            <a:solidFill>
              <a:srgbClr val="2A1F3D"/>
            </a:solidFill>
            <a:prstDash val="solid"/>
          </a:ln>
        </p:spPr>
      </p:sp>
      <p:sp>
        <p:nvSpPr>
          <p:cNvPr id="49" name="Shape 47"/>
          <p:cNvSpPr/>
          <p:nvPr/>
        </p:nvSpPr>
        <p:spPr>
          <a:xfrm>
            <a:off x="4526280" y="1874520"/>
            <a:ext cx="91" cy="502920"/>
          </a:xfrm>
          <a:prstGeom prst="line">
            <a:avLst/>
          </a:prstGeom>
          <a:noFill/>
          <a:ln w="19050">
            <a:solidFill>
              <a:srgbClr val="2A1F3D"/>
            </a:solidFill>
            <a:prstDash val="solid"/>
          </a:ln>
        </p:spPr>
      </p:sp>
      <p:sp>
        <p:nvSpPr>
          <p:cNvPr id="50" name="Shape 48"/>
          <p:cNvSpPr/>
          <p:nvPr/>
        </p:nvSpPr>
        <p:spPr>
          <a:xfrm>
            <a:off x="5029200" y="1874520"/>
            <a:ext cx="91" cy="502920"/>
          </a:xfrm>
          <a:prstGeom prst="line">
            <a:avLst/>
          </a:prstGeom>
          <a:noFill/>
          <a:ln w="19050">
            <a:solidFill>
              <a:srgbClr val="2A1F3D"/>
            </a:solidFill>
            <a:prstDash val="solid"/>
          </a:ln>
        </p:spPr>
      </p:sp>
      <p:sp>
        <p:nvSpPr>
          <p:cNvPr id="51" name="Shape 49"/>
          <p:cNvSpPr/>
          <p:nvPr/>
        </p:nvSpPr>
        <p:spPr>
          <a:xfrm>
            <a:off x="5029200" y="1874520"/>
            <a:ext cx="226314" cy="91"/>
          </a:xfrm>
          <a:prstGeom prst="line">
            <a:avLst/>
          </a:prstGeom>
          <a:noFill/>
          <a:ln w="19050">
            <a:solidFill>
              <a:srgbClr val="2A1F3D"/>
            </a:solidFill>
            <a:prstDash val="dash"/>
          </a:ln>
        </p:spPr>
      </p:sp>
      <p:sp>
        <p:nvSpPr>
          <p:cNvPr id="52" name="Shape 50"/>
          <p:cNvSpPr/>
          <p:nvPr/>
        </p:nvSpPr>
        <p:spPr>
          <a:xfrm>
            <a:off x="3520440" y="2377440"/>
            <a:ext cx="502920" cy="91"/>
          </a:xfrm>
          <a:prstGeom prst="line">
            <a:avLst/>
          </a:prstGeom>
          <a:noFill/>
          <a:ln w="19050">
            <a:solidFill>
              <a:srgbClr val="2A1F3D"/>
            </a:solidFill>
            <a:prstDash val="solid"/>
          </a:ln>
        </p:spPr>
      </p:sp>
      <p:sp>
        <p:nvSpPr>
          <p:cNvPr id="53" name="Shape 51"/>
          <p:cNvSpPr/>
          <p:nvPr/>
        </p:nvSpPr>
        <p:spPr>
          <a:xfrm>
            <a:off x="3520440" y="2377440"/>
            <a:ext cx="91" cy="502920"/>
          </a:xfrm>
          <a:prstGeom prst="line">
            <a:avLst/>
          </a:prstGeom>
          <a:noFill/>
          <a:ln w="19050">
            <a:solidFill>
              <a:srgbClr val="2A1F3D"/>
            </a:solidFill>
            <a:prstDash val="solid"/>
          </a:ln>
        </p:spPr>
      </p:sp>
      <p:sp>
        <p:nvSpPr>
          <p:cNvPr id="54" name="Shape 52"/>
          <p:cNvSpPr/>
          <p:nvPr/>
        </p:nvSpPr>
        <p:spPr>
          <a:xfrm>
            <a:off x="4023360" y="2377440"/>
            <a:ext cx="502920" cy="91"/>
          </a:xfrm>
          <a:prstGeom prst="line">
            <a:avLst/>
          </a:prstGeom>
          <a:noFill/>
          <a:ln w="19050">
            <a:solidFill>
              <a:srgbClr val="2A1F3D"/>
            </a:solidFill>
            <a:prstDash val="solid"/>
          </a:ln>
        </p:spPr>
      </p:sp>
      <p:sp>
        <p:nvSpPr>
          <p:cNvPr id="55" name="Shape 53"/>
          <p:cNvSpPr/>
          <p:nvPr/>
        </p:nvSpPr>
        <p:spPr>
          <a:xfrm>
            <a:off x="4023360" y="2377440"/>
            <a:ext cx="91" cy="502920"/>
          </a:xfrm>
          <a:prstGeom prst="line">
            <a:avLst/>
          </a:prstGeom>
          <a:noFill/>
          <a:ln w="19050">
            <a:solidFill>
              <a:srgbClr val="2A1F3D"/>
            </a:solidFill>
            <a:prstDash val="solid"/>
          </a:ln>
        </p:spPr>
      </p:sp>
      <p:sp>
        <p:nvSpPr>
          <p:cNvPr id="56" name="Shape 54"/>
          <p:cNvSpPr/>
          <p:nvPr/>
        </p:nvSpPr>
        <p:spPr>
          <a:xfrm>
            <a:off x="4526280" y="2377440"/>
            <a:ext cx="502920" cy="91"/>
          </a:xfrm>
          <a:prstGeom prst="line">
            <a:avLst/>
          </a:prstGeom>
          <a:noFill/>
          <a:ln w="19050">
            <a:solidFill>
              <a:srgbClr val="2A1F3D"/>
            </a:solidFill>
            <a:prstDash val="solid"/>
          </a:ln>
        </p:spPr>
      </p:sp>
      <p:sp>
        <p:nvSpPr>
          <p:cNvPr id="57" name="Shape 55"/>
          <p:cNvSpPr/>
          <p:nvPr/>
        </p:nvSpPr>
        <p:spPr>
          <a:xfrm>
            <a:off x="4526280" y="2377440"/>
            <a:ext cx="91" cy="502920"/>
          </a:xfrm>
          <a:prstGeom prst="line">
            <a:avLst/>
          </a:prstGeom>
          <a:noFill/>
          <a:ln w="19050">
            <a:solidFill>
              <a:srgbClr val="2A1F3D"/>
            </a:solidFill>
            <a:prstDash val="solid"/>
          </a:ln>
        </p:spPr>
      </p:sp>
      <p:sp>
        <p:nvSpPr>
          <p:cNvPr id="58" name="Shape 56"/>
          <p:cNvSpPr/>
          <p:nvPr/>
        </p:nvSpPr>
        <p:spPr>
          <a:xfrm>
            <a:off x="5029200" y="2377440"/>
            <a:ext cx="91" cy="502920"/>
          </a:xfrm>
          <a:prstGeom prst="line">
            <a:avLst/>
          </a:prstGeom>
          <a:noFill/>
          <a:ln w="19050">
            <a:solidFill>
              <a:srgbClr val="2A1F3D"/>
            </a:solidFill>
            <a:prstDash val="solid"/>
          </a:ln>
        </p:spPr>
      </p:sp>
      <p:sp>
        <p:nvSpPr>
          <p:cNvPr id="59" name="Shape 57"/>
          <p:cNvSpPr/>
          <p:nvPr/>
        </p:nvSpPr>
        <p:spPr>
          <a:xfrm>
            <a:off x="5029200" y="2377440"/>
            <a:ext cx="226314" cy="91"/>
          </a:xfrm>
          <a:prstGeom prst="line">
            <a:avLst/>
          </a:prstGeom>
          <a:noFill/>
          <a:ln w="19050">
            <a:solidFill>
              <a:srgbClr val="2A1F3D"/>
            </a:solidFill>
            <a:prstDash val="dash"/>
          </a:ln>
        </p:spPr>
      </p:sp>
      <p:sp>
        <p:nvSpPr>
          <p:cNvPr id="60" name="Shape 58"/>
          <p:cNvSpPr/>
          <p:nvPr/>
        </p:nvSpPr>
        <p:spPr>
          <a:xfrm>
            <a:off x="3520440" y="2880360"/>
            <a:ext cx="502920" cy="91"/>
          </a:xfrm>
          <a:prstGeom prst="line">
            <a:avLst/>
          </a:prstGeom>
          <a:noFill/>
          <a:ln w="19050">
            <a:solidFill>
              <a:srgbClr val="2A1F3D"/>
            </a:solidFill>
            <a:prstDash val="solid"/>
          </a:ln>
        </p:spPr>
      </p:sp>
      <p:sp>
        <p:nvSpPr>
          <p:cNvPr id="61" name="Shape 59"/>
          <p:cNvSpPr/>
          <p:nvPr/>
        </p:nvSpPr>
        <p:spPr>
          <a:xfrm>
            <a:off x="3520440" y="2880360"/>
            <a:ext cx="91" cy="502920"/>
          </a:xfrm>
          <a:prstGeom prst="line">
            <a:avLst/>
          </a:prstGeom>
          <a:noFill/>
          <a:ln w="19050">
            <a:solidFill>
              <a:srgbClr val="2A1F3D"/>
            </a:solidFill>
            <a:prstDash val="solid"/>
          </a:ln>
        </p:spPr>
      </p:sp>
      <p:sp>
        <p:nvSpPr>
          <p:cNvPr id="62" name="Shape 60"/>
          <p:cNvSpPr/>
          <p:nvPr/>
        </p:nvSpPr>
        <p:spPr>
          <a:xfrm>
            <a:off x="4023360" y="2880360"/>
            <a:ext cx="502920" cy="91"/>
          </a:xfrm>
          <a:prstGeom prst="line">
            <a:avLst/>
          </a:prstGeom>
          <a:noFill/>
          <a:ln w="19050">
            <a:solidFill>
              <a:srgbClr val="2A1F3D"/>
            </a:solidFill>
            <a:prstDash val="solid"/>
          </a:ln>
        </p:spPr>
      </p:sp>
      <p:sp>
        <p:nvSpPr>
          <p:cNvPr id="63" name="Shape 61"/>
          <p:cNvSpPr/>
          <p:nvPr/>
        </p:nvSpPr>
        <p:spPr>
          <a:xfrm>
            <a:off x="4023360" y="2880360"/>
            <a:ext cx="91" cy="502920"/>
          </a:xfrm>
          <a:prstGeom prst="line">
            <a:avLst/>
          </a:prstGeom>
          <a:noFill/>
          <a:ln w="19050">
            <a:solidFill>
              <a:srgbClr val="2A1F3D"/>
            </a:solidFill>
            <a:prstDash val="solid"/>
          </a:ln>
        </p:spPr>
      </p:sp>
      <p:sp>
        <p:nvSpPr>
          <p:cNvPr id="64" name="Shape 62"/>
          <p:cNvSpPr/>
          <p:nvPr/>
        </p:nvSpPr>
        <p:spPr>
          <a:xfrm>
            <a:off x="4526280" y="2880360"/>
            <a:ext cx="502920" cy="91"/>
          </a:xfrm>
          <a:prstGeom prst="line">
            <a:avLst/>
          </a:prstGeom>
          <a:noFill/>
          <a:ln w="19050">
            <a:solidFill>
              <a:srgbClr val="2A1F3D"/>
            </a:solidFill>
            <a:prstDash val="solid"/>
          </a:ln>
        </p:spPr>
      </p:sp>
      <p:sp>
        <p:nvSpPr>
          <p:cNvPr id="65" name="Shape 63"/>
          <p:cNvSpPr/>
          <p:nvPr/>
        </p:nvSpPr>
        <p:spPr>
          <a:xfrm>
            <a:off x="4526280" y="2880360"/>
            <a:ext cx="91" cy="502920"/>
          </a:xfrm>
          <a:prstGeom prst="line">
            <a:avLst/>
          </a:prstGeom>
          <a:noFill/>
          <a:ln w="19050">
            <a:solidFill>
              <a:srgbClr val="2A1F3D"/>
            </a:solidFill>
            <a:prstDash val="solid"/>
          </a:ln>
        </p:spPr>
      </p:sp>
      <p:sp>
        <p:nvSpPr>
          <p:cNvPr id="66" name="Shape 64"/>
          <p:cNvSpPr/>
          <p:nvPr/>
        </p:nvSpPr>
        <p:spPr>
          <a:xfrm>
            <a:off x="5029200" y="2880360"/>
            <a:ext cx="91" cy="502920"/>
          </a:xfrm>
          <a:prstGeom prst="line">
            <a:avLst/>
          </a:prstGeom>
          <a:noFill/>
          <a:ln w="19050">
            <a:solidFill>
              <a:srgbClr val="2A1F3D"/>
            </a:solidFill>
            <a:prstDash val="solid"/>
          </a:ln>
        </p:spPr>
      </p:sp>
      <p:sp>
        <p:nvSpPr>
          <p:cNvPr id="67" name="Shape 65"/>
          <p:cNvSpPr/>
          <p:nvPr/>
        </p:nvSpPr>
        <p:spPr>
          <a:xfrm>
            <a:off x="5029200" y="2880360"/>
            <a:ext cx="226314" cy="91"/>
          </a:xfrm>
          <a:prstGeom prst="line">
            <a:avLst/>
          </a:prstGeom>
          <a:noFill/>
          <a:ln w="19050">
            <a:solidFill>
              <a:srgbClr val="2A1F3D"/>
            </a:solidFill>
            <a:prstDash val="dash"/>
          </a:ln>
        </p:spPr>
      </p:sp>
      <p:sp>
        <p:nvSpPr>
          <p:cNvPr id="68" name="Shape 66"/>
          <p:cNvSpPr/>
          <p:nvPr/>
        </p:nvSpPr>
        <p:spPr>
          <a:xfrm>
            <a:off x="3520440" y="3383280"/>
            <a:ext cx="502920" cy="91"/>
          </a:xfrm>
          <a:prstGeom prst="line">
            <a:avLst/>
          </a:prstGeom>
          <a:noFill/>
          <a:ln w="19050">
            <a:solidFill>
              <a:srgbClr val="2A1F3D"/>
            </a:solidFill>
            <a:prstDash val="solid"/>
          </a:ln>
        </p:spPr>
      </p:sp>
      <p:sp>
        <p:nvSpPr>
          <p:cNvPr id="69" name="Shape 67"/>
          <p:cNvSpPr/>
          <p:nvPr/>
        </p:nvSpPr>
        <p:spPr>
          <a:xfrm>
            <a:off x="3520440" y="3383280"/>
            <a:ext cx="91" cy="226314"/>
          </a:xfrm>
          <a:prstGeom prst="line">
            <a:avLst/>
          </a:prstGeom>
          <a:noFill/>
          <a:ln w="19050">
            <a:solidFill>
              <a:srgbClr val="2A1F3D"/>
            </a:solidFill>
            <a:prstDash val="dash"/>
          </a:ln>
        </p:spPr>
      </p:sp>
      <p:sp>
        <p:nvSpPr>
          <p:cNvPr id="70" name="Shape 68"/>
          <p:cNvSpPr/>
          <p:nvPr/>
        </p:nvSpPr>
        <p:spPr>
          <a:xfrm>
            <a:off x="4023360" y="3383280"/>
            <a:ext cx="502920" cy="91"/>
          </a:xfrm>
          <a:prstGeom prst="line">
            <a:avLst/>
          </a:prstGeom>
          <a:noFill/>
          <a:ln w="19050">
            <a:solidFill>
              <a:srgbClr val="2A1F3D"/>
            </a:solidFill>
            <a:prstDash val="solid"/>
          </a:ln>
        </p:spPr>
      </p:sp>
      <p:sp>
        <p:nvSpPr>
          <p:cNvPr id="71" name="Shape 69"/>
          <p:cNvSpPr/>
          <p:nvPr/>
        </p:nvSpPr>
        <p:spPr>
          <a:xfrm>
            <a:off x="4023360" y="3383280"/>
            <a:ext cx="91" cy="226314"/>
          </a:xfrm>
          <a:prstGeom prst="line">
            <a:avLst/>
          </a:prstGeom>
          <a:noFill/>
          <a:ln w="19050">
            <a:solidFill>
              <a:srgbClr val="2A1F3D"/>
            </a:solidFill>
            <a:prstDash val="dash"/>
          </a:ln>
        </p:spPr>
      </p:sp>
      <p:sp>
        <p:nvSpPr>
          <p:cNvPr id="72" name="Shape 70"/>
          <p:cNvSpPr/>
          <p:nvPr/>
        </p:nvSpPr>
        <p:spPr>
          <a:xfrm>
            <a:off x="4526280" y="3383280"/>
            <a:ext cx="502920" cy="91"/>
          </a:xfrm>
          <a:prstGeom prst="line">
            <a:avLst/>
          </a:prstGeom>
          <a:noFill/>
          <a:ln w="19050">
            <a:solidFill>
              <a:srgbClr val="2A1F3D"/>
            </a:solidFill>
            <a:prstDash val="solid"/>
          </a:ln>
        </p:spPr>
      </p:sp>
      <p:sp>
        <p:nvSpPr>
          <p:cNvPr id="73" name="Shape 71"/>
          <p:cNvSpPr/>
          <p:nvPr/>
        </p:nvSpPr>
        <p:spPr>
          <a:xfrm>
            <a:off x="4526280" y="3383280"/>
            <a:ext cx="91" cy="226314"/>
          </a:xfrm>
          <a:prstGeom prst="line">
            <a:avLst/>
          </a:prstGeom>
          <a:noFill/>
          <a:ln w="19050">
            <a:solidFill>
              <a:srgbClr val="2A1F3D"/>
            </a:solidFill>
            <a:prstDash val="dash"/>
          </a:ln>
        </p:spPr>
      </p:sp>
      <p:sp>
        <p:nvSpPr>
          <p:cNvPr id="74" name="Shape 72"/>
          <p:cNvSpPr/>
          <p:nvPr/>
        </p:nvSpPr>
        <p:spPr>
          <a:xfrm>
            <a:off x="5029200" y="3383280"/>
            <a:ext cx="226314" cy="91"/>
          </a:xfrm>
          <a:prstGeom prst="line">
            <a:avLst/>
          </a:prstGeom>
          <a:noFill/>
          <a:ln w="19050">
            <a:solidFill>
              <a:srgbClr val="2A1F3D"/>
            </a:solidFill>
            <a:prstDash val="dash"/>
          </a:ln>
        </p:spPr>
      </p:sp>
      <p:sp>
        <p:nvSpPr>
          <p:cNvPr id="75" name="Shape 73"/>
          <p:cNvSpPr/>
          <p:nvPr/>
        </p:nvSpPr>
        <p:spPr>
          <a:xfrm>
            <a:off x="5029200" y="3383280"/>
            <a:ext cx="91" cy="226314"/>
          </a:xfrm>
          <a:prstGeom prst="line">
            <a:avLst/>
          </a:prstGeom>
          <a:noFill/>
          <a:ln w="19050">
            <a:solidFill>
              <a:srgbClr val="2A1F3D"/>
            </a:solidFill>
            <a:prstDash val="dash"/>
          </a:ln>
        </p:spPr>
      </p:sp>
      <p:sp>
        <p:nvSpPr>
          <p:cNvPr id="76" name="Shape 74"/>
          <p:cNvSpPr/>
          <p:nvPr/>
        </p:nvSpPr>
        <p:spPr>
          <a:xfrm>
            <a:off x="3706520" y="1809140"/>
            <a:ext cx="130759" cy="130759"/>
          </a:xfrm>
          <a:prstGeom prst="ellipse">
            <a:avLst/>
          </a:prstGeom>
          <a:solidFill>
            <a:srgbClr val="D9534F"/>
          </a:solidFill>
          <a:ln w="12700">
            <a:solidFill>
              <a:srgbClr val="8E2A27"/>
            </a:solidFill>
            <a:prstDash val="solid"/>
          </a:ln>
        </p:spPr>
      </p:sp>
      <p:sp>
        <p:nvSpPr>
          <p:cNvPr id="77" name="Shape 75"/>
          <p:cNvSpPr/>
          <p:nvPr/>
        </p:nvSpPr>
        <p:spPr>
          <a:xfrm>
            <a:off x="3455060" y="2060600"/>
            <a:ext cx="130759" cy="130759"/>
          </a:xfrm>
          <a:prstGeom prst="ellipse">
            <a:avLst/>
          </a:prstGeom>
          <a:solidFill>
            <a:srgbClr val="D9534F"/>
          </a:solidFill>
          <a:ln w="12700">
            <a:solidFill>
              <a:srgbClr val="8E2A27"/>
            </a:solidFill>
            <a:prstDash val="solid"/>
          </a:ln>
        </p:spPr>
      </p:sp>
      <p:sp>
        <p:nvSpPr>
          <p:cNvPr id="78" name="Shape 76"/>
          <p:cNvSpPr/>
          <p:nvPr/>
        </p:nvSpPr>
        <p:spPr>
          <a:xfrm>
            <a:off x="4209440" y="1809140"/>
            <a:ext cx="130759" cy="130759"/>
          </a:xfrm>
          <a:prstGeom prst="ellipse">
            <a:avLst/>
          </a:prstGeom>
          <a:solidFill>
            <a:srgbClr val="D9534F"/>
          </a:solidFill>
          <a:ln w="12700">
            <a:solidFill>
              <a:srgbClr val="8E2A27"/>
            </a:solidFill>
            <a:prstDash val="solid"/>
          </a:ln>
        </p:spPr>
      </p:sp>
      <p:sp>
        <p:nvSpPr>
          <p:cNvPr id="79" name="Shape 77"/>
          <p:cNvSpPr/>
          <p:nvPr/>
        </p:nvSpPr>
        <p:spPr>
          <a:xfrm>
            <a:off x="3957980" y="2060600"/>
            <a:ext cx="130759" cy="130759"/>
          </a:xfrm>
          <a:prstGeom prst="ellipse">
            <a:avLst/>
          </a:prstGeom>
          <a:solidFill>
            <a:srgbClr val="D9534F"/>
          </a:solidFill>
          <a:ln w="12700">
            <a:solidFill>
              <a:srgbClr val="8E2A27"/>
            </a:solidFill>
            <a:prstDash val="solid"/>
          </a:ln>
        </p:spPr>
      </p:sp>
      <p:sp>
        <p:nvSpPr>
          <p:cNvPr id="80" name="Shape 78"/>
          <p:cNvSpPr/>
          <p:nvPr/>
        </p:nvSpPr>
        <p:spPr>
          <a:xfrm>
            <a:off x="4712360" y="1809140"/>
            <a:ext cx="130759" cy="130759"/>
          </a:xfrm>
          <a:prstGeom prst="ellipse">
            <a:avLst/>
          </a:prstGeom>
          <a:solidFill>
            <a:srgbClr val="D9534F"/>
          </a:solidFill>
          <a:ln w="12700">
            <a:solidFill>
              <a:srgbClr val="8E2A27"/>
            </a:solidFill>
            <a:prstDash val="solid"/>
          </a:ln>
        </p:spPr>
      </p:sp>
      <p:sp>
        <p:nvSpPr>
          <p:cNvPr id="81" name="Shape 79"/>
          <p:cNvSpPr/>
          <p:nvPr/>
        </p:nvSpPr>
        <p:spPr>
          <a:xfrm>
            <a:off x="4460900" y="2060600"/>
            <a:ext cx="130759" cy="130759"/>
          </a:xfrm>
          <a:prstGeom prst="ellipse">
            <a:avLst/>
          </a:prstGeom>
          <a:solidFill>
            <a:srgbClr val="D9534F"/>
          </a:solidFill>
          <a:ln w="12700">
            <a:solidFill>
              <a:srgbClr val="8E2A27"/>
            </a:solidFill>
            <a:prstDash val="solid"/>
          </a:ln>
        </p:spPr>
      </p:sp>
      <p:sp>
        <p:nvSpPr>
          <p:cNvPr id="82" name="Shape 80"/>
          <p:cNvSpPr/>
          <p:nvPr/>
        </p:nvSpPr>
        <p:spPr>
          <a:xfrm>
            <a:off x="5215280" y="1809140"/>
            <a:ext cx="130759" cy="130759"/>
          </a:xfrm>
          <a:prstGeom prst="ellipse">
            <a:avLst/>
          </a:prstGeom>
          <a:solidFill>
            <a:srgbClr val="D9534F"/>
          </a:solidFill>
          <a:ln w="12700">
            <a:solidFill>
              <a:srgbClr val="8E2A27"/>
            </a:solidFill>
            <a:prstDash val="solid"/>
          </a:ln>
        </p:spPr>
      </p:sp>
      <p:sp>
        <p:nvSpPr>
          <p:cNvPr id="83" name="Shape 81"/>
          <p:cNvSpPr/>
          <p:nvPr/>
        </p:nvSpPr>
        <p:spPr>
          <a:xfrm>
            <a:off x="4963820" y="2060600"/>
            <a:ext cx="130759" cy="130759"/>
          </a:xfrm>
          <a:prstGeom prst="ellipse">
            <a:avLst/>
          </a:prstGeom>
          <a:solidFill>
            <a:srgbClr val="D9534F"/>
          </a:solidFill>
          <a:ln w="12700">
            <a:solidFill>
              <a:srgbClr val="8E2A27"/>
            </a:solidFill>
            <a:prstDash val="solid"/>
          </a:ln>
        </p:spPr>
      </p:sp>
      <p:sp>
        <p:nvSpPr>
          <p:cNvPr id="84" name="Shape 82"/>
          <p:cNvSpPr/>
          <p:nvPr/>
        </p:nvSpPr>
        <p:spPr>
          <a:xfrm>
            <a:off x="3706520" y="2312060"/>
            <a:ext cx="130759" cy="130759"/>
          </a:xfrm>
          <a:prstGeom prst="ellipse">
            <a:avLst/>
          </a:prstGeom>
          <a:solidFill>
            <a:srgbClr val="D9534F"/>
          </a:solidFill>
          <a:ln w="12700">
            <a:solidFill>
              <a:srgbClr val="8E2A27"/>
            </a:solidFill>
            <a:prstDash val="solid"/>
          </a:ln>
        </p:spPr>
      </p:sp>
      <p:sp>
        <p:nvSpPr>
          <p:cNvPr id="85" name="Shape 83"/>
          <p:cNvSpPr/>
          <p:nvPr/>
        </p:nvSpPr>
        <p:spPr>
          <a:xfrm>
            <a:off x="3455060" y="2563520"/>
            <a:ext cx="130759" cy="130759"/>
          </a:xfrm>
          <a:prstGeom prst="ellipse">
            <a:avLst/>
          </a:prstGeom>
          <a:solidFill>
            <a:srgbClr val="D9534F"/>
          </a:solidFill>
          <a:ln w="12700">
            <a:solidFill>
              <a:srgbClr val="8E2A27"/>
            </a:solidFill>
            <a:prstDash val="solid"/>
          </a:ln>
        </p:spPr>
      </p:sp>
      <p:sp>
        <p:nvSpPr>
          <p:cNvPr id="86" name="Shape 84"/>
          <p:cNvSpPr/>
          <p:nvPr/>
        </p:nvSpPr>
        <p:spPr>
          <a:xfrm>
            <a:off x="4209440" y="2312060"/>
            <a:ext cx="130759" cy="130759"/>
          </a:xfrm>
          <a:prstGeom prst="ellipse">
            <a:avLst/>
          </a:prstGeom>
          <a:solidFill>
            <a:srgbClr val="D9534F"/>
          </a:solidFill>
          <a:ln w="12700">
            <a:solidFill>
              <a:srgbClr val="8E2A27"/>
            </a:solidFill>
            <a:prstDash val="solid"/>
          </a:ln>
        </p:spPr>
      </p:sp>
      <p:sp>
        <p:nvSpPr>
          <p:cNvPr id="87" name="Shape 85"/>
          <p:cNvSpPr/>
          <p:nvPr/>
        </p:nvSpPr>
        <p:spPr>
          <a:xfrm>
            <a:off x="3957980" y="2563520"/>
            <a:ext cx="130759" cy="130759"/>
          </a:xfrm>
          <a:prstGeom prst="ellipse">
            <a:avLst/>
          </a:prstGeom>
          <a:solidFill>
            <a:srgbClr val="D9534F"/>
          </a:solidFill>
          <a:ln w="12700">
            <a:solidFill>
              <a:srgbClr val="8E2A27"/>
            </a:solidFill>
            <a:prstDash val="solid"/>
          </a:ln>
        </p:spPr>
      </p:sp>
      <p:sp>
        <p:nvSpPr>
          <p:cNvPr id="88" name="Shape 86"/>
          <p:cNvSpPr/>
          <p:nvPr/>
        </p:nvSpPr>
        <p:spPr>
          <a:xfrm>
            <a:off x="4712360" y="2312060"/>
            <a:ext cx="130759" cy="130759"/>
          </a:xfrm>
          <a:prstGeom prst="ellipse">
            <a:avLst/>
          </a:prstGeom>
          <a:solidFill>
            <a:srgbClr val="D9534F"/>
          </a:solidFill>
          <a:ln w="12700">
            <a:solidFill>
              <a:srgbClr val="8E2A27"/>
            </a:solidFill>
            <a:prstDash val="solid"/>
          </a:ln>
        </p:spPr>
      </p:sp>
      <p:sp>
        <p:nvSpPr>
          <p:cNvPr id="89" name="Shape 87"/>
          <p:cNvSpPr/>
          <p:nvPr/>
        </p:nvSpPr>
        <p:spPr>
          <a:xfrm>
            <a:off x="4460900" y="2563520"/>
            <a:ext cx="130759" cy="130759"/>
          </a:xfrm>
          <a:prstGeom prst="ellipse">
            <a:avLst/>
          </a:prstGeom>
          <a:solidFill>
            <a:srgbClr val="D9534F"/>
          </a:solidFill>
          <a:ln w="12700">
            <a:solidFill>
              <a:srgbClr val="8E2A27"/>
            </a:solidFill>
            <a:prstDash val="solid"/>
          </a:ln>
        </p:spPr>
      </p:sp>
      <p:sp>
        <p:nvSpPr>
          <p:cNvPr id="90" name="Shape 88"/>
          <p:cNvSpPr/>
          <p:nvPr/>
        </p:nvSpPr>
        <p:spPr>
          <a:xfrm>
            <a:off x="5215280" y="2312060"/>
            <a:ext cx="130759" cy="130759"/>
          </a:xfrm>
          <a:prstGeom prst="ellipse">
            <a:avLst/>
          </a:prstGeom>
          <a:solidFill>
            <a:srgbClr val="D9534F"/>
          </a:solidFill>
          <a:ln w="12700">
            <a:solidFill>
              <a:srgbClr val="8E2A27"/>
            </a:solidFill>
            <a:prstDash val="solid"/>
          </a:ln>
        </p:spPr>
      </p:sp>
      <p:sp>
        <p:nvSpPr>
          <p:cNvPr id="91" name="Shape 89"/>
          <p:cNvSpPr/>
          <p:nvPr/>
        </p:nvSpPr>
        <p:spPr>
          <a:xfrm>
            <a:off x="4963820" y="2563520"/>
            <a:ext cx="130759" cy="130759"/>
          </a:xfrm>
          <a:prstGeom prst="ellipse">
            <a:avLst/>
          </a:prstGeom>
          <a:solidFill>
            <a:srgbClr val="D9534F"/>
          </a:solidFill>
          <a:ln w="12700">
            <a:solidFill>
              <a:srgbClr val="8E2A27"/>
            </a:solidFill>
            <a:prstDash val="solid"/>
          </a:ln>
        </p:spPr>
      </p:sp>
      <p:sp>
        <p:nvSpPr>
          <p:cNvPr id="92" name="Shape 90"/>
          <p:cNvSpPr/>
          <p:nvPr/>
        </p:nvSpPr>
        <p:spPr>
          <a:xfrm>
            <a:off x="3706520" y="2814980"/>
            <a:ext cx="130759" cy="130759"/>
          </a:xfrm>
          <a:prstGeom prst="ellipse">
            <a:avLst/>
          </a:prstGeom>
          <a:solidFill>
            <a:srgbClr val="D9534F"/>
          </a:solidFill>
          <a:ln w="12700">
            <a:solidFill>
              <a:srgbClr val="8E2A27"/>
            </a:solidFill>
            <a:prstDash val="solid"/>
          </a:ln>
        </p:spPr>
      </p:sp>
      <p:sp>
        <p:nvSpPr>
          <p:cNvPr id="93" name="Shape 91"/>
          <p:cNvSpPr/>
          <p:nvPr/>
        </p:nvSpPr>
        <p:spPr>
          <a:xfrm>
            <a:off x="3455060" y="3066440"/>
            <a:ext cx="130759" cy="130759"/>
          </a:xfrm>
          <a:prstGeom prst="ellipse">
            <a:avLst/>
          </a:prstGeom>
          <a:solidFill>
            <a:srgbClr val="D9534F"/>
          </a:solidFill>
          <a:ln w="12700">
            <a:solidFill>
              <a:srgbClr val="8E2A27"/>
            </a:solidFill>
            <a:prstDash val="solid"/>
          </a:ln>
        </p:spPr>
      </p:sp>
      <p:sp>
        <p:nvSpPr>
          <p:cNvPr id="94" name="Shape 92"/>
          <p:cNvSpPr/>
          <p:nvPr/>
        </p:nvSpPr>
        <p:spPr>
          <a:xfrm>
            <a:off x="4209440" y="2814980"/>
            <a:ext cx="130759" cy="130759"/>
          </a:xfrm>
          <a:prstGeom prst="ellipse">
            <a:avLst/>
          </a:prstGeom>
          <a:solidFill>
            <a:srgbClr val="D9534F"/>
          </a:solidFill>
          <a:ln w="12700">
            <a:solidFill>
              <a:srgbClr val="8E2A27"/>
            </a:solidFill>
            <a:prstDash val="solid"/>
          </a:ln>
        </p:spPr>
      </p:sp>
      <p:sp>
        <p:nvSpPr>
          <p:cNvPr id="95" name="Shape 93"/>
          <p:cNvSpPr/>
          <p:nvPr/>
        </p:nvSpPr>
        <p:spPr>
          <a:xfrm>
            <a:off x="3957980" y="3066440"/>
            <a:ext cx="130759" cy="130759"/>
          </a:xfrm>
          <a:prstGeom prst="ellipse">
            <a:avLst/>
          </a:prstGeom>
          <a:solidFill>
            <a:srgbClr val="D9534F"/>
          </a:solidFill>
          <a:ln w="12700">
            <a:solidFill>
              <a:srgbClr val="8E2A27"/>
            </a:solidFill>
            <a:prstDash val="solid"/>
          </a:ln>
        </p:spPr>
      </p:sp>
      <p:sp>
        <p:nvSpPr>
          <p:cNvPr id="96" name="Shape 94"/>
          <p:cNvSpPr/>
          <p:nvPr/>
        </p:nvSpPr>
        <p:spPr>
          <a:xfrm>
            <a:off x="4712360" y="2814980"/>
            <a:ext cx="130759" cy="130759"/>
          </a:xfrm>
          <a:prstGeom prst="ellipse">
            <a:avLst/>
          </a:prstGeom>
          <a:solidFill>
            <a:srgbClr val="D9534F"/>
          </a:solidFill>
          <a:ln w="12700">
            <a:solidFill>
              <a:srgbClr val="8E2A27"/>
            </a:solidFill>
            <a:prstDash val="solid"/>
          </a:ln>
        </p:spPr>
      </p:sp>
      <p:sp>
        <p:nvSpPr>
          <p:cNvPr id="97" name="Shape 95"/>
          <p:cNvSpPr/>
          <p:nvPr/>
        </p:nvSpPr>
        <p:spPr>
          <a:xfrm>
            <a:off x="4460900" y="3066440"/>
            <a:ext cx="130759" cy="130759"/>
          </a:xfrm>
          <a:prstGeom prst="ellipse">
            <a:avLst/>
          </a:prstGeom>
          <a:solidFill>
            <a:srgbClr val="D9534F"/>
          </a:solidFill>
          <a:ln w="12700">
            <a:solidFill>
              <a:srgbClr val="8E2A27"/>
            </a:solidFill>
            <a:prstDash val="solid"/>
          </a:ln>
        </p:spPr>
      </p:sp>
      <p:sp>
        <p:nvSpPr>
          <p:cNvPr id="98" name="Shape 96"/>
          <p:cNvSpPr/>
          <p:nvPr/>
        </p:nvSpPr>
        <p:spPr>
          <a:xfrm>
            <a:off x="5215280" y="2814980"/>
            <a:ext cx="130759" cy="130759"/>
          </a:xfrm>
          <a:prstGeom prst="ellipse">
            <a:avLst/>
          </a:prstGeom>
          <a:solidFill>
            <a:srgbClr val="D9534F"/>
          </a:solidFill>
          <a:ln w="12700">
            <a:solidFill>
              <a:srgbClr val="8E2A27"/>
            </a:solidFill>
            <a:prstDash val="solid"/>
          </a:ln>
        </p:spPr>
      </p:sp>
      <p:sp>
        <p:nvSpPr>
          <p:cNvPr id="99" name="Shape 97"/>
          <p:cNvSpPr/>
          <p:nvPr/>
        </p:nvSpPr>
        <p:spPr>
          <a:xfrm>
            <a:off x="4963820" y="3066440"/>
            <a:ext cx="130759" cy="130759"/>
          </a:xfrm>
          <a:prstGeom prst="ellipse">
            <a:avLst/>
          </a:prstGeom>
          <a:solidFill>
            <a:srgbClr val="D9534F"/>
          </a:solidFill>
          <a:ln w="12700">
            <a:solidFill>
              <a:srgbClr val="8E2A27"/>
            </a:solidFill>
            <a:prstDash val="solid"/>
          </a:ln>
        </p:spPr>
      </p:sp>
      <p:sp>
        <p:nvSpPr>
          <p:cNvPr id="100" name="Shape 98"/>
          <p:cNvSpPr/>
          <p:nvPr/>
        </p:nvSpPr>
        <p:spPr>
          <a:xfrm>
            <a:off x="3706520" y="3317900"/>
            <a:ext cx="130759" cy="130759"/>
          </a:xfrm>
          <a:prstGeom prst="ellipse">
            <a:avLst/>
          </a:prstGeom>
          <a:solidFill>
            <a:srgbClr val="D9534F"/>
          </a:solidFill>
          <a:ln w="12700">
            <a:solidFill>
              <a:srgbClr val="8E2A27"/>
            </a:solidFill>
            <a:prstDash val="solid"/>
          </a:ln>
        </p:spPr>
      </p:sp>
      <p:sp>
        <p:nvSpPr>
          <p:cNvPr id="101" name="Shape 99"/>
          <p:cNvSpPr/>
          <p:nvPr/>
        </p:nvSpPr>
        <p:spPr>
          <a:xfrm>
            <a:off x="3455060" y="3569360"/>
            <a:ext cx="130759" cy="130759"/>
          </a:xfrm>
          <a:prstGeom prst="ellipse">
            <a:avLst/>
          </a:prstGeom>
          <a:solidFill>
            <a:srgbClr val="D9534F"/>
          </a:solidFill>
          <a:ln w="12700">
            <a:solidFill>
              <a:srgbClr val="8E2A27"/>
            </a:solidFill>
            <a:prstDash val="solid"/>
          </a:ln>
        </p:spPr>
      </p:sp>
      <p:sp>
        <p:nvSpPr>
          <p:cNvPr id="102" name="Shape 100"/>
          <p:cNvSpPr/>
          <p:nvPr/>
        </p:nvSpPr>
        <p:spPr>
          <a:xfrm>
            <a:off x="4209440" y="3317900"/>
            <a:ext cx="130759" cy="130759"/>
          </a:xfrm>
          <a:prstGeom prst="ellipse">
            <a:avLst/>
          </a:prstGeom>
          <a:solidFill>
            <a:srgbClr val="D9534F"/>
          </a:solidFill>
          <a:ln w="12700">
            <a:solidFill>
              <a:srgbClr val="8E2A27"/>
            </a:solidFill>
            <a:prstDash val="solid"/>
          </a:ln>
        </p:spPr>
      </p:sp>
      <p:sp>
        <p:nvSpPr>
          <p:cNvPr id="103" name="Shape 101"/>
          <p:cNvSpPr/>
          <p:nvPr/>
        </p:nvSpPr>
        <p:spPr>
          <a:xfrm>
            <a:off x="3957980" y="3569360"/>
            <a:ext cx="130759" cy="130759"/>
          </a:xfrm>
          <a:prstGeom prst="ellipse">
            <a:avLst/>
          </a:prstGeom>
          <a:solidFill>
            <a:srgbClr val="D9534F"/>
          </a:solidFill>
          <a:ln w="12700">
            <a:solidFill>
              <a:srgbClr val="8E2A27"/>
            </a:solidFill>
            <a:prstDash val="solid"/>
          </a:ln>
        </p:spPr>
      </p:sp>
      <p:sp>
        <p:nvSpPr>
          <p:cNvPr id="104" name="Shape 102"/>
          <p:cNvSpPr/>
          <p:nvPr/>
        </p:nvSpPr>
        <p:spPr>
          <a:xfrm>
            <a:off x="4712360" y="3317900"/>
            <a:ext cx="130759" cy="130759"/>
          </a:xfrm>
          <a:prstGeom prst="ellipse">
            <a:avLst/>
          </a:prstGeom>
          <a:solidFill>
            <a:srgbClr val="D9534F"/>
          </a:solidFill>
          <a:ln w="12700">
            <a:solidFill>
              <a:srgbClr val="8E2A27"/>
            </a:solidFill>
            <a:prstDash val="solid"/>
          </a:ln>
        </p:spPr>
      </p:sp>
      <p:sp>
        <p:nvSpPr>
          <p:cNvPr id="105" name="Shape 103"/>
          <p:cNvSpPr/>
          <p:nvPr/>
        </p:nvSpPr>
        <p:spPr>
          <a:xfrm>
            <a:off x="4460900" y="3569360"/>
            <a:ext cx="130759" cy="130759"/>
          </a:xfrm>
          <a:prstGeom prst="ellipse">
            <a:avLst/>
          </a:prstGeom>
          <a:solidFill>
            <a:srgbClr val="D9534F"/>
          </a:solidFill>
          <a:ln w="12700">
            <a:solidFill>
              <a:srgbClr val="8E2A27"/>
            </a:solidFill>
            <a:prstDash val="solid"/>
          </a:ln>
        </p:spPr>
      </p:sp>
      <p:sp>
        <p:nvSpPr>
          <p:cNvPr id="106" name="Shape 104"/>
          <p:cNvSpPr/>
          <p:nvPr/>
        </p:nvSpPr>
        <p:spPr>
          <a:xfrm>
            <a:off x="5215280" y="3317900"/>
            <a:ext cx="130759" cy="130759"/>
          </a:xfrm>
          <a:prstGeom prst="ellipse">
            <a:avLst/>
          </a:prstGeom>
          <a:solidFill>
            <a:srgbClr val="D9534F"/>
          </a:solidFill>
          <a:ln w="12700">
            <a:solidFill>
              <a:srgbClr val="8E2A27"/>
            </a:solidFill>
            <a:prstDash val="solid"/>
          </a:ln>
        </p:spPr>
      </p:sp>
      <p:sp>
        <p:nvSpPr>
          <p:cNvPr id="107" name="Shape 105"/>
          <p:cNvSpPr/>
          <p:nvPr/>
        </p:nvSpPr>
        <p:spPr>
          <a:xfrm>
            <a:off x="4963820" y="3569360"/>
            <a:ext cx="130759" cy="130759"/>
          </a:xfrm>
          <a:prstGeom prst="ellipse">
            <a:avLst/>
          </a:prstGeom>
          <a:solidFill>
            <a:srgbClr val="D9534F"/>
          </a:solidFill>
          <a:ln w="12700">
            <a:solidFill>
              <a:srgbClr val="8E2A27"/>
            </a:solidFill>
            <a:prstDash val="solid"/>
          </a:ln>
        </p:spPr>
      </p:sp>
      <p:sp>
        <p:nvSpPr>
          <p:cNvPr id="108" name="Shape 106"/>
          <p:cNvSpPr/>
          <p:nvPr/>
        </p:nvSpPr>
        <p:spPr>
          <a:xfrm>
            <a:off x="3419856" y="1773936"/>
            <a:ext cx="201168" cy="201168"/>
          </a:xfrm>
          <a:prstGeom prst="ellipse">
            <a:avLst/>
          </a:prstGeom>
          <a:solidFill>
            <a:srgbClr val="E0A458"/>
          </a:solidFill>
          <a:ln w="12700">
            <a:solidFill>
              <a:srgbClr val="9A6420"/>
            </a:solidFill>
            <a:prstDash val="solid"/>
          </a:ln>
        </p:spPr>
      </p:sp>
      <p:sp>
        <p:nvSpPr>
          <p:cNvPr id="109" name="Text 107"/>
          <p:cNvSpPr/>
          <p:nvPr/>
        </p:nvSpPr>
        <p:spPr>
          <a:xfrm>
            <a:off x="3419856" y="177393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10" name="Shape 108"/>
          <p:cNvSpPr/>
          <p:nvPr/>
        </p:nvSpPr>
        <p:spPr>
          <a:xfrm>
            <a:off x="3922776" y="1773936"/>
            <a:ext cx="201168" cy="201168"/>
          </a:xfrm>
          <a:prstGeom prst="ellipse">
            <a:avLst/>
          </a:prstGeom>
          <a:solidFill>
            <a:srgbClr val="E0A458"/>
          </a:solidFill>
          <a:ln w="12700">
            <a:solidFill>
              <a:srgbClr val="9A6420"/>
            </a:solidFill>
            <a:prstDash val="solid"/>
          </a:ln>
        </p:spPr>
      </p:sp>
      <p:sp>
        <p:nvSpPr>
          <p:cNvPr id="111" name="Text 109"/>
          <p:cNvSpPr/>
          <p:nvPr/>
        </p:nvSpPr>
        <p:spPr>
          <a:xfrm>
            <a:off x="3922776" y="177393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12" name="Shape 110"/>
          <p:cNvSpPr/>
          <p:nvPr/>
        </p:nvSpPr>
        <p:spPr>
          <a:xfrm>
            <a:off x="4425696" y="1773936"/>
            <a:ext cx="201168" cy="201168"/>
          </a:xfrm>
          <a:prstGeom prst="ellipse">
            <a:avLst/>
          </a:prstGeom>
          <a:solidFill>
            <a:srgbClr val="E0A458"/>
          </a:solidFill>
          <a:ln w="12700">
            <a:solidFill>
              <a:srgbClr val="9A6420"/>
            </a:solidFill>
            <a:prstDash val="solid"/>
          </a:ln>
        </p:spPr>
      </p:sp>
      <p:sp>
        <p:nvSpPr>
          <p:cNvPr id="113" name="Text 111"/>
          <p:cNvSpPr/>
          <p:nvPr/>
        </p:nvSpPr>
        <p:spPr>
          <a:xfrm>
            <a:off x="4425696" y="177393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14" name="Shape 112"/>
          <p:cNvSpPr/>
          <p:nvPr/>
        </p:nvSpPr>
        <p:spPr>
          <a:xfrm>
            <a:off x="4928616" y="1773936"/>
            <a:ext cx="201168" cy="201168"/>
          </a:xfrm>
          <a:prstGeom prst="ellipse">
            <a:avLst/>
          </a:prstGeom>
          <a:solidFill>
            <a:srgbClr val="E0A458"/>
          </a:solidFill>
          <a:ln w="12700">
            <a:solidFill>
              <a:srgbClr val="9A6420"/>
            </a:solidFill>
            <a:prstDash val="solid"/>
          </a:ln>
        </p:spPr>
      </p:sp>
      <p:sp>
        <p:nvSpPr>
          <p:cNvPr id="115" name="Text 113"/>
          <p:cNvSpPr/>
          <p:nvPr/>
        </p:nvSpPr>
        <p:spPr>
          <a:xfrm>
            <a:off x="4928616" y="177393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16" name="Shape 114"/>
          <p:cNvSpPr/>
          <p:nvPr/>
        </p:nvSpPr>
        <p:spPr>
          <a:xfrm>
            <a:off x="3419856" y="2276856"/>
            <a:ext cx="201168" cy="201168"/>
          </a:xfrm>
          <a:prstGeom prst="ellipse">
            <a:avLst/>
          </a:prstGeom>
          <a:solidFill>
            <a:srgbClr val="E0A458"/>
          </a:solidFill>
          <a:ln w="12700">
            <a:solidFill>
              <a:srgbClr val="9A6420"/>
            </a:solidFill>
            <a:prstDash val="solid"/>
          </a:ln>
        </p:spPr>
      </p:sp>
      <p:sp>
        <p:nvSpPr>
          <p:cNvPr id="117" name="Text 115"/>
          <p:cNvSpPr/>
          <p:nvPr/>
        </p:nvSpPr>
        <p:spPr>
          <a:xfrm>
            <a:off x="3419856" y="227685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18" name="Shape 116"/>
          <p:cNvSpPr/>
          <p:nvPr/>
        </p:nvSpPr>
        <p:spPr>
          <a:xfrm>
            <a:off x="3922776" y="2276856"/>
            <a:ext cx="201168" cy="201168"/>
          </a:xfrm>
          <a:prstGeom prst="ellipse">
            <a:avLst/>
          </a:prstGeom>
          <a:solidFill>
            <a:srgbClr val="E0A458"/>
          </a:solidFill>
          <a:ln w="12700">
            <a:solidFill>
              <a:srgbClr val="9A6420"/>
            </a:solidFill>
            <a:prstDash val="solid"/>
          </a:ln>
        </p:spPr>
      </p:sp>
      <p:sp>
        <p:nvSpPr>
          <p:cNvPr id="119" name="Text 117"/>
          <p:cNvSpPr/>
          <p:nvPr/>
        </p:nvSpPr>
        <p:spPr>
          <a:xfrm>
            <a:off x="3922776" y="227685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20" name="Shape 118"/>
          <p:cNvSpPr/>
          <p:nvPr/>
        </p:nvSpPr>
        <p:spPr>
          <a:xfrm>
            <a:off x="4425696" y="2276856"/>
            <a:ext cx="201168" cy="201168"/>
          </a:xfrm>
          <a:prstGeom prst="ellipse">
            <a:avLst/>
          </a:prstGeom>
          <a:solidFill>
            <a:srgbClr val="E0A458"/>
          </a:solidFill>
          <a:ln w="12700">
            <a:solidFill>
              <a:srgbClr val="9A6420"/>
            </a:solidFill>
            <a:prstDash val="solid"/>
          </a:ln>
        </p:spPr>
      </p:sp>
      <p:sp>
        <p:nvSpPr>
          <p:cNvPr id="121" name="Text 119"/>
          <p:cNvSpPr/>
          <p:nvPr/>
        </p:nvSpPr>
        <p:spPr>
          <a:xfrm>
            <a:off x="4425696" y="227685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22" name="Shape 120"/>
          <p:cNvSpPr/>
          <p:nvPr/>
        </p:nvSpPr>
        <p:spPr>
          <a:xfrm>
            <a:off x="4928616" y="2276856"/>
            <a:ext cx="201168" cy="201168"/>
          </a:xfrm>
          <a:prstGeom prst="ellipse">
            <a:avLst/>
          </a:prstGeom>
          <a:solidFill>
            <a:srgbClr val="E0A458"/>
          </a:solidFill>
          <a:ln w="12700">
            <a:solidFill>
              <a:srgbClr val="9A6420"/>
            </a:solidFill>
            <a:prstDash val="solid"/>
          </a:ln>
        </p:spPr>
      </p:sp>
      <p:sp>
        <p:nvSpPr>
          <p:cNvPr id="123" name="Text 121"/>
          <p:cNvSpPr/>
          <p:nvPr/>
        </p:nvSpPr>
        <p:spPr>
          <a:xfrm>
            <a:off x="4928616" y="227685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24" name="Shape 122"/>
          <p:cNvSpPr/>
          <p:nvPr/>
        </p:nvSpPr>
        <p:spPr>
          <a:xfrm>
            <a:off x="3419856" y="2779776"/>
            <a:ext cx="201168" cy="201168"/>
          </a:xfrm>
          <a:prstGeom prst="ellipse">
            <a:avLst/>
          </a:prstGeom>
          <a:solidFill>
            <a:srgbClr val="E0A458"/>
          </a:solidFill>
          <a:ln w="12700">
            <a:solidFill>
              <a:srgbClr val="9A6420"/>
            </a:solidFill>
            <a:prstDash val="solid"/>
          </a:ln>
        </p:spPr>
      </p:sp>
      <p:sp>
        <p:nvSpPr>
          <p:cNvPr id="125" name="Text 123"/>
          <p:cNvSpPr/>
          <p:nvPr/>
        </p:nvSpPr>
        <p:spPr>
          <a:xfrm>
            <a:off x="3419856" y="277977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26" name="Shape 124"/>
          <p:cNvSpPr/>
          <p:nvPr/>
        </p:nvSpPr>
        <p:spPr>
          <a:xfrm>
            <a:off x="3922776" y="2779776"/>
            <a:ext cx="201168" cy="201168"/>
          </a:xfrm>
          <a:prstGeom prst="ellipse">
            <a:avLst/>
          </a:prstGeom>
          <a:solidFill>
            <a:srgbClr val="E0A458"/>
          </a:solidFill>
          <a:ln w="12700">
            <a:solidFill>
              <a:srgbClr val="9A6420"/>
            </a:solidFill>
            <a:prstDash val="solid"/>
          </a:ln>
        </p:spPr>
      </p:sp>
      <p:sp>
        <p:nvSpPr>
          <p:cNvPr id="127" name="Text 125"/>
          <p:cNvSpPr/>
          <p:nvPr/>
        </p:nvSpPr>
        <p:spPr>
          <a:xfrm>
            <a:off x="3922776" y="277977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28" name="Shape 126"/>
          <p:cNvSpPr/>
          <p:nvPr/>
        </p:nvSpPr>
        <p:spPr>
          <a:xfrm>
            <a:off x="4425696" y="2779776"/>
            <a:ext cx="201168" cy="201168"/>
          </a:xfrm>
          <a:prstGeom prst="ellipse">
            <a:avLst/>
          </a:prstGeom>
          <a:solidFill>
            <a:srgbClr val="E0A458"/>
          </a:solidFill>
          <a:ln w="12700">
            <a:solidFill>
              <a:srgbClr val="9A6420"/>
            </a:solidFill>
            <a:prstDash val="solid"/>
          </a:ln>
        </p:spPr>
      </p:sp>
      <p:sp>
        <p:nvSpPr>
          <p:cNvPr id="129" name="Text 127"/>
          <p:cNvSpPr/>
          <p:nvPr/>
        </p:nvSpPr>
        <p:spPr>
          <a:xfrm>
            <a:off x="4425696" y="277977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0" name="Shape 128"/>
          <p:cNvSpPr/>
          <p:nvPr/>
        </p:nvSpPr>
        <p:spPr>
          <a:xfrm>
            <a:off x="4928616" y="2779776"/>
            <a:ext cx="201168" cy="201168"/>
          </a:xfrm>
          <a:prstGeom prst="ellipse">
            <a:avLst/>
          </a:prstGeom>
          <a:solidFill>
            <a:srgbClr val="E0A458"/>
          </a:solidFill>
          <a:ln w="12700">
            <a:solidFill>
              <a:srgbClr val="9A6420"/>
            </a:solidFill>
            <a:prstDash val="solid"/>
          </a:ln>
        </p:spPr>
      </p:sp>
      <p:sp>
        <p:nvSpPr>
          <p:cNvPr id="131" name="Text 129"/>
          <p:cNvSpPr/>
          <p:nvPr/>
        </p:nvSpPr>
        <p:spPr>
          <a:xfrm>
            <a:off x="4928616" y="277977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2" name="Shape 130"/>
          <p:cNvSpPr/>
          <p:nvPr/>
        </p:nvSpPr>
        <p:spPr>
          <a:xfrm>
            <a:off x="3419856" y="3282696"/>
            <a:ext cx="201168" cy="201168"/>
          </a:xfrm>
          <a:prstGeom prst="ellipse">
            <a:avLst/>
          </a:prstGeom>
          <a:solidFill>
            <a:srgbClr val="E0A458"/>
          </a:solidFill>
          <a:ln w="12700">
            <a:solidFill>
              <a:srgbClr val="9A6420"/>
            </a:solidFill>
            <a:prstDash val="solid"/>
          </a:ln>
        </p:spPr>
      </p:sp>
      <p:sp>
        <p:nvSpPr>
          <p:cNvPr id="133" name="Text 131"/>
          <p:cNvSpPr/>
          <p:nvPr/>
        </p:nvSpPr>
        <p:spPr>
          <a:xfrm>
            <a:off x="3419856" y="328269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4" name="Shape 132"/>
          <p:cNvSpPr/>
          <p:nvPr/>
        </p:nvSpPr>
        <p:spPr>
          <a:xfrm>
            <a:off x="3922776" y="3282696"/>
            <a:ext cx="201168" cy="201168"/>
          </a:xfrm>
          <a:prstGeom prst="ellipse">
            <a:avLst/>
          </a:prstGeom>
          <a:solidFill>
            <a:srgbClr val="E0A458"/>
          </a:solidFill>
          <a:ln w="12700">
            <a:solidFill>
              <a:srgbClr val="9A6420"/>
            </a:solidFill>
            <a:prstDash val="solid"/>
          </a:ln>
        </p:spPr>
      </p:sp>
      <p:sp>
        <p:nvSpPr>
          <p:cNvPr id="135" name="Text 133"/>
          <p:cNvSpPr/>
          <p:nvPr/>
        </p:nvSpPr>
        <p:spPr>
          <a:xfrm>
            <a:off x="3922776" y="328269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6" name="Shape 134"/>
          <p:cNvSpPr/>
          <p:nvPr/>
        </p:nvSpPr>
        <p:spPr>
          <a:xfrm>
            <a:off x="4425696" y="3282696"/>
            <a:ext cx="201168" cy="201168"/>
          </a:xfrm>
          <a:prstGeom prst="ellipse">
            <a:avLst/>
          </a:prstGeom>
          <a:solidFill>
            <a:srgbClr val="E0A458"/>
          </a:solidFill>
          <a:ln w="12700">
            <a:solidFill>
              <a:srgbClr val="9A6420"/>
            </a:solidFill>
            <a:prstDash val="solid"/>
          </a:ln>
        </p:spPr>
      </p:sp>
      <p:sp>
        <p:nvSpPr>
          <p:cNvPr id="137" name="Text 135"/>
          <p:cNvSpPr/>
          <p:nvPr/>
        </p:nvSpPr>
        <p:spPr>
          <a:xfrm>
            <a:off x="4425696" y="328269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38" name="Shape 136"/>
          <p:cNvSpPr/>
          <p:nvPr/>
        </p:nvSpPr>
        <p:spPr>
          <a:xfrm>
            <a:off x="4928616" y="3282696"/>
            <a:ext cx="201168" cy="201168"/>
          </a:xfrm>
          <a:prstGeom prst="ellipse">
            <a:avLst/>
          </a:prstGeom>
          <a:solidFill>
            <a:srgbClr val="E0A458"/>
          </a:solidFill>
          <a:ln w="12700">
            <a:solidFill>
              <a:srgbClr val="9A6420"/>
            </a:solidFill>
            <a:prstDash val="solid"/>
          </a:ln>
        </p:spPr>
      </p:sp>
      <p:sp>
        <p:nvSpPr>
          <p:cNvPr id="139" name="Text 137"/>
          <p:cNvSpPr/>
          <p:nvPr/>
        </p:nvSpPr>
        <p:spPr>
          <a:xfrm>
            <a:off x="4928616" y="3282696"/>
            <a:ext cx="201168" cy="20116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Si</a:t>
            </a:r>
            <a:endParaRPr lang="en-US" sz="1000" dirty="0"/>
          </a:p>
        </p:txBody>
      </p:sp>
      <p:sp>
        <p:nvSpPr>
          <p:cNvPr id="140" name="Text 138"/>
          <p:cNvSpPr/>
          <p:nvPr/>
        </p:nvSpPr>
        <p:spPr>
          <a:xfrm>
            <a:off x="3200400" y="1280160"/>
            <a:ext cx="2697480" cy="256032"/>
          </a:xfrm>
          <a:prstGeom prst="rect">
            <a:avLst/>
          </a:prstGeom>
          <a:noFill/>
          <a:ln/>
        </p:spPr>
        <p:txBody>
          <a:bodyPr wrap="square" lIns="0" tIns="0" rIns="0" bIns="0" rtlCol="0" anchor="ctr"/>
          <a:lstStyle/>
          <a:p>
            <a:pPr algn="ctr" indent="0" marL="0">
              <a:buNone/>
            </a:pPr>
            <a:r>
              <a:rPr lang="en-US" sz="1150" b="1" dirty="0">
                <a:solidFill>
                  <a:srgbClr val="262B3A"/>
                </a:solidFill>
                <a:latin typeface="Calibri" pitchFamily="34" charset="0"/>
                <a:ea typeface="Calibri" pitchFamily="34" charset="-122"/>
                <a:cs typeface="Calibri" pitchFamily="34" charset="-120"/>
              </a:rPr>
              <a:t>Silicon dioxide</a:t>
            </a:r>
            <a:r>
              <a:rPr lang="en-US" sz="1150" dirty="0">
                <a:solidFill>
                  <a:srgbClr val="262B3A"/>
                </a:solidFill>
                <a:latin typeface="Calibri" pitchFamily="34" charset="0"/>
                <a:ea typeface="Calibri" pitchFamily="34" charset="-122"/>
                <a:cs typeface="Calibri" pitchFamily="34" charset="-120"/>
              </a:rPr>
              <a:t> (sand, quartz)</a:t>
            </a:r>
            <a:endParaRPr lang="en-US" sz="1150" dirty="0"/>
          </a:p>
        </p:txBody>
      </p:sp>
      <p:sp>
        <p:nvSpPr>
          <p:cNvPr id="141" name="Text 139"/>
          <p:cNvSpPr/>
          <p:nvPr/>
        </p:nvSpPr>
        <p:spPr>
          <a:xfrm>
            <a:off x="3200400" y="3977640"/>
            <a:ext cx="2697480" cy="411480"/>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each Si: </a:t>
            </a:r>
            <a:r>
              <a:rPr lang="en-US" sz="1000" b="1" dirty="0">
                <a:solidFill>
                  <a:srgbClr val="262B3A"/>
                </a:solidFill>
                <a:latin typeface="Calibri" pitchFamily="34" charset="0"/>
                <a:ea typeface="Calibri" pitchFamily="34" charset="-122"/>
                <a:cs typeface="Calibri" pitchFamily="34" charset="-120"/>
              </a:rPr>
              <a:t>4</a:t>
            </a:r>
            <a:r>
              <a:rPr lang="en-US" sz="1000" dirty="0">
                <a:solidFill>
                  <a:srgbClr val="262B3A"/>
                </a:solidFill>
                <a:latin typeface="Calibri" pitchFamily="34" charset="0"/>
                <a:ea typeface="Calibri" pitchFamily="34" charset="-122"/>
                <a:cs typeface="Calibri" pitchFamily="34" charset="-120"/>
              </a:rPr>
              <a:t> O; each O: </a:t>
            </a:r>
            <a:r>
              <a:rPr lang="en-US" sz="1000" b="1" dirty="0">
                <a:solidFill>
                  <a:srgbClr val="262B3A"/>
                </a:solidFill>
                <a:latin typeface="Calibri" pitchFamily="34" charset="0"/>
                <a:ea typeface="Calibri" pitchFamily="34" charset="-122"/>
                <a:cs typeface="Calibri" pitchFamily="34" charset="-120"/>
              </a:rPr>
              <a:t>2</a:t>
            </a:r>
            <a:r>
              <a:rPr lang="en-US" sz="1000" dirty="0">
                <a:solidFill>
                  <a:srgbClr val="262B3A"/>
                </a:solidFill>
                <a:latin typeface="Calibri" pitchFamily="34" charset="0"/>
                <a:ea typeface="Calibri" pitchFamily="34" charset="-122"/>
                <a:cs typeface="Calibri" pitchFamily="34" charset="-120"/>
              </a:rPr>
              <a:t> Si</a:t>
            </a:r>
            <a:endParaRPr lang="en-US" sz="1000" dirty="0"/>
          </a:p>
        </p:txBody>
      </p:sp>
      <p:sp>
        <p:nvSpPr>
          <p:cNvPr id="142" name="Text 140"/>
          <p:cNvSpPr/>
          <p:nvPr/>
        </p:nvSpPr>
        <p:spPr>
          <a:xfrm>
            <a:off x="594360" y="4526280"/>
            <a:ext cx="521208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No separate molecules: the whole crystal is </a:t>
            </a:r>
            <a:r>
              <a:rPr lang="en-US" sz="1050" b="1" dirty="0">
                <a:solidFill>
                  <a:srgbClr val="262B3A"/>
                </a:solidFill>
                <a:latin typeface="Calibri" pitchFamily="34" charset="0"/>
                <a:ea typeface="Calibri" pitchFamily="34" charset="-122"/>
                <a:cs typeface="Calibri" pitchFamily="34" charset="-120"/>
              </a:rPr>
              <a:t>one giant structure</a:t>
            </a:r>
            <a:r>
              <a:rPr lang="en-US" sz="1050" dirty="0">
                <a:solidFill>
                  <a:srgbClr val="262B3A"/>
                </a:solidFill>
                <a:latin typeface="Calibri" pitchFamily="34" charset="0"/>
                <a:ea typeface="Calibri" pitchFamily="34" charset="-122"/>
                <a:cs typeface="Calibri" pitchFamily="34" charset="-120"/>
              </a:rPr>
              <a:t>.</a:t>
            </a:r>
            <a:endParaRPr lang="en-US" sz="1050" dirty="0"/>
          </a:p>
        </p:txBody>
      </p:sp>
      <p:sp>
        <p:nvSpPr>
          <p:cNvPr id="143" name="Text 141"/>
          <p:cNvSpPr/>
          <p:nvPr/>
        </p:nvSpPr>
        <p:spPr>
          <a:xfrm>
            <a:off x="594360" y="4818888"/>
            <a:ext cx="521208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Si(s) + O₂(g) → SiO₂(s)</a:t>
            </a:r>
            <a:endParaRPr lang="en-US" sz="1050" dirty="0"/>
          </a:p>
        </p:txBody>
      </p:sp>
      <p:sp>
        <p:nvSpPr>
          <p:cNvPr id="144" name="Shape 142"/>
          <p:cNvSpPr/>
          <p:nvPr/>
        </p:nvSpPr>
        <p:spPr>
          <a:xfrm>
            <a:off x="6217920" y="1188720"/>
            <a:ext cx="5562295" cy="3017520"/>
          </a:xfrm>
          <a:prstGeom prst="roundRect">
            <a:avLst>
              <a:gd name="adj" fmla="val 1818"/>
            </a:avLst>
          </a:prstGeom>
          <a:solidFill>
            <a:srgbClr val="F8F5FC"/>
          </a:solidFill>
          <a:ln w="9525">
            <a:solidFill>
              <a:srgbClr val="DDD3EC"/>
            </a:solidFill>
            <a:prstDash val="solid"/>
          </a:ln>
        </p:spPr>
      </p:sp>
      <p:sp>
        <p:nvSpPr>
          <p:cNvPr id="145" name="Text 14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Properties of giant covalent structures</a:t>
            </a:r>
            <a:endParaRPr lang="en-US" sz="1300" dirty="0"/>
          </a:p>
        </p:txBody>
      </p:sp>
      <p:sp>
        <p:nvSpPr>
          <p:cNvPr id="146" name="Text 144"/>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Very high melting points</a:t>
            </a:r>
            <a:r>
              <a:rPr lang="en-US" sz="1100" dirty="0">
                <a:solidFill>
                  <a:srgbClr val="262B3A"/>
                </a:solidFill>
                <a:latin typeface="Calibri" pitchFamily="34" charset="0"/>
                <a:ea typeface="Calibri" pitchFamily="34" charset="-122"/>
                <a:cs typeface="Calibri" pitchFamily="34" charset="-120"/>
              </a:rPr>
              <a:t>: melting means breaking </a:t>
            </a:r>
            <a:r>
              <a:rPr lang="en-US" sz="1100" b="1" dirty="0">
                <a:solidFill>
                  <a:srgbClr val="262B3A"/>
                </a:solidFill>
                <a:latin typeface="Calibri" pitchFamily="34" charset="0"/>
                <a:ea typeface="Calibri" pitchFamily="34" charset="-122"/>
                <a:cs typeface="Calibri" pitchFamily="34" charset="-120"/>
              </a:rPr>
              <a:t>millions of strong covalent bonds</a:t>
            </a:r>
            <a:r>
              <a:rPr lang="en-US" sz="1100" dirty="0">
                <a:solidFill>
                  <a:srgbClr val="262B3A"/>
                </a:solidFill>
                <a:latin typeface="Calibri" pitchFamily="34" charset="0"/>
                <a:ea typeface="Calibri" pitchFamily="34" charset="-122"/>
                <a:cs typeface="Calibri" pitchFamily="34" charset="-120"/>
              </a:rPr>
              <a:t>; there are no weak forces to overcome.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Hard</a:t>
            </a:r>
            <a:r>
              <a:rPr lang="en-US" sz="1100" dirty="0">
                <a:solidFill>
                  <a:srgbClr val="262B3A"/>
                </a:solidFill>
                <a:latin typeface="Calibri" pitchFamily="34" charset="0"/>
                <a:ea typeface="Calibri" pitchFamily="34" charset="-122"/>
                <a:cs typeface="Calibri" pitchFamily="34" charset="-120"/>
              </a:rPr>
              <a:t> and rigid: each atom is held in place in all directions. Diamond is the hardest natural substance → cutting and drilling tools.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Do not conduct</a:t>
            </a:r>
            <a:r>
              <a:rPr lang="en-US" sz="1100" dirty="0">
                <a:solidFill>
                  <a:srgbClr val="262B3A"/>
                </a:solidFill>
                <a:latin typeface="Calibri" pitchFamily="34" charset="0"/>
                <a:ea typeface="Calibri" pitchFamily="34" charset="-122"/>
                <a:cs typeface="Calibri" pitchFamily="34" charset="-120"/>
              </a:rPr>
              <a:t> electricity: every outer electron is used in a bond; there are no ions and no free electrons.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Insoluble</a:t>
            </a:r>
            <a:r>
              <a:rPr lang="en-US" sz="1100" dirty="0">
                <a:solidFill>
                  <a:srgbClr val="262B3A"/>
                </a:solidFill>
                <a:latin typeface="Calibri" pitchFamily="34" charset="0"/>
                <a:ea typeface="Calibri" pitchFamily="34" charset="-122"/>
                <a:cs typeface="Calibri" pitchFamily="34" charset="-120"/>
              </a:rPr>
              <a:t> in water.</a:t>
            </a:r>
            <a:endParaRPr lang="en-US" sz="1100" dirty="0"/>
          </a:p>
        </p:txBody>
      </p:sp>
      <p:sp>
        <p:nvSpPr>
          <p:cNvPr id="147" name="Shape 145"/>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148" name="Text 146"/>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formula from the structure</a:t>
            </a:r>
            <a:endParaRPr lang="en-US" sz="1300" dirty="0"/>
          </a:p>
        </p:txBody>
      </p:sp>
      <p:sp>
        <p:nvSpPr>
          <p:cNvPr id="149" name="Text 147"/>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Use the silicon dioxide model.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Bonds   </a:t>
            </a:r>
            <a:r>
              <a:rPr lang="en-US" sz="1050" dirty="0">
                <a:solidFill>
                  <a:srgbClr val="262B3A"/>
                </a:solidFill>
                <a:latin typeface="Calibri" pitchFamily="34" charset="0"/>
                <a:ea typeface="Calibri" pitchFamily="34" charset="-122"/>
                <a:cs typeface="Calibri" pitchFamily="34" charset="-120"/>
              </a:rPr>
              <a:t>each Si bonds to 4 O; each O is shared by 2 Si</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Count   </a:t>
            </a:r>
            <a:r>
              <a:rPr lang="en-US" sz="1050" dirty="0">
                <a:solidFill>
                  <a:srgbClr val="262B3A"/>
                </a:solidFill>
                <a:latin typeface="Calibri" pitchFamily="34" charset="0"/>
                <a:ea typeface="Calibri" pitchFamily="34" charset="-122"/>
                <a:cs typeface="Calibri" pitchFamily="34" charset="-120"/>
              </a:rPr>
              <a:t>O per Si = 4 ÷ 2 = 2</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Si : O = 1 : 2, so the formula is </a:t>
            </a:r>
            <a:r>
              <a:rPr lang="en-US" sz="1050" b="1" dirty="0">
                <a:solidFill>
                  <a:srgbClr val="C8414C"/>
                </a:solidFill>
                <a:latin typeface="Calibri" pitchFamily="34" charset="0"/>
                <a:ea typeface="Calibri" pitchFamily="34" charset="-122"/>
                <a:cs typeface="Calibri" pitchFamily="34" charset="-120"/>
              </a:rPr>
              <a:t>SiO₂</a:t>
            </a:r>
            <a:endParaRPr lang="en-US" sz="1050" dirty="0"/>
          </a:p>
        </p:txBody>
      </p:sp>
      <p:sp>
        <p:nvSpPr>
          <p:cNvPr id="150" name="Shape 148"/>
          <p:cNvSpPr/>
          <p:nvPr/>
        </p:nvSpPr>
        <p:spPr>
          <a:xfrm>
            <a:off x="411480" y="5833872"/>
            <a:ext cx="11368735" cy="530352"/>
          </a:xfrm>
          <a:prstGeom prst="rect">
            <a:avLst/>
          </a:prstGeom>
          <a:solidFill>
            <a:srgbClr val="FFF4E0"/>
          </a:solidFill>
          <a:ln w="6350">
            <a:solidFill>
              <a:srgbClr val="F1D9A8"/>
            </a:solidFill>
            <a:prstDash val="solid"/>
          </a:ln>
        </p:spPr>
      </p:sp>
      <p:sp>
        <p:nvSpPr>
          <p:cNvPr id="151" name="Shape 149"/>
          <p:cNvSpPr/>
          <p:nvPr/>
        </p:nvSpPr>
        <p:spPr>
          <a:xfrm>
            <a:off x="411480" y="5833872"/>
            <a:ext cx="82296" cy="530352"/>
          </a:xfrm>
          <a:prstGeom prst="rect">
            <a:avLst/>
          </a:prstGeom>
          <a:solidFill>
            <a:srgbClr val="E39A2F"/>
          </a:solidFill>
          <a:ln w="12700">
            <a:solidFill>
              <a:srgbClr val="E39A2F"/>
            </a:solidFill>
            <a:prstDash val="solid"/>
          </a:ln>
        </p:spPr>
      </p:sp>
      <p:sp>
        <p:nvSpPr>
          <p:cNvPr id="152" name="Text 15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diamond is used on </a:t>
            </a:r>
            <a:r>
              <a:rPr lang="en-US" sz="1150" b="1" dirty="0">
                <a:solidFill>
                  <a:srgbClr val="262B3A"/>
                </a:solidFill>
                <a:latin typeface="Calibri" pitchFamily="34" charset="0"/>
                <a:ea typeface="Calibri" pitchFamily="34" charset="-122"/>
                <a:cs typeface="Calibri" pitchFamily="34" charset="-120"/>
              </a:rPr>
              <a:t>drill tips</a:t>
            </a:r>
            <a:r>
              <a:rPr lang="en-US" sz="1150" dirty="0">
                <a:solidFill>
                  <a:srgbClr val="262B3A"/>
                </a:solidFill>
                <a:latin typeface="Calibri" pitchFamily="34" charset="0"/>
                <a:ea typeface="Calibri" pitchFamily="34" charset="-122"/>
                <a:cs typeface="Calibri" pitchFamily="34" charset="-120"/>
              </a:rPr>
              <a:t>. STRETCH: each C–C bond needs </a:t>
            </a:r>
            <a:r>
              <a:rPr lang="en-US" sz="1150" b="1" dirty="0">
                <a:solidFill>
                  <a:srgbClr val="262B3A"/>
                </a:solidFill>
                <a:latin typeface="Calibri" pitchFamily="34" charset="0"/>
                <a:ea typeface="Calibri" pitchFamily="34" charset="-122"/>
                <a:cs typeface="Calibri" pitchFamily="34" charset="-120"/>
              </a:rPr>
              <a:t>347 kJ/mol</a:t>
            </a:r>
            <a:r>
              <a:rPr lang="en-US" sz="1150" dirty="0">
                <a:solidFill>
                  <a:srgbClr val="262B3A"/>
                </a:solidFill>
                <a:latin typeface="Calibri" pitchFamily="34" charset="0"/>
                <a:ea typeface="Calibri" pitchFamily="34" charset="-122"/>
                <a:cs typeface="Calibri" pitchFamily="34" charset="-120"/>
              </a:rPr>
              <a:t>. Each C shares 4 bonds. Estimate the energy to break 1 mol of diamond.</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Graphite: layers and free electrons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C4.2.4 • explaining the properties of diamond and graphite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C4.2.4  |  13</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three layers of graphite in perspective; not to scale</a:t>
            </a:r>
            <a:endParaRPr lang="en-US" sz="1000" dirty="0"/>
          </a:p>
        </p:txBody>
      </p:sp>
      <p:sp>
        <p:nvSpPr>
          <p:cNvPr id="10" name="Shape 8"/>
          <p:cNvSpPr/>
          <p:nvPr/>
        </p:nvSpPr>
        <p:spPr>
          <a:xfrm>
            <a:off x="1292047" y="2017166"/>
            <a:ext cx="78181" cy="69494"/>
          </a:xfrm>
          <a:prstGeom prst="line">
            <a:avLst/>
          </a:prstGeom>
          <a:noFill/>
          <a:ln w="19050">
            <a:solidFill>
              <a:srgbClr val="4A4A55"/>
            </a:solidFill>
            <a:prstDash val="solid"/>
          </a:ln>
        </p:spPr>
      </p:sp>
      <p:sp>
        <p:nvSpPr>
          <p:cNvPr id="11" name="Shape 9"/>
          <p:cNvSpPr/>
          <p:nvPr/>
        </p:nvSpPr>
        <p:spPr>
          <a:xfrm flipV="1">
            <a:off x="1292047" y="1982419"/>
            <a:ext cx="111369" cy="34747"/>
          </a:xfrm>
          <a:prstGeom prst="line">
            <a:avLst/>
          </a:prstGeom>
          <a:noFill/>
          <a:ln w="19050">
            <a:solidFill>
              <a:srgbClr val="4A4A55"/>
            </a:solidFill>
            <a:prstDash val="solid"/>
          </a:ln>
        </p:spPr>
      </p:sp>
      <p:sp>
        <p:nvSpPr>
          <p:cNvPr id="12" name="Shape 10"/>
          <p:cNvSpPr/>
          <p:nvPr/>
        </p:nvSpPr>
        <p:spPr>
          <a:xfrm>
            <a:off x="1370228" y="2086661"/>
            <a:ext cx="189550" cy="34747"/>
          </a:xfrm>
          <a:prstGeom prst="line">
            <a:avLst/>
          </a:prstGeom>
          <a:noFill/>
          <a:ln w="19050">
            <a:solidFill>
              <a:srgbClr val="4A4A55"/>
            </a:solidFill>
            <a:prstDash val="solid"/>
          </a:ln>
        </p:spPr>
      </p:sp>
      <p:sp>
        <p:nvSpPr>
          <p:cNvPr id="13" name="Shape 11"/>
          <p:cNvSpPr/>
          <p:nvPr/>
        </p:nvSpPr>
        <p:spPr>
          <a:xfrm flipV="1">
            <a:off x="1559779" y="2086661"/>
            <a:ext cx="111369" cy="34747"/>
          </a:xfrm>
          <a:prstGeom prst="line">
            <a:avLst/>
          </a:prstGeom>
          <a:noFill/>
          <a:ln w="19050">
            <a:solidFill>
              <a:srgbClr val="4A4A55"/>
            </a:solidFill>
            <a:prstDash val="solid"/>
          </a:ln>
        </p:spPr>
      </p:sp>
      <p:sp>
        <p:nvSpPr>
          <p:cNvPr id="14" name="Shape 12"/>
          <p:cNvSpPr/>
          <p:nvPr/>
        </p:nvSpPr>
        <p:spPr>
          <a:xfrm>
            <a:off x="1057504" y="1808683"/>
            <a:ext cx="78181" cy="69494"/>
          </a:xfrm>
          <a:prstGeom prst="line">
            <a:avLst/>
          </a:prstGeom>
          <a:noFill/>
          <a:ln w="19050">
            <a:solidFill>
              <a:srgbClr val="4A4A55"/>
            </a:solidFill>
            <a:prstDash val="solid"/>
          </a:ln>
        </p:spPr>
      </p:sp>
      <p:sp>
        <p:nvSpPr>
          <p:cNvPr id="15" name="Shape 13"/>
          <p:cNvSpPr/>
          <p:nvPr/>
        </p:nvSpPr>
        <p:spPr>
          <a:xfrm flipV="1">
            <a:off x="1057504" y="1773936"/>
            <a:ext cx="111369" cy="34747"/>
          </a:xfrm>
          <a:prstGeom prst="line">
            <a:avLst/>
          </a:prstGeom>
          <a:noFill/>
          <a:ln w="19050">
            <a:solidFill>
              <a:srgbClr val="4A4A55"/>
            </a:solidFill>
            <a:prstDash val="solid"/>
          </a:ln>
        </p:spPr>
      </p:sp>
      <p:sp>
        <p:nvSpPr>
          <p:cNvPr id="16" name="Shape 14"/>
          <p:cNvSpPr/>
          <p:nvPr/>
        </p:nvSpPr>
        <p:spPr>
          <a:xfrm>
            <a:off x="1135685" y="1878178"/>
            <a:ext cx="189550" cy="34747"/>
          </a:xfrm>
          <a:prstGeom prst="line">
            <a:avLst/>
          </a:prstGeom>
          <a:noFill/>
          <a:ln w="19050">
            <a:solidFill>
              <a:srgbClr val="4A4A55"/>
            </a:solidFill>
            <a:prstDash val="solid"/>
          </a:ln>
        </p:spPr>
      </p:sp>
      <p:sp>
        <p:nvSpPr>
          <p:cNvPr id="17" name="Shape 15"/>
          <p:cNvSpPr/>
          <p:nvPr/>
        </p:nvSpPr>
        <p:spPr>
          <a:xfrm>
            <a:off x="1325235" y="1912925"/>
            <a:ext cx="78181" cy="69494"/>
          </a:xfrm>
          <a:prstGeom prst="line">
            <a:avLst/>
          </a:prstGeom>
          <a:noFill/>
          <a:ln w="19050">
            <a:solidFill>
              <a:srgbClr val="4A4A55"/>
            </a:solidFill>
            <a:prstDash val="solid"/>
          </a:ln>
        </p:spPr>
      </p:sp>
      <p:sp>
        <p:nvSpPr>
          <p:cNvPr id="18" name="Shape 16"/>
          <p:cNvSpPr/>
          <p:nvPr/>
        </p:nvSpPr>
        <p:spPr>
          <a:xfrm flipV="1">
            <a:off x="1325235" y="1878178"/>
            <a:ext cx="111369" cy="34747"/>
          </a:xfrm>
          <a:prstGeom prst="line">
            <a:avLst/>
          </a:prstGeom>
          <a:noFill/>
          <a:ln w="19050">
            <a:solidFill>
              <a:srgbClr val="4A4A55"/>
            </a:solidFill>
            <a:prstDash val="solid"/>
          </a:ln>
        </p:spPr>
      </p:sp>
      <p:sp>
        <p:nvSpPr>
          <p:cNvPr id="19" name="Shape 17"/>
          <p:cNvSpPr/>
          <p:nvPr/>
        </p:nvSpPr>
        <p:spPr>
          <a:xfrm>
            <a:off x="1403416" y="1982419"/>
            <a:ext cx="189550" cy="34747"/>
          </a:xfrm>
          <a:prstGeom prst="line">
            <a:avLst/>
          </a:prstGeom>
          <a:noFill/>
          <a:ln w="19050">
            <a:solidFill>
              <a:srgbClr val="4A4A55"/>
            </a:solidFill>
            <a:prstDash val="solid"/>
          </a:ln>
        </p:spPr>
      </p:sp>
      <p:sp>
        <p:nvSpPr>
          <p:cNvPr id="20" name="Shape 18"/>
          <p:cNvSpPr/>
          <p:nvPr/>
        </p:nvSpPr>
        <p:spPr>
          <a:xfrm>
            <a:off x="1592967" y="2017166"/>
            <a:ext cx="78181" cy="69494"/>
          </a:xfrm>
          <a:prstGeom prst="line">
            <a:avLst/>
          </a:prstGeom>
          <a:noFill/>
          <a:ln w="19050">
            <a:solidFill>
              <a:srgbClr val="4A4A55"/>
            </a:solidFill>
            <a:prstDash val="solid"/>
          </a:ln>
        </p:spPr>
      </p:sp>
      <p:sp>
        <p:nvSpPr>
          <p:cNvPr id="21" name="Shape 19"/>
          <p:cNvSpPr/>
          <p:nvPr/>
        </p:nvSpPr>
        <p:spPr>
          <a:xfrm flipV="1">
            <a:off x="1592967" y="1982419"/>
            <a:ext cx="111369" cy="34747"/>
          </a:xfrm>
          <a:prstGeom prst="line">
            <a:avLst/>
          </a:prstGeom>
          <a:noFill/>
          <a:ln w="19050">
            <a:solidFill>
              <a:srgbClr val="4A4A55"/>
            </a:solidFill>
            <a:prstDash val="solid"/>
          </a:ln>
        </p:spPr>
      </p:sp>
      <p:sp>
        <p:nvSpPr>
          <p:cNvPr id="22" name="Shape 20"/>
          <p:cNvSpPr/>
          <p:nvPr/>
        </p:nvSpPr>
        <p:spPr>
          <a:xfrm>
            <a:off x="1671148" y="2086661"/>
            <a:ext cx="189550" cy="34747"/>
          </a:xfrm>
          <a:prstGeom prst="line">
            <a:avLst/>
          </a:prstGeom>
          <a:noFill/>
          <a:ln w="19050">
            <a:solidFill>
              <a:srgbClr val="4A4A55"/>
            </a:solidFill>
            <a:prstDash val="solid"/>
          </a:ln>
        </p:spPr>
      </p:sp>
      <p:sp>
        <p:nvSpPr>
          <p:cNvPr id="23" name="Shape 21"/>
          <p:cNvSpPr/>
          <p:nvPr/>
        </p:nvSpPr>
        <p:spPr>
          <a:xfrm flipV="1">
            <a:off x="1860698" y="2086661"/>
            <a:ext cx="111369" cy="34747"/>
          </a:xfrm>
          <a:prstGeom prst="line">
            <a:avLst/>
          </a:prstGeom>
          <a:noFill/>
          <a:ln w="19050">
            <a:solidFill>
              <a:srgbClr val="4A4A55"/>
            </a:solidFill>
            <a:prstDash val="solid"/>
          </a:ln>
        </p:spPr>
      </p:sp>
      <p:sp>
        <p:nvSpPr>
          <p:cNvPr id="24" name="Shape 22"/>
          <p:cNvSpPr/>
          <p:nvPr/>
        </p:nvSpPr>
        <p:spPr>
          <a:xfrm>
            <a:off x="822960" y="1600200"/>
            <a:ext cx="78181" cy="69494"/>
          </a:xfrm>
          <a:prstGeom prst="line">
            <a:avLst/>
          </a:prstGeom>
          <a:noFill/>
          <a:ln w="19050">
            <a:solidFill>
              <a:srgbClr val="4A4A55"/>
            </a:solidFill>
            <a:prstDash val="solid"/>
          </a:ln>
        </p:spPr>
      </p:sp>
      <p:sp>
        <p:nvSpPr>
          <p:cNvPr id="25" name="Shape 23"/>
          <p:cNvSpPr/>
          <p:nvPr/>
        </p:nvSpPr>
        <p:spPr>
          <a:xfrm>
            <a:off x="901141" y="1669694"/>
            <a:ext cx="189550" cy="34747"/>
          </a:xfrm>
          <a:prstGeom prst="line">
            <a:avLst/>
          </a:prstGeom>
          <a:noFill/>
          <a:ln w="19050">
            <a:solidFill>
              <a:srgbClr val="4A4A55"/>
            </a:solidFill>
            <a:prstDash val="solid"/>
          </a:ln>
        </p:spPr>
      </p:sp>
      <p:sp>
        <p:nvSpPr>
          <p:cNvPr id="26" name="Shape 24"/>
          <p:cNvSpPr/>
          <p:nvPr/>
        </p:nvSpPr>
        <p:spPr>
          <a:xfrm>
            <a:off x="1090692" y="1704442"/>
            <a:ext cx="78181" cy="69494"/>
          </a:xfrm>
          <a:prstGeom prst="line">
            <a:avLst/>
          </a:prstGeom>
          <a:noFill/>
          <a:ln w="19050">
            <a:solidFill>
              <a:srgbClr val="4A4A55"/>
            </a:solidFill>
            <a:prstDash val="solid"/>
          </a:ln>
        </p:spPr>
      </p:sp>
      <p:sp>
        <p:nvSpPr>
          <p:cNvPr id="27" name="Shape 25"/>
          <p:cNvSpPr/>
          <p:nvPr/>
        </p:nvSpPr>
        <p:spPr>
          <a:xfrm flipV="1">
            <a:off x="1090692" y="1669694"/>
            <a:ext cx="111369" cy="34747"/>
          </a:xfrm>
          <a:prstGeom prst="line">
            <a:avLst/>
          </a:prstGeom>
          <a:noFill/>
          <a:ln w="19050">
            <a:solidFill>
              <a:srgbClr val="4A4A55"/>
            </a:solidFill>
            <a:prstDash val="solid"/>
          </a:ln>
        </p:spPr>
      </p:sp>
      <p:sp>
        <p:nvSpPr>
          <p:cNvPr id="28" name="Shape 26"/>
          <p:cNvSpPr/>
          <p:nvPr/>
        </p:nvSpPr>
        <p:spPr>
          <a:xfrm>
            <a:off x="1168873" y="1773936"/>
            <a:ext cx="189550" cy="34747"/>
          </a:xfrm>
          <a:prstGeom prst="line">
            <a:avLst/>
          </a:prstGeom>
          <a:noFill/>
          <a:ln w="19050">
            <a:solidFill>
              <a:srgbClr val="4A4A55"/>
            </a:solidFill>
            <a:prstDash val="solid"/>
          </a:ln>
        </p:spPr>
      </p:sp>
      <p:sp>
        <p:nvSpPr>
          <p:cNvPr id="29" name="Shape 27"/>
          <p:cNvSpPr/>
          <p:nvPr/>
        </p:nvSpPr>
        <p:spPr>
          <a:xfrm>
            <a:off x="1358423" y="1808683"/>
            <a:ext cx="78181" cy="69494"/>
          </a:xfrm>
          <a:prstGeom prst="line">
            <a:avLst/>
          </a:prstGeom>
          <a:noFill/>
          <a:ln w="19050">
            <a:solidFill>
              <a:srgbClr val="4A4A55"/>
            </a:solidFill>
            <a:prstDash val="solid"/>
          </a:ln>
        </p:spPr>
      </p:sp>
      <p:sp>
        <p:nvSpPr>
          <p:cNvPr id="30" name="Shape 28"/>
          <p:cNvSpPr/>
          <p:nvPr/>
        </p:nvSpPr>
        <p:spPr>
          <a:xfrm flipV="1">
            <a:off x="1358423" y="1773936"/>
            <a:ext cx="111369" cy="34747"/>
          </a:xfrm>
          <a:prstGeom prst="line">
            <a:avLst/>
          </a:prstGeom>
          <a:noFill/>
          <a:ln w="19050">
            <a:solidFill>
              <a:srgbClr val="4A4A55"/>
            </a:solidFill>
            <a:prstDash val="solid"/>
          </a:ln>
        </p:spPr>
      </p:sp>
      <p:sp>
        <p:nvSpPr>
          <p:cNvPr id="31" name="Shape 29"/>
          <p:cNvSpPr/>
          <p:nvPr/>
        </p:nvSpPr>
        <p:spPr>
          <a:xfrm>
            <a:off x="1436604" y="1878178"/>
            <a:ext cx="189550" cy="34747"/>
          </a:xfrm>
          <a:prstGeom prst="line">
            <a:avLst/>
          </a:prstGeom>
          <a:noFill/>
          <a:ln w="19050">
            <a:solidFill>
              <a:srgbClr val="4A4A55"/>
            </a:solidFill>
            <a:prstDash val="solid"/>
          </a:ln>
        </p:spPr>
      </p:sp>
      <p:sp>
        <p:nvSpPr>
          <p:cNvPr id="32" name="Shape 30"/>
          <p:cNvSpPr/>
          <p:nvPr/>
        </p:nvSpPr>
        <p:spPr>
          <a:xfrm>
            <a:off x="1626155" y="1912925"/>
            <a:ext cx="78181" cy="69494"/>
          </a:xfrm>
          <a:prstGeom prst="line">
            <a:avLst/>
          </a:prstGeom>
          <a:noFill/>
          <a:ln w="19050">
            <a:solidFill>
              <a:srgbClr val="4A4A55"/>
            </a:solidFill>
            <a:prstDash val="solid"/>
          </a:ln>
        </p:spPr>
      </p:sp>
      <p:sp>
        <p:nvSpPr>
          <p:cNvPr id="33" name="Shape 31"/>
          <p:cNvSpPr/>
          <p:nvPr/>
        </p:nvSpPr>
        <p:spPr>
          <a:xfrm flipV="1">
            <a:off x="1626155" y="1878178"/>
            <a:ext cx="111369" cy="34747"/>
          </a:xfrm>
          <a:prstGeom prst="line">
            <a:avLst/>
          </a:prstGeom>
          <a:noFill/>
          <a:ln w="19050">
            <a:solidFill>
              <a:srgbClr val="4A4A55"/>
            </a:solidFill>
            <a:prstDash val="solid"/>
          </a:ln>
        </p:spPr>
      </p:sp>
      <p:sp>
        <p:nvSpPr>
          <p:cNvPr id="34" name="Shape 32"/>
          <p:cNvSpPr/>
          <p:nvPr/>
        </p:nvSpPr>
        <p:spPr>
          <a:xfrm>
            <a:off x="1704336" y="1982419"/>
            <a:ext cx="189550" cy="34747"/>
          </a:xfrm>
          <a:prstGeom prst="line">
            <a:avLst/>
          </a:prstGeom>
          <a:noFill/>
          <a:ln w="19050">
            <a:solidFill>
              <a:srgbClr val="4A4A55"/>
            </a:solidFill>
            <a:prstDash val="solid"/>
          </a:ln>
        </p:spPr>
      </p:sp>
      <p:sp>
        <p:nvSpPr>
          <p:cNvPr id="35" name="Shape 33"/>
          <p:cNvSpPr/>
          <p:nvPr/>
        </p:nvSpPr>
        <p:spPr>
          <a:xfrm>
            <a:off x="1893886" y="2017166"/>
            <a:ext cx="78181" cy="69494"/>
          </a:xfrm>
          <a:prstGeom prst="line">
            <a:avLst/>
          </a:prstGeom>
          <a:noFill/>
          <a:ln w="19050">
            <a:solidFill>
              <a:srgbClr val="4A4A55"/>
            </a:solidFill>
            <a:prstDash val="solid"/>
          </a:ln>
        </p:spPr>
      </p:sp>
      <p:sp>
        <p:nvSpPr>
          <p:cNvPr id="36" name="Shape 34"/>
          <p:cNvSpPr/>
          <p:nvPr/>
        </p:nvSpPr>
        <p:spPr>
          <a:xfrm flipV="1">
            <a:off x="1893886" y="1982419"/>
            <a:ext cx="111369" cy="34747"/>
          </a:xfrm>
          <a:prstGeom prst="line">
            <a:avLst/>
          </a:prstGeom>
          <a:noFill/>
          <a:ln w="19050">
            <a:solidFill>
              <a:srgbClr val="4A4A55"/>
            </a:solidFill>
            <a:prstDash val="solid"/>
          </a:ln>
        </p:spPr>
      </p:sp>
      <p:sp>
        <p:nvSpPr>
          <p:cNvPr id="37" name="Shape 35"/>
          <p:cNvSpPr/>
          <p:nvPr/>
        </p:nvSpPr>
        <p:spPr>
          <a:xfrm>
            <a:off x="1972068" y="2086661"/>
            <a:ext cx="189550" cy="34747"/>
          </a:xfrm>
          <a:prstGeom prst="line">
            <a:avLst/>
          </a:prstGeom>
          <a:noFill/>
          <a:ln w="19050">
            <a:solidFill>
              <a:srgbClr val="4A4A55"/>
            </a:solidFill>
            <a:prstDash val="solid"/>
          </a:ln>
        </p:spPr>
      </p:sp>
      <p:sp>
        <p:nvSpPr>
          <p:cNvPr id="38" name="Shape 36"/>
          <p:cNvSpPr/>
          <p:nvPr/>
        </p:nvSpPr>
        <p:spPr>
          <a:xfrm flipV="1">
            <a:off x="2161618" y="2086661"/>
            <a:ext cx="111369" cy="34747"/>
          </a:xfrm>
          <a:prstGeom prst="line">
            <a:avLst/>
          </a:prstGeom>
          <a:noFill/>
          <a:ln w="19050">
            <a:solidFill>
              <a:srgbClr val="4A4A55"/>
            </a:solidFill>
            <a:prstDash val="solid"/>
          </a:ln>
        </p:spPr>
      </p:sp>
      <p:sp>
        <p:nvSpPr>
          <p:cNvPr id="39" name="Shape 37"/>
          <p:cNvSpPr/>
          <p:nvPr/>
        </p:nvSpPr>
        <p:spPr>
          <a:xfrm>
            <a:off x="1123880" y="1600200"/>
            <a:ext cx="78181" cy="69494"/>
          </a:xfrm>
          <a:prstGeom prst="line">
            <a:avLst/>
          </a:prstGeom>
          <a:noFill/>
          <a:ln w="19050">
            <a:solidFill>
              <a:srgbClr val="4A4A55"/>
            </a:solidFill>
            <a:prstDash val="solid"/>
          </a:ln>
        </p:spPr>
      </p:sp>
      <p:sp>
        <p:nvSpPr>
          <p:cNvPr id="40" name="Shape 38"/>
          <p:cNvSpPr/>
          <p:nvPr/>
        </p:nvSpPr>
        <p:spPr>
          <a:xfrm>
            <a:off x="1202061" y="1669694"/>
            <a:ext cx="189550" cy="34747"/>
          </a:xfrm>
          <a:prstGeom prst="line">
            <a:avLst/>
          </a:prstGeom>
          <a:noFill/>
          <a:ln w="19050">
            <a:solidFill>
              <a:srgbClr val="4A4A55"/>
            </a:solidFill>
            <a:prstDash val="solid"/>
          </a:ln>
        </p:spPr>
      </p:sp>
      <p:sp>
        <p:nvSpPr>
          <p:cNvPr id="41" name="Shape 39"/>
          <p:cNvSpPr/>
          <p:nvPr/>
        </p:nvSpPr>
        <p:spPr>
          <a:xfrm>
            <a:off x="1391611" y="1704442"/>
            <a:ext cx="78181" cy="69494"/>
          </a:xfrm>
          <a:prstGeom prst="line">
            <a:avLst/>
          </a:prstGeom>
          <a:noFill/>
          <a:ln w="19050">
            <a:solidFill>
              <a:srgbClr val="4A4A55"/>
            </a:solidFill>
            <a:prstDash val="solid"/>
          </a:ln>
        </p:spPr>
      </p:sp>
      <p:sp>
        <p:nvSpPr>
          <p:cNvPr id="42" name="Shape 40"/>
          <p:cNvSpPr/>
          <p:nvPr/>
        </p:nvSpPr>
        <p:spPr>
          <a:xfrm flipV="1">
            <a:off x="1391611" y="1669694"/>
            <a:ext cx="111369" cy="34747"/>
          </a:xfrm>
          <a:prstGeom prst="line">
            <a:avLst/>
          </a:prstGeom>
          <a:noFill/>
          <a:ln w="19050">
            <a:solidFill>
              <a:srgbClr val="4A4A55"/>
            </a:solidFill>
            <a:prstDash val="solid"/>
          </a:ln>
        </p:spPr>
      </p:sp>
      <p:sp>
        <p:nvSpPr>
          <p:cNvPr id="43" name="Shape 41"/>
          <p:cNvSpPr/>
          <p:nvPr/>
        </p:nvSpPr>
        <p:spPr>
          <a:xfrm>
            <a:off x="1469792" y="1773936"/>
            <a:ext cx="189550" cy="34747"/>
          </a:xfrm>
          <a:prstGeom prst="line">
            <a:avLst/>
          </a:prstGeom>
          <a:noFill/>
          <a:ln w="19050">
            <a:solidFill>
              <a:srgbClr val="4A4A55"/>
            </a:solidFill>
            <a:prstDash val="solid"/>
          </a:ln>
        </p:spPr>
      </p:sp>
      <p:sp>
        <p:nvSpPr>
          <p:cNvPr id="44" name="Shape 42"/>
          <p:cNvSpPr/>
          <p:nvPr/>
        </p:nvSpPr>
        <p:spPr>
          <a:xfrm>
            <a:off x="1659343" y="1808683"/>
            <a:ext cx="78181" cy="69494"/>
          </a:xfrm>
          <a:prstGeom prst="line">
            <a:avLst/>
          </a:prstGeom>
          <a:noFill/>
          <a:ln w="19050">
            <a:solidFill>
              <a:srgbClr val="4A4A55"/>
            </a:solidFill>
            <a:prstDash val="solid"/>
          </a:ln>
        </p:spPr>
      </p:sp>
      <p:sp>
        <p:nvSpPr>
          <p:cNvPr id="45" name="Shape 43"/>
          <p:cNvSpPr/>
          <p:nvPr/>
        </p:nvSpPr>
        <p:spPr>
          <a:xfrm flipV="1">
            <a:off x="1659343" y="1773936"/>
            <a:ext cx="111369" cy="34747"/>
          </a:xfrm>
          <a:prstGeom prst="line">
            <a:avLst/>
          </a:prstGeom>
          <a:noFill/>
          <a:ln w="19050">
            <a:solidFill>
              <a:srgbClr val="4A4A55"/>
            </a:solidFill>
            <a:prstDash val="solid"/>
          </a:ln>
        </p:spPr>
      </p:sp>
      <p:sp>
        <p:nvSpPr>
          <p:cNvPr id="46" name="Shape 44"/>
          <p:cNvSpPr/>
          <p:nvPr/>
        </p:nvSpPr>
        <p:spPr>
          <a:xfrm>
            <a:off x="1737524" y="1878178"/>
            <a:ext cx="189550" cy="34747"/>
          </a:xfrm>
          <a:prstGeom prst="line">
            <a:avLst/>
          </a:prstGeom>
          <a:noFill/>
          <a:ln w="19050">
            <a:solidFill>
              <a:srgbClr val="4A4A55"/>
            </a:solidFill>
            <a:prstDash val="solid"/>
          </a:ln>
        </p:spPr>
      </p:sp>
      <p:sp>
        <p:nvSpPr>
          <p:cNvPr id="47" name="Shape 45"/>
          <p:cNvSpPr/>
          <p:nvPr/>
        </p:nvSpPr>
        <p:spPr>
          <a:xfrm>
            <a:off x="1927074" y="1912925"/>
            <a:ext cx="78181" cy="69494"/>
          </a:xfrm>
          <a:prstGeom prst="line">
            <a:avLst/>
          </a:prstGeom>
          <a:noFill/>
          <a:ln w="19050">
            <a:solidFill>
              <a:srgbClr val="4A4A55"/>
            </a:solidFill>
            <a:prstDash val="solid"/>
          </a:ln>
        </p:spPr>
      </p:sp>
      <p:sp>
        <p:nvSpPr>
          <p:cNvPr id="48" name="Shape 46"/>
          <p:cNvSpPr/>
          <p:nvPr/>
        </p:nvSpPr>
        <p:spPr>
          <a:xfrm flipV="1">
            <a:off x="1927074" y="1878178"/>
            <a:ext cx="111369" cy="34747"/>
          </a:xfrm>
          <a:prstGeom prst="line">
            <a:avLst/>
          </a:prstGeom>
          <a:noFill/>
          <a:ln w="19050">
            <a:solidFill>
              <a:srgbClr val="4A4A55"/>
            </a:solidFill>
            <a:prstDash val="solid"/>
          </a:ln>
        </p:spPr>
      </p:sp>
      <p:sp>
        <p:nvSpPr>
          <p:cNvPr id="49" name="Shape 47"/>
          <p:cNvSpPr/>
          <p:nvPr/>
        </p:nvSpPr>
        <p:spPr>
          <a:xfrm>
            <a:off x="2005256" y="1982419"/>
            <a:ext cx="189550" cy="34747"/>
          </a:xfrm>
          <a:prstGeom prst="line">
            <a:avLst/>
          </a:prstGeom>
          <a:noFill/>
          <a:ln w="19050">
            <a:solidFill>
              <a:srgbClr val="4A4A55"/>
            </a:solidFill>
            <a:prstDash val="solid"/>
          </a:ln>
        </p:spPr>
      </p:sp>
      <p:sp>
        <p:nvSpPr>
          <p:cNvPr id="50" name="Shape 48"/>
          <p:cNvSpPr/>
          <p:nvPr/>
        </p:nvSpPr>
        <p:spPr>
          <a:xfrm>
            <a:off x="2194806" y="2017166"/>
            <a:ext cx="78181" cy="69494"/>
          </a:xfrm>
          <a:prstGeom prst="line">
            <a:avLst/>
          </a:prstGeom>
          <a:noFill/>
          <a:ln w="19050">
            <a:solidFill>
              <a:srgbClr val="4A4A55"/>
            </a:solidFill>
            <a:prstDash val="solid"/>
          </a:ln>
        </p:spPr>
      </p:sp>
      <p:sp>
        <p:nvSpPr>
          <p:cNvPr id="51" name="Shape 49"/>
          <p:cNvSpPr/>
          <p:nvPr/>
        </p:nvSpPr>
        <p:spPr>
          <a:xfrm flipV="1">
            <a:off x="2194806" y="1982419"/>
            <a:ext cx="111369" cy="34747"/>
          </a:xfrm>
          <a:prstGeom prst="line">
            <a:avLst/>
          </a:prstGeom>
          <a:noFill/>
          <a:ln w="19050">
            <a:solidFill>
              <a:srgbClr val="4A4A55"/>
            </a:solidFill>
            <a:prstDash val="solid"/>
          </a:ln>
        </p:spPr>
      </p:sp>
      <p:sp>
        <p:nvSpPr>
          <p:cNvPr id="52" name="Shape 50"/>
          <p:cNvSpPr/>
          <p:nvPr/>
        </p:nvSpPr>
        <p:spPr>
          <a:xfrm>
            <a:off x="2272987" y="2086661"/>
            <a:ext cx="189550" cy="34747"/>
          </a:xfrm>
          <a:prstGeom prst="line">
            <a:avLst/>
          </a:prstGeom>
          <a:noFill/>
          <a:ln w="19050">
            <a:solidFill>
              <a:srgbClr val="4A4A55"/>
            </a:solidFill>
            <a:prstDash val="solid"/>
          </a:ln>
        </p:spPr>
      </p:sp>
      <p:sp>
        <p:nvSpPr>
          <p:cNvPr id="53" name="Shape 51"/>
          <p:cNvSpPr/>
          <p:nvPr/>
        </p:nvSpPr>
        <p:spPr>
          <a:xfrm flipV="1">
            <a:off x="2462538" y="2086661"/>
            <a:ext cx="111369" cy="34747"/>
          </a:xfrm>
          <a:prstGeom prst="line">
            <a:avLst/>
          </a:prstGeom>
          <a:noFill/>
          <a:ln w="19050">
            <a:solidFill>
              <a:srgbClr val="4A4A55"/>
            </a:solidFill>
            <a:prstDash val="solid"/>
          </a:ln>
        </p:spPr>
      </p:sp>
      <p:sp>
        <p:nvSpPr>
          <p:cNvPr id="54" name="Shape 52"/>
          <p:cNvSpPr/>
          <p:nvPr/>
        </p:nvSpPr>
        <p:spPr>
          <a:xfrm>
            <a:off x="1424799" y="1600200"/>
            <a:ext cx="78181" cy="69494"/>
          </a:xfrm>
          <a:prstGeom prst="line">
            <a:avLst/>
          </a:prstGeom>
          <a:noFill/>
          <a:ln w="19050">
            <a:solidFill>
              <a:srgbClr val="4A4A55"/>
            </a:solidFill>
            <a:prstDash val="solid"/>
          </a:ln>
        </p:spPr>
      </p:sp>
      <p:sp>
        <p:nvSpPr>
          <p:cNvPr id="55" name="Shape 53"/>
          <p:cNvSpPr/>
          <p:nvPr/>
        </p:nvSpPr>
        <p:spPr>
          <a:xfrm>
            <a:off x="1502980" y="1669694"/>
            <a:ext cx="189550" cy="34747"/>
          </a:xfrm>
          <a:prstGeom prst="line">
            <a:avLst/>
          </a:prstGeom>
          <a:noFill/>
          <a:ln w="19050">
            <a:solidFill>
              <a:srgbClr val="4A4A55"/>
            </a:solidFill>
            <a:prstDash val="solid"/>
          </a:ln>
        </p:spPr>
      </p:sp>
      <p:sp>
        <p:nvSpPr>
          <p:cNvPr id="56" name="Shape 54"/>
          <p:cNvSpPr/>
          <p:nvPr/>
        </p:nvSpPr>
        <p:spPr>
          <a:xfrm>
            <a:off x="1692531" y="1704442"/>
            <a:ext cx="78181" cy="69494"/>
          </a:xfrm>
          <a:prstGeom prst="line">
            <a:avLst/>
          </a:prstGeom>
          <a:noFill/>
          <a:ln w="19050">
            <a:solidFill>
              <a:srgbClr val="4A4A55"/>
            </a:solidFill>
            <a:prstDash val="solid"/>
          </a:ln>
        </p:spPr>
      </p:sp>
      <p:sp>
        <p:nvSpPr>
          <p:cNvPr id="57" name="Shape 55"/>
          <p:cNvSpPr/>
          <p:nvPr/>
        </p:nvSpPr>
        <p:spPr>
          <a:xfrm flipV="1">
            <a:off x="1692531" y="1669694"/>
            <a:ext cx="111369" cy="34747"/>
          </a:xfrm>
          <a:prstGeom prst="line">
            <a:avLst/>
          </a:prstGeom>
          <a:noFill/>
          <a:ln w="19050">
            <a:solidFill>
              <a:srgbClr val="4A4A55"/>
            </a:solidFill>
            <a:prstDash val="solid"/>
          </a:ln>
        </p:spPr>
      </p:sp>
      <p:sp>
        <p:nvSpPr>
          <p:cNvPr id="58" name="Shape 56"/>
          <p:cNvSpPr/>
          <p:nvPr/>
        </p:nvSpPr>
        <p:spPr>
          <a:xfrm>
            <a:off x="1770712" y="1773936"/>
            <a:ext cx="189550" cy="34747"/>
          </a:xfrm>
          <a:prstGeom prst="line">
            <a:avLst/>
          </a:prstGeom>
          <a:noFill/>
          <a:ln w="19050">
            <a:solidFill>
              <a:srgbClr val="4A4A55"/>
            </a:solidFill>
            <a:prstDash val="solid"/>
          </a:ln>
        </p:spPr>
      </p:sp>
      <p:sp>
        <p:nvSpPr>
          <p:cNvPr id="59" name="Shape 57"/>
          <p:cNvSpPr/>
          <p:nvPr/>
        </p:nvSpPr>
        <p:spPr>
          <a:xfrm>
            <a:off x="1960262" y="1808683"/>
            <a:ext cx="78181" cy="69494"/>
          </a:xfrm>
          <a:prstGeom prst="line">
            <a:avLst/>
          </a:prstGeom>
          <a:noFill/>
          <a:ln w="19050">
            <a:solidFill>
              <a:srgbClr val="4A4A55"/>
            </a:solidFill>
            <a:prstDash val="solid"/>
          </a:ln>
        </p:spPr>
      </p:sp>
      <p:sp>
        <p:nvSpPr>
          <p:cNvPr id="60" name="Shape 58"/>
          <p:cNvSpPr/>
          <p:nvPr/>
        </p:nvSpPr>
        <p:spPr>
          <a:xfrm flipV="1">
            <a:off x="1960262" y="1773936"/>
            <a:ext cx="111369" cy="34747"/>
          </a:xfrm>
          <a:prstGeom prst="line">
            <a:avLst/>
          </a:prstGeom>
          <a:noFill/>
          <a:ln w="19050">
            <a:solidFill>
              <a:srgbClr val="4A4A55"/>
            </a:solidFill>
            <a:prstDash val="solid"/>
          </a:ln>
        </p:spPr>
      </p:sp>
      <p:sp>
        <p:nvSpPr>
          <p:cNvPr id="61" name="Shape 59"/>
          <p:cNvSpPr/>
          <p:nvPr/>
        </p:nvSpPr>
        <p:spPr>
          <a:xfrm>
            <a:off x="2038444" y="1878178"/>
            <a:ext cx="189550" cy="34747"/>
          </a:xfrm>
          <a:prstGeom prst="line">
            <a:avLst/>
          </a:prstGeom>
          <a:noFill/>
          <a:ln w="19050">
            <a:solidFill>
              <a:srgbClr val="4A4A55"/>
            </a:solidFill>
            <a:prstDash val="solid"/>
          </a:ln>
        </p:spPr>
      </p:sp>
      <p:sp>
        <p:nvSpPr>
          <p:cNvPr id="62" name="Shape 60"/>
          <p:cNvSpPr/>
          <p:nvPr/>
        </p:nvSpPr>
        <p:spPr>
          <a:xfrm>
            <a:off x="2227994" y="1912925"/>
            <a:ext cx="78181" cy="69494"/>
          </a:xfrm>
          <a:prstGeom prst="line">
            <a:avLst/>
          </a:prstGeom>
          <a:noFill/>
          <a:ln w="19050">
            <a:solidFill>
              <a:srgbClr val="4A4A55"/>
            </a:solidFill>
            <a:prstDash val="solid"/>
          </a:ln>
        </p:spPr>
      </p:sp>
      <p:sp>
        <p:nvSpPr>
          <p:cNvPr id="63" name="Shape 61"/>
          <p:cNvSpPr/>
          <p:nvPr/>
        </p:nvSpPr>
        <p:spPr>
          <a:xfrm flipV="1">
            <a:off x="2227994" y="1878178"/>
            <a:ext cx="111369" cy="34747"/>
          </a:xfrm>
          <a:prstGeom prst="line">
            <a:avLst/>
          </a:prstGeom>
          <a:noFill/>
          <a:ln w="19050">
            <a:solidFill>
              <a:srgbClr val="4A4A55"/>
            </a:solidFill>
            <a:prstDash val="solid"/>
          </a:ln>
        </p:spPr>
      </p:sp>
      <p:sp>
        <p:nvSpPr>
          <p:cNvPr id="64" name="Shape 62"/>
          <p:cNvSpPr/>
          <p:nvPr/>
        </p:nvSpPr>
        <p:spPr>
          <a:xfrm>
            <a:off x="2306175" y="1982419"/>
            <a:ext cx="189550" cy="34747"/>
          </a:xfrm>
          <a:prstGeom prst="line">
            <a:avLst/>
          </a:prstGeom>
          <a:noFill/>
          <a:ln w="19050">
            <a:solidFill>
              <a:srgbClr val="4A4A55"/>
            </a:solidFill>
            <a:prstDash val="solid"/>
          </a:ln>
        </p:spPr>
      </p:sp>
      <p:sp>
        <p:nvSpPr>
          <p:cNvPr id="65" name="Shape 63"/>
          <p:cNvSpPr/>
          <p:nvPr/>
        </p:nvSpPr>
        <p:spPr>
          <a:xfrm>
            <a:off x="2495726" y="2017166"/>
            <a:ext cx="78181" cy="69494"/>
          </a:xfrm>
          <a:prstGeom prst="line">
            <a:avLst/>
          </a:prstGeom>
          <a:noFill/>
          <a:ln w="19050">
            <a:solidFill>
              <a:srgbClr val="4A4A55"/>
            </a:solidFill>
            <a:prstDash val="solid"/>
          </a:ln>
        </p:spPr>
      </p:sp>
      <p:sp>
        <p:nvSpPr>
          <p:cNvPr id="66" name="Shape 64"/>
          <p:cNvSpPr/>
          <p:nvPr/>
        </p:nvSpPr>
        <p:spPr>
          <a:xfrm flipV="1">
            <a:off x="2495726" y="1982419"/>
            <a:ext cx="111369" cy="34747"/>
          </a:xfrm>
          <a:prstGeom prst="line">
            <a:avLst/>
          </a:prstGeom>
          <a:noFill/>
          <a:ln w="19050">
            <a:solidFill>
              <a:srgbClr val="4A4A55"/>
            </a:solidFill>
            <a:prstDash val="solid"/>
          </a:ln>
        </p:spPr>
      </p:sp>
      <p:sp>
        <p:nvSpPr>
          <p:cNvPr id="67" name="Shape 65"/>
          <p:cNvSpPr/>
          <p:nvPr/>
        </p:nvSpPr>
        <p:spPr>
          <a:xfrm>
            <a:off x="2573907" y="2086661"/>
            <a:ext cx="189550" cy="34747"/>
          </a:xfrm>
          <a:prstGeom prst="line">
            <a:avLst/>
          </a:prstGeom>
          <a:noFill/>
          <a:ln w="19050">
            <a:solidFill>
              <a:srgbClr val="4A4A55"/>
            </a:solidFill>
            <a:prstDash val="solid"/>
          </a:ln>
        </p:spPr>
      </p:sp>
      <p:sp>
        <p:nvSpPr>
          <p:cNvPr id="68" name="Shape 66"/>
          <p:cNvSpPr/>
          <p:nvPr/>
        </p:nvSpPr>
        <p:spPr>
          <a:xfrm flipV="1">
            <a:off x="2763457" y="2086661"/>
            <a:ext cx="111369" cy="34747"/>
          </a:xfrm>
          <a:prstGeom prst="line">
            <a:avLst/>
          </a:prstGeom>
          <a:noFill/>
          <a:ln w="19050">
            <a:solidFill>
              <a:srgbClr val="4A4A55"/>
            </a:solidFill>
            <a:prstDash val="solid"/>
          </a:ln>
        </p:spPr>
      </p:sp>
      <p:sp>
        <p:nvSpPr>
          <p:cNvPr id="69" name="Shape 67"/>
          <p:cNvSpPr/>
          <p:nvPr/>
        </p:nvSpPr>
        <p:spPr>
          <a:xfrm>
            <a:off x="1725719" y="1600200"/>
            <a:ext cx="78181" cy="69494"/>
          </a:xfrm>
          <a:prstGeom prst="line">
            <a:avLst/>
          </a:prstGeom>
          <a:noFill/>
          <a:ln w="19050">
            <a:solidFill>
              <a:srgbClr val="4A4A55"/>
            </a:solidFill>
            <a:prstDash val="solid"/>
          </a:ln>
        </p:spPr>
      </p:sp>
      <p:sp>
        <p:nvSpPr>
          <p:cNvPr id="70" name="Shape 68"/>
          <p:cNvSpPr/>
          <p:nvPr/>
        </p:nvSpPr>
        <p:spPr>
          <a:xfrm>
            <a:off x="1803900" y="1669694"/>
            <a:ext cx="189550" cy="34747"/>
          </a:xfrm>
          <a:prstGeom prst="line">
            <a:avLst/>
          </a:prstGeom>
          <a:noFill/>
          <a:ln w="19050">
            <a:solidFill>
              <a:srgbClr val="4A4A55"/>
            </a:solidFill>
            <a:prstDash val="solid"/>
          </a:ln>
        </p:spPr>
      </p:sp>
      <p:sp>
        <p:nvSpPr>
          <p:cNvPr id="71" name="Shape 69"/>
          <p:cNvSpPr/>
          <p:nvPr/>
        </p:nvSpPr>
        <p:spPr>
          <a:xfrm>
            <a:off x="1993450" y="1704442"/>
            <a:ext cx="78181" cy="69494"/>
          </a:xfrm>
          <a:prstGeom prst="line">
            <a:avLst/>
          </a:prstGeom>
          <a:noFill/>
          <a:ln w="19050">
            <a:solidFill>
              <a:srgbClr val="4A4A55"/>
            </a:solidFill>
            <a:prstDash val="solid"/>
          </a:ln>
        </p:spPr>
      </p:sp>
      <p:sp>
        <p:nvSpPr>
          <p:cNvPr id="72" name="Shape 70"/>
          <p:cNvSpPr/>
          <p:nvPr/>
        </p:nvSpPr>
        <p:spPr>
          <a:xfrm flipV="1">
            <a:off x="1993450" y="1669694"/>
            <a:ext cx="111369" cy="34747"/>
          </a:xfrm>
          <a:prstGeom prst="line">
            <a:avLst/>
          </a:prstGeom>
          <a:noFill/>
          <a:ln w="19050">
            <a:solidFill>
              <a:srgbClr val="4A4A55"/>
            </a:solidFill>
            <a:prstDash val="solid"/>
          </a:ln>
        </p:spPr>
      </p:sp>
      <p:sp>
        <p:nvSpPr>
          <p:cNvPr id="73" name="Shape 71"/>
          <p:cNvSpPr/>
          <p:nvPr/>
        </p:nvSpPr>
        <p:spPr>
          <a:xfrm>
            <a:off x="2071632" y="1773936"/>
            <a:ext cx="189550" cy="34747"/>
          </a:xfrm>
          <a:prstGeom prst="line">
            <a:avLst/>
          </a:prstGeom>
          <a:noFill/>
          <a:ln w="19050">
            <a:solidFill>
              <a:srgbClr val="4A4A55"/>
            </a:solidFill>
            <a:prstDash val="solid"/>
          </a:ln>
        </p:spPr>
      </p:sp>
      <p:sp>
        <p:nvSpPr>
          <p:cNvPr id="74" name="Shape 72"/>
          <p:cNvSpPr/>
          <p:nvPr/>
        </p:nvSpPr>
        <p:spPr>
          <a:xfrm>
            <a:off x="2261182" y="1808683"/>
            <a:ext cx="78181" cy="69494"/>
          </a:xfrm>
          <a:prstGeom prst="line">
            <a:avLst/>
          </a:prstGeom>
          <a:noFill/>
          <a:ln w="19050">
            <a:solidFill>
              <a:srgbClr val="4A4A55"/>
            </a:solidFill>
            <a:prstDash val="solid"/>
          </a:ln>
        </p:spPr>
      </p:sp>
      <p:sp>
        <p:nvSpPr>
          <p:cNvPr id="75" name="Shape 73"/>
          <p:cNvSpPr/>
          <p:nvPr/>
        </p:nvSpPr>
        <p:spPr>
          <a:xfrm flipV="1">
            <a:off x="2261182" y="1773936"/>
            <a:ext cx="111369" cy="34747"/>
          </a:xfrm>
          <a:prstGeom prst="line">
            <a:avLst/>
          </a:prstGeom>
          <a:noFill/>
          <a:ln w="19050">
            <a:solidFill>
              <a:srgbClr val="4A4A55"/>
            </a:solidFill>
            <a:prstDash val="solid"/>
          </a:ln>
        </p:spPr>
      </p:sp>
      <p:sp>
        <p:nvSpPr>
          <p:cNvPr id="76" name="Shape 74"/>
          <p:cNvSpPr/>
          <p:nvPr/>
        </p:nvSpPr>
        <p:spPr>
          <a:xfrm>
            <a:off x="2339363" y="1878178"/>
            <a:ext cx="189550" cy="34747"/>
          </a:xfrm>
          <a:prstGeom prst="line">
            <a:avLst/>
          </a:prstGeom>
          <a:noFill/>
          <a:ln w="19050">
            <a:solidFill>
              <a:srgbClr val="4A4A55"/>
            </a:solidFill>
            <a:prstDash val="solid"/>
          </a:ln>
        </p:spPr>
      </p:sp>
      <p:sp>
        <p:nvSpPr>
          <p:cNvPr id="77" name="Shape 75"/>
          <p:cNvSpPr/>
          <p:nvPr/>
        </p:nvSpPr>
        <p:spPr>
          <a:xfrm>
            <a:off x="2528914" y="1912925"/>
            <a:ext cx="78181" cy="69494"/>
          </a:xfrm>
          <a:prstGeom prst="line">
            <a:avLst/>
          </a:prstGeom>
          <a:noFill/>
          <a:ln w="19050">
            <a:solidFill>
              <a:srgbClr val="4A4A55"/>
            </a:solidFill>
            <a:prstDash val="solid"/>
          </a:ln>
        </p:spPr>
      </p:sp>
      <p:sp>
        <p:nvSpPr>
          <p:cNvPr id="78" name="Shape 76"/>
          <p:cNvSpPr/>
          <p:nvPr/>
        </p:nvSpPr>
        <p:spPr>
          <a:xfrm flipV="1">
            <a:off x="2528914" y="1878178"/>
            <a:ext cx="111369" cy="34747"/>
          </a:xfrm>
          <a:prstGeom prst="line">
            <a:avLst/>
          </a:prstGeom>
          <a:noFill/>
          <a:ln w="19050">
            <a:solidFill>
              <a:srgbClr val="4A4A55"/>
            </a:solidFill>
            <a:prstDash val="solid"/>
          </a:ln>
        </p:spPr>
      </p:sp>
      <p:sp>
        <p:nvSpPr>
          <p:cNvPr id="79" name="Shape 77"/>
          <p:cNvSpPr/>
          <p:nvPr/>
        </p:nvSpPr>
        <p:spPr>
          <a:xfrm>
            <a:off x="2607095" y="1982419"/>
            <a:ext cx="189550" cy="34747"/>
          </a:xfrm>
          <a:prstGeom prst="line">
            <a:avLst/>
          </a:prstGeom>
          <a:noFill/>
          <a:ln w="19050">
            <a:solidFill>
              <a:srgbClr val="4A4A55"/>
            </a:solidFill>
            <a:prstDash val="solid"/>
          </a:ln>
        </p:spPr>
      </p:sp>
      <p:sp>
        <p:nvSpPr>
          <p:cNvPr id="80" name="Shape 78"/>
          <p:cNvSpPr/>
          <p:nvPr/>
        </p:nvSpPr>
        <p:spPr>
          <a:xfrm>
            <a:off x="2796645" y="2017166"/>
            <a:ext cx="78181" cy="69494"/>
          </a:xfrm>
          <a:prstGeom prst="line">
            <a:avLst/>
          </a:prstGeom>
          <a:noFill/>
          <a:ln w="19050">
            <a:solidFill>
              <a:srgbClr val="4A4A55"/>
            </a:solidFill>
            <a:prstDash val="solid"/>
          </a:ln>
        </p:spPr>
      </p:sp>
      <p:sp>
        <p:nvSpPr>
          <p:cNvPr id="81" name="Shape 79"/>
          <p:cNvSpPr/>
          <p:nvPr/>
        </p:nvSpPr>
        <p:spPr>
          <a:xfrm flipV="1">
            <a:off x="2796645" y="1982419"/>
            <a:ext cx="111369" cy="34747"/>
          </a:xfrm>
          <a:prstGeom prst="line">
            <a:avLst/>
          </a:prstGeom>
          <a:noFill/>
          <a:ln w="19050">
            <a:solidFill>
              <a:srgbClr val="4A4A55"/>
            </a:solidFill>
            <a:prstDash val="solid"/>
          </a:ln>
        </p:spPr>
      </p:sp>
      <p:sp>
        <p:nvSpPr>
          <p:cNvPr id="82" name="Shape 80"/>
          <p:cNvSpPr/>
          <p:nvPr/>
        </p:nvSpPr>
        <p:spPr>
          <a:xfrm>
            <a:off x="2874826" y="2086661"/>
            <a:ext cx="189550" cy="34747"/>
          </a:xfrm>
          <a:prstGeom prst="line">
            <a:avLst/>
          </a:prstGeom>
          <a:noFill/>
          <a:ln w="19050">
            <a:solidFill>
              <a:srgbClr val="4A4A55"/>
            </a:solidFill>
            <a:prstDash val="solid"/>
          </a:ln>
        </p:spPr>
      </p:sp>
      <p:sp>
        <p:nvSpPr>
          <p:cNvPr id="83" name="Shape 81"/>
          <p:cNvSpPr/>
          <p:nvPr/>
        </p:nvSpPr>
        <p:spPr>
          <a:xfrm flipV="1">
            <a:off x="3064377" y="2086661"/>
            <a:ext cx="111369" cy="34747"/>
          </a:xfrm>
          <a:prstGeom prst="line">
            <a:avLst/>
          </a:prstGeom>
          <a:noFill/>
          <a:ln w="19050">
            <a:solidFill>
              <a:srgbClr val="4A4A55"/>
            </a:solidFill>
            <a:prstDash val="solid"/>
          </a:ln>
        </p:spPr>
      </p:sp>
      <p:sp>
        <p:nvSpPr>
          <p:cNvPr id="84" name="Shape 82"/>
          <p:cNvSpPr/>
          <p:nvPr/>
        </p:nvSpPr>
        <p:spPr>
          <a:xfrm>
            <a:off x="2026638" y="1600200"/>
            <a:ext cx="78181" cy="69494"/>
          </a:xfrm>
          <a:prstGeom prst="line">
            <a:avLst/>
          </a:prstGeom>
          <a:noFill/>
          <a:ln w="19050">
            <a:solidFill>
              <a:srgbClr val="4A4A55"/>
            </a:solidFill>
            <a:prstDash val="solid"/>
          </a:ln>
        </p:spPr>
      </p:sp>
      <p:sp>
        <p:nvSpPr>
          <p:cNvPr id="85" name="Shape 83"/>
          <p:cNvSpPr/>
          <p:nvPr/>
        </p:nvSpPr>
        <p:spPr>
          <a:xfrm>
            <a:off x="2104820" y="1669694"/>
            <a:ext cx="189550" cy="34747"/>
          </a:xfrm>
          <a:prstGeom prst="line">
            <a:avLst/>
          </a:prstGeom>
          <a:noFill/>
          <a:ln w="19050">
            <a:solidFill>
              <a:srgbClr val="4A4A55"/>
            </a:solidFill>
            <a:prstDash val="solid"/>
          </a:ln>
        </p:spPr>
      </p:sp>
      <p:sp>
        <p:nvSpPr>
          <p:cNvPr id="86" name="Shape 84"/>
          <p:cNvSpPr/>
          <p:nvPr/>
        </p:nvSpPr>
        <p:spPr>
          <a:xfrm>
            <a:off x="2294370" y="1704442"/>
            <a:ext cx="78181" cy="69494"/>
          </a:xfrm>
          <a:prstGeom prst="line">
            <a:avLst/>
          </a:prstGeom>
          <a:noFill/>
          <a:ln w="19050">
            <a:solidFill>
              <a:srgbClr val="4A4A55"/>
            </a:solidFill>
            <a:prstDash val="solid"/>
          </a:ln>
        </p:spPr>
      </p:sp>
      <p:sp>
        <p:nvSpPr>
          <p:cNvPr id="87" name="Shape 85"/>
          <p:cNvSpPr/>
          <p:nvPr/>
        </p:nvSpPr>
        <p:spPr>
          <a:xfrm flipV="1">
            <a:off x="2294370" y="1669694"/>
            <a:ext cx="111369" cy="34747"/>
          </a:xfrm>
          <a:prstGeom prst="line">
            <a:avLst/>
          </a:prstGeom>
          <a:noFill/>
          <a:ln w="19050">
            <a:solidFill>
              <a:srgbClr val="4A4A55"/>
            </a:solidFill>
            <a:prstDash val="solid"/>
          </a:ln>
        </p:spPr>
      </p:sp>
      <p:sp>
        <p:nvSpPr>
          <p:cNvPr id="88" name="Shape 86"/>
          <p:cNvSpPr/>
          <p:nvPr/>
        </p:nvSpPr>
        <p:spPr>
          <a:xfrm>
            <a:off x="2372551" y="1773936"/>
            <a:ext cx="189550" cy="34747"/>
          </a:xfrm>
          <a:prstGeom prst="line">
            <a:avLst/>
          </a:prstGeom>
          <a:noFill/>
          <a:ln w="19050">
            <a:solidFill>
              <a:srgbClr val="4A4A55"/>
            </a:solidFill>
            <a:prstDash val="solid"/>
          </a:ln>
        </p:spPr>
      </p:sp>
      <p:sp>
        <p:nvSpPr>
          <p:cNvPr id="89" name="Shape 87"/>
          <p:cNvSpPr/>
          <p:nvPr/>
        </p:nvSpPr>
        <p:spPr>
          <a:xfrm>
            <a:off x="2562101" y="1808683"/>
            <a:ext cx="78181" cy="69494"/>
          </a:xfrm>
          <a:prstGeom prst="line">
            <a:avLst/>
          </a:prstGeom>
          <a:noFill/>
          <a:ln w="19050">
            <a:solidFill>
              <a:srgbClr val="4A4A55"/>
            </a:solidFill>
            <a:prstDash val="solid"/>
          </a:ln>
        </p:spPr>
      </p:sp>
      <p:sp>
        <p:nvSpPr>
          <p:cNvPr id="90" name="Shape 88"/>
          <p:cNvSpPr/>
          <p:nvPr/>
        </p:nvSpPr>
        <p:spPr>
          <a:xfrm flipV="1">
            <a:off x="2562101" y="1773936"/>
            <a:ext cx="111369" cy="34747"/>
          </a:xfrm>
          <a:prstGeom prst="line">
            <a:avLst/>
          </a:prstGeom>
          <a:noFill/>
          <a:ln w="19050">
            <a:solidFill>
              <a:srgbClr val="4A4A55"/>
            </a:solidFill>
            <a:prstDash val="solid"/>
          </a:ln>
        </p:spPr>
      </p:sp>
      <p:sp>
        <p:nvSpPr>
          <p:cNvPr id="91" name="Shape 89"/>
          <p:cNvSpPr/>
          <p:nvPr/>
        </p:nvSpPr>
        <p:spPr>
          <a:xfrm>
            <a:off x="2640283" y="1878178"/>
            <a:ext cx="189550" cy="34747"/>
          </a:xfrm>
          <a:prstGeom prst="line">
            <a:avLst/>
          </a:prstGeom>
          <a:noFill/>
          <a:ln w="19050">
            <a:solidFill>
              <a:srgbClr val="4A4A55"/>
            </a:solidFill>
            <a:prstDash val="solid"/>
          </a:ln>
        </p:spPr>
      </p:sp>
      <p:sp>
        <p:nvSpPr>
          <p:cNvPr id="92" name="Shape 90"/>
          <p:cNvSpPr/>
          <p:nvPr/>
        </p:nvSpPr>
        <p:spPr>
          <a:xfrm>
            <a:off x="2829833" y="1912925"/>
            <a:ext cx="78181" cy="69494"/>
          </a:xfrm>
          <a:prstGeom prst="line">
            <a:avLst/>
          </a:prstGeom>
          <a:noFill/>
          <a:ln w="19050">
            <a:solidFill>
              <a:srgbClr val="4A4A55"/>
            </a:solidFill>
            <a:prstDash val="solid"/>
          </a:ln>
        </p:spPr>
      </p:sp>
      <p:sp>
        <p:nvSpPr>
          <p:cNvPr id="93" name="Shape 91"/>
          <p:cNvSpPr/>
          <p:nvPr/>
        </p:nvSpPr>
        <p:spPr>
          <a:xfrm flipV="1">
            <a:off x="2829833" y="1878178"/>
            <a:ext cx="111369" cy="34747"/>
          </a:xfrm>
          <a:prstGeom prst="line">
            <a:avLst/>
          </a:prstGeom>
          <a:noFill/>
          <a:ln w="19050">
            <a:solidFill>
              <a:srgbClr val="4A4A55"/>
            </a:solidFill>
            <a:prstDash val="solid"/>
          </a:ln>
        </p:spPr>
      </p:sp>
      <p:sp>
        <p:nvSpPr>
          <p:cNvPr id="94" name="Shape 92"/>
          <p:cNvSpPr/>
          <p:nvPr/>
        </p:nvSpPr>
        <p:spPr>
          <a:xfrm>
            <a:off x="2908014" y="1982419"/>
            <a:ext cx="189550" cy="34747"/>
          </a:xfrm>
          <a:prstGeom prst="line">
            <a:avLst/>
          </a:prstGeom>
          <a:noFill/>
          <a:ln w="19050">
            <a:solidFill>
              <a:srgbClr val="4A4A55"/>
            </a:solidFill>
            <a:prstDash val="solid"/>
          </a:ln>
        </p:spPr>
      </p:sp>
      <p:sp>
        <p:nvSpPr>
          <p:cNvPr id="95" name="Shape 93"/>
          <p:cNvSpPr/>
          <p:nvPr/>
        </p:nvSpPr>
        <p:spPr>
          <a:xfrm>
            <a:off x="3097565" y="2017166"/>
            <a:ext cx="78181" cy="69494"/>
          </a:xfrm>
          <a:prstGeom prst="line">
            <a:avLst/>
          </a:prstGeom>
          <a:noFill/>
          <a:ln w="19050">
            <a:solidFill>
              <a:srgbClr val="4A4A55"/>
            </a:solidFill>
            <a:prstDash val="solid"/>
          </a:ln>
        </p:spPr>
      </p:sp>
      <p:sp>
        <p:nvSpPr>
          <p:cNvPr id="96" name="Shape 94"/>
          <p:cNvSpPr/>
          <p:nvPr/>
        </p:nvSpPr>
        <p:spPr>
          <a:xfrm flipV="1">
            <a:off x="3097565" y="1982419"/>
            <a:ext cx="111369" cy="34747"/>
          </a:xfrm>
          <a:prstGeom prst="line">
            <a:avLst/>
          </a:prstGeom>
          <a:noFill/>
          <a:ln w="19050">
            <a:solidFill>
              <a:srgbClr val="4A4A55"/>
            </a:solidFill>
            <a:prstDash val="solid"/>
          </a:ln>
        </p:spPr>
      </p:sp>
      <p:sp>
        <p:nvSpPr>
          <p:cNvPr id="97" name="Shape 95"/>
          <p:cNvSpPr/>
          <p:nvPr/>
        </p:nvSpPr>
        <p:spPr>
          <a:xfrm>
            <a:off x="3175746" y="2086661"/>
            <a:ext cx="189550" cy="34747"/>
          </a:xfrm>
          <a:prstGeom prst="line">
            <a:avLst/>
          </a:prstGeom>
          <a:noFill/>
          <a:ln w="19050">
            <a:solidFill>
              <a:srgbClr val="4A4A55"/>
            </a:solidFill>
            <a:prstDash val="solid"/>
          </a:ln>
        </p:spPr>
      </p:sp>
      <p:sp>
        <p:nvSpPr>
          <p:cNvPr id="98" name="Shape 96"/>
          <p:cNvSpPr/>
          <p:nvPr/>
        </p:nvSpPr>
        <p:spPr>
          <a:xfrm flipV="1">
            <a:off x="3365296" y="2086661"/>
            <a:ext cx="111369" cy="34747"/>
          </a:xfrm>
          <a:prstGeom prst="line">
            <a:avLst/>
          </a:prstGeom>
          <a:noFill/>
          <a:ln w="19050">
            <a:solidFill>
              <a:srgbClr val="4A4A55"/>
            </a:solidFill>
            <a:prstDash val="solid"/>
          </a:ln>
        </p:spPr>
      </p:sp>
      <p:sp>
        <p:nvSpPr>
          <p:cNvPr id="99" name="Shape 97"/>
          <p:cNvSpPr/>
          <p:nvPr/>
        </p:nvSpPr>
        <p:spPr>
          <a:xfrm>
            <a:off x="2327558" y="1600200"/>
            <a:ext cx="78181" cy="69494"/>
          </a:xfrm>
          <a:prstGeom prst="line">
            <a:avLst/>
          </a:prstGeom>
          <a:noFill/>
          <a:ln w="19050">
            <a:solidFill>
              <a:srgbClr val="4A4A55"/>
            </a:solidFill>
            <a:prstDash val="solid"/>
          </a:ln>
        </p:spPr>
      </p:sp>
      <p:sp>
        <p:nvSpPr>
          <p:cNvPr id="100" name="Shape 98"/>
          <p:cNvSpPr/>
          <p:nvPr/>
        </p:nvSpPr>
        <p:spPr>
          <a:xfrm>
            <a:off x="2405739" y="1669694"/>
            <a:ext cx="189550" cy="34747"/>
          </a:xfrm>
          <a:prstGeom prst="line">
            <a:avLst/>
          </a:prstGeom>
          <a:noFill/>
          <a:ln w="19050">
            <a:solidFill>
              <a:srgbClr val="4A4A55"/>
            </a:solidFill>
            <a:prstDash val="solid"/>
          </a:ln>
        </p:spPr>
      </p:sp>
      <p:sp>
        <p:nvSpPr>
          <p:cNvPr id="101" name="Shape 99"/>
          <p:cNvSpPr/>
          <p:nvPr/>
        </p:nvSpPr>
        <p:spPr>
          <a:xfrm>
            <a:off x="2595289" y="1704442"/>
            <a:ext cx="78181" cy="69494"/>
          </a:xfrm>
          <a:prstGeom prst="line">
            <a:avLst/>
          </a:prstGeom>
          <a:noFill/>
          <a:ln w="19050">
            <a:solidFill>
              <a:srgbClr val="4A4A55"/>
            </a:solidFill>
            <a:prstDash val="solid"/>
          </a:ln>
        </p:spPr>
      </p:sp>
      <p:sp>
        <p:nvSpPr>
          <p:cNvPr id="102" name="Shape 100"/>
          <p:cNvSpPr/>
          <p:nvPr/>
        </p:nvSpPr>
        <p:spPr>
          <a:xfrm flipV="1">
            <a:off x="2595289" y="1669694"/>
            <a:ext cx="111369" cy="34747"/>
          </a:xfrm>
          <a:prstGeom prst="line">
            <a:avLst/>
          </a:prstGeom>
          <a:noFill/>
          <a:ln w="19050">
            <a:solidFill>
              <a:srgbClr val="4A4A55"/>
            </a:solidFill>
            <a:prstDash val="solid"/>
          </a:ln>
        </p:spPr>
      </p:sp>
      <p:sp>
        <p:nvSpPr>
          <p:cNvPr id="103" name="Shape 101"/>
          <p:cNvSpPr/>
          <p:nvPr/>
        </p:nvSpPr>
        <p:spPr>
          <a:xfrm>
            <a:off x="2673471" y="1773936"/>
            <a:ext cx="189550" cy="34747"/>
          </a:xfrm>
          <a:prstGeom prst="line">
            <a:avLst/>
          </a:prstGeom>
          <a:noFill/>
          <a:ln w="19050">
            <a:solidFill>
              <a:srgbClr val="4A4A55"/>
            </a:solidFill>
            <a:prstDash val="solid"/>
          </a:ln>
        </p:spPr>
      </p:sp>
      <p:sp>
        <p:nvSpPr>
          <p:cNvPr id="104" name="Shape 102"/>
          <p:cNvSpPr/>
          <p:nvPr/>
        </p:nvSpPr>
        <p:spPr>
          <a:xfrm>
            <a:off x="2863021" y="1808683"/>
            <a:ext cx="78181" cy="69494"/>
          </a:xfrm>
          <a:prstGeom prst="line">
            <a:avLst/>
          </a:prstGeom>
          <a:noFill/>
          <a:ln w="19050">
            <a:solidFill>
              <a:srgbClr val="4A4A55"/>
            </a:solidFill>
            <a:prstDash val="solid"/>
          </a:ln>
        </p:spPr>
      </p:sp>
      <p:sp>
        <p:nvSpPr>
          <p:cNvPr id="105" name="Shape 103"/>
          <p:cNvSpPr/>
          <p:nvPr/>
        </p:nvSpPr>
        <p:spPr>
          <a:xfrm flipV="1">
            <a:off x="2863021" y="1773936"/>
            <a:ext cx="111369" cy="34747"/>
          </a:xfrm>
          <a:prstGeom prst="line">
            <a:avLst/>
          </a:prstGeom>
          <a:noFill/>
          <a:ln w="19050">
            <a:solidFill>
              <a:srgbClr val="4A4A55"/>
            </a:solidFill>
            <a:prstDash val="solid"/>
          </a:ln>
        </p:spPr>
      </p:sp>
      <p:sp>
        <p:nvSpPr>
          <p:cNvPr id="106" name="Shape 104"/>
          <p:cNvSpPr/>
          <p:nvPr/>
        </p:nvSpPr>
        <p:spPr>
          <a:xfrm>
            <a:off x="2941202" y="1878178"/>
            <a:ext cx="189550" cy="34747"/>
          </a:xfrm>
          <a:prstGeom prst="line">
            <a:avLst/>
          </a:prstGeom>
          <a:noFill/>
          <a:ln w="19050">
            <a:solidFill>
              <a:srgbClr val="4A4A55"/>
            </a:solidFill>
            <a:prstDash val="solid"/>
          </a:ln>
        </p:spPr>
      </p:sp>
      <p:sp>
        <p:nvSpPr>
          <p:cNvPr id="107" name="Shape 105"/>
          <p:cNvSpPr/>
          <p:nvPr/>
        </p:nvSpPr>
        <p:spPr>
          <a:xfrm>
            <a:off x="3130753" y="1912925"/>
            <a:ext cx="78181" cy="69494"/>
          </a:xfrm>
          <a:prstGeom prst="line">
            <a:avLst/>
          </a:prstGeom>
          <a:noFill/>
          <a:ln w="19050">
            <a:solidFill>
              <a:srgbClr val="4A4A55"/>
            </a:solidFill>
            <a:prstDash val="solid"/>
          </a:ln>
        </p:spPr>
      </p:sp>
      <p:sp>
        <p:nvSpPr>
          <p:cNvPr id="108" name="Shape 106"/>
          <p:cNvSpPr/>
          <p:nvPr/>
        </p:nvSpPr>
        <p:spPr>
          <a:xfrm flipV="1">
            <a:off x="3130753" y="1878178"/>
            <a:ext cx="111369" cy="34747"/>
          </a:xfrm>
          <a:prstGeom prst="line">
            <a:avLst/>
          </a:prstGeom>
          <a:noFill/>
          <a:ln w="19050">
            <a:solidFill>
              <a:srgbClr val="4A4A55"/>
            </a:solidFill>
            <a:prstDash val="solid"/>
          </a:ln>
        </p:spPr>
      </p:sp>
      <p:sp>
        <p:nvSpPr>
          <p:cNvPr id="109" name="Shape 107"/>
          <p:cNvSpPr/>
          <p:nvPr/>
        </p:nvSpPr>
        <p:spPr>
          <a:xfrm>
            <a:off x="3208934" y="1982419"/>
            <a:ext cx="189550" cy="34747"/>
          </a:xfrm>
          <a:prstGeom prst="line">
            <a:avLst/>
          </a:prstGeom>
          <a:noFill/>
          <a:ln w="19050">
            <a:solidFill>
              <a:srgbClr val="4A4A55"/>
            </a:solidFill>
            <a:prstDash val="solid"/>
          </a:ln>
        </p:spPr>
      </p:sp>
      <p:sp>
        <p:nvSpPr>
          <p:cNvPr id="110" name="Shape 108"/>
          <p:cNvSpPr/>
          <p:nvPr/>
        </p:nvSpPr>
        <p:spPr>
          <a:xfrm>
            <a:off x="3398484" y="2017166"/>
            <a:ext cx="78181" cy="69494"/>
          </a:xfrm>
          <a:prstGeom prst="line">
            <a:avLst/>
          </a:prstGeom>
          <a:noFill/>
          <a:ln w="19050">
            <a:solidFill>
              <a:srgbClr val="4A4A55"/>
            </a:solidFill>
            <a:prstDash val="solid"/>
          </a:ln>
        </p:spPr>
      </p:sp>
      <p:sp>
        <p:nvSpPr>
          <p:cNvPr id="111" name="Shape 109"/>
          <p:cNvSpPr/>
          <p:nvPr/>
        </p:nvSpPr>
        <p:spPr>
          <a:xfrm flipV="1">
            <a:off x="3398484" y="1982419"/>
            <a:ext cx="111369" cy="34747"/>
          </a:xfrm>
          <a:prstGeom prst="line">
            <a:avLst/>
          </a:prstGeom>
          <a:noFill/>
          <a:ln w="19050">
            <a:solidFill>
              <a:srgbClr val="4A4A55"/>
            </a:solidFill>
            <a:prstDash val="solid"/>
          </a:ln>
        </p:spPr>
      </p:sp>
      <p:sp>
        <p:nvSpPr>
          <p:cNvPr id="112" name="Shape 110"/>
          <p:cNvSpPr/>
          <p:nvPr/>
        </p:nvSpPr>
        <p:spPr>
          <a:xfrm>
            <a:off x="3476665" y="2086661"/>
            <a:ext cx="189550" cy="34747"/>
          </a:xfrm>
          <a:prstGeom prst="line">
            <a:avLst/>
          </a:prstGeom>
          <a:noFill/>
          <a:ln w="19050">
            <a:solidFill>
              <a:srgbClr val="4A4A55"/>
            </a:solidFill>
            <a:prstDash val="solid"/>
          </a:ln>
        </p:spPr>
      </p:sp>
      <p:sp>
        <p:nvSpPr>
          <p:cNvPr id="113" name="Shape 111"/>
          <p:cNvSpPr/>
          <p:nvPr/>
        </p:nvSpPr>
        <p:spPr>
          <a:xfrm flipV="1">
            <a:off x="3666216" y="2086661"/>
            <a:ext cx="111369" cy="34747"/>
          </a:xfrm>
          <a:prstGeom prst="line">
            <a:avLst/>
          </a:prstGeom>
          <a:noFill/>
          <a:ln w="19050">
            <a:solidFill>
              <a:srgbClr val="4A4A55"/>
            </a:solidFill>
            <a:prstDash val="solid"/>
          </a:ln>
        </p:spPr>
      </p:sp>
      <p:sp>
        <p:nvSpPr>
          <p:cNvPr id="114" name="Shape 112"/>
          <p:cNvSpPr/>
          <p:nvPr/>
        </p:nvSpPr>
        <p:spPr>
          <a:xfrm>
            <a:off x="2628477" y="1600200"/>
            <a:ext cx="78181" cy="69494"/>
          </a:xfrm>
          <a:prstGeom prst="line">
            <a:avLst/>
          </a:prstGeom>
          <a:noFill/>
          <a:ln w="19050">
            <a:solidFill>
              <a:srgbClr val="4A4A55"/>
            </a:solidFill>
            <a:prstDash val="solid"/>
          </a:ln>
        </p:spPr>
      </p:sp>
      <p:sp>
        <p:nvSpPr>
          <p:cNvPr id="115" name="Shape 113"/>
          <p:cNvSpPr/>
          <p:nvPr/>
        </p:nvSpPr>
        <p:spPr>
          <a:xfrm>
            <a:off x="2706659" y="1669694"/>
            <a:ext cx="189550" cy="34747"/>
          </a:xfrm>
          <a:prstGeom prst="line">
            <a:avLst/>
          </a:prstGeom>
          <a:noFill/>
          <a:ln w="19050">
            <a:solidFill>
              <a:srgbClr val="4A4A55"/>
            </a:solidFill>
            <a:prstDash val="solid"/>
          </a:ln>
        </p:spPr>
      </p:sp>
      <p:sp>
        <p:nvSpPr>
          <p:cNvPr id="116" name="Shape 114"/>
          <p:cNvSpPr/>
          <p:nvPr/>
        </p:nvSpPr>
        <p:spPr>
          <a:xfrm>
            <a:off x="2896209" y="1704442"/>
            <a:ext cx="78181" cy="69494"/>
          </a:xfrm>
          <a:prstGeom prst="line">
            <a:avLst/>
          </a:prstGeom>
          <a:noFill/>
          <a:ln w="19050">
            <a:solidFill>
              <a:srgbClr val="4A4A55"/>
            </a:solidFill>
            <a:prstDash val="solid"/>
          </a:ln>
        </p:spPr>
      </p:sp>
      <p:sp>
        <p:nvSpPr>
          <p:cNvPr id="117" name="Shape 115"/>
          <p:cNvSpPr/>
          <p:nvPr/>
        </p:nvSpPr>
        <p:spPr>
          <a:xfrm flipV="1">
            <a:off x="2896209" y="1669694"/>
            <a:ext cx="111369" cy="34747"/>
          </a:xfrm>
          <a:prstGeom prst="line">
            <a:avLst/>
          </a:prstGeom>
          <a:noFill/>
          <a:ln w="19050">
            <a:solidFill>
              <a:srgbClr val="4A4A55"/>
            </a:solidFill>
            <a:prstDash val="solid"/>
          </a:ln>
        </p:spPr>
      </p:sp>
      <p:sp>
        <p:nvSpPr>
          <p:cNvPr id="118" name="Shape 116"/>
          <p:cNvSpPr/>
          <p:nvPr/>
        </p:nvSpPr>
        <p:spPr>
          <a:xfrm>
            <a:off x="2974390" y="1773936"/>
            <a:ext cx="189550" cy="34747"/>
          </a:xfrm>
          <a:prstGeom prst="line">
            <a:avLst/>
          </a:prstGeom>
          <a:noFill/>
          <a:ln w="19050">
            <a:solidFill>
              <a:srgbClr val="4A4A55"/>
            </a:solidFill>
            <a:prstDash val="solid"/>
          </a:ln>
        </p:spPr>
      </p:sp>
      <p:sp>
        <p:nvSpPr>
          <p:cNvPr id="119" name="Shape 117"/>
          <p:cNvSpPr/>
          <p:nvPr/>
        </p:nvSpPr>
        <p:spPr>
          <a:xfrm>
            <a:off x="3163941" y="1808683"/>
            <a:ext cx="78181" cy="69494"/>
          </a:xfrm>
          <a:prstGeom prst="line">
            <a:avLst/>
          </a:prstGeom>
          <a:noFill/>
          <a:ln w="19050">
            <a:solidFill>
              <a:srgbClr val="4A4A55"/>
            </a:solidFill>
            <a:prstDash val="solid"/>
          </a:ln>
        </p:spPr>
      </p:sp>
      <p:sp>
        <p:nvSpPr>
          <p:cNvPr id="120" name="Shape 118"/>
          <p:cNvSpPr/>
          <p:nvPr/>
        </p:nvSpPr>
        <p:spPr>
          <a:xfrm flipV="1">
            <a:off x="3163941" y="1773936"/>
            <a:ext cx="111369" cy="34747"/>
          </a:xfrm>
          <a:prstGeom prst="line">
            <a:avLst/>
          </a:prstGeom>
          <a:noFill/>
          <a:ln w="19050">
            <a:solidFill>
              <a:srgbClr val="4A4A55"/>
            </a:solidFill>
            <a:prstDash val="solid"/>
          </a:ln>
        </p:spPr>
      </p:sp>
      <p:sp>
        <p:nvSpPr>
          <p:cNvPr id="121" name="Shape 119"/>
          <p:cNvSpPr/>
          <p:nvPr/>
        </p:nvSpPr>
        <p:spPr>
          <a:xfrm>
            <a:off x="3242122" y="1878178"/>
            <a:ext cx="189550" cy="34747"/>
          </a:xfrm>
          <a:prstGeom prst="line">
            <a:avLst/>
          </a:prstGeom>
          <a:noFill/>
          <a:ln w="19050">
            <a:solidFill>
              <a:srgbClr val="4A4A55"/>
            </a:solidFill>
            <a:prstDash val="solid"/>
          </a:ln>
        </p:spPr>
      </p:sp>
      <p:sp>
        <p:nvSpPr>
          <p:cNvPr id="122" name="Shape 120"/>
          <p:cNvSpPr/>
          <p:nvPr/>
        </p:nvSpPr>
        <p:spPr>
          <a:xfrm>
            <a:off x="3431672" y="1912925"/>
            <a:ext cx="78181" cy="69494"/>
          </a:xfrm>
          <a:prstGeom prst="line">
            <a:avLst/>
          </a:prstGeom>
          <a:noFill/>
          <a:ln w="19050">
            <a:solidFill>
              <a:srgbClr val="4A4A55"/>
            </a:solidFill>
            <a:prstDash val="solid"/>
          </a:ln>
        </p:spPr>
      </p:sp>
      <p:sp>
        <p:nvSpPr>
          <p:cNvPr id="123" name="Shape 121"/>
          <p:cNvSpPr/>
          <p:nvPr/>
        </p:nvSpPr>
        <p:spPr>
          <a:xfrm flipV="1">
            <a:off x="3431672" y="1878178"/>
            <a:ext cx="111369" cy="34747"/>
          </a:xfrm>
          <a:prstGeom prst="line">
            <a:avLst/>
          </a:prstGeom>
          <a:noFill/>
          <a:ln w="19050">
            <a:solidFill>
              <a:srgbClr val="4A4A55"/>
            </a:solidFill>
            <a:prstDash val="solid"/>
          </a:ln>
        </p:spPr>
      </p:sp>
      <p:sp>
        <p:nvSpPr>
          <p:cNvPr id="124" name="Shape 122"/>
          <p:cNvSpPr/>
          <p:nvPr/>
        </p:nvSpPr>
        <p:spPr>
          <a:xfrm>
            <a:off x="3509853" y="1982419"/>
            <a:ext cx="189550" cy="34747"/>
          </a:xfrm>
          <a:prstGeom prst="line">
            <a:avLst/>
          </a:prstGeom>
          <a:noFill/>
          <a:ln w="19050">
            <a:solidFill>
              <a:srgbClr val="4A4A55"/>
            </a:solidFill>
            <a:prstDash val="solid"/>
          </a:ln>
        </p:spPr>
      </p:sp>
      <p:sp>
        <p:nvSpPr>
          <p:cNvPr id="125" name="Shape 123"/>
          <p:cNvSpPr/>
          <p:nvPr/>
        </p:nvSpPr>
        <p:spPr>
          <a:xfrm>
            <a:off x="3699404" y="2017166"/>
            <a:ext cx="78181" cy="69494"/>
          </a:xfrm>
          <a:prstGeom prst="line">
            <a:avLst/>
          </a:prstGeom>
          <a:noFill/>
          <a:ln w="19050">
            <a:solidFill>
              <a:srgbClr val="4A4A55"/>
            </a:solidFill>
            <a:prstDash val="solid"/>
          </a:ln>
        </p:spPr>
      </p:sp>
      <p:sp>
        <p:nvSpPr>
          <p:cNvPr id="126" name="Shape 124"/>
          <p:cNvSpPr/>
          <p:nvPr/>
        </p:nvSpPr>
        <p:spPr>
          <a:xfrm flipV="1">
            <a:off x="3699404" y="1982419"/>
            <a:ext cx="111369" cy="34747"/>
          </a:xfrm>
          <a:prstGeom prst="line">
            <a:avLst/>
          </a:prstGeom>
          <a:noFill/>
          <a:ln w="19050">
            <a:solidFill>
              <a:srgbClr val="4A4A55"/>
            </a:solidFill>
            <a:prstDash val="solid"/>
          </a:ln>
        </p:spPr>
      </p:sp>
      <p:sp>
        <p:nvSpPr>
          <p:cNvPr id="127" name="Shape 125"/>
          <p:cNvSpPr/>
          <p:nvPr/>
        </p:nvSpPr>
        <p:spPr>
          <a:xfrm>
            <a:off x="3777585" y="2086661"/>
            <a:ext cx="189550" cy="34747"/>
          </a:xfrm>
          <a:prstGeom prst="line">
            <a:avLst/>
          </a:prstGeom>
          <a:noFill/>
          <a:ln w="19050">
            <a:solidFill>
              <a:srgbClr val="4A4A55"/>
            </a:solidFill>
            <a:prstDash val="solid"/>
          </a:ln>
        </p:spPr>
      </p:sp>
      <p:sp>
        <p:nvSpPr>
          <p:cNvPr id="128" name="Shape 126"/>
          <p:cNvSpPr/>
          <p:nvPr/>
        </p:nvSpPr>
        <p:spPr>
          <a:xfrm flipV="1">
            <a:off x="3967135" y="2086661"/>
            <a:ext cx="111369" cy="34747"/>
          </a:xfrm>
          <a:prstGeom prst="line">
            <a:avLst/>
          </a:prstGeom>
          <a:noFill/>
          <a:ln w="19050">
            <a:solidFill>
              <a:srgbClr val="4A4A55"/>
            </a:solidFill>
            <a:prstDash val="solid"/>
          </a:ln>
        </p:spPr>
      </p:sp>
      <p:sp>
        <p:nvSpPr>
          <p:cNvPr id="129" name="Shape 127"/>
          <p:cNvSpPr/>
          <p:nvPr/>
        </p:nvSpPr>
        <p:spPr>
          <a:xfrm>
            <a:off x="2929397" y="1600200"/>
            <a:ext cx="78181" cy="69494"/>
          </a:xfrm>
          <a:prstGeom prst="line">
            <a:avLst/>
          </a:prstGeom>
          <a:noFill/>
          <a:ln w="19050">
            <a:solidFill>
              <a:srgbClr val="4A4A55"/>
            </a:solidFill>
            <a:prstDash val="solid"/>
          </a:ln>
        </p:spPr>
      </p:sp>
      <p:sp>
        <p:nvSpPr>
          <p:cNvPr id="130" name="Shape 128"/>
          <p:cNvSpPr/>
          <p:nvPr/>
        </p:nvSpPr>
        <p:spPr>
          <a:xfrm>
            <a:off x="3007578" y="1669694"/>
            <a:ext cx="189550" cy="34747"/>
          </a:xfrm>
          <a:prstGeom prst="line">
            <a:avLst/>
          </a:prstGeom>
          <a:noFill/>
          <a:ln w="19050">
            <a:solidFill>
              <a:srgbClr val="4A4A55"/>
            </a:solidFill>
            <a:prstDash val="solid"/>
          </a:ln>
        </p:spPr>
      </p:sp>
      <p:sp>
        <p:nvSpPr>
          <p:cNvPr id="131" name="Shape 129"/>
          <p:cNvSpPr/>
          <p:nvPr/>
        </p:nvSpPr>
        <p:spPr>
          <a:xfrm>
            <a:off x="3197129" y="1704442"/>
            <a:ext cx="78181" cy="69494"/>
          </a:xfrm>
          <a:prstGeom prst="line">
            <a:avLst/>
          </a:prstGeom>
          <a:noFill/>
          <a:ln w="19050">
            <a:solidFill>
              <a:srgbClr val="4A4A55"/>
            </a:solidFill>
            <a:prstDash val="solid"/>
          </a:ln>
        </p:spPr>
      </p:sp>
      <p:sp>
        <p:nvSpPr>
          <p:cNvPr id="132" name="Shape 130"/>
          <p:cNvSpPr/>
          <p:nvPr/>
        </p:nvSpPr>
        <p:spPr>
          <a:xfrm flipV="1">
            <a:off x="3197129" y="1669694"/>
            <a:ext cx="111369" cy="34747"/>
          </a:xfrm>
          <a:prstGeom prst="line">
            <a:avLst/>
          </a:prstGeom>
          <a:noFill/>
          <a:ln w="19050">
            <a:solidFill>
              <a:srgbClr val="4A4A55"/>
            </a:solidFill>
            <a:prstDash val="solid"/>
          </a:ln>
        </p:spPr>
      </p:sp>
      <p:sp>
        <p:nvSpPr>
          <p:cNvPr id="133" name="Shape 131"/>
          <p:cNvSpPr/>
          <p:nvPr/>
        </p:nvSpPr>
        <p:spPr>
          <a:xfrm>
            <a:off x="3275310" y="1773936"/>
            <a:ext cx="189550" cy="34747"/>
          </a:xfrm>
          <a:prstGeom prst="line">
            <a:avLst/>
          </a:prstGeom>
          <a:noFill/>
          <a:ln w="19050">
            <a:solidFill>
              <a:srgbClr val="4A4A55"/>
            </a:solidFill>
            <a:prstDash val="solid"/>
          </a:ln>
        </p:spPr>
      </p:sp>
      <p:sp>
        <p:nvSpPr>
          <p:cNvPr id="134" name="Shape 132"/>
          <p:cNvSpPr/>
          <p:nvPr/>
        </p:nvSpPr>
        <p:spPr>
          <a:xfrm>
            <a:off x="3464860" y="1808683"/>
            <a:ext cx="78181" cy="69494"/>
          </a:xfrm>
          <a:prstGeom prst="line">
            <a:avLst/>
          </a:prstGeom>
          <a:noFill/>
          <a:ln w="19050">
            <a:solidFill>
              <a:srgbClr val="4A4A55"/>
            </a:solidFill>
            <a:prstDash val="solid"/>
          </a:ln>
        </p:spPr>
      </p:sp>
      <p:sp>
        <p:nvSpPr>
          <p:cNvPr id="135" name="Shape 133"/>
          <p:cNvSpPr/>
          <p:nvPr/>
        </p:nvSpPr>
        <p:spPr>
          <a:xfrm flipV="1">
            <a:off x="3464860" y="1773936"/>
            <a:ext cx="111369" cy="34747"/>
          </a:xfrm>
          <a:prstGeom prst="line">
            <a:avLst/>
          </a:prstGeom>
          <a:noFill/>
          <a:ln w="19050">
            <a:solidFill>
              <a:srgbClr val="4A4A55"/>
            </a:solidFill>
            <a:prstDash val="solid"/>
          </a:ln>
        </p:spPr>
      </p:sp>
      <p:sp>
        <p:nvSpPr>
          <p:cNvPr id="136" name="Shape 134"/>
          <p:cNvSpPr/>
          <p:nvPr/>
        </p:nvSpPr>
        <p:spPr>
          <a:xfrm>
            <a:off x="3543041" y="1878178"/>
            <a:ext cx="189550" cy="34747"/>
          </a:xfrm>
          <a:prstGeom prst="line">
            <a:avLst/>
          </a:prstGeom>
          <a:noFill/>
          <a:ln w="19050">
            <a:solidFill>
              <a:srgbClr val="4A4A55"/>
            </a:solidFill>
            <a:prstDash val="solid"/>
          </a:ln>
        </p:spPr>
      </p:sp>
      <p:sp>
        <p:nvSpPr>
          <p:cNvPr id="137" name="Shape 135"/>
          <p:cNvSpPr/>
          <p:nvPr/>
        </p:nvSpPr>
        <p:spPr>
          <a:xfrm>
            <a:off x="3732592" y="1912925"/>
            <a:ext cx="78181" cy="69494"/>
          </a:xfrm>
          <a:prstGeom prst="line">
            <a:avLst/>
          </a:prstGeom>
          <a:noFill/>
          <a:ln w="19050">
            <a:solidFill>
              <a:srgbClr val="4A4A55"/>
            </a:solidFill>
            <a:prstDash val="solid"/>
          </a:ln>
        </p:spPr>
      </p:sp>
      <p:sp>
        <p:nvSpPr>
          <p:cNvPr id="138" name="Shape 136"/>
          <p:cNvSpPr/>
          <p:nvPr/>
        </p:nvSpPr>
        <p:spPr>
          <a:xfrm flipV="1">
            <a:off x="3732592" y="1878178"/>
            <a:ext cx="111369" cy="34747"/>
          </a:xfrm>
          <a:prstGeom prst="line">
            <a:avLst/>
          </a:prstGeom>
          <a:noFill/>
          <a:ln w="19050">
            <a:solidFill>
              <a:srgbClr val="4A4A55"/>
            </a:solidFill>
            <a:prstDash val="solid"/>
          </a:ln>
        </p:spPr>
      </p:sp>
      <p:sp>
        <p:nvSpPr>
          <p:cNvPr id="139" name="Shape 137"/>
          <p:cNvSpPr/>
          <p:nvPr/>
        </p:nvSpPr>
        <p:spPr>
          <a:xfrm>
            <a:off x="3810773" y="1982419"/>
            <a:ext cx="189550" cy="34747"/>
          </a:xfrm>
          <a:prstGeom prst="line">
            <a:avLst/>
          </a:prstGeom>
          <a:noFill/>
          <a:ln w="19050">
            <a:solidFill>
              <a:srgbClr val="4A4A55"/>
            </a:solidFill>
            <a:prstDash val="solid"/>
          </a:ln>
        </p:spPr>
      </p:sp>
      <p:sp>
        <p:nvSpPr>
          <p:cNvPr id="140" name="Shape 138"/>
          <p:cNvSpPr/>
          <p:nvPr/>
        </p:nvSpPr>
        <p:spPr>
          <a:xfrm>
            <a:off x="4000323" y="2017166"/>
            <a:ext cx="78181" cy="69494"/>
          </a:xfrm>
          <a:prstGeom prst="line">
            <a:avLst/>
          </a:prstGeom>
          <a:noFill/>
          <a:ln w="19050">
            <a:solidFill>
              <a:srgbClr val="4A4A55"/>
            </a:solidFill>
            <a:prstDash val="solid"/>
          </a:ln>
        </p:spPr>
      </p:sp>
      <p:sp>
        <p:nvSpPr>
          <p:cNvPr id="141" name="Shape 139"/>
          <p:cNvSpPr/>
          <p:nvPr/>
        </p:nvSpPr>
        <p:spPr>
          <a:xfrm flipV="1">
            <a:off x="4000323" y="1982419"/>
            <a:ext cx="111369" cy="34747"/>
          </a:xfrm>
          <a:prstGeom prst="line">
            <a:avLst/>
          </a:prstGeom>
          <a:noFill/>
          <a:ln w="19050">
            <a:solidFill>
              <a:srgbClr val="4A4A55"/>
            </a:solidFill>
            <a:prstDash val="solid"/>
          </a:ln>
        </p:spPr>
      </p:sp>
      <p:sp>
        <p:nvSpPr>
          <p:cNvPr id="142" name="Shape 140"/>
          <p:cNvSpPr/>
          <p:nvPr/>
        </p:nvSpPr>
        <p:spPr>
          <a:xfrm>
            <a:off x="4078505" y="2086661"/>
            <a:ext cx="189550" cy="34747"/>
          </a:xfrm>
          <a:prstGeom prst="line">
            <a:avLst/>
          </a:prstGeom>
          <a:noFill/>
          <a:ln w="19050">
            <a:solidFill>
              <a:srgbClr val="4A4A55"/>
            </a:solidFill>
            <a:prstDash val="solid"/>
          </a:ln>
        </p:spPr>
      </p:sp>
      <p:sp>
        <p:nvSpPr>
          <p:cNvPr id="143" name="Shape 141"/>
          <p:cNvSpPr/>
          <p:nvPr/>
        </p:nvSpPr>
        <p:spPr>
          <a:xfrm>
            <a:off x="3230317" y="1600200"/>
            <a:ext cx="78181" cy="69494"/>
          </a:xfrm>
          <a:prstGeom prst="line">
            <a:avLst/>
          </a:prstGeom>
          <a:noFill/>
          <a:ln w="19050">
            <a:solidFill>
              <a:srgbClr val="4A4A55"/>
            </a:solidFill>
            <a:prstDash val="solid"/>
          </a:ln>
        </p:spPr>
      </p:sp>
      <p:sp>
        <p:nvSpPr>
          <p:cNvPr id="144" name="Shape 142"/>
          <p:cNvSpPr/>
          <p:nvPr/>
        </p:nvSpPr>
        <p:spPr>
          <a:xfrm>
            <a:off x="3308498" y="1669694"/>
            <a:ext cx="189550" cy="34747"/>
          </a:xfrm>
          <a:prstGeom prst="line">
            <a:avLst/>
          </a:prstGeom>
          <a:noFill/>
          <a:ln w="19050">
            <a:solidFill>
              <a:srgbClr val="4A4A55"/>
            </a:solidFill>
            <a:prstDash val="solid"/>
          </a:ln>
        </p:spPr>
      </p:sp>
      <p:sp>
        <p:nvSpPr>
          <p:cNvPr id="145" name="Shape 143"/>
          <p:cNvSpPr/>
          <p:nvPr/>
        </p:nvSpPr>
        <p:spPr>
          <a:xfrm>
            <a:off x="3498048" y="1704442"/>
            <a:ext cx="78181" cy="69494"/>
          </a:xfrm>
          <a:prstGeom prst="line">
            <a:avLst/>
          </a:prstGeom>
          <a:noFill/>
          <a:ln w="19050">
            <a:solidFill>
              <a:srgbClr val="4A4A55"/>
            </a:solidFill>
            <a:prstDash val="solid"/>
          </a:ln>
        </p:spPr>
      </p:sp>
      <p:sp>
        <p:nvSpPr>
          <p:cNvPr id="146" name="Shape 144"/>
          <p:cNvSpPr/>
          <p:nvPr/>
        </p:nvSpPr>
        <p:spPr>
          <a:xfrm flipV="1">
            <a:off x="3498048" y="1669694"/>
            <a:ext cx="111369" cy="34747"/>
          </a:xfrm>
          <a:prstGeom prst="line">
            <a:avLst/>
          </a:prstGeom>
          <a:noFill/>
          <a:ln w="19050">
            <a:solidFill>
              <a:srgbClr val="4A4A55"/>
            </a:solidFill>
            <a:prstDash val="solid"/>
          </a:ln>
        </p:spPr>
      </p:sp>
      <p:sp>
        <p:nvSpPr>
          <p:cNvPr id="147" name="Shape 145"/>
          <p:cNvSpPr/>
          <p:nvPr/>
        </p:nvSpPr>
        <p:spPr>
          <a:xfrm>
            <a:off x="3576229" y="1773936"/>
            <a:ext cx="189550" cy="34747"/>
          </a:xfrm>
          <a:prstGeom prst="line">
            <a:avLst/>
          </a:prstGeom>
          <a:noFill/>
          <a:ln w="19050">
            <a:solidFill>
              <a:srgbClr val="4A4A55"/>
            </a:solidFill>
            <a:prstDash val="solid"/>
          </a:ln>
        </p:spPr>
      </p:sp>
      <p:sp>
        <p:nvSpPr>
          <p:cNvPr id="148" name="Shape 146"/>
          <p:cNvSpPr/>
          <p:nvPr/>
        </p:nvSpPr>
        <p:spPr>
          <a:xfrm>
            <a:off x="3765780" y="1808683"/>
            <a:ext cx="78181" cy="69494"/>
          </a:xfrm>
          <a:prstGeom prst="line">
            <a:avLst/>
          </a:prstGeom>
          <a:noFill/>
          <a:ln w="19050">
            <a:solidFill>
              <a:srgbClr val="4A4A55"/>
            </a:solidFill>
            <a:prstDash val="solid"/>
          </a:ln>
        </p:spPr>
      </p:sp>
      <p:sp>
        <p:nvSpPr>
          <p:cNvPr id="149" name="Shape 147"/>
          <p:cNvSpPr/>
          <p:nvPr/>
        </p:nvSpPr>
        <p:spPr>
          <a:xfrm flipV="1">
            <a:off x="3765780" y="1773936"/>
            <a:ext cx="111369" cy="34747"/>
          </a:xfrm>
          <a:prstGeom prst="line">
            <a:avLst/>
          </a:prstGeom>
          <a:noFill/>
          <a:ln w="19050">
            <a:solidFill>
              <a:srgbClr val="4A4A55"/>
            </a:solidFill>
            <a:prstDash val="solid"/>
          </a:ln>
        </p:spPr>
      </p:sp>
      <p:sp>
        <p:nvSpPr>
          <p:cNvPr id="150" name="Shape 148"/>
          <p:cNvSpPr/>
          <p:nvPr/>
        </p:nvSpPr>
        <p:spPr>
          <a:xfrm>
            <a:off x="3843961" y="1878178"/>
            <a:ext cx="189550" cy="34747"/>
          </a:xfrm>
          <a:prstGeom prst="line">
            <a:avLst/>
          </a:prstGeom>
          <a:noFill/>
          <a:ln w="19050">
            <a:solidFill>
              <a:srgbClr val="4A4A55"/>
            </a:solidFill>
            <a:prstDash val="solid"/>
          </a:ln>
        </p:spPr>
      </p:sp>
      <p:sp>
        <p:nvSpPr>
          <p:cNvPr id="151" name="Shape 149"/>
          <p:cNvSpPr/>
          <p:nvPr/>
        </p:nvSpPr>
        <p:spPr>
          <a:xfrm>
            <a:off x="4033511" y="1912925"/>
            <a:ext cx="78181" cy="69494"/>
          </a:xfrm>
          <a:prstGeom prst="line">
            <a:avLst/>
          </a:prstGeom>
          <a:noFill/>
          <a:ln w="19050">
            <a:solidFill>
              <a:srgbClr val="4A4A55"/>
            </a:solidFill>
            <a:prstDash val="solid"/>
          </a:ln>
        </p:spPr>
      </p:sp>
      <p:sp>
        <p:nvSpPr>
          <p:cNvPr id="152" name="Shape 150"/>
          <p:cNvSpPr/>
          <p:nvPr/>
        </p:nvSpPr>
        <p:spPr>
          <a:xfrm>
            <a:off x="3531236" y="1600200"/>
            <a:ext cx="78181" cy="69494"/>
          </a:xfrm>
          <a:prstGeom prst="line">
            <a:avLst/>
          </a:prstGeom>
          <a:noFill/>
          <a:ln w="19050">
            <a:solidFill>
              <a:srgbClr val="4A4A55"/>
            </a:solidFill>
            <a:prstDash val="solid"/>
          </a:ln>
        </p:spPr>
      </p:sp>
      <p:sp>
        <p:nvSpPr>
          <p:cNvPr id="153" name="Shape 151"/>
          <p:cNvSpPr/>
          <p:nvPr/>
        </p:nvSpPr>
        <p:spPr>
          <a:xfrm>
            <a:off x="3609417" y="1669694"/>
            <a:ext cx="189550" cy="34747"/>
          </a:xfrm>
          <a:prstGeom prst="line">
            <a:avLst/>
          </a:prstGeom>
          <a:noFill/>
          <a:ln w="19050">
            <a:solidFill>
              <a:srgbClr val="4A4A55"/>
            </a:solidFill>
            <a:prstDash val="solid"/>
          </a:ln>
        </p:spPr>
      </p:sp>
      <p:sp>
        <p:nvSpPr>
          <p:cNvPr id="154" name="Shape 152"/>
          <p:cNvSpPr/>
          <p:nvPr/>
        </p:nvSpPr>
        <p:spPr>
          <a:xfrm>
            <a:off x="3798968" y="1704442"/>
            <a:ext cx="78181" cy="69494"/>
          </a:xfrm>
          <a:prstGeom prst="line">
            <a:avLst/>
          </a:prstGeom>
          <a:noFill/>
          <a:ln w="19050">
            <a:solidFill>
              <a:srgbClr val="4A4A55"/>
            </a:solidFill>
            <a:prstDash val="solid"/>
          </a:ln>
        </p:spPr>
      </p:sp>
      <p:sp>
        <p:nvSpPr>
          <p:cNvPr id="155" name="Shape 153"/>
          <p:cNvSpPr/>
          <p:nvPr/>
        </p:nvSpPr>
        <p:spPr>
          <a:xfrm>
            <a:off x="1260043" y="1985162"/>
            <a:ext cx="64008" cy="64008"/>
          </a:xfrm>
          <a:prstGeom prst="ellipse">
            <a:avLst/>
          </a:prstGeom>
          <a:solidFill>
            <a:srgbClr val="4A4A55"/>
          </a:solidFill>
          <a:ln w="6350">
            <a:solidFill>
              <a:srgbClr val="22222A"/>
            </a:solidFill>
            <a:prstDash val="solid"/>
          </a:ln>
        </p:spPr>
      </p:sp>
      <p:sp>
        <p:nvSpPr>
          <p:cNvPr id="156" name="Shape 154"/>
          <p:cNvSpPr/>
          <p:nvPr/>
        </p:nvSpPr>
        <p:spPr>
          <a:xfrm>
            <a:off x="1338224" y="2054657"/>
            <a:ext cx="64008" cy="64008"/>
          </a:xfrm>
          <a:prstGeom prst="ellipse">
            <a:avLst/>
          </a:prstGeom>
          <a:solidFill>
            <a:srgbClr val="4A4A55"/>
          </a:solidFill>
          <a:ln w="6350">
            <a:solidFill>
              <a:srgbClr val="22222A"/>
            </a:solidFill>
            <a:prstDash val="solid"/>
          </a:ln>
        </p:spPr>
      </p:sp>
      <p:sp>
        <p:nvSpPr>
          <p:cNvPr id="157" name="Shape 155"/>
          <p:cNvSpPr/>
          <p:nvPr/>
        </p:nvSpPr>
        <p:spPr>
          <a:xfrm>
            <a:off x="1527775" y="2089404"/>
            <a:ext cx="64008" cy="64008"/>
          </a:xfrm>
          <a:prstGeom prst="ellipse">
            <a:avLst/>
          </a:prstGeom>
          <a:solidFill>
            <a:srgbClr val="4A4A55"/>
          </a:solidFill>
          <a:ln w="6350">
            <a:solidFill>
              <a:srgbClr val="22222A"/>
            </a:solidFill>
            <a:prstDash val="solid"/>
          </a:ln>
        </p:spPr>
      </p:sp>
      <p:sp>
        <p:nvSpPr>
          <p:cNvPr id="158" name="Shape 156"/>
          <p:cNvSpPr/>
          <p:nvPr/>
        </p:nvSpPr>
        <p:spPr>
          <a:xfrm>
            <a:off x="1025500" y="1776679"/>
            <a:ext cx="64008" cy="64008"/>
          </a:xfrm>
          <a:prstGeom prst="ellipse">
            <a:avLst/>
          </a:prstGeom>
          <a:solidFill>
            <a:srgbClr val="4A4A55"/>
          </a:solidFill>
          <a:ln w="6350">
            <a:solidFill>
              <a:srgbClr val="22222A"/>
            </a:solidFill>
            <a:prstDash val="solid"/>
          </a:ln>
        </p:spPr>
      </p:sp>
      <p:sp>
        <p:nvSpPr>
          <p:cNvPr id="159" name="Shape 157"/>
          <p:cNvSpPr/>
          <p:nvPr/>
        </p:nvSpPr>
        <p:spPr>
          <a:xfrm>
            <a:off x="1103681" y="1846174"/>
            <a:ext cx="64008" cy="64008"/>
          </a:xfrm>
          <a:prstGeom prst="ellipse">
            <a:avLst/>
          </a:prstGeom>
          <a:solidFill>
            <a:srgbClr val="4A4A55"/>
          </a:solidFill>
          <a:ln w="6350">
            <a:solidFill>
              <a:srgbClr val="22222A"/>
            </a:solidFill>
            <a:prstDash val="solid"/>
          </a:ln>
        </p:spPr>
      </p:sp>
      <p:sp>
        <p:nvSpPr>
          <p:cNvPr id="160" name="Shape 158"/>
          <p:cNvSpPr/>
          <p:nvPr/>
        </p:nvSpPr>
        <p:spPr>
          <a:xfrm>
            <a:off x="1293231" y="1880921"/>
            <a:ext cx="64008" cy="64008"/>
          </a:xfrm>
          <a:prstGeom prst="ellipse">
            <a:avLst/>
          </a:prstGeom>
          <a:solidFill>
            <a:srgbClr val="4A4A55"/>
          </a:solidFill>
          <a:ln w="6350">
            <a:solidFill>
              <a:srgbClr val="22222A"/>
            </a:solidFill>
            <a:prstDash val="solid"/>
          </a:ln>
        </p:spPr>
      </p:sp>
      <p:sp>
        <p:nvSpPr>
          <p:cNvPr id="161" name="Shape 159"/>
          <p:cNvSpPr/>
          <p:nvPr/>
        </p:nvSpPr>
        <p:spPr>
          <a:xfrm>
            <a:off x="1371412" y="1950415"/>
            <a:ext cx="64008" cy="64008"/>
          </a:xfrm>
          <a:prstGeom prst="ellipse">
            <a:avLst/>
          </a:prstGeom>
          <a:solidFill>
            <a:srgbClr val="4A4A55"/>
          </a:solidFill>
          <a:ln w="6350">
            <a:solidFill>
              <a:srgbClr val="22222A"/>
            </a:solidFill>
            <a:prstDash val="solid"/>
          </a:ln>
        </p:spPr>
      </p:sp>
      <p:sp>
        <p:nvSpPr>
          <p:cNvPr id="162" name="Shape 160"/>
          <p:cNvSpPr/>
          <p:nvPr/>
        </p:nvSpPr>
        <p:spPr>
          <a:xfrm>
            <a:off x="1560963" y="1985162"/>
            <a:ext cx="64008" cy="64008"/>
          </a:xfrm>
          <a:prstGeom prst="ellipse">
            <a:avLst/>
          </a:prstGeom>
          <a:solidFill>
            <a:srgbClr val="4A4A55"/>
          </a:solidFill>
          <a:ln w="6350">
            <a:solidFill>
              <a:srgbClr val="22222A"/>
            </a:solidFill>
            <a:prstDash val="solid"/>
          </a:ln>
        </p:spPr>
      </p:sp>
      <p:sp>
        <p:nvSpPr>
          <p:cNvPr id="163" name="Shape 161"/>
          <p:cNvSpPr/>
          <p:nvPr/>
        </p:nvSpPr>
        <p:spPr>
          <a:xfrm>
            <a:off x="1639144" y="2054657"/>
            <a:ext cx="64008" cy="64008"/>
          </a:xfrm>
          <a:prstGeom prst="ellipse">
            <a:avLst/>
          </a:prstGeom>
          <a:solidFill>
            <a:srgbClr val="4A4A55"/>
          </a:solidFill>
          <a:ln w="6350">
            <a:solidFill>
              <a:srgbClr val="22222A"/>
            </a:solidFill>
            <a:prstDash val="solid"/>
          </a:ln>
        </p:spPr>
      </p:sp>
      <p:sp>
        <p:nvSpPr>
          <p:cNvPr id="164" name="Shape 162"/>
          <p:cNvSpPr/>
          <p:nvPr/>
        </p:nvSpPr>
        <p:spPr>
          <a:xfrm>
            <a:off x="1828694" y="2089404"/>
            <a:ext cx="64008" cy="64008"/>
          </a:xfrm>
          <a:prstGeom prst="ellipse">
            <a:avLst/>
          </a:prstGeom>
          <a:solidFill>
            <a:srgbClr val="4A4A55"/>
          </a:solidFill>
          <a:ln w="6350">
            <a:solidFill>
              <a:srgbClr val="22222A"/>
            </a:solidFill>
            <a:prstDash val="solid"/>
          </a:ln>
        </p:spPr>
      </p:sp>
      <p:sp>
        <p:nvSpPr>
          <p:cNvPr id="165" name="Shape 163"/>
          <p:cNvSpPr/>
          <p:nvPr/>
        </p:nvSpPr>
        <p:spPr>
          <a:xfrm>
            <a:off x="790956" y="1568196"/>
            <a:ext cx="64008" cy="64008"/>
          </a:xfrm>
          <a:prstGeom prst="ellipse">
            <a:avLst/>
          </a:prstGeom>
          <a:solidFill>
            <a:srgbClr val="4A4A55"/>
          </a:solidFill>
          <a:ln w="6350">
            <a:solidFill>
              <a:srgbClr val="22222A"/>
            </a:solidFill>
            <a:prstDash val="solid"/>
          </a:ln>
        </p:spPr>
      </p:sp>
      <p:sp>
        <p:nvSpPr>
          <p:cNvPr id="166" name="Shape 164"/>
          <p:cNvSpPr/>
          <p:nvPr/>
        </p:nvSpPr>
        <p:spPr>
          <a:xfrm>
            <a:off x="869137" y="1637690"/>
            <a:ext cx="64008" cy="64008"/>
          </a:xfrm>
          <a:prstGeom prst="ellipse">
            <a:avLst/>
          </a:prstGeom>
          <a:solidFill>
            <a:srgbClr val="4A4A55"/>
          </a:solidFill>
          <a:ln w="6350">
            <a:solidFill>
              <a:srgbClr val="22222A"/>
            </a:solidFill>
            <a:prstDash val="solid"/>
          </a:ln>
        </p:spPr>
      </p:sp>
      <p:sp>
        <p:nvSpPr>
          <p:cNvPr id="167" name="Shape 165"/>
          <p:cNvSpPr/>
          <p:nvPr/>
        </p:nvSpPr>
        <p:spPr>
          <a:xfrm>
            <a:off x="1058688" y="1672438"/>
            <a:ext cx="64008" cy="64008"/>
          </a:xfrm>
          <a:prstGeom prst="ellipse">
            <a:avLst/>
          </a:prstGeom>
          <a:solidFill>
            <a:srgbClr val="4A4A55"/>
          </a:solidFill>
          <a:ln w="6350">
            <a:solidFill>
              <a:srgbClr val="22222A"/>
            </a:solidFill>
            <a:prstDash val="solid"/>
          </a:ln>
        </p:spPr>
      </p:sp>
      <p:sp>
        <p:nvSpPr>
          <p:cNvPr id="168" name="Shape 166"/>
          <p:cNvSpPr/>
          <p:nvPr/>
        </p:nvSpPr>
        <p:spPr>
          <a:xfrm>
            <a:off x="1136869" y="1741932"/>
            <a:ext cx="64008" cy="64008"/>
          </a:xfrm>
          <a:prstGeom prst="ellipse">
            <a:avLst/>
          </a:prstGeom>
          <a:solidFill>
            <a:srgbClr val="4A4A55"/>
          </a:solidFill>
          <a:ln w="6350">
            <a:solidFill>
              <a:srgbClr val="22222A"/>
            </a:solidFill>
            <a:prstDash val="solid"/>
          </a:ln>
        </p:spPr>
      </p:sp>
      <p:sp>
        <p:nvSpPr>
          <p:cNvPr id="169" name="Shape 167"/>
          <p:cNvSpPr/>
          <p:nvPr/>
        </p:nvSpPr>
        <p:spPr>
          <a:xfrm>
            <a:off x="1326419" y="1776679"/>
            <a:ext cx="64008" cy="64008"/>
          </a:xfrm>
          <a:prstGeom prst="ellipse">
            <a:avLst/>
          </a:prstGeom>
          <a:solidFill>
            <a:srgbClr val="4A4A55"/>
          </a:solidFill>
          <a:ln w="6350">
            <a:solidFill>
              <a:srgbClr val="22222A"/>
            </a:solidFill>
            <a:prstDash val="solid"/>
          </a:ln>
        </p:spPr>
      </p:sp>
      <p:sp>
        <p:nvSpPr>
          <p:cNvPr id="170" name="Shape 168"/>
          <p:cNvSpPr/>
          <p:nvPr/>
        </p:nvSpPr>
        <p:spPr>
          <a:xfrm>
            <a:off x="1404600" y="1846174"/>
            <a:ext cx="64008" cy="64008"/>
          </a:xfrm>
          <a:prstGeom prst="ellipse">
            <a:avLst/>
          </a:prstGeom>
          <a:solidFill>
            <a:srgbClr val="4A4A55"/>
          </a:solidFill>
          <a:ln w="6350">
            <a:solidFill>
              <a:srgbClr val="22222A"/>
            </a:solidFill>
            <a:prstDash val="solid"/>
          </a:ln>
        </p:spPr>
      </p:sp>
      <p:sp>
        <p:nvSpPr>
          <p:cNvPr id="171" name="Shape 169"/>
          <p:cNvSpPr/>
          <p:nvPr/>
        </p:nvSpPr>
        <p:spPr>
          <a:xfrm>
            <a:off x="1594151" y="1880921"/>
            <a:ext cx="64008" cy="64008"/>
          </a:xfrm>
          <a:prstGeom prst="ellipse">
            <a:avLst/>
          </a:prstGeom>
          <a:solidFill>
            <a:srgbClr val="4A4A55"/>
          </a:solidFill>
          <a:ln w="6350">
            <a:solidFill>
              <a:srgbClr val="22222A"/>
            </a:solidFill>
            <a:prstDash val="solid"/>
          </a:ln>
        </p:spPr>
      </p:sp>
      <p:sp>
        <p:nvSpPr>
          <p:cNvPr id="172" name="Shape 170"/>
          <p:cNvSpPr/>
          <p:nvPr/>
        </p:nvSpPr>
        <p:spPr>
          <a:xfrm>
            <a:off x="1672332" y="1950415"/>
            <a:ext cx="64008" cy="64008"/>
          </a:xfrm>
          <a:prstGeom prst="ellipse">
            <a:avLst/>
          </a:prstGeom>
          <a:solidFill>
            <a:srgbClr val="4A4A55"/>
          </a:solidFill>
          <a:ln w="6350">
            <a:solidFill>
              <a:srgbClr val="22222A"/>
            </a:solidFill>
            <a:prstDash val="solid"/>
          </a:ln>
        </p:spPr>
      </p:sp>
      <p:sp>
        <p:nvSpPr>
          <p:cNvPr id="173" name="Shape 171"/>
          <p:cNvSpPr/>
          <p:nvPr/>
        </p:nvSpPr>
        <p:spPr>
          <a:xfrm>
            <a:off x="1861882" y="1985162"/>
            <a:ext cx="64008" cy="64008"/>
          </a:xfrm>
          <a:prstGeom prst="ellipse">
            <a:avLst/>
          </a:prstGeom>
          <a:solidFill>
            <a:srgbClr val="4A4A55"/>
          </a:solidFill>
          <a:ln w="6350">
            <a:solidFill>
              <a:srgbClr val="22222A"/>
            </a:solidFill>
            <a:prstDash val="solid"/>
          </a:ln>
        </p:spPr>
      </p:sp>
      <p:sp>
        <p:nvSpPr>
          <p:cNvPr id="174" name="Shape 172"/>
          <p:cNvSpPr/>
          <p:nvPr/>
        </p:nvSpPr>
        <p:spPr>
          <a:xfrm>
            <a:off x="1940064" y="2054657"/>
            <a:ext cx="64008" cy="64008"/>
          </a:xfrm>
          <a:prstGeom prst="ellipse">
            <a:avLst/>
          </a:prstGeom>
          <a:solidFill>
            <a:srgbClr val="4A4A55"/>
          </a:solidFill>
          <a:ln w="6350">
            <a:solidFill>
              <a:srgbClr val="22222A"/>
            </a:solidFill>
            <a:prstDash val="solid"/>
          </a:ln>
        </p:spPr>
      </p:sp>
      <p:sp>
        <p:nvSpPr>
          <p:cNvPr id="175" name="Shape 173"/>
          <p:cNvSpPr/>
          <p:nvPr/>
        </p:nvSpPr>
        <p:spPr>
          <a:xfrm>
            <a:off x="2129614" y="2089404"/>
            <a:ext cx="64008" cy="64008"/>
          </a:xfrm>
          <a:prstGeom prst="ellipse">
            <a:avLst/>
          </a:prstGeom>
          <a:solidFill>
            <a:srgbClr val="4A4A55"/>
          </a:solidFill>
          <a:ln w="6350">
            <a:solidFill>
              <a:srgbClr val="22222A"/>
            </a:solidFill>
            <a:prstDash val="solid"/>
          </a:ln>
        </p:spPr>
      </p:sp>
      <p:sp>
        <p:nvSpPr>
          <p:cNvPr id="176" name="Shape 174"/>
          <p:cNvSpPr/>
          <p:nvPr/>
        </p:nvSpPr>
        <p:spPr>
          <a:xfrm>
            <a:off x="1091876" y="1568196"/>
            <a:ext cx="64008" cy="64008"/>
          </a:xfrm>
          <a:prstGeom prst="ellipse">
            <a:avLst/>
          </a:prstGeom>
          <a:solidFill>
            <a:srgbClr val="4A4A55"/>
          </a:solidFill>
          <a:ln w="6350">
            <a:solidFill>
              <a:srgbClr val="22222A"/>
            </a:solidFill>
            <a:prstDash val="solid"/>
          </a:ln>
        </p:spPr>
      </p:sp>
      <p:sp>
        <p:nvSpPr>
          <p:cNvPr id="177" name="Shape 175"/>
          <p:cNvSpPr/>
          <p:nvPr/>
        </p:nvSpPr>
        <p:spPr>
          <a:xfrm>
            <a:off x="1170057" y="1637690"/>
            <a:ext cx="64008" cy="64008"/>
          </a:xfrm>
          <a:prstGeom prst="ellipse">
            <a:avLst/>
          </a:prstGeom>
          <a:solidFill>
            <a:srgbClr val="4A4A55"/>
          </a:solidFill>
          <a:ln w="6350">
            <a:solidFill>
              <a:srgbClr val="22222A"/>
            </a:solidFill>
            <a:prstDash val="solid"/>
          </a:ln>
        </p:spPr>
      </p:sp>
      <p:sp>
        <p:nvSpPr>
          <p:cNvPr id="178" name="Shape 176"/>
          <p:cNvSpPr/>
          <p:nvPr/>
        </p:nvSpPr>
        <p:spPr>
          <a:xfrm>
            <a:off x="1359607" y="1672438"/>
            <a:ext cx="64008" cy="64008"/>
          </a:xfrm>
          <a:prstGeom prst="ellipse">
            <a:avLst/>
          </a:prstGeom>
          <a:solidFill>
            <a:srgbClr val="4A4A55"/>
          </a:solidFill>
          <a:ln w="6350">
            <a:solidFill>
              <a:srgbClr val="22222A"/>
            </a:solidFill>
            <a:prstDash val="solid"/>
          </a:ln>
        </p:spPr>
      </p:sp>
      <p:sp>
        <p:nvSpPr>
          <p:cNvPr id="179" name="Shape 177"/>
          <p:cNvSpPr/>
          <p:nvPr/>
        </p:nvSpPr>
        <p:spPr>
          <a:xfrm>
            <a:off x="1437788" y="1741932"/>
            <a:ext cx="64008" cy="64008"/>
          </a:xfrm>
          <a:prstGeom prst="ellipse">
            <a:avLst/>
          </a:prstGeom>
          <a:solidFill>
            <a:srgbClr val="4A4A55"/>
          </a:solidFill>
          <a:ln w="6350">
            <a:solidFill>
              <a:srgbClr val="22222A"/>
            </a:solidFill>
            <a:prstDash val="solid"/>
          </a:ln>
        </p:spPr>
      </p:sp>
      <p:sp>
        <p:nvSpPr>
          <p:cNvPr id="180" name="Shape 178"/>
          <p:cNvSpPr/>
          <p:nvPr/>
        </p:nvSpPr>
        <p:spPr>
          <a:xfrm>
            <a:off x="1627339" y="1776679"/>
            <a:ext cx="64008" cy="64008"/>
          </a:xfrm>
          <a:prstGeom prst="ellipse">
            <a:avLst/>
          </a:prstGeom>
          <a:solidFill>
            <a:srgbClr val="4A4A55"/>
          </a:solidFill>
          <a:ln w="6350">
            <a:solidFill>
              <a:srgbClr val="22222A"/>
            </a:solidFill>
            <a:prstDash val="solid"/>
          </a:ln>
        </p:spPr>
      </p:sp>
      <p:sp>
        <p:nvSpPr>
          <p:cNvPr id="181" name="Shape 179"/>
          <p:cNvSpPr/>
          <p:nvPr/>
        </p:nvSpPr>
        <p:spPr>
          <a:xfrm>
            <a:off x="1705520" y="1846174"/>
            <a:ext cx="64008" cy="64008"/>
          </a:xfrm>
          <a:prstGeom prst="ellipse">
            <a:avLst/>
          </a:prstGeom>
          <a:solidFill>
            <a:srgbClr val="4A4A55"/>
          </a:solidFill>
          <a:ln w="6350">
            <a:solidFill>
              <a:srgbClr val="22222A"/>
            </a:solidFill>
            <a:prstDash val="solid"/>
          </a:ln>
        </p:spPr>
      </p:sp>
      <p:sp>
        <p:nvSpPr>
          <p:cNvPr id="182" name="Shape 180"/>
          <p:cNvSpPr/>
          <p:nvPr/>
        </p:nvSpPr>
        <p:spPr>
          <a:xfrm>
            <a:off x="1895070" y="1880921"/>
            <a:ext cx="64008" cy="64008"/>
          </a:xfrm>
          <a:prstGeom prst="ellipse">
            <a:avLst/>
          </a:prstGeom>
          <a:solidFill>
            <a:srgbClr val="4A4A55"/>
          </a:solidFill>
          <a:ln w="6350">
            <a:solidFill>
              <a:srgbClr val="22222A"/>
            </a:solidFill>
            <a:prstDash val="solid"/>
          </a:ln>
        </p:spPr>
      </p:sp>
      <p:sp>
        <p:nvSpPr>
          <p:cNvPr id="183" name="Shape 181"/>
          <p:cNvSpPr/>
          <p:nvPr/>
        </p:nvSpPr>
        <p:spPr>
          <a:xfrm>
            <a:off x="1973252" y="1950415"/>
            <a:ext cx="64008" cy="64008"/>
          </a:xfrm>
          <a:prstGeom prst="ellipse">
            <a:avLst/>
          </a:prstGeom>
          <a:solidFill>
            <a:srgbClr val="4A4A55"/>
          </a:solidFill>
          <a:ln w="6350">
            <a:solidFill>
              <a:srgbClr val="22222A"/>
            </a:solidFill>
            <a:prstDash val="solid"/>
          </a:ln>
        </p:spPr>
      </p:sp>
      <p:sp>
        <p:nvSpPr>
          <p:cNvPr id="184" name="Shape 182"/>
          <p:cNvSpPr/>
          <p:nvPr/>
        </p:nvSpPr>
        <p:spPr>
          <a:xfrm>
            <a:off x="2162802" y="1985162"/>
            <a:ext cx="64008" cy="64008"/>
          </a:xfrm>
          <a:prstGeom prst="ellipse">
            <a:avLst/>
          </a:prstGeom>
          <a:solidFill>
            <a:srgbClr val="4A4A55"/>
          </a:solidFill>
          <a:ln w="6350">
            <a:solidFill>
              <a:srgbClr val="22222A"/>
            </a:solidFill>
            <a:prstDash val="solid"/>
          </a:ln>
        </p:spPr>
      </p:sp>
      <p:sp>
        <p:nvSpPr>
          <p:cNvPr id="185" name="Shape 183"/>
          <p:cNvSpPr/>
          <p:nvPr/>
        </p:nvSpPr>
        <p:spPr>
          <a:xfrm>
            <a:off x="2240983" y="2054657"/>
            <a:ext cx="64008" cy="64008"/>
          </a:xfrm>
          <a:prstGeom prst="ellipse">
            <a:avLst/>
          </a:prstGeom>
          <a:solidFill>
            <a:srgbClr val="4A4A55"/>
          </a:solidFill>
          <a:ln w="6350">
            <a:solidFill>
              <a:srgbClr val="22222A"/>
            </a:solidFill>
            <a:prstDash val="solid"/>
          </a:ln>
        </p:spPr>
      </p:sp>
      <p:sp>
        <p:nvSpPr>
          <p:cNvPr id="186" name="Shape 184"/>
          <p:cNvSpPr/>
          <p:nvPr/>
        </p:nvSpPr>
        <p:spPr>
          <a:xfrm>
            <a:off x="2430534" y="2089404"/>
            <a:ext cx="64008" cy="64008"/>
          </a:xfrm>
          <a:prstGeom prst="ellipse">
            <a:avLst/>
          </a:prstGeom>
          <a:solidFill>
            <a:srgbClr val="4A4A55"/>
          </a:solidFill>
          <a:ln w="6350">
            <a:solidFill>
              <a:srgbClr val="22222A"/>
            </a:solidFill>
            <a:prstDash val="solid"/>
          </a:ln>
        </p:spPr>
      </p:sp>
      <p:sp>
        <p:nvSpPr>
          <p:cNvPr id="187" name="Shape 185"/>
          <p:cNvSpPr/>
          <p:nvPr/>
        </p:nvSpPr>
        <p:spPr>
          <a:xfrm>
            <a:off x="1392795" y="1568196"/>
            <a:ext cx="64008" cy="64008"/>
          </a:xfrm>
          <a:prstGeom prst="ellipse">
            <a:avLst/>
          </a:prstGeom>
          <a:solidFill>
            <a:srgbClr val="4A4A55"/>
          </a:solidFill>
          <a:ln w="6350">
            <a:solidFill>
              <a:srgbClr val="22222A"/>
            </a:solidFill>
            <a:prstDash val="solid"/>
          </a:ln>
        </p:spPr>
      </p:sp>
      <p:sp>
        <p:nvSpPr>
          <p:cNvPr id="188" name="Shape 186"/>
          <p:cNvSpPr/>
          <p:nvPr/>
        </p:nvSpPr>
        <p:spPr>
          <a:xfrm>
            <a:off x="1470976" y="1637690"/>
            <a:ext cx="64008" cy="64008"/>
          </a:xfrm>
          <a:prstGeom prst="ellipse">
            <a:avLst/>
          </a:prstGeom>
          <a:solidFill>
            <a:srgbClr val="4A4A55"/>
          </a:solidFill>
          <a:ln w="6350">
            <a:solidFill>
              <a:srgbClr val="22222A"/>
            </a:solidFill>
            <a:prstDash val="solid"/>
          </a:ln>
        </p:spPr>
      </p:sp>
      <p:sp>
        <p:nvSpPr>
          <p:cNvPr id="189" name="Shape 187"/>
          <p:cNvSpPr/>
          <p:nvPr/>
        </p:nvSpPr>
        <p:spPr>
          <a:xfrm>
            <a:off x="1660527" y="1672438"/>
            <a:ext cx="64008" cy="64008"/>
          </a:xfrm>
          <a:prstGeom prst="ellipse">
            <a:avLst/>
          </a:prstGeom>
          <a:solidFill>
            <a:srgbClr val="4A4A55"/>
          </a:solidFill>
          <a:ln w="6350">
            <a:solidFill>
              <a:srgbClr val="22222A"/>
            </a:solidFill>
            <a:prstDash val="solid"/>
          </a:ln>
        </p:spPr>
      </p:sp>
      <p:sp>
        <p:nvSpPr>
          <p:cNvPr id="190" name="Shape 188"/>
          <p:cNvSpPr/>
          <p:nvPr/>
        </p:nvSpPr>
        <p:spPr>
          <a:xfrm>
            <a:off x="1738708" y="1741932"/>
            <a:ext cx="64008" cy="64008"/>
          </a:xfrm>
          <a:prstGeom prst="ellipse">
            <a:avLst/>
          </a:prstGeom>
          <a:solidFill>
            <a:srgbClr val="4A4A55"/>
          </a:solidFill>
          <a:ln w="6350">
            <a:solidFill>
              <a:srgbClr val="22222A"/>
            </a:solidFill>
            <a:prstDash val="solid"/>
          </a:ln>
        </p:spPr>
      </p:sp>
      <p:sp>
        <p:nvSpPr>
          <p:cNvPr id="191" name="Shape 189"/>
          <p:cNvSpPr/>
          <p:nvPr/>
        </p:nvSpPr>
        <p:spPr>
          <a:xfrm>
            <a:off x="1928258" y="1776679"/>
            <a:ext cx="64008" cy="64008"/>
          </a:xfrm>
          <a:prstGeom prst="ellipse">
            <a:avLst/>
          </a:prstGeom>
          <a:solidFill>
            <a:srgbClr val="4A4A55"/>
          </a:solidFill>
          <a:ln w="6350">
            <a:solidFill>
              <a:srgbClr val="22222A"/>
            </a:solidFill>
            <a:prstDash val="solid"/>
          </a:ln>
        </p:spPr>
      </p:sp>
      <p:sp>
        <p:nvSpPr>
          <p:cNvPr id="192" name="Shape 190"/>
          <p:cNvSpPr/>
          <p:nvPr/>
        </p:nvSpPr>
        <p:spPr>
          <a:xfrm>
            <a:off x="2006440" y="1846174"/>
            <a:ext cx="64008" cy="64008"/>
          </a:xfrm>
          <a:prstGeom prst="ellipse">
            <a:avLst/>
          </a:prstGeom>
          <a:solidFill>
            <a:srgbClr val="4A4A55"/>
          </a:solidFill>
          <a:ln w="6350">
            <a:solidFill>
              <a:srgbClr val="22222A"/>
            </a:solidFill>
            <a:prstDash val="solid"/>
          </a:ln>
        </p:spPr>
      </p:sp>
      <p:sp>
        <p:nvSpPr>
          <p:cNvPr id="193" name="Shape 191"/>
          <p:cNvSpPr/>
          <p:nvPr/>
        </p:nvSpPr>
        <p:spPr>
          <a:xfrm>
            <a:off x="2195990" y="1880921"/>
            <a:ext cx="64008" cy="64008"/>
          </a:xfrm>
          <a:prstGeom prst="ellipse">
            <a:avLst/>
          </a:prstGeom>
          <a:solidFill>
            <a:srgbClr val="4A4A55"/>
          </a:solidFill>
          <a:ln w="6350">
            <a:solidFill>
              <a:srgbClr val="22222A"/>
            </a:solidFill>
            <a:prstDash val="solid"/>
          </a:ln>
        </p:spPr>
      </p:sp>
      <p:sp>
        <p:nvSpPr>
          <p:cNvPr id="194" name="Shape 192"/>
          <p:cNvSpPr/>
          <p:nvPr/>
        </p:nvSpPr>
        <p:spPr>
          <a:xfrm>
            <a:off x="2274171" y="1950415"/>
            <a:ext cx="64008" cy="64008"/>
          </a:xfrm>
          <a:prstGeom prst="ellipse">
            <a:avLst/>
          </a:prstGeom>
          <a:solidFill>
            <a:srgbClr val="4A4A55"/>
          </a:solidFill>
          <a:ln w="6350">
            <a:solidFill>
              <a:srgbClr val="22222A"/>
            </a:solidFill>
            <a:prstDash val="solid"/>
          </a:ln>
        </p:spPr>
      </p:sp>
      <p:sp>
        <p:nvSpPr>
          <p:cNvPr id="195" name="Shape 193"/>
          <p:cNvSpPr/>
          <p:nvPr/>
        </p:nvSpPr>
        <p:spPr>
          <a:xfrm>
            <a:off x="2463722" y="1985162"/>
            <a:ext cx="64008" cy="64008"/>
          </a:xfrm>
          <a:prstGeom prst="ellipse">
            <a:avLst/>
          </a:prstGeom>
          <a:solidFill>
            <a:srgbClr val="4A4A55"/>
          </a:solidFill>
          <a:ln w="6350">
            <a:solidFill>
              <a:srgbClr val="22222A"/>
            </a:solidFill>
            <a:prstDash val="solid"/>
          </a:ln>
        </p:spPr>
      </p:sp>
      <p:sp>
        <p:nvSpPr>
          <p:cNvPr id="196" name="Shape 194"/>
          <p:cNvSpPr/>
          <p:nvPr/>
        </p:nvSpPr>
        <p:spPr>
          <a:xfrm>
            <a:off x="2541903" y="2054657"/>
            <a:ext cx="64008" cy="64008"/>
          </a:xfrm>
          <a:prstGeom prst="ellipse">
            <a:avLst/>
          </a:prstGeom>
          <a:solidFill>
            <a:srgbClr val="4A4A55"/>
          </a:solidFill>
          <a:ln w="6350">
            <a:solidFill>
              <a:srgbClr val="22222A"/>
            </a:solidFill>
            <a:prstDash val="solid"/>
          </a:ln>
        </p:spPr>
      </p:sp>
      <p:sp>
        <p:nvSpPr>
          <p:cNvPr id="197" name="Shape 195"/>
          <p:cNvSpPr/>
          <p:nvPr/>
        </p:nvSpPr>
        <p:spPr>
          <a:xfrm>
            <a:off x="2731453" y="2089404"/>
            <a:ext cx="64008" cy="64008"/>
          </a:xfrm>
          <a:prstGeom prst="ellipse">
            <a:avLst/>
          </a:prstGeom>
          <a:solidFill>
            <a:srgbClr val="4A4A55"/>
          </a:solidFill>
          <a:ln w="6350">
            <a:solidFill>
              <a:srgbClr val="22222A"/>
            </a:solidFill>
            <a:prstDash val="solid"/>
          </a:ln>
        </p:spPr>
      </p:sp>
      <p:sp>
        <p:nvSpPr>
          <p:cNvPr id="198" name="Shape 196"/>
          <p:cNvSpPr/>
          <p:nvPr/>
        </p:nvSpPr>
        <p:spPr>
          <a:xfrm>
            <a:off x="1693715" y="1568196"/>
            <a:ext cx="64008" cy="64008"/>
          </a:xfrm>
          <a:prstGeom prst="ellipse">
            <a:avLst/>
          </a:prstGeom>
          <a:solidFill>
            <a:srgbClr val="4A4A55"/>
          </a:solidFill>
          <a:ln w="6350">
            <a:solidFill>
              <a:srgbClr val="22222A"/>
            </a:solidFill>
            <a:prstDash val="solid"/>
          </a:ln>
        </p:spPr>
      </p:sp>
      <p:sp>
        <p:nvSpPr>
          <p:cNvPr id="199" name="Shape 197"/>
          <p:cNvSpPr/>
          <p:nvPr/>
        </p:nvSpPr>
        <p:spPr>
          <a:xfrm>
            <a:off x="1771896" y="1637690"/>
            <a:ext cx="64008" cy="64008"/>
          </a:xfrm>
          <a:prstGeom prst="ellipse">
            <a:avLst/>
          </a:prstGeom>
          <a:solidFill>
            <a:srgbClr val="4A4A55"/>
          </a:solidFill>
          <a:ln w="6350">
            <a:solidFill>
              <a:srgbClr val="22222A"/>
            </a:solidFill>
            <a:prstDash val="solid"/>
          </a:ln>
        </p:spPr>
      </p:sp>
      <p:sp>
        <p:nvSpPr>
          <p:cNvPr id="200" name="Shape 198"/>
          <p:cNvSpPr/>
          <p:nvPr/>
        </p:nvSpPr>
        <p:spPr>
          <a:xfrm>
            <a:off x="1961446" y="1672438"/>
            <a:ext cx="64008" cy="64008"/>
          </a:xfrm>
          <a:prstGeom prst="ellipse">
            <a:avLst/>
          </a:prstGeom>
          <a:solidFill>
            <a:srgbClr val="4A4A55"/>
          </a:solidFill>
          <a:ln w="6350">
            <a:solidFill>
              <a:srgbClr val="22222A"/>
            </a:solidFill>
            <a:prstDash val="solid"/>
          </a:ln>
        </p:spPr>
      </p:sp>
      <p:sp>
        <p:nvSpPr>
          <p:cNvPr id="201" name="Shape 199"/>
          <p:cNvSpPr/>
          <p:nvPr/>
        </p:nvSpPr>
        <p:spPr>
          <a:xfrm>
            <a:off x="2039628" y="1741932"/>
            <a:ext cx="64008" cy="64008"/>
          </a:xfrm>
          <a:prstGeom prst="ellipse">
            <a:avLst/>
          </a:prstGeom>
          <a:solidFill>
            <a:srgbClr val="4A4A55"/>
          </a:solidFill>
          <a:ln w="6350">
            <a:solidFill>
              <a:srgbClr val="22222A"/>
            </a:solidFill>
            <a:prstDash val="solid"/>
          </a:ln>
        </p:spPr>
      </p:sp>
      <p:sp>
        <p:nvSpPr>
          <p:cNvPr id="202" name="Shape 200"/>
          <p:cNvSpPr/>
          <p:nvPr/>
        </p:nvSpPr>
        <p:spPr>
          <a:xfrm>
            <a:off x="2229178" y="1776679"/>
            <a:ext cx="64008" cy="64008"/>
          </a:xfrm>
          <a:prstGeom prst="ellipse">
            <a:avLst/>
          </a:prstGeom>
          <a:solidFill>
            <a:srgbClr val="4A4A55"/>
          </a:solidFill>
          <a:ln w="6350">
            <a:solidFill>
              <a:srgbClr val="22222A"/>
            </a:solidFill>
            <a:prstDash val="solid"/>
          </a:ln>
        </p:spPr>
      </p:sp>
      <p:sp>
        <p:nvSpPr>
          <p:cNvPr id="203" name="Shape 201"/>
          <p:cNvSpPr/>
          <p:nvPr/>
        </p:nvSpPr>
        <p:spPr>
          <a:xfrm>
            <a:off x="2307359" y="1846174"/>
            <a:ext cx="64008" cy="64008"/>
          </a:xfrm>
          <a:prstGeom prst="ellipse">
            <a:avLst/>
          </a:prstGeom>
          <a:solidFill>
            <a:srgbClr val="4A4A55"/>
          </a:solidFill>
          <a:ln w="6350">
            <a:solidFill>
              <a:srgbClr val="22222A"/>
            </a:solidFill>
            <a:prstDash val="solid"/>
          </a:ln>
        </p:spPr>
      </p:sp>
      <p:sp>
        <p:nvSpPr>
          <p:cNvPr id="204" name="Shape 202"/>
          <p:cNvSpPr/>
          <p:nvPr/>
        </p:nvSpPr>
        <p:spPr>
          <a:xfrm>
            <a:off x="2496910" y="1880921"/>
            <a:ext cx="64008" cy="64008"/>
          </a:xfrm>
          <a:prstGeom prst="ellipse">
            <a:avLst/>
          </a:prstGeom>
          <a:solidFill>
            <a:srgbClr val="4A4A55"/>
          </a:solidFill>
          <a:ln w="6350">
            <a:solidFill>
              <a:srgbClr val="22222A"/>
            </a:solidFill>
            <a:prstDash val="solid"/>
          </a:ln>
        </p:spPr>
      </p:sp>
      <p:sp>
        <p:nvSpPr>
          <p:cNvPr id="205" name="Shape 203"/>
          <p:cNvSpPr/>
          <p:nvPr/>
        </p:nvSpPr>
        <p:spPr>
          <a:xfrm>
            <a:off x="2575091" y="1950415"/>
            <a:ext cx="64008" cy="64008"/>
          </a:xfrm>
          <a:prstGeom prst="ellipse">
            <a:avLst/>
          </a:prstGeom>
          <a:solidFill>
            <a:srgbClr val="4A4A55"/>
          </a:solidFill>
          <a:ln w="6350">
            <a:solidFill>
              <a:srgbClr val="22222A"/>
            </a:solidFill>
            <a:prstDash val="solid"/>
          </a:ln>
        </p:spPr>
      </p:sp>
      <p:sp>
        <p:nvSpPr>
          <p:cNvPr id="206" name="Shape 204"/>
          <p:cNvSpPr/>
          <p:nvPr/>
        </p:nvSpPr>
        <p:spPr>
          <a:xfrm>
            <a:off x="2764641" y="1985162"/>
            <a:ext cx="64008" cy="64008"/>
          </a:xfrm>
          <a:prstGeom prst="ellipse">
            <a:avLst/>
          </a:prstGeom>
          <a:solidFill>
            <a:srgbClr val="4A4A55"/>
          </a:solidFill>
          <a:ln w="6350">
            <a:solidFill>
              <a:srgbClr val="22222A"/>
            </a:solidFill>
            <a:prstDash val="solid"/>
          </a:ln>
        </p:spPr>
      </p:sp>
      <p:sp>
        <p:nvSpPr>
          <p:cNvPr id="207" name="Shape 205"/>
          <p:cNvSpPr/>
          <p:nvPr/>
        </p:nvSpPr>
        <p:spPr>
          <a:xfrm>
            <a:off x="2842822" y="2054657"/>
            <a:ext cx="64008" cy="64008"/>
          </a:xfrm>
          <a:prstGeom prst="ellipse">
            <a:avLst/>
          </a:prstGeom>
          <a:solidFill>
            <a:srgbClr val="4A4A55"/>
          </a:solidFill>
          <a:ln w="6350">
            <a:solidFill>
              <a:srgbClr val="22222A"/>
            </a:solidFill>
            <a:prstDash val="solid"/>
          </a:ln>
        </p:spPr>
      </p:sp>
      <p:sp>
        <p:nvSpPr>
          <p:cNvPr id="208" name="Shape 206"/>
          <p:cNvSpPr/>
          <p:nvPr/>
        </p:nvSpPr>
        <p:spPr>
          <a:xfrm>
            <a:off x="3032373" y="2089404"/>
            <a:ext cx="64008" cy="64008"/>
          </a:xfrm>
          <a:prstGeom prst="ellipse">
            <a:avLst/>
          </a:prstGeom>
          <a:solidFill>
            <a:srgbClr val="4A4A55"/>
          </a:solidFill>
          <a:ln w="6350">
            <a:solidFill>
              <a:srgbClr val="22222A"/>
            </a:solidFill>
            <a:prstDash val="solid"/>
          </a:ln>
        </p:spPr>
      </p:sp>
      <p:sp>
        <p:nvSpPr>
          <p:cNvPr id="209" name="Shape 207"/>
          <p:cNvSpPr/>
          <p:nvPr/>
        </p:nvSpPr>
        <p:spPr>
          <a:xfrm>
            <a:off x="1994634" y="1568196"/>
            <a:ext cx="64008" cy="64008"/>
          </a:xfrm>
          <a:prstGeom prst="ellipse">
            <a:avLst/>
          </a:prstGeom>
          <a:solidFill>
            <a:srgbClr val="4A4A55"/>
          </a:solidFill>
          <a:ln w="6350">
            <a:solidFill>
              <a:srgbClr val="22222A"/>
            </a:solidFill>
            <a:prstDash val="solid"/>
          </a:ln>
        </p:spPr>
      </p:sp>
      <p:sp>
        <p:nvSpPr>
          <p:cNvPr id="210" name="Shape 208"/>
          <p:cNvSpPr/>
          <p:nvPr/>
        </p:nvSpPr>
        <p:spPr>
          <a:xfrm>
            <a:off x="2072816" y="1637690"/>
            <a:ext cx="64008" cy="64008"/>
          </a:xfrm>
          <a:prstGeom prst="ellipse">
            <a:avLst/>
          </a:prstGeom>
          <a:solidFill>
            <a:srgbClr val="4A4A55"/>
          </a:solidFill>
          <a:ln w="6350">
            <a:solidFill>
              <a:srgbClr val="22222A"/>
            </a:solidFill>
            <a:prstDash val="solid"/>
          </a:ln>
        </p:spPr>
      </p:sp>
      <p:sp>
        <p:nvSpPr>
          <p:cNvPr id="211" name="Shape 209"/>
          <p:cNvSpPr/>
          <p:nvPr/>
        </p:nvSpPr>
        <p:spPr>
          <a:xfrm>
            <a:off x="2262366" y="1672438"/>
            <a:ext cx="64008" cy="64008"/>
          </a:xfrm>
          <a:prstGeom prst="ellipse">
            <a:avLst/>
          </a:prstGeom>
          <a:solidFill>
            <a:srgbClr val="4A4A55"/>
          </a:solidFill>
          <a:ln w="6350">
            <a:solidFill>
              <a:srgbClr val="22222A"/>
            </a:solidFill>
            <a:prstDash val="solid"/>
          </a:ln>
        </p:spPr>
      </p:sp>
      <p:sp>
        <p:nvSpPr>
          <p:cNvPr id="212" name="Shape 210"/>
          <p:cNvSpPr/>
          <p:nvPr/>
        </p:nvSpPr>
        <p:spPr>
          <a:xfrm>
            <a:off x="2340547" y="1741932"/>
            <a:ext cx="64008" cy="64008"/>
          </a:xfrm>
          <a:prstGeom prst="ellipse">
            <a:avLst/>
          </a:prstGeom>
          <a:solidFill>
            <a:srgbClr val="4A4A55"/>
          </a:solidFill>
          <a:ln w="6350">
            <a:solidFill>
              <a:srgbClr val="22222A"/>
            </a:solidFill>
            <a:prstDash val="solid"/>
          </a:ln>
        </p:spPr>
      </p:sp>
      <p:sp>
        <p:nvSpPr>
          <p:cNvPr id="213" name="Shape 211"/>
          <p:cNvSpPr/>
          <p:nvPr/>
        </p:nvSpPr>
        <p:spPr>
          <a:xfrm>
            <a:off x="2530097" y="1776679"/>
            <a:ext cx="64008" cy="64008"/>
          </a:xfrm>
          <a:prstGeom prst="ellipse">
            <a:avLst/>
          </a:prstGeom>
          <a:solidFill>
            <a:srgbClr val="4A4A55"/>
          </a:solidFill>
          <a:ln w="6350">
            <a:solidFill>
              <a:srgbClr val="22222A"/>
            </a:solidFill>
            <a:prstDash val="solid"/>
          </a:ln>
        </p:spPr>
      </p:sp>
      <p:sp>
        <p:nvSpPr>
          <p:cNvPr id="214" name="Shape 212"/>
          <p:cNvSpPr/>
          <p:nvPr/>
        </p:nvSpPr>
        <p:spPr>
          <a:xfrm>
            <a:off x="2608279" y="1846174"/>
            <a:ext cx="64008" cy="64008"/>
          </a:xfrm>
          <a:prstGeom prst="ellipse">
            <a:avLst/>
          </a:prstGeom>
          <a:solidFill>
            <a:srgbClr val="4A4A55"/>
          </a:solidFill>
          <a:ln w="6350">
            <a:solidFill>
              <a:srgbClr val="22222A"/>
            </a:solidFill>
            <a:prstDash val="solid"/>
          </a:ln>
        </p:spPr>
      </p:sp>
      <p:sp>
        <p:nvSpPr>
          <p:cNvPr id="215" name="Shape 213"/>
          <p:cNvSpPr/>
          <p:nvPr/>
        </p:nvSpPr>
        <p:spPr>
          <a:xfrm>
            <a:off x="2797829" y="1880921"/>
            <a:ext cx="64008" cy="64008"/>
          </a:xfrm>
          <a:prstGeom prst="ellipse">
            <a:avLst/>
          </a:prstGeom>
          <a:solidFill>
            <a:srgbClr val="4A4A55"/>
          </a:solidFill>
          <a:ln w="6350">
            <a:solidFill>
              <a:srgbClr val="22222A"/>
            </a:solidFill>
            <a:prstDash val="solid"/>
          </a:ln>
        </p:spPr>
      </p:sp>
      <p:sp>
        <p:nvSpPr>
          <p:cNvPr id="216" name="Shape 214"/>
          <p:cNvSpPr/>
          <p:nvPr/>
        </p:nvSpPr>
        <p:spPr>
          <a:xfrm>
            <a:off x="2876010" y="1950415"/>
            <a:ext cx="64008" cy="64008"/>
          </a:xfrm>
          <a:prstGeom prst="ellipse">
            <a:avLst/>
          </a:prstGeom>
          <a:solidFill>
            <a:srgbClr val="4A4A55"/>
          </a:solidFill>
          <a:ln w="6350">
            <a:solidFill>
              <a:srgbClr val="22222A"/>
            </a:solidFill>
            <a:prstDash val="solid"/>
          </a:ln>
        </p:spPr>
      </p:sp>
      <p:sp>
        <p:nvSpPr>
          <p:cNvPr id="217" name="Shape 215"/>
          <p:cNvSpPr/>
          <p:nvPr/>
        </p:nvSpPr>
        <p:spPr>
          <a:xfrm>
            <a:off x="3065561" y="1985162"/>
            <a:ext cx="64008" cy="64008"/>
          </a:xfrm>
          <a:prstGeom prst="ellipse">
            <a:avLst/>
          </a:prstGeom>
          <a:solidFill>
            <a:srgbClr val="4A4A55"/>
          </a:solidFill>
          <a:ln w="6350">
            <a:solidFill>
              <a:srgbClr val="22222A"/>
            </a:solidFill>
            <a:prstDash val="solid"/>
          </a:ln>
        </p:spPr>
      </p:sp>
      <p:sp>
        <p:nvSpPr>
          <p:cNvPr id="218" name="Shape 216"/>
          <p:cNvSpPr/>
          <p:nvPr/>
        </p:nvSpPr>
        <p:spPr>
          <a:xfrm>
            <a:off x="3143742" y="2054657"/>
            <a:ext cx="64008" cy="64008"/>
          </a:xfrm>
          <a:prstGeom prst="ellipse">
            <a:avLst/>
          </a:prstGeom>
          <a:solidFill>
            <a:srgbClr val="4A4A55"/>
          </a:solidFill>
          <a:ln w="6350">
            <a:solidFill>
              <a:srgbClr val="22222A"/>
            </a:solidFill>
            <a:prstDash val="solid"/>
          </a:ln>
        </p:spPr>
      </p:sp>
      <p:sp>
        <p:nvSpPr>
          <p:cNvPr id="219" name="Shape 217"/>
          <p:cNvSpPr/>
          <p:nvPr/>
        </p:nvSpPr>
        <p:spPr>
          <a:xfrm>
            <a:off x="3333292" y="2089404"/>
            <a:ext cx="64008" cy="64008"/>
          </a:xfrm>
          <a:prstGeom prst="ellipse">
            <a:avLst/>
          </a:prstGeom>
          <a:solidFill>
            <a:srgbClr val="4A4A55"/>
          </a:solidFill>
          <a:ln w="6350">
            <a:solidFill>
              <a:srgbClr val="22222A"/>
            </a:solidFill>
            <a:prstDash val="solid"/>
          </a:ln>
        </p:spPr>
      </p:sp>
      <p:sp>
        <p:nvSpPr>
          <p:cNvPr id="220" name="Shape 218"/>
          <p:cNvSpPr/>
          <p:nvPr/>
        </p:nvSpPr>
        <p:spPr>
          <a:xfrm>
            <a:off x="2295554" y="1568196"/>
            <a:ext cx="64008" cy="64008"/>
          </a:xfrm>
          <a:prstGeom prst="ellipse">
            <a:avLst/>
          </a:prstGeom>
          <a:solidFill>
            <a:srgbClr val="4A4A55"/>
          </a:solidFill>
          <a:ln w="6350">
            <a:solidFill>
              <a:srgbClr val="22222A"/>
            </a:solidFill>
            <a:prstDash val="solid"/>
          </a:ln>
        </p:spPr>
      </p:sp>
      <p:sp>
        <p:nvSpPr>
          <p:cNvPr id="221" name="Shape 219"/>
          <p:cNvSpPr/>
          <p:nvPr/>
        </p:nvSpPr>
        <p:spPr>
          <a:xfrm>
            <a:off x="2373735" y="1637690"/>
            <a:ext cx="64008" cy="64008"/>
          </a:xfrm>
          <a:prstGeom prst="ellipse">
            <a:avLst/>
          </a:prstGeom>
          <a:solidFill>
            <a:srgbClr val="4A4A55"/>
          </a:solidFill>
          <a:ln w="6350">
            <a:solidFill>
              <a:srgbClr val="22222A"/>
            </a:solidFill>
            <a:prstDash val="solid"/>
          </a:ln>
        </p:spPr>
      </p:sp>
      <p:sp>
        <p:nvSpPr>
          <p:cNvPr id="222" name="Shape 220"/>
          <p:cNvSpPr/>
          <p:nvPr/>
        </p:nvSpPr>
        <p:spPr>
          <a:xfrm>
            <a:off x="2563285" y="1672438"/>
            <a:ext cx="64008" cy="64008"/>
          </a:xfrm>
          <a:prstGeom prst="ellipse">
            <a:avLst/>
          </a:prstGeom>
          <a:solidFill>
            <a:srgbClr val="4A4A55"/>
          </a:solidFill>
          <a:ln w="6350">
            <a:solidFill>
              <a:srgbClr val="22222A"/>
            </a:solidFill>
            <a:prstDash val="solid"/>
          </a:ln>
        </p:spPr>
      </p:sp>
      <p:sp>
        <p:nvSpPr>
          <p:cNvPr id="223" name="Shape 221"/>
          <p:cNvSpPr/>
          <p:nvPr/>
        </p:nvSpPr>
        <p:spPr>
          <a:xfrm>
            <a:off x="2641467" y="1741932"/>
            <a:ext cx="64008" cy="64008"/>
          </a:xfrm>
          <a:prstGeom prst="ellipse">
            <a:avLst/>
          </a:prstGeom>
          <a:solidFill>
            <a:srgbClr val="4A4A55"/>
          </a:solidFill>
          <a:ln w="6350">
            <a:solidFill>
              <a:srgbClr val="22222A"/>
            </a:solidFill>
            <a:prstDash val="solid"/>
          </a:ln>
        </p:spPr>
      </p:sp>
      <p:sp>
        <p:nvSpPr>
          <p:cNvPr id="224" name="Shape 222"/>
          <p:cNvSpPr/>
          <p:nvPr/>
        </p:nvSpPr>
        <p:spPr>
          <a:xfrm>
            <a:off x="2831017" y="1776679"/>
            <a:ext cx="64008" cy="64008"/>
          </a:xfrm>
          <a:prstGeom prst="ellipse">
            <a:avLst/>
          </a:prstGeom>
          <a:solidFill>
            <a:srgbClr val="4A4A55"/>
          </a:solidFill>
          <a:ln w="6350">
            <a:solidFill>
              <a:srgbClr val="22222A"/>
            </a:solidFill>
            <a:prstDash val="solid"/>
          </a:ln>
        </p:spPr>
      </p:sp>
      <p:sp>
        <p:nvSpPr>
          <p:cNvPr id="225" name="Shape 223"/>
          <p:cNvSpPr/>
          <p:nvPr/>
        </p:nvSpPr>
        <p:spPr>
          <a:xfrm>
            <a:off x="2909198" y="1846174"/>
            <a:ext cx="64008" cy="64008"/>
          </a:xfrm>
          <a:prstGeom prst="ellipse">
            <a:avLst/>
          </a:prstGeom>
          <a:solidFill>
            <a:srgbClr val="4A4A55"/>
          </a:solidFill>
          <a:ln w="6350">
            <a:solidFill>
              <a:srgbClr val="22222A"/>
            </a:solidFill>
            <a:prstDash val="solid"/>
          </a:ln>
        </p:spPr>
      </p:sp>
      <p:sp>
        <p:nvSpPr>
          <p:cNvPr id="226" name="Shape 224"/>
          <p:cNvSpPr/>
          <p:nvPr/>
        </p:nvSpPr>
        <p:spPr>
          <a:xfrm>
            <a:off x="3098749" y="1880921"/>
            <a:ext cx="64008" cy="64008"/>
          </a:xfrm>
          <a:prstGeom prst="ellipse">
            <a:avLst/>
          </a:prstGeom>
          <a:solidFill>
            <a:srgbClr val="4A4A55"/>
          </a:solidFill>
          <a:ln w="6350">
            <a:solidFill>
              <a:srgbClr val="22222A"/>
            </a:solidFill>
            <a:prstDash val="solid"/>
          </a:ln>
        </p:spPr>
      </p:sp>
      <p:sp>
        <p:nvSpPr>
          <p:cNvPr id="227" name="Shape 225"/>
          <p:cNvSpPr/>
          <p:nvPr/>
        </p:nvSpPr>
        <p:spPr>
          <a:xfrm>
            <a:off x="3176930" y="1950415"/>
            <a:ext cx="64008" cy="64008"/>
          </a:xfrm>
          <a:prstGeom prst="ellipse">
            <a:avLst/>
          </a:prstGeom>
          <a:solidFill>
            <a:srgbClr val="4A4A55"/>
          </a:solidFill>
          <a:ln w="6350">
            <a:solidFill>
              <a:srgbClr val="22222A"/>
            </a:solidFill>
            <a:prstDash val="solid"/>
          </a:ln>
        </p:spPr>
      </p:sp>
      <p:sp>
        <p:nvSpPr>
          <p:cNvPr id="228" name="Shape 226"/>
          <p:cNvSpPr/>
          <p:nvPr/>
        </p:nvSpPr>
        <p:spPr>
          <a:xfrm>
            <a:off x="3366480" y="1985162"/>
            <a:ext cx="64008" cy="64008"/>
          </a:xfrm>
          <a:prstGeom prst="ellipse">
            <a:avLst/>
          </a:prstGeom>
          <a:solidFill>
            <a:srgbClr val="4A4A55"/>
          </a:solidFill>
          <a:ln w="6350">
            <a:solidFill>
              <a:srgbClr val="22222A"/>
            </a:solidFill>
            <a:prstDash val="solid"/>
          </a:ln>
        </p:spPr>
      </p:sp>
      <p:sp>
        <p:nvSpPr>
          <p:cNvPr id="229" name="Shape 227"/>
          <p:cNvSpPr/>
          <p:nvPr/>
        </p:nvSpPr>
        <p:spPr>
          <a:xfrm>
            <a:off x="3444661" y="2054657"/>
            <a:ext cx="64008" cy="64008"/>
          </a:xfrm>
          <a:prstGeom prst="ellipse">
            <a:avLst/>
          </a:prstGeom>
          <a:solidFill>
            <a:srgbClr val="4A4A55"/>
          </a:solidFill>
          <a:ln w="6350">
            <a:solidFill>
              <a:srgbClr val="22222A"/>
            </a:solidFill>
            <a:prstDash val="solid"/>
          </a:ln>
        </p:spPr>
      </p:sp>
      <p:sp>
        <p:nvSpPr>
          <p:cNvPr id="230" name="Shape 228"/>
          <p:cNvSpPr/>
          <p:nvPr/>
        </p:nvSpPr>
        <p:spPr>
          <a:xfrm>
            <a:off x="3634212" y="2089404"/>
            <a:ext cx="64008" cy="64008"/>
          </a:xfrm>
          <a:prstGeom prst="ellipse">
            <a:avLst/>
          </a:prstGeom>
          <a:solidFill>
            <a:srgbClr val="4A4A55"/>
          </a:solidFill>
          <a:ln w="6350">
            <a:solidFill>
              <a:srgbClr val="22222A"/>
            </a:solidFill>
            <a:prstDash val="solid"/>
          </a:ln>
        </p:spPr>
      </p:sp>
      <p:sp>
        <p:nvSpPr>
          <p:cNvPr id="231" name="Shape 229"/>
          <p:cNvSpPr/>
          <p:nvPr/>
        </p:nvSpPr>
        <p:spPr>
          <a:xfrm>
            <a:off x="2596473" y="1568196"/>
            <a:ext cx="64008" cy="64008"/>
          </a:xfrm>
          <a:prstGeom prst="ellipse">
            <a:avLst/>
          </a:prstGeom>
          <a:solidFill>
            <a:srgbClr val="4A4A55"/>
          </a:solidFill>
          <a:ln w="6350">
            <a:solidFill>
              <a:srgbClr val="22222A"/>
            </a:solidFill>
            <a:prstDash val="solid"/>
          </a:ln>
        </p:spPr>
      </p:sp>
      <p:sp>
        <p:nvSpPr>
          <p:cNvPr id="232" name="Shape 230"/>
          <p:cNvSpPr/>
          <p:nvPr/>
        </p:nvSpPr>
        <p:spPr>
          <a:xfrm>
            <a:off x="2674655" y="1637690"/>
            <a:ext cx="64008" cy="64008"/>
          </a:xfrm>
          <a:prstGeom prst="ellipse">
            <a:avLst/>
          </a:prstGeom>
          <a:solidFill>
            <a:srgbClr val="4A4A55"/>
          </a:solidFill>
          <a:ln w="6350">
            <a:solidFill>
              <a:srgbClr val="22222A"/>
            </a:solidFill>
            <a:prstDash val="solid"/>
          </a:ln>
        </p:spPr>
      </p:sp>
      <p:sp>
        <p:nvSpPr>
          <p:cNvPr id="233" name="Shape 231"/>
          <p:cNvSpPr/>
          <p:nvPr/>
        </p:nvSpPr>
        <p:spPr>
          <a:xfrm>
            <a:off x="2864205" y="1672438"/>
            <a:ext cx="64008" cy="64008"/>
          </a:xfrm>
          <a:prstGeom prst="ellipse">
            <a:avLst/>
          </a:prstGeom>
          <a:solidFill>
            <a:srgbClr val="4A4A55"/>
          </a:solidFill>
          <a:ln w="6350">
            <a:solidFill>
              <a:srgbClr val="22222A"/>
            </a:solidFill>
            <a:prstDash val="solid"/>
          </a:ln>
        </p:spPr>
      </p:sp>
      <p:sp>
        <p:nvSpPr>
          <p:cNvPr id="234" name="Shape 232"/>
          <p:cNvSpPr/>
          <p:nvPr/>
        </p:nvSpPr>
        <p:spPr>
          <a:xfrm>
            <a:off x="2942386" y="1741932"/>
            <a:ext cx="64008" cy="64008"/>
          </a:xfrm>
          <a:prstGeom prst="ellipse">
            <a:avLst/>
          </a:prstGeom>
          <a:solidFill>
            <a:srgbClr val="4A4A55"/>
          </a:solidFill>
          <a:ln w="6350">
            <a:solidFill>
              <a:srgbClr val="22222A"/>
            </a:solidFill>
            <a:prstDash val="solid"/>
          </a:ln>
        </p:spPr>
      </p:sp>
      <p:sp>
        <p:nvSpPr>
          <p:cNvPr id="235" name="Shape 233"/>
          <p:cNvSpPr/>
          <p:nvPr/>
        </p:nvSpPr>
        <p:spPr>
          <a:xfrm>
            <a:off x="3131937" y="1776679"/>
            <a:ext cx="64008" cy="64008"/>
          </a:xfrm>
          <a:prstGeom prst="ellipse">
            <a:avLst/>
          </a:prstGeom>
          <a:solidFill>
            <a:srgbClr val="4A4A55"/>
          </a:solidFill>
          <a:ln w="6350">
            <a:solidFill>
              <a:srgbClr val="22222A"/>
            </a:solidFill>
            <a:prstDash val="solid"/>
          </a:ln>
        </p:spPr>
      </p:sp>
      <p:sp>
        <p:nvSpPr>
          <p:cNvPr id="236" name="Shape 234"/>
          <p:cNvSpPr/>
          <p:nvPr/>
        </p:nvSpPr>
        <p:spPr>
          <a:xfrm>
            <a:off x="3210118" y="1846174"/>
            <a:ext cx="64008" cy="64008"/>
          </a:xfrm>
          <a:prstGeom prst="ellipse">
            <a:avLst/>
          </a:prstGeom>
          <a:solidFill>
            <a:srgbClr val="4A4A55"/>
          </a:solidFill>
          <a:ln w="6350">
            <a:solidFill>
              <a:srgbClr val="22222A"/>
            </a:solidFill>
            <a:prstDash val="solid"/>
          </a:ln>
        </p:spPr>
      </p:sp>
      <p:sp>
        <p:nvSpPr>
          <p:cNvPr id="237" name="Shape 235"/>
          <p:cNvSpPr/>
          <p:nvPr/>
        </p:nvSpPr>
        <p:spPr>
          <a:xfrm>
            <a:off x="3399668" y="1880921"/>
            <a:ext cx="64008" cy="64008"/>
          </a:xfrm>
          <a:prstGeom prst="ellipse">
            <a:avLst/>
          </a:prstGeom>
          <a:solidFill>
            <a:srgbClr val="4A4A55"/>
          </a:solidFill>
          <a:ln w="6350">
            <a:solidFill>
              <a:srgbClr val="22222A"/>
            </a:solidFill>
            <a:prstDash val="solid"/>
          </a:ln>
        </p:spPr>
      </p:sp>
      <p:sp>
        <p:nvSpPr>
          <p:cNvPr id="238" name="Shape 236"/>
          <p:cNvSpPr/>
          <p:nvPr/>
        </p:nvSpPr>
        <p:spPr>
          <a:xfrm>
            <a:off x="3477849" y="1950415"/>
            <a:ext cx="64008" cy="64008"/>
          </a:xfrm>
          <a:prstGeom prst="ellipse">
            <a:avLst/>
          </a:prstGeom>
          <a:solidFill>
            <a:srgbClr val="4A4A55"/>
          </a:solidFill>
          <a:ln w="6350">
            <a:solidFill>
              <a:srgbClr val="22222A"/>
            </a:solidFill>
            <a:prstDash val="solid"/>
          </a:ln>
        </p:spPr>
      </p:sp>
      <p:sp>
        <p:nvSpPr>
          <p:cNvPr id="239" name="Shape 237"/>
          <p:cNvSpPr/>
          <p:nvPr/>
        </p:nvSpPr>
        <p:spPr>
          <a:xfrm>
            <a:off x="3667400" y="1985162"/>
            <a:ext cx="64008" cy="64008"/>
          </a:xfrm>
          <a:prstGeom prst="ellipse">
            <a:avLst/>
          </a:prstGeom>
          <a:solidFill>
            <a:srgbClr val="4A4A55"/>
          </a:solidFill>
          <a:ln w="6350">
            <a:solidFill>
              <a:srgbClr val="22222A"/>
            </a:solidFill>
            <a:prstDash val="solid"/>
          </a:ln>
        </p:spPr>
      </p:sp>
      <p:sp>
        <p:nvSpPr>
          <p:cNvPr id="240" name="Shape 238"/>
          <p:cNvSpPr/>
          <p:nvPr/>
        </p:nvSpPr>
        <p:spPr>
          <a:xfrm>
            <a:off x="3745581" y="2054657"/>
            <a:ext cx="64008" cy="64008"/>
          </a:xfrm>
          <a:prstGeom prst="ellipse">
            <a:avLst/>
          </a:prstGeom>
          <a:solidFill>
            <a:srgbClr val="4A4A55"/>
          </a:solidFill>
          <a:ln w="6350">
            <a:solidFill>
              <a:srgbClr val="22222A"/>
            </a:solidFill>
            <a:prstDash val="solid"/>
          </a:ln>
        </p:spPr>
      </p:sp>
      <p:sp>
        <p:nvSpPr>
          <p:cNvPr id="241" name="Shape 239"/>
          <p:cNvSpPr/>
          <p:nvPr/>
        </p:nvSpPr>
        <p:spPr>
          <a:xfrm>
            <a:off x="3935131" y="2089404"/>
            <a:ext cx="64008" cy="64008"/>
          </a:xfrm>
          <a:prstGeom prst="ellipse">
            <a:avLst/>
          </a:prstGeom>
          <a:solidFill>
            <a:srgbClr val="4A4A55"/>
          </a:solidFill>
          <a:ln w="6350">
            <a:solidFill>
              <a:srgbClr val="22222A"/>
            </a:solidFill>
            <a:prstDash val="solid"/>
          </a:ln>
        </p:spPr>
      </p:sp>
      <p:sp>
        <p:nvSpPr>
          <p:cNvPr id="242" name="Shape 240"/>
          <p:cNvSpPr/>
          <p:nvPr/>
        </p:nvSpPr>
        <p:spPr>
          <a:xfrm>
            <a:off x="2897393" y="1568196"/>
            <a:ext cx="64008" cy="64008"/>
          </a:xfrm>
          <a:prstGeom prst="ellipse">
            <a:avLst/>
          </a:prstGeom>
          <a:solidFill>
            <a:srgbClr val="4A4A55"/>
          </a:solidFill>
          <a:ln w="6350">
            <a:solidFill>
              <a:srgbClr val="22222A"/>
            </a:solidFill>
            <a:prstDash val="solid"/>
          </a:ln>
        </p:spPr>
      </p:sp>
      <p:sp>
        <p:nvSpPr>
          <p:cNvPr id="243" name="Shape 241"/>
          <p:cNvSpPr/>
          <p:nvPr/>
        </p:nvSpPr>
        <p:spPr>
          <a:xfrm>
            <a:off x="2975574" y="1637690"/>
            <a:ext cx="64008" cy="64008"/>
          </a:xfrm>
          <a:prstGeom prst="ellipse">
            <a:avLst/>
          </a:prstGeom>
          <a:solidFill>
            <a:srgbClr val="4A4A55"/>
          </a:solidFill>
          <a:ln w="6350">
            <a:solidFill>
              <a:srgbClr val="22222A"/>
            </a:solidFill>
            <a:prstDash val="solid"/>
          </a:ln>
        </p:spPr>
      </p:sp>
      <p:sp>
        <p:nvSpPr>
          <p:cNvPr id="244" name="Shape 242"/>
          <p:cNvSpPr/>
          <p:nvPr/>
        </p:nvSpPr>
        <p:spPr>
          <a:xfrm>
            <a:off x="3165125" y="1672438"/>
            <a:ext cx="64008" cy="64008"/>
          </a:xfrm>
          <a:prstGeom prst="ellipse">
            <a:avLst/>
          </a:prstGeom>
          <a:solidFill>
            <a:srgbClr val="4A4A55"/>
          </a:solidFill>
          <a:ln w="6350">
            <a:solidFill>
              <a:srgbClr val="22222A"/>
            </a:solidFill>
            <a:prstDash val="solid"/>
          </a:ln>
        </p:spPr>
      </p:sp>
      <p:sp>
        <p:nvSpPr>
          <p:cNvPr id="245" name="Shape 243"/>
          <p:cNvSpPr/>
          <p:nvPr/>
        </p:nvSpPr>
        <p:spPr>
          <a:xfrm>
            <a:off x="3243306" y="1741932"/>
            <a:ext cx="64008" cy="64008"/>
          </a:xfrm>
          <a:prstGeom prst="ellipse">
            <a:avLst/>
          </a:prstGeom>
          <a:solidFill>
            <a:srgbClr val="4A4A55"/>
          </a:solidFill>
          <a:ln w="6350">
            <a:solidFill>
              <a:srgbClr val="22222A"/>
            </a:solidFill>
            <a:prstDash val="solid"/>
          </a:ln>
        </p:spPr>
      </p:sp>
      <p:sp>
        <p:nvSpPr>
          <p:cNvPr id="246" name="Shape 244"/>
          <p:cNvSpPr/>
          <p:nvPr/>
        </p:nvSpPr>
        <p:spPr>
          <a:xfrm>
            <a:off x="3432856" y="1776679"/>
            <a:ext cx="64008" cy="64008"/>
          </a:xfrm>
          <a:prstGeom prst="ellipse">
            <a:avLst/>
          </a:prstGeom>
          <a:solidFill>
            <a:srgbClr val="4A4A55"/>
          </a:solidFill>
          <a:ln w="6350">
            <a:solidFill>
              <a:srgbClr val="22222A"/>
            </a:solidFill>
            <a:prstDash val="solid"/>
          </a:ln>
        </p:spPr>
      </p:sp>
      <p:sp>
        <p:nvSpPr>
          <p:cNvPr id="247" name="Shape 245"/>
          <p:cNvSpPr/>
          <p:nvPr/>
        </p:nvSpPr>
        <p:spPr>
          <a:xfrm>
            <a:off x="3511037" y="1846174"/>
            <a:ext cx="64008" cy="64008"/>
          </a:xfrm>
          <a:prstGeom prst="ellipse">
            <a:avLst/>
          </a:prstGeom>
          <a:solidFill>
            <a:srgbClr val="4A4A55"/>
          </a:solidFill>
          <a:ln w="6350">
            <a:solidFill>
              <a:srgbClr val="22222A"/>
            </a:solidFill>
            <a:prstDash val="solid"/>
          </a:ln>
        </p:spPr>
      </p:sp>
      <p:sp>
        <p:nvSpPr>
          <p:cNvPr id="248" name="Shape 246"/>
          <p:cNvSpPr/>
          <p:nvPr/>
        </p:nvSpPr>
        <p:spPr>
          <a:xfrm>
            <a:off x="3700588" y="1880921"/>
            <a:ext cx="64008" cy="64008"/>
          </a:xfrm>
          <a:prstGeom prst="ellipse">
            <a:avLst/>
          </a:prstGeom>
          <a:solidFill>
            <a:srgbClr val="4A4A55"/>
          </a:solidFill>
          <a:ln w="6350">
            <a:solidFill>
              <a:srgbClr val="22222A"/>
            </a:solidFill>
            <a:prstDash val="solid"/>
          </a:ln>
        </p:spPr>
      </p:sp>
      <p:sp>
        <p:nvSpPr>
          <p:cNvPr id="249" name="Shape 247"/>
          <p:cNvSpPr/>
          <p:nvPr/>
        </p:nvSpPr>
        <p:spPr>
          <a:xfrm>
            <a:off x="3778769" y="1950415"/>
            <a:ext cx="64008" cy="64008"/>
          </a:xfrm>
          <a:prstGeom prst="ellipse">
            <a:avLst/>
          </a:prstGeom>
          <a:solidFill>
            <a:srgbClr val="4A4A55"/>
          </a:solidFill>
          <a:ln w="6350">
            <a:solidFill>
              <a:srgbClr val="22222A"/>
            </a:solidFill>
            <a:prstDash val="solid"/>
          </a:ln>
        </p:spPr>
      </p:sp>
      <p:sp>
        <p:nvSpPr>
          <p:cNvPr id="250" name="Shape 248"/>
          <p:cNvSpPr/>
          <p:nvPr/>
        </p:nvSpPr>
        <p:spPr>
          <a:xfrm>
            <a:off x="3968319" y="1985162"/>
            <a:ext cx="64008" cy="64008"/>
          </a:xfrm>
          <a:prstGeom prst="ellipse">
            <a:avLst/>
          </a:prstGeom>
          <a:solidFill>
            <a:srgbClr val="4A4A55"/>
          </a:solidFill>
          <a:ln w="6350">
            <a:solidFill>
              <a:srgbClr val="22222A"/>
            </a:solidFill>
            <a:prstDash val="solid"/>
          </a:ln>
        </p:spPr>
      </p:sp>
      <p:sp>
        <p:nvSpPr>
          <p:cNvPr id="251" name="Shape 249"/>
          <p:cNvSpPr/>
          <p:nvPr/>
        </p:nvSpPr>
        <p:spPr>
          <a:xfrm>
            <a:off x="4046501" y="2054657"/>
            <a:ext cx="64008" cy="64008"/>
          </a:xfrm>
          <a:prstGeom prst="ellipse">
            <a:avLst/>
          </a:prstGeom>
          <a:solidFill>
            <a:srgbClr val="4A4A55"/>
          </a:solidFill>
          <a:ln w="6350">
            <a:solidFill>
              <a:srgbClr val="22222A"/>
            </a:solidFill>
            <a:prstDash val="solid"/>
          </a:ln>
        </p:spPr>
      </p:sp>
      <p:sp>
        <p:nvSpPr>
          <p:cNvPr id="252" name="Shape 250"/>
          <p:cNvSpPr/>
          <p:nvPr/>
        </p:nvSpPr>
        <p:spPr>
          <a:xfrm>
            <a:off x="4236051" y="2089404"/>
            <a:ext cx="64008" cy="64008"/>
          </a:xfrm>
          <a:prstGeom prst="ellipse">
            <a:avLst/>
          </a:prstGeom>
          <a:solidFill>
            <a:srgbClr val="4A4A55"/>
          </a:solidFill>
          <a:ln w="6350">
            <a:solidFill>
              <a:srgbClr val="22222A"/>
            </a:solidFill>
            <a:prstDash val="solid"/>
          </a:ln>
        </p:spPr>
      </p:sp>
      <p:sp>
        <p:nvSpPr>
          <p:cNvPr id="253" name="Shape 251"/>
          <p:cNvSpPr/>
          <p:nvPr/>
        </p:nvSpPr>
        <p:spPr>
          <a:xfrm>
            <a:off x="3198313" y="1568196"/>
            <a:ext cx="64008" cy="64008"/>
          </a:xfrm>
          <a:prstGeom prst="ellipse">
            <a:avLst/>
          </a:prstGeom>
          <a:solidFill>
            <a:srgbClr val="4A4A55"/>
          </a:solidFill>
          <a:ln w="6350">
            <a:solidFill>
              <a:srgbClr val="22222A"/>
            </a:solidFill>
            <a:prstDash val="solid"/>
          </a:ln>
        </p:spPr>
      </p:sp>
      <p:sp>
        <p:nvSpPr>
          <p:cNvPr id="254" name="Shape 252"/>
          <p:cNvSpPr/>
          <p:nvPr/>
        </p:nvSpPr>
        <p:spPr>
          <a:xfrm>
            <a:off x="3276494" y="1637690"/>
            <a:ext cx="64008" cy="64008"/>
          </a:xfrm>
          <a:prstGeom prst="ellipse">
            <a:avLst/>
          </a:prstGeom>
          <a:solidFill>
            <a:srgbClr val="4A4A55"/>
          </a:solidFill>
          <a:ln w="6350">
            <a:solidFill>
              <a:srgbClr val="22222A"/>
            </a:solidFill>
            <a:prstDash val="solid"/>
          </a:ln>
        </p:spPr>
      </p:sp>
      <p:sp>
        <p:nvSpPr>
          <p:cNvPr id="255" name="Shape 253"/>
          <p:cNvSpPr/>
          <p:nvPr/>
        </p:nvSpPr>
        <p:spPr>
          <a:xfrm>
            <a:off x="3466044" y="1672438"/>
            <a:ext cx="64008" cy="64008"/>
          </a:xfrm>
          <a:prstGeom prst="ellipse">
            <a:avLst/>
          </a:prstGeom>
          <a:solidFill>
            <a:srgbClr val="4A4A55"/>
          </a:solidFill>
          <a:ln w="6350">
            <a:solidFill>
              <a:srgbClr val="22222A"/>
            </a:solidFill>
            <a:prstDash val="solid"/>
          </a:ln>
        </p:spPr>
      </p:sp>
      <p:sp>
        <p:nvSpPr>
          <p:cNvPr id="256" name="Shape 254"/>
          <p:cNvSpPr/>
          <p:nvPr/>
        </p:nvSpPr>
        <p:spPr>
          <a:xfrm>
            <a:off x="3544225" y="1741932"/>
            <a:ext cx="64008" cy="64008"/>
          </a:xfrm>
          <a:prstGeom prst="ellipse">
            <a:avLst/>
          </a:prstGeom>
          <a:solidFill>
            <a:srgbClr val="4A4A55"/>
          </a:solidFill>
          <a:ln w="6350">
            <a:solidFill>
              <a:srgbClr val="22222A"/>
            </a:solidFill>
            <a:prstDash val="solid"/>
          </a:ln>
        </p:spPr>
      </p:sp>
      <p:sp>
        <p:nvSpPr>
          <p:cNvPr id="257" name="Shape 255"/>
          <p:cNvSpPr/>
          <p:nvPr/>
        </p:nvSpPr>
        <p:spPr>
          <a:xfrm>
            <a:off x="3733776" y="1776679"/>
            <a:ext cx="64008" cy="64008"/>
          </a:xfrm>
          <a:prstGeom prst="ellipse">
            <a:avLst/>
          </a:prstGeom>
          <a:solidFill>
            <a:srgbClr val="4A4A55"/>
          </a:solidFill>
          <a:ln w="6350">
            <a:solidFill>
              <a:srgbClr val="22222A"/>
            </a:solidFill>
            <a:prstDash val="solid"/>
          </a:ln>
        </p:spPr>
      </p:sp>
      <p:sp>
        <p:nvSpPr>
          <p:cNvPr id="258" name="Shape 256"/>
          <p:cNvSpPr/>
          <p:nvPr/>
        </p:nvSpPr>
        <p:spPr>
          <a:xfrm>
            <a:off x="3811957" y="1846174"/>
            <a:ext cx="64008" cy="64008"/>
          </a:xfrm>
          <a:prstGeom prst="ellipse">
            <a:avLst/>
          </a:prstGeom>
          <a:solidFill>
            <a:srgbClr val="4A4A55"/>
          </a:solidFill>
          <a:ln w="6350">
            <a:solidFill>
              <a:srgbClr val="22222A"/>
            </a:solidFill>
            <a:prstDash val="solid"/>
          </a:ln>
        </p:spPr>
      </p:sp>
      <p:sp>
        <p:nvSpPr>
          <p:cNvPr id="259" name="Shape 257"/>
          <p:cNvSpPr/>
          <p:nvPr/>
        </p:nvSpPr>
        <p:spPr>
          <a:xfrm>
            <a:off x="4001507" y="1880921"/>
            <a:ext cx="64008" cy="64008"/>
          </a:xfrm>
          <a:prstGeom prst="ellipse">
            <a:avLst/>
          </a:prstGeom>
          <a:solidFill>
            <a:srgbClr val="4A4A55"/>
          </a:solidFill>
          <a:ln w="6350">
            <a:solidFill>
              <a:srgbClr val="22222A"/>
            </a:solidFill>
            <a:prstDash val="solid"/>
          </a:ln>
        </p:spPr>
      </p:sp>
      <p:sp>
        <p:nvSpPr>
          <p:cNvPr id="260" name="Shape 258"/>
          <p:cNvSpPr/>
          <p:nvPr/>
        </p:nvSpPr>
        <p:spPr>
          <a:xfrm>
            <a:off x="4079689" y="1950415"/>
            <a:ext cx="64008" cy="64008"/>
          </a:xfrm>
          <a:prstGeom prst="ellipse">
            <a:avLst/>
          </a:prstGeom>
          <a:solidFill>
            <a:srgbClr val="4A4A55"/>
          </a:solidFill>
          <a:ln w="6350">
            <a:solidFill>
              <a:srgbClr val="22222A"/>
            </a:solidFill>
            <a:prstDash val="solid"/>
          </a:ln>
        </p:spPr>
      </p:sp>
      <p:sp>
        <p:nvSpPr>
          <p:cNvPr id="261" name="Shape 259"/>
          <p:cNvSpPr/>
          <p:nvPr/>
        </p:nvSpPr>
        <p:spPr>
          <a:xfrm>
            <a:off x="3499232" y="1568196"/>
            <a:ext cx="64008" cy="64008"/>
          </a:xfrm>
          <a:prstGeom prst="ellipse">
            <a:avLst/>
          </a:prstGeom>
          <a:solidFill>
            <a:srgbClr val="4A4A55"/>
          </a:solidFill>
          <a:ln w="6350">
            <a:solidFill>
              <a:srgbClr val="22222A"/>
            </a:solidFill>
            <a:prstDash val="solid"/>
          </a:ln>
        </p:spPr>
      </p:sp>
      <p:sp>
        <p:nvSpPr>
          <p:cNvPr id="262" name="Shape 260"/>
          <p:cNvSpPr/>
          <p:nvPr/>
        </p:nvSpPr>
        <p:spPr>
          <a:xfrm>
            <a:off x="3577413" y="1637690"/>
            <a:ext cx="64008" cy="64008"/>
          </a:xfrm>
          <a:prstGeom prst="ellipse">
            <a:avLst/>
          </a:prstGeom>
          <a:solidFill>
            <a:srgbClr val="4A4A55"/>
          </a:solidFill>
          <a:ln w="6350">
            <a:solidFill>
              <a:srgbClr val="22222A"/>
            </a:solidFill>
            <a:prstDash val="solid"/>
          </a:ln>
        </p:spPr>
      </p:sp>
      <p:sp>
        <p:nvSpPr>
          <p:cNvPr id="263" name="Shape 261"/>
          <p:cNvSpPr/>
          <p:nvPr/>
        </p:nvSpPr>
        <p:spPr>
          <a:xfrm>
            <a:off x="3766964" y="1672438"/>
            <a:ext cx="64008" cy="64008"/>
          </a:xfrm>
          <a:prstGeom prst="ellipse">
            <a:avLst/>
          </a:prstGeom>
          <a:solidFill>
            <a:srgbClr val="4A4A55"/>
          </a:solidFill>
          <a:ln w="6350">
            <a:solidFill>
              <a:srgbClr val="22222A"/>
            </a:solidFill>
            <a:prstDash val="solid"/>
          </a:ln>
        </p:spPr>
      </p:sp>
      <p:sp>
        <p:nvSpPr>
          <p:cNvPr id="264" name="Shape 262"/>
          <p:cNvSpPr/>
          <p:nvPr/>
        </p:nvSpPr>
        <p:spPr>
          <a:xfrm>
            <a:off x="3845145" y="1741932"/>
            <a:ext cx="64008" cy="64008"/>
          </a:xfrm>
          <a:prstGeom prst="ellipse">
            <a:avLst/>
          </a:prstGeom>
          <a:solidFill>
            <a:srgbClr val="4A4A55"/>
          </a:solidFill>
          <a:ln w="6350">
            <a:solidFill>
              <a:srgbClr val="22222A"/>
            </a:solidFill>
            <a:prstDash val="solid"/>
          </a:ln>
        </p:spPr>
      </p:sp>
      <p:sp>
        <p:nvSpPr>
          <p:cNvPr id="265" name="Shape 263"/>
          <p:cNvSpPr/>
          <p:nvPr/>
        </p:nvSpPr>
        <p:spPr>
          <a:xfrm>
            <a:off x="1465783" y="2977286"/>
            <a:ext cx="78181" cy="69494"/>
          </a:xfrm>
          <a:prstGeom prst="line">
            <a:avLst/>
          </a:prstGeom>
          <a:noFill/>
          <a:ln w="19050">
            <a:solidFill>
              <a:srgbClr val="4A4A55"/>
            </a:solidFill>
            <a:prstDash val="solid"/>
          </a:ln>
        </p:spPr>
      </p:sp>
      <p:sp>
        <p:nvSpPr>
          <p:cNvPr id="266" name="Shape 264"/>
          <p:cNvSpPr/>
          <p:nvPr/>
        </p:nvSpPr>
        <p:spPr>
          <a:xfrm flipV="1">
            <a:off x="1465783" y="2942539"/>
            <a:ext cx="111369" cy="34747"/>
          </a:xfrm>
          <a:prstGeom prst="line">
            <a:avLst/>
          </a:prstGeom>
          <a:noFill/>
          <a:ln w="19050">
            <a:solidFill>
              <a:srgbClr val="4A4A55"/>
            </a:solidFill>
            <a:prstDash val="solid"/>
          </a:ln>
        </p:spPr>
      </p:sp>
      <p:sp>
        <p:nvSpPr>
          <p:cNvPr id="267" name="Shape 265"/>
          <p:cNvSpPr/>
          <p:nvPr/>
        </p:nvSpPr>
        <p:spPr>
          <a:xfrm>
            <a:off x="1543964" y="3046781"/>
            <a:ext cx="189550" cy="34747"/>
          </a:xfrm>
          <a:prstGeom prst="line">
            <a:avLst/>
          </a:prstGeom>
          <a:noFill/>
          <a:ln w="19050">
            <a:solidFill>
              <a:srgbClr val="4A4A55"/>
            </a:solidFill>
            <a:prstDash val="solid"/>
          </a:ln>
        </p:spPr>
      </p:sp>
      <p:sp>
        <p:nvSpPr>
          <p:cNvPr id="268" name="Shape 266"/>
          <p:cNvSpPr/>
          <p:nvPr/>
        </p:nvSpPr>
        <p:spPr>
          <a:xfrm flipV="1">
            <a:off x="1733515" y="3046781"/>
            <a:ext cx="111369" cy="34747"/>
          </a:xfrm>
          <a:prstGeom prst="line">
            <a:avLst/>
          </a:prstGeom>
          <a:noFill/>
          <a:ln w="19050">
            <a:solidFill>
              <a:srgbClr val="4A4A55"/>
            </a:solidFill>
            <a:prstDash val="solid"/>
          </a:ln>
        </p:spPr>
      </p:sp>
      <p:sp>
        <p:nvSpPr>
          <p:cNvPr id="269" name="Shape 267"/>
          <p:cNvSpPr/>
          <p:nvPr/>
        </p:nvSpPr>
        <p:spPr>
          <a:xfrm>
            <a:off x="1231240" y="2768803"/>
            <a:ext cx="78181" cy="69494"/>
          </a:xfrm>
          <a:prstGeom prst="line">
            <a:avLst/>
          </a:prstGeom>
          <a:noFill/>
          <a:ln w="19050">
            <a:solidFill>
              <a:srgbClr val="4A4A55"/>
            </a:solidFill>
            <a:prstDash val="solid"/>
          </a:ln>
        </p:spPr>
      </p:sp>
      <p:sp>
        <p:nvSpPr>
          <p:cNvPr id="270" name="Shape 268"/>
          <p:cNvSpPr/>
          <p:nvPr/>
        </p:nvSpPr>
        <p:spPr>
          <a:xfrm flipV="1">
            <a:off x="1231240" y="2734056"/>
            <a:ext cx="111369" cy="34747"/>
          </a:xfrm>
          <a:prstGeom prst="line">
            <a:avLst/>
          </a:prstGeom>
          <a:noFill/>
          <a:ln w="19050">
            <a:solidFill>
              <a:srgbClr val="4A4A55"/>
            </a:solidFill>
            <a:prstDash val="solid"/>
          </a:ln>
        </p:spPr>
      </p:sp>
      <p:sp>
        <p:nvSpPr>
          <p:cNvPr id="271" name="Shape 269"/>
          <p:cNvSpPr/>
          <p:nvPr/>
        </p:nvSpPr>
        <p:spPr>
          <a:xfrm>
            <a:off x="1309421" y="2838298"/>
            <a:ext cx="189550" cy="34747"/>
          </a:xfrm>
          <a:prstGeom prst="line">
            <a:avLst/>
          </a:prstGeom>
          <a:noFill/>
          <a:ln w="19050">
            <a:solidFill>
              <a:srgbClr val="4A4A55"/>
            </a:solidFill>
            <a:prstDash val="solid"/>
          </a:ln>
        </p:spPr>
      </p:sp>
      <p:sp>
        <p:nvSpPr>
          <p:cNvPr id="272" name="Shape 270"/>
          <p:cNvSpPr/>
          <p:nvPr/>
        </p:nvSpPr>
        <p:spPr>
          <a:xfrm>
            <a:off x="1498971" y="2873045"/>
            <a:ext cx="78181" cy="69494"/>
          </a:xfrm>
          <a:prstGeom prst="line">
            <a:avLst/>
          </a:prstGeom>
          <a:noFill/>
          <a:ln w="19050">
            <a:solidFill>
              <a:srgbClr val="4A4A55"/>
            </a:solidFill>
            <a:prstDash val="solid"/>
          </a:ln>
        </p:spPr>
      </p:sp>
      <p:sp>
        <p:nvSpPr>
          <p:cNvPr id="273" name="Shape 271"/>
          <p:cNvSpPr/>
          <p:nvPr/>
        </p:nvSpPr>
        <p:spPr>
          <a:xfrm flipV="1">
            <a:off x="1498971" y="2838298"/>
            <a:ext cx="111369" cy="34747"/>
          </a:xfrm>
          <a:prstGeom prst="line">
            <a:avLst/>
          </a:prstGeom>
          <a:noFill/>
          <a:ln w="19050">
            <a:solidFill>
              <a:srgbClr val="4A4A55"/>
            </a:solidFill>
            <a:prstDash val="solid"/>
          </a:ln>
        </p:spPr>
      </p:sp>
      <p:sp>
        <p:nvSpPr>
          <p:cNvPr id="274" name="Shape 272"/>
          <p:cNvSpPr/>
          <p:nvPr/>
        </p:nvSpPr>
        <p:spPr>
          <a:xfrm>
            <a:off x="1577152" y="2942539"/>
            <a:ext cx="189550" cy="34747"/>
          </a:xfrm>
          <a:prstGeom prst="line">
            <a:avLst/>
          </a:prstGeom>
          <a:noFill/>
          <a:ln w="19050">
            <a:solidFill>
              <a:srgbClr val="4A4A55"/>
            </a:solidFill>
            <a:prstDash val="solid"/>
          </a:ln>
        </p:spPr>
      </p:sp>
      <p:sp>
        <p:nvSpPr>
          <p:cNvPr id="275" name="Shape 273"/>
          <p:cNvSpPr/>
          <p:nvPr/>
        </p:nvSpPr>
        <p:spPr>
          <a:xfrm>
            <a:off x="1766703" y="2977286"/>
            <a:ext cx="78181" cy="69494"/>
          </a:xfrm>
          <a:prstGeom prst="line">
            <a:avLst/>
          </a:prstGeom>
          <a:noFill/>
          <a:ln w="19050">
            <a:solidFill>
              <a:srgbClr val="4A4A55"/>
            </a:solidFill>
            <a:prstDash val="solid"/>
          </a:ln>
        </p:spPr>
      </p:sp>
      <p:sp>
        <p:nvSpPr>
          <p:cNvPr id="276" name="Shape 274"/>
          <p:cNvSpPr/>
          <p:nvPr/>
        </p:nvSpPr>
        <p:spPr>
          <a:xfrm flipV="1">
            <a:off x="1766703" y="2942539"/>
            <a:ext cx="111369" cy="34747"/>
          </a:xfrm>
          <a:prstGeom prst="line">
            <a:avLst/>
          </a:prstGeom>
          <a:noFill/>
          <a:ln w="19050">
            <a:solidFill>
              <a:srgbClr val="4A4A55"/>
            </a:solidFill>
            <a:prstDash val="solid"/>
          </a:ln>
        </p:spPr>
      </p:sp>
      <p:sp>
        <p:nvSpPr>
          <p:cNvPr id="277" name="Shape 275"/>
          <p:cNvSpPr/>
          <p:nvPr/>
        </p:nvSpPr>
        <p:spPr>
          <a:xfrm>
            <a:off x="1844884" y="3046781"/>
            <a:ext cx="189550" cy="34747"/>
          </a:xfrm>
          <a:prstGeom prst="line">
            <a:avLst/>
          </a:prstGeom>
          <a:noFill/>
          <a:ln w="19050">
            <a:solidFill>
              <a:srgbClr val="4A4A55"/>
            </a:solidFill>
            <a:prstDash val="solid"/>
          </a:ln>
        </p:spPr>
      </p:sp>
      <p:sp>
        <p:nvSpPr>
          <p:cNvPr id="278" name="Shape 276"/>
          <p:cNvSpPr/>
          <p:nvPr/>
        </p:nvSpPr>
        <p:spPr>
          <a:xfrm flipV="1">
            <a:off x="2034434" y="3046781"/>
            <a:ext cx="111369" cy="34747"/>
          </a:xfrm>
          <a:prstGeom prst="line">
            <a:avLst/>
          </a:prstGeom>
          <a:noFill/>
          <a:ln w="19050">
            <a:solidFill>
              <a:srgbClr val="4A4A55"/>
            </a:solidFill>
            <a:prstDash val="solid"/>
          </a:ln>
        </p:spPr>
      </p:sp>
      <p:sp>
        <p:nvSpPr>
          <p:cNvPr id="279" name="Shape 277"/>
          <p:cNvSpPr/>
          <p:nvPr/>
        </p:nvSpPr>
        <p:spPr>
          <a:xfrm>
            <a:off x="996696" y="2560320"/>
            <a:ext cx="78181" cy="69494"/>
          </a:xfrm>
          <a:prstGeom prst="line">
            <a:avLst/>
          </a:prstGeom>
          <a:noFill/>
          <a:ln w="19050">
            <a:solidFill>
              <a:srgbClr val="4A4A55"/>
            </a:solidFill>
            <a:prstDash val="solid"/>
          </a:ln>
        </p:spPr>
      </p:sp>
      <p:sp>
        <p:nvSpPr>
          <p:cNvPr id="280" name="Shape 278"/>
          <p:cNvSpPr/>
          <p:nvPr/>
        </p:nvSpPr>
        <p:spPr>
          <a:xfrm>
            <a:off x="1074877" y="2629814"/>
            <a:ext cx="189550" cy="34747"/>
          </a:xfrm>
          <a:prstGeom prst="line">
            <a:avLst/>
          </a:prstGeom>
          <a:noFill/>
          <a:ln w="19050">
            <a:solidFill>
              <a:srgbClr val="4A4A55"/>
            </a:solidFill>
            <a:prstDash val="solid"/>
          </a:ln>
        </p:spPr>
      </p:sp>
      <p:sp>
        <p:nvSpPr>
          <p:cNvPr id="281" name="Shape 279"/>
          <p:cNvSpPr/>
          <p:nvPr/>
        </p:nvSpPr>
        <p:spPr>
          <a:xfrm>
            <a:off x="1264428" y="2664562"/>
            <a:ext cx="78181" cy="69494"/>
          </a:xfrm>
          <a:prstGeom prst="line">
            <a:avLst/>
          </a:prstGeom>
          <a:noFill/>
          <a:ln w="19050">
            <a:solidFill>
              <a:srgbClr val="4A4A55"/>
            </a:solidFill>
            <a:prstDash val="solid"/>
          </a:ln>
        </p:spPr>
      </p:sp>
      <p:sp>
        <p:nvSpPr>
          <p:cNvPr id="282" name="Shape 280"/>
          <p:cNvSpPr/>
          <p:nvPr/>
        </p:nvSpPr>
        <p:spPr>
          <a:xfrm flipV="1">
            <a:off x="1264428" y="2629814"/>
            <a:ext cx="111369" cy="34747"/>
          </a:xfrm>
          <a:prstGeom prst="line">
            <a:avLst/>
          </a:prstGeom>
          <a:noFill/>
          <a:ln w="19050">
            <a:solidFill>
              <a:srgbClr val="4A4A55"/>
            </a:solidFill>
            <a:prstDash val="solid"/>
          </a:ln>
        </p:spPr>
      </p:sp>
      <p:sp>
        <p:nvSpPr>
          <p:cNvPr id="283" name="Shape 281"/>
          <p:cNvSpPr/>
          <p:nvPr/>
        </p:nvSpPr>
        <p:spPr>
          <a:xfrm>
            <a:off x="1342609" y="2734056"/>
            <a:ext cx="189550" cy="34747"/>
          </a:xfrm>
          <a:prstGeom prst="line">
            <a:avLst/>
          </a:prstGeom>
          <a:noFill/>
          <a:ln w="19050">
            <a:solidFill>
              <a:srgbClr val="4A4A55"/>
            </a:solidFill>
            <a:prstDash val="solid"/>
          </a:ln>
        </p:spPr>
      </p:sp>
      <p:sp>
        <p:nvSpPr>
          <p:cNvPr id="284" name="Shape 282"/>
          <p:cNvSpPr/>
          <p:nvPr/>
        </p:nvSpPr>
        <p:spPr>
          <a:xfrm>
            <a:off x="1532159" y="2768803"/>
            <a:ext cx="78181" cy="69494"/>
          </a:xfrm>
          <a:prstGeom prst="line">
            <a:avLst/>
          </a:prstGeom>
          <a:noFill/>
          <a:ln w="19050">
            <a:solidFill>
              <a:srgbClr val="4A4A55"/>
            </a:solidFill>
            <a:prstDash val="solid"/>
          </a:ln>
        </p:spPr>
      </p:sp>
      <p:sp>
        <p:nvSpPr>
          <p:cNvPr id="285" name="Shape 283"/>
          <p:cNvSpPr/>
          <p:nvPr/>
        </p:nvSpPr>
        <p:spPr>
          <a:xfrm flipV="1">
            <a:off x="1532159" y="2734056"/>
            <a:ext cx="111369" cy="34747"/>
          </a:xfrm>
          <a:prstGeom prst="line">
            <a:avLst/>
          </a:prstGeom>
          <a:noFill/>
          <a:ln w="19050">
            <a:solidFill>
              <a:srgbClr val="4A4A55"/>
            </a:solidFill>
            <a:prstDash val="solid"/>
          </a:ln>
        </p:spPr>
      </p:sp>
      <p:sp>
        <p:nvSpPr>
          <p:cNvPr id="286" name="Shape 284"/>
          <p:cNvSpPr/>
          <p:nvPr/>
        </p:nvSpPr>
        <p:spPr>
          <a:xfrm>
            <a:off x="1610340" y="2838298"/>
            <a:ext cx="189550" cy="34747"/>
          </a:xfrm>
          <a:prstGeom prst="line">
            <a:avLst/>
          </a:prstGeom>
          <a:noFill/>
          <a:ln w="19050">
            <a:solidFill>
              <a:srgbClr val="4A4A55"/>
            </a:solidFill>
            <a:prstDash val="solid"/>
          </a:ln>
        </p:spPr>
      </p:sp>
      <p:sp>
        <p:nvSpPr>
          <p:cNvPr id="287" name="Shape 285"/>
          <p:cNvSpPr/>
          <p:nvPr/>
        </p:nvSpPr>
        <p:spPr>
          <a:xfrm>
            <a:off x="1799891" y="2873045"/>
            <a:ext cx="78181" cy="69494"/>
          </a:xfrm>
          <a:prstGeom prst="line">
            <a:avLst/>
          </a:prstGeom>
          <a:noFill/>
          <a:ln w="19050">
            <a:solidFill>
              <a:srgbClr val="4A4A55"/>
            </a:solidFill>
            <a:prstDash val="solid"/>
          </a:ln>
        </p:spPr>
      </p:sp>
      <p:sp>
        <p:nvSpPr>
          <p:cNvPr id="288" name="Shape 286"/>
          <p:cNvSpPr/>
          <p:nvPr/>
        </p:nvSpPr>
        <p:spPr>
          <a:xfrm flipV="1">
            <a:off x="1799891" y="2838298"/>
            <a:ext cx="111369" cy="34747"/>
          </a:xfrm>
          <a:prstGeom prst="line">
            <a:avLst/>
          </a:prstGeom>
          <a:noFill/>
          <a:ln w="19050">
            <a:solidFill>
              <a:srgbClr val="4A4A55"/>
            </a:solidFill>
            <a:prstDash val="solid"/>
          </a:ln>
        </p:spPr>
      </p:sp>
      <p:sp>
        <p:nvSpPr>
          <p:cNvPr id="289" name="Shape 287"/>
          <p:cNvSpPr/>
          <p:nvPr/>
        </p:nvSpPr>
        <p:spPr>
          <a:xfrm>
            <a:off x="1878072" y="2942539"/>
            <a:ext cx="189550" cy="34747"/>
          </a:xfrm>
          <a:prstGeom prst="line">
            <a:avLst/>
          </a:prstGeom>
          <a:noFill/>
          <a:ln w="19050">
            <a:solidFill>
              <a:srgbClr val="4A4A55"/>
            </a:solidFill>
            <a:prstDash val="solid"/>
          </a:ln>
        </p:spPr>
      </p:sp>
      <p:sp>
        <p:nvSpPr>
          <p:cNvPr id="290" name="Shape 288"/>
          <p:cNvSpPr/>
          <p:nvPr/>
        </p:nvSpPr>
        <p:spPr>
          <a:xfrm>
            <a:off x="2067622" y="2977286"/>
            <a:ext cx="78181" cy="69494"/>
          </a:xfrm>
          <a:prstGeom prst="line">
            <a:avLst/>
          </a:prstGeom>
          <a:noFill/>
          <a:ln w="19050">
            <a:solidFill>
              <a:srgbClr val="4A4A55"/>
            </a:solidFill>
            <a:prstDash val="solid"/>
          </a:ln>
        </p:spPr>
      </p:sp>
      <p:sp>
        <p:nvSpPr>
          <p:cNvPr id="291" name="Shape 289"/>
          <p:cNvSpPr/>
          <p:nvPr/>
        </p:nvSpPr>
        <p:spPr>
          <a:xfrm flipV="1">
            <a:off x="2067622" y="2942539"/>
            <a:ext cx="111369" cy="34747"/>
          </a:xfrm>
          <a:prstGeom prst="line">
            <a:avLst/>
          </a:prstGeom>
          <a:noFill/>
          <a:ln w="19050">
            <a:solidFill>
              <a:srgbClr val="4A4A55"/>
            </a:solidFill>
            <a:prstDash val="solid"/>
          </a:ln>
        </p:spPr>
      </p:sp>
      <p:sp>
        <p:nvSpPr>
          <p:cNvPr id="292" name="Shape 290"/>
          <p:cNvSpPr/>
          <p:nvPr/>
        </p:nvSpPr>
        <p:spPr>
          <a:xfrm>
            <a:off x="2145804" y="3046781"/>
            <a:ext cx="189550" cy="34747"/>
          </a:xfrm>
          <a:prstGeom prst="line">
            <a:avLst/>
          </a:prstGeom>
          <a:noFill/>
          <a:ln w="19050">
            <a:solidFill>
              <a:srgbClr val="4A4A55"/>
            </a:solidFill>
            <a:prstDash val="solid"/>
          </a:ln>
        </p:spPr>
      </p:sp>
      <p:sp>
        <p:nvSpPr>
          <p:cNvPr id="293" name="Shape 291"/>
          <p:cNvSpPr/>
          <p:nvPr/>
        </p:nvSpPr>
        <p:spPr>
          <a:xfrm flipV="1">
            <a:off x="2335354" y="3046781"/>
            <a:ext cx="111369" cy="34747"/>
          </a:xfrm>
          <a:prstGeom prst="line">
            <a:avLst/>
          </a:prstGeom>
          <a:noFill/>
          <a:ln w="19050">
            <a:solidFill>
              <a:srgbClr val="4A4A55"/>
            </a:solidFill>
            <a:prstDash val="solid"/>
          </a:ln>
        </p:spPr>
      </p:sp>
      <p:sp>
        <p:nvSpPr>
          <p:cNvPr id="294" name="Shape 292"/>
          <p:cNvSpPr/>
          <p:nvPr/>
        </p:nvSpPr>
        <p:spPr>
          <a:xfrm>
            <a:off x="1297616" y="2560320"/>
            <a:ext cx="78181" cy="69494"/>
          </a:xfrm>
          <a:prstGeom prst="line">
            <a:avLst/>
          </a:prstGeom>
          <a:noFill/>
          <a:ln w="19050">
            <a:solidFill>
              <a:srgbClr val="4A4A55"/>
            </a:solidFill>
            <a:prstDash val="solid"/>
          </a:ln>
        </p:spPr>
      </p:sp>
      <p:sp>
        <p:nvSpPr>
          <p:cNvPr id="295" name="Shape 293"/>
          <p:cNvSpPr/>
          <p:nvPr/>
        </p:nvSpPr>
        <p:spPr>
          <a:xfrm>
            <a:off x="1375797" y="2629814"/>
            <a:ext cx="189550" cy="34747"/>
          </a:xfrm>
          <a:prstGeom prst="line">
            <a:avLst/>
          </a:prstGeom>
          <a:noFill/>
          <a:ln w="19050">
            <a:solidFill>
              <a:srgbClr val="4A4A55"/>
            </a:solidFill>
            <a:prstDash val="solid"/>
          </a:ln>
        </p:spPr>
      </p:sp>
      <p:sp>
        <p:nvSpPr>
          <p:cNvPr id="296" name="Shape 294"/>
          <p:cNvSpPr/>
          <p:nvPr/>
        </p:nvSpPr>
        <p:spPr>
          <a:xfrm>
            <a:off x="1565347" y="2664562"/>
            <a:ext cx="78181" cy="69494"/>
          </a:xfrm>
          <a:prstGeom prst="line">
            <a:avLst/>
          </a:prstGeom>
          <a:noFill/>
          <a:ln w="19050">
            <a:solidFill>
              <a:srgbClr val="4A4A55"/>
            </a:solidFill>
            <a:prstDash val="solid"/>
          </a:ln>
        </p:spPr>
      </p:sp>
      <p:sp>
        <p:nvSpPr>
          <p:cNvPr id="297" name="Shape 295"/>
          <p:cNvSpPr/>
          <p:nvPr/>
        </p:nvSpPr>
        <p:spPr>
          <a:xfrm flipV="1">
            <a:off x="1565347" y="2629814"/>
            <a:ext cx="111369" cy="34747"/>
          </a:xfrm>
          <a:prstGeom prst="line">
            <a:avLst/>
          </a:prstGeom>
          <a:noFill/>
          <a:ln w="19050">
            <a:solidFill>
              <a:srgbClr val="4A4A55"/>
            </a:solidFill>
            <a:prstDash val="solid"/>
          </a:ln>
        </p:spPr>
      </p:sp>
      <p:sp>
        <p:nvSpPr>
          <p:cNvPr id="298" name="Shape 296"/>
          <p:cNvSpPr/>
          <p:nvPr/>
        </p:nvSpPr>
        <p:spPr>
          <a:xfrm>
            <a:off x="1643528" y="2734056"/>
            <a:ext cx="189550" cy="34747"/>
          </a:xfrm>
          <a:prstGeom prst="line">
            <a:avLst/>
          </a:prstGeom>
          <a:noFill/>
          <a:ln w="19050">
            <a:solidFill>
              <a:srgbClr val="4A4A55"/>
            </a:solidFill>
            <a:prstDash val="solid"/>
          </a:ln>
        </p:spPr>
      </p:sp>
      <p:sp>
        <p:nvSpPr>
          <p:cNvPr id="299" name="Shape 297"/>
          <p:cNvSpPr/>
          <p:nvPr/>
        </p:nvSpPr>
        <p:spPr>
          <a:xfrm>
            <a:off x="1833079" y="2768803"/>
            <a:ext cx="78181" cy="69494"/>
          </a:xfrm>
          <a:prstGeom prst="line">
            <a:avLst/>
          </a:prstGeom>
          <a:noFill/>
          <a:ln w="19050">
            <a:solidFill>
              <a:srgbClr val="4A4A55"/>
            </a:solidFill>
            <a:prstDash val="solid"/>
          </a:ln>
        </p:spPr>
      </p:sp>
      <p:sp>
        <p:nvSpPr>
          <p:cNvPr id="300" name="Shape 298"/>
          <p:cNvSpPr/>
          <p:nvPr/>
        </p:nvSpPr>
        <p:spPr>
          <a:xfrm flipV="1">
            <a:off x="1833079" y="2734056"/>
            <a:ext cx="111369" cy="34747"/>
          </a:xfrm>
          <a:prstGeom prst="line">
            <a:avLst/>
          </a:prstGeom>
          <a:noFill/>
          <a:ln w="19050">
            <a:solidFill>
              <a:srgbClr val="4A4A55"/>
            </a:solidFill>
            <a:prstDash val="solid"/>
          </a:ln>
        </p:spPr>
      </p:sp>
      <p:sp>
        <p:nvSpPr>
          <p:cNvPr id="301" name="Shape 299"/>
          <p:cNvSpPr/>
          <p:nvPr/>
        </p:nvSpPr>
        <p:spPr>
          <a:xfrm>
            <a:off x="1911260" y="2838298"/>
            <a:ext cx="189550" cy="34747"/>
          </a:xfrm>
          <a:prstGeom prst="line">
            <a:avLst/>
          </a:prstGeom>
          <a:noFill/>
          <a:ln w="19050">
            <a:solidFill>
              <a:srgbClr val="4A4A55"/>
            </a:solidFill>
            <a:prstDash val="solid"/>
          </a:ln>
        </p:spPr>
      </p:sp>
      <p:sp>
        <p:nvSpPr>
          <p:cNvPr id="302" name="Shape 300"/>
          <p:cNvSpPr/>
          <p:nvPr/>
        </p:nvSpPr>
        <p:spPr>
          <a:xfrm>
            <a:off x="2100810" y="2873045"/>
            <a:ext cx="78181" cy="69494"/>
          </a:xfrm>
          <a:prstGeom prst="line">
            <a:avLst/>
          </a:prstGeom>
          <a:noFill/>
          <a:ln w="19050">
            <a:solidFill>
              <a:srgbClr val="4A4A55"/>
            </a:solidFill>
            <a:prstDash val="solid"/>
          </a:ln>
        </p:spPr>
      </p:sp>
      <p:sp>
        <p:nvSpPr>
          <p:cNvPr id="303" name="Shape 301"/>
          <p:cNvSpPr/>
          <p:nvPr/>
        </p:nvSpPr>
        <p:spPr>
          <a:xfrm flipV="1">
            <a:off x="2100810" y="2838298"/>
            <a:ext cx="111369" cy="34747"/>
          </a:xfrm>
          <a:prstGeom prst="line">
            <a:avLst/>
          </a:prstGeom>
          <a:noFill/>
          <a:ln w="19050">
            <a:solidFill>
              <a:srgbClr val="4A4A55"/>
            </a:solidFill>
            <a:prstDash val="solid"/>
          </a:ln>
        </p:spPr>
      </p:sp>
      <p:sp>
        <p:nvSpPr>
          <p:cNvPr id="304" name="Shape 302"/>
          <p:cNvSpPr/>
          <p:nvPr/>
        </p:nvSpPr>
        <p:spPr>
          <a:xfrm>
            <a:off x="2178992" y="2942539"/>
            <a:ext cx="189550" cy="34747"/>
          </a:xfrm>
          <a:prstGeom prst="line">
            <a:avLst/>
          </a:prstGeom>
          <a:noFill/>
          <a:ln w="19050">
            <a:solidFill>
              <a:srgbClr val="4A4A55"/>
            </a:solidFill>
            <a:prstDash val="solid"/>
          </a:ln>
        </p:spPr>
      </p:sp>
      <p:sp>
        <p:nvSpPr>
          <p:cNvPr id="305" name="Shape 303"/>
          <p:cNvSpPr/>
          <p:nvPr/>
        </p:nvSpPr>
        <p:spPr>
          <a:xfrm>
            <a:off x="2368542" y="2977286"/>
            <a:ext cx="78181" cy="69494"/>
          </a:xfrm>
          <a:prstGeom prst="line">
            <a:avLst/>
          </a:prstGeom>
          <a:noFill/>
          <a:ln w="19050">
            <a:solidFill>
              <a:srgbClr val="4A4A55"/>
            </a:solidFill>
            <a:prstDash val="solid"/>
          </a:ln>
        </p:spPr>
      </p:sp>
      <p:sp>
        <p:nvSpPr>
          <p:cNvPr id="306" name="Shape 304"/>
          <p:cNvSpPr/>
          <p:nvPr/>
        </p:nvSpPr>
        <p:spPr>
          <a:xfrm flipV="1">
            <a:off x="2368542" y="2942539"/>
            <a:ext cx="111369" cy="34747"/>
          </a:xfrm>
          <a:prstGeom prst="line">
            <a:avLst/>
          </a:prstGeom>
          <a:noFill/>
          <a:ln w="19050">
            <a:solidFill>
              <a:srgbClr val="4A4A55"/>
            </a:solidFill>
            <a:prstDash val="solid"/>
          </a:ln>
        </p:spPr>
      </p:sp>
      <p:sp>
        <p:nvSpPr>
          <p:cNvPr id="307" name="Shape 305"/>
          <p:cNvSpPr/>
          <p:nvPr/>
        </p:nvSpPr>
        <p:spPr>
          <a:xfrm>
            <a:off x="2446723" y="3046781"/>
            <a:ext cx="189550" cy="34747"/>
          </a:xfrm>
          <a:prstGeom prst="line">
            <a:avLst/>
          </a:prstGeom>
          <a:noFill/>
          <a:ln w="19050">
            <a:solidFill>
              <a:srgbClr val="4A4A55"/>
            </a:solidFill>
            <a:prstDash val="solid"/>
          </a:ln>
        </p:spPr>
      </p:sp>
      <p:sp>
        <p:nvSpPr>
          <p:cNvPr id="308" name="Shape 306"/>
          <p:cNvSpPr/>
          <p:nvPr/>
        </p:nvSpPr>
        <p:spPr>
          <a:xfrm flipV="1">
            <a:off x="2636274" y="3046781"/>
            <a:ext cx="111369" cy="34747"/>
          </a:xfrm>
          <a:prstGeom prst="line">
            <a:avLst/>
          </a:prstGeom>
          <a:noFill/>
          <a:ln w="19050">
            <a:solidFill>
              <a:srgbClr val="4A4A55"/>
            </a:solidFill>
            <a:prstDash val="solid"/>
          </a:ln>
        </p:spPr>
      </p:sp>
      <p:sp>
        <p:nvSpPr>
          <p:cNvPr id="309" name="Shape 307"/>
          <p:cNvSpPr/>
          <p:nvPr/>
        </p:nvSpPr>
        <p:spPr>
          <a:xfrm>
            <a:off x="1598535" y="2560320"/>
            <a:ext cx="78181" cy="69494"/>
          </a:xfrm>
          <a:prstGeom prst="line">
            <a:avLst/>
          </a:prstGeom>
          <a:noFill/>
          <a:ln w="19050">
            <a:solidFill>
              <a:srgbClr val="4A4A55"/>
            </a:solidFill>
            <a:prstDash val="solid"/>
          </a:ln>
        </p:spPr>
      </p:sp>
      <p:sp>
        <p:nvSpPr>
          <p:cNvPr id="310" name="Shape 308"/>
          <p:cNvSpPr/>
          <p:nvPr/>
        </p:nvSpPr>
        <p:spPr>
          <a:xfrm>
            <a:off x="1676716" y="2629814"/>
            <a:ext cx="189550" cy="34747"/>
          </a:xfrm>
          <a:prstGeom prst="line">
            <a:avLst/>
          </a:prstGeom>
          <a:noFill/>
          <a:ln w="19050">
            <a:solidFill>
              <a:srgbClr val="4A4A55"/>
            </a:solidFill>
            <a:prstDash val="solid"/>
          </a:ln>
        </p:spPr>
      </p:sp>
      <p:sp>
        <p:nvSpPr>
          <p:cNvPr id="311" name="Shape 309"/>
          <p:cNvSpPr/>
          <p:nvPr/>
        </p:nvSpPr>
        <p:spPr>
          <a:xfrm>
            <a:off x="1866267" y="2664562"/>
            <a:ext cx="78181" cy="69494"/>
          </a:xfrm>
          <a:prstGeom prst="line">
            <a:avLst/>
          </a:prstGeom>
          <a:noFill/>
          <a:ln w="19050">
            <a:solidFill>
              <a:srgbClr val="4A4A55"/>
            </a:solidFill>
            <a:prstDash val="solid"/>
          </a:ln>
        </p:spPr>
      </p:sp>
      <p:sp>
        <p:nvSpPr>
          <p:cNvPr id="312" name="Shape 310"/>
          <p:cNvSpPr/>
          <p:nvPr/>
        </p:nvSpPr>
        <p:spPr>
          <a:xfrm flipV="1">
            <a:off x="1866267" y="2629814"/>
            <a:ext cx="111369" cy="34747"/>
          </a:xfrm>
          <a:prstGeom prst="line">
            <a:avLst/>
          </a:prstGeom>
          <a:noFill/>
          <a:ln w="19050">
            <a:solidFill>
              <a:srgbClr val="4A4A55"/>
            </a:solidFill>
            <a:prstDash val="solid"/>
          </a:ln>
        </p:spPr>
      </p:sp>
      <p:sp>
        <p:nvSpPr>
          <p:cNvPr id="313" name="Shape 311"/>
          <p:cNvSpPr/>
          <p:nvPr/>
        </p:nvSpPr>
        <p:spPr>
          <a:xfrm>
            <a:off x="1944448" y="2734056"/>
            <a:ext cx="189550" cy="34747"/>
          </a:xfrm>
          <a:prstGeom prst="line">
            <a:avLst/>
          </a:prstGeom>
          <a:noFill/>
          <a:ln w="19050">
            <a:solidFill>
              <a:srgbClr val="4A4A55"/>
            </a:solidFill>
            <a:prstDash val="solid"/>
          </a:ln>
        </p:spPr>
      </p:sp>
      <p:sp>
        <p:nvSpPr>
          <p:cNvPr id="314" name="Shape 312"/>
          <p:cNvSpPr/>
          <p:nvPr/>
        </p:nvSpPr>
        <p:spPr>
          <a:xfrm>
            <a:off x="2133998" y="2768803"/>
            <a:ext cx="78181" cy="69494"/>
          </a:xfrm>
          <a:prstGeom prst="line">
            <a:avLst/>
          </a:prstGeom>
          <a:noFill/>
          <a:ln w="19050">
            <a:solidFill>
              <a:srgbClr val="4A4A55"/>
            </a:solidFill>
            <a:prstDash val="solid"/>
          </a:ln>
        </p:spPr>
      </p:sp>
      <p:sp>
        <p:nvSpPr>
          <p:cNvPr id="315" name="Shape 313"/>
          <p:cNvSpPr/>
          <p:nvPr/>
        </p:nvSpPr>
        <p:spPr>
          <a:xfrm flipV="1">
            <a:off x="2133998" y="2734056"/>
            <a:ext cx="111369" cy="34747"/>
          </a:xfrm>
          <a:prstGeom prst="line">
            <a:avLst/>
          </a:prstGeom>
          <a:noFill/>
          <a:ln w="19050">
            <a:solidFill>
              <a:srgbClr val="4A4A55"/>
            </a:solidFill>
            <a:prstDash val="solid"/>
          </a:ln>
        </p:spPr>
      </p:sp>
      <p:sp>
        <p:nvSpPr>
          <p:cNvPr id="316" name="Shape 314"/>
          <p:cNvSpPr/>
          <p:nvPr/>
        </p:nvSpPr>
        <p:spPr>
          <a:xfrm>
            <a:off x="2212180" y="2838298"/>
            <a:ext cx="189550" cy="34747"/>
          </a:xfrm>
          <a:prstGeom prst="line">
            <a:avLst/>
          </a:prstGeom>
          <a:noFill/>
          <a:ln w="19050">
            <a:solidFill>
              <a:srgbClr val="4A4A55"/>
            </a:solidFill>
            <a:prstDash val="solid"/>
          </a:ln>
        </p:spPr>
      </p:sp>
      <p:sp>
        <p:nvSpPr>
          <p:cNvPr id="317" name="Shape 315"/>
          <p:cNvSpPr/>
          <p:nvPr/>
        </p:nvSpPr>
        <p:spPr>
          <a:xfrm>
            <a:off x="2401730" y="2873045"/>
            <a:ext cx="78181" cy="69494"/>
          </a:xfrm>
          <a:prstGeom prst="line">
            <a:avLst/>
          </a:prstGeom>
          <a:noFill/>
          <a:ln w="19050">
            <a:solidFill>
              <a:srgbClr val="4A4A55"/>
            </a:solidFill>
            <a:prstDash val="solid"/>
          </a:ln>
        </p:spPr>
      </p:sp>
      <p:sp>
        <p:nvSpPr>
          <p:cNvPr id="318" name="Shape 316"/>
          <p:cNvSpPr/>
          <p:nvPr/>
        </p:nvSpPr>
        <p:spPr>
          <a:xfrm flipV="1">
            <a:off x="2401730" y="2838298"/>
            <a:ext cx="111369" cy="34747"/>
          </a:xfrm>
          <a:prstGeom prst="line">
            <a:avLst/>
          </a:prstGeom>
          <a:noFill/>
          <a:ln w="19050">
            <a:solidFill>
              <a:srgbClr val="4A4A55"/>
            </a:solidFill>
            <a:prstDash val="solid"/>
          </a:ln>
        </p:spPr>
      </p:sp>
      <p:sp>
        <p:nvSpPr>
          <p:cNvPr id="319" name="Shape 317"/>
          <p:cNvSpPr/>
          <p:nvPr/>
        </p:nvSpPr>
        <p:spPr>
          <a:xfrm>
            <a:off x="2479911" y="2942539"/>
            <a:ext cx="189550" cy="34747"/>
          </a:xfrm>
          <a:prstGeom prst="line">
            <a:avLst/>
          </a:prstGeom>
          <a:noFill/>
          <a:ln w="19050">
            <a:solidFill>
              <a:srgbClr val="4A4A55"/>
            </a:solidFill>
            <a:prstDash val="solid"/>
          </a:ln>
        </p:spPr>
      </p:sp>
      <p:sp>
        <p:nvSpPr>
          <p:cNvPr id="320" name="Shape 318"/>
          <p:cNvSpPr/>
          <p:nvPr/>
        </p:nvSpPr>
        <p:spPr>
          <a:xfrm>
            <a:off x="2669462" y="2977286"/>
            <a:ext cx="78181" cy="69494"/>
          </a:xfrm>
          <a:prstGeom prst="line">
            <a:avLst/>
          </a:prstGeom>
          <a:noFill/>
          <a:ln w="19050">
            <a:solidFill>
              <a:srgbClr val="4A4A55"/>
            </a:solidFill>
            <a:prstDash val="solid"/>
          </a:ln>
        </p:spPr>
      </p:sp>
      <p:sp>
        <p:nvSpPr>
          <p:cNvPr id="321" name="Shape 319"/>
          <p:cNvSpPr/>
          <p:nvPr/>
        </p:nvSpPr>
        <p:spPr>
          <a:xfrm flipV="1">
            <a:off x="2669462" y="2942539"/>
            <a:ext cx="111369" cy="34747"/>
          </a:xfrm>
          <a:prstGeom prst="line">
            <a:avLst/>
          </a:prstGeom>
          <a:noFill/>
          <a:ln w="19050">
            <a:solidFill>
              <a:srgbClr val="4A4A55"/>
            </a:solidFill>
            <a:prstDash val="solid"/>
          </a:ln>
        </p:spPr>
      </p:sp>
      <p:sp>
        <p:nvSpPr>
          <p:cNvPr id="322" name="Shape 320"/>
          <p:cNvSpPr/>
          <p:nvPr/>
        </p:nvSpPr>
        <p:spPr>
          <a:xfrm>
            <a:off x="2747643" y="3046781"/>
            <a:ext cx="189550" cy="34747"/>
          </a:xfrm>
          <a:prstGeom prst="line">
            <a:avLst/>
          </a:prstGeom>
          <a:noFill/>
          <a:ln w="19050">
            <a:solidFill>
              <a:srgbClr val="4A4A55"/>
            </a:solidFill>
            <a:prstDash val="solid"/>
          </a:ln>
        </p:spPr>
      </p:sp>
      <p:sp>
        <p:nvSpPr>
          <p:cNvPr id="323" name="Shape 321"/>
          <p:cNvSpPr/>
          <p:nvPr/>
        </p:nvSpPr>
        <p:spPr>
          <a:xfrm flipV="1">
            <a:off x="2937193" y="3046781"/>
            <a:ext cx="111369" cy="34747"/>
          </a:xfrm>
          <a:prstGeom prst="line">
            <a:avLst/>
          </a:prstGeom>
          <a:noFill/>
          <a:ln w="19050">
            <a:solidFill>
              <a:srgbClr val="4A4A55"/>
            </a:solidFill>
            <a:prstDash val="solid"/>
          </a:ln>
        </p:spPr>
      </p:sp>
      <p:sp>
        <p:nvSpPr>
          <p:cNvPr id="324" name="Shape 322"/>
          <p:cNvSpPr/>
          <p:nvPr/>
        </p:nvSpPr>
        <p:spPr>
          <a:xfrm>
            <a:off x="1899455" y="2560320"/>
            <a:ext cx="78181" cy="69494"/>
          </a:xfrm>
          <a:prstGeom prst="line">
            <a:avLst/>
          </a:prstGeom>
          <a:noFill/>
          <a:ln w="19050">
            <a:solidFill>
              <a:srgbClr val="4A4A55"/>
            </a:solidFill>
            <a:prstDash val="solid"/>
          </a:ln>
        </p:spPr>
      </p:sp>
      <p:sp>
        <p:nvSpPr>
          <p:cNvPr id="325" name="Shape 323"/>
          <p:cNvSpPr/>
          <p:nvPr/>
        </p:nvSpPr>
        <p:spPr>
          <a:xfrm>
            <a:off x="1977636" y="2629814"/>
            <a:ext cx="189550" cy="34747"/>
          </a:xfrm>
          <a:prstGeom prst="line">
            <a:avLst/>
          </a:prstGeom>
          <a:noFill/>
          <a:ln w="19050">
            <a:solidFill>
              <a:srgbClr val="4A4A55"/>
            </a:solidFill>
            <a:prstDash val="solid"/>
          </a:ln>
        </p:spPr>
      </p:sp>
      <p:sp>
        <p:nvSpPr>
          <p:cNvPr id="326" name="Shape 324"/>
          <p:cNvSpPr/>
          <p:nvPr/>
        </p:nvSpPr>
        <p:spPr>
          <a:xfrm>
            <a:off x="2167186" y="2664562"/>
            <a:ext cx="78181" cy="69494"/>
          </a:xfrm>
          <a:prstGeom prst="line">
            <a:avLst/>
          </a:prstGeom>
          <a:noFill/>
          <a:ln w="19050">
            <a:solidFill>
              <a:srgbClr val="4A4A55"/>
            </a:solidFill>
            <a:prstDash val="solid"/>
          </a:ln>
        </p:spPr>
      </p:sp>
      <p:sp>
        <p:nvSpPr>
          <p:cNvPr id="327" name="Shape 325"/>
          <p:cNvSpPr/>
          <p:nvPr/>
        </p:nvSpPr>
        <p:spPr>
          <a:xfrm flipV="1">
            <a:off x="2167186" y="2629814"/>
            <a:ext cx="111369" cy="34747"/>
          </a:xfrm>
          <a:prstGeom prst="line">
            <a:avLst/>
          </a:prstGeom>
          <a:noFill/>
          <a:ln w="19050">
            <a:solidFill>
              <a:srgbClr val="4A4A55"/>
            </a:solidFill>
            <a:prstDash val="solid"/>
          </a:ln>
        </p:spPr>
      </p:sp>
      <p:sp>
        <p:nvSpPr>
          <p:cNvPr id="328" name="Shape 326"/>
          <p:cNvSpPr/>
          <p:nvPr/>
        </p:nvSpPr>
        <p:spPr>
          <a:xfrm>
            <a:off x="2245368" y="2734056"/>
            <a:ext cx="189550" cy="34747"/>
          </a:xfrm>
          <a:prstGeom prst="line">
            <a:avLst/>
          </a:prstGeom>
          <a:noFill/>
          <a:ln w="19050">
            <a:solidFill>
              <a:srgbClr val="4A4A55"/>
            </a:solidFill>
            <a:prstDash val="solid"/>
          </a:ln>
        </p:spPr>
      </p:sp>
      <p:sp>
        <p:nvSpPr>
          <p:cNvPr id="329" name="Shape 327"/>
          <p:cNvSpPr/>
          <p:nvPr/>
        </p:nvSpPr>
        <p:spPr>
          <a:xfrm>
            <a:off x="2434918" y="2768803"/>
            <a:ext cx="78181" cy="69494"/>
          </a:xfrm>
          <a:prstGeom prst="line">
            <a:avLst/>
          </a:prstGeom>
          <a:noFill/>
          <a:ln w="19050">
            <a:solidFill>
              <a:srgbClr val="4A4A55"/>
            </a:solidFill>
            <a:prstDash val="solid"/>
          </a:ln>
        </p:spPr>
      </p:sp>
      <p:sp>
        <p:nvSpPr>
          <p:cNvPr id="330" name="Shape 328"/>
          <p:cNvSpPr/>
          <p:nvPr/>
        </p:nvSpPr>
        <p:spPr>
          <a:xfrm flipV="1">
            <a:off x="2434918" y="2734056"/>
            <a:ext cx="111369" cy="34747"/>
          </a:xfrm>
          <a:prstGeom prst="line">
            <a:avLst/>
          </a:prstGeom>
          <a:noFill/>
          <a:ln w="19050">
            <a:solidFill>
              <a:srgbClr val="4A4A55"/>
            </a:solidFill>
            <a:prstDash val="solid"/>
          </a:ln>
        </p:spPr>
      </p:sp>
      <p:sp>
        <p:nvSpPr>
          <p:cNvPr id="331" name="Shape 329"/>
          <p:cNvSpPr/>
          <p:nvPr/>
        </p:nvSpPr>
        <p:spPr>
          <a:xfrm>
            <a:off x="2513099" y="2838298"/>
            <a:ext cx="189550" cy="34747"/>
          </a:xfrm>
          <a:prstGeom prst="line">
            <a:avLst/>
          </a:prstGeom>
          <a:noFill/>
          <a:ln w="19050">
            <a:solidFill>
              <a:srgbClr val="4A4A55"/>
            </a:solidFill>
            <a:prstDash val="solid"/>
          </a:ln>
        </p:spPr>
      </p:sp>
      <p:sp>
        <p:nvSpPr>
          <p:cNvPr id="332" name="Shape 330"/>
          <p:cNvSpPr/>
          <p:nvPr/>
        </p:nvSpPr>
        <p:spPr>
          <a:xfrm>
            <a:off x="2702650" y="2873045"/>
            <a:ext cx="78181" cy="69494"/>
          </a:xfrm>
          <a:prstGeom prst="line">
            <a:avLst/>
          </a:prstGeom>
          <a:noFill/>
          <a:ln w="19050">
            <a:solidFill>
              <a:srgbClr val="4A4A55"/>
            </a:solidFill>
            <a:prstDash val="solid"/>
          </a:ln>
        </p:spPr>
      </p:sp>
      <p:sp>
        <p:nvSpPr>
          <p:cNvPr id="333" name="Shape 331"/>
          <p:cNvSpPr/>
          <p:nvPr/>
        </p:nvSpPr>
        <p:spPr>
          <a:xfrm flipV="1">
            <a:off x="2702650" y="2838298"/>
            <a:ext cx="111369" cy="34747"/>
          </a:xfrm>
          <a:prstGeom prst="line">
            <a:avLst/>
          </a:prstGeom>
          <a:noFill/>
          <a:ln w="19050">
            <a:solidFill>
              <a:srgbClr val="4A4A55"/>
            </a:solidFill>
            <a:prstDash val="solid"/>
          </a:ln>
        </p:spPr>
      </p:sp>
      <p:sp>
        <p:nvSpPr>
          <p:cNvPr id="334" name="Shape 332"/>
          <p:cNvSpPr/>
          <p:nvPr/>
        </p:nvSpPr>
        <p:spPr>
          <a:xfrm>
            <a:off x="2780831" y="2942539"/>
            <a:ext cx="189550" cy="34747"/>
          </a:xfrm>
          <a:prstGeom prst="line">
            <a:avLst/>
          </a:prstGeom>
          <a:noFill/>
          <a:ln w="19050">
            <a:solidFill>
              <a:srgbClr val="4A4A55"/>
            </a:solidFill>
            <a:prstDash val="solid"/>
          </a:ln>
        </p:spPr>
      </p:sp>
      <p:sp>
        <p:nvSpPr>
          <p:cNvPr id="335" name="Shape 333"/>
          <p:cNvSpPr/>
          <p:nvPr/>
        </p:nvSpPr>
        <p:spPr>
          <a:xfrm>
            <a:off x="2970381" y="2977286"/>
            <a:ext cx="78181" cy="69494"/>
          </a:xfrm>
          <a:prstGeom prst="line">
            <a:avLst/>
          </a:prstGeom>
          <a:noFill/>
          <a:ln w="19050">
            <a:solidFill>
              <a:srgbClr val="4A4A55"/>
            </a:solidFill>
            <a:prstDash val="solid"/>
          </a:ln>
        </p:spPr>
      </p:sp>
      <p:sp>
        <p:nvSpPr>
          <p:cNvPr id="336" name="Shape 334"/>
          <p:cNvSpPr/>
          <p:nvPr/>
        </p:nvSpPr>
        <p:spPr>
          <a:xfrm flipV="1">
            <a:off x="2970381" y="2942539"/>
            <a:ext cx="111369" cy="34747"/>
          </a:xfrm>
          <a:prstGeom prst="line">
            <a:avLst/>
          </a:prstGeom>
          <a:noFill/>
          <a:ln w="19050">
            <a:solidFill>
              <a:srgbClr val="4A4A55"/>
            </a:solidFill>
            <a:prstDash val="solid"/>
          </a:ln>
        </p:spPr>
      </p:sp>
      <p:sp>
        <p:nvSpPr>
          <p:cNvPr id="337" name="Shape 335"/>
          <p:cNvSpPr/>
          <p:nvPr/>
        </p:nvSpPr>
        <p:spPr>
          <a:xfrm>
            <a:off x="3048562" y="3046781"/>
            <a:ext cx="189550" cy="34747"/>
          </a:xfrm>
          <a:prstGeom prst="line">
            <a:avLst/>
          </a:prstGeom>
          <a:noFill/>
          <a:ln w="19050">
            <a:solidFill>
              <a:srgbClr val="4A4A55"/>
            </a:solidFill>
            <a:prstDash val="solid"/>
          </a:ln>
        </p:spPr>
      </p:sp>
      <p:sp>
        <p:nvSpPr>
          <p:cNvPr id="338" name="Shape 336"/>
          <p:cNvSpPr/>
          <p:nvPr/>
        </p:nvSpPr>
        <p:spPr>
          <a:xfrm flipV="1">
            <a:off x="3238113" y="3046781"/>
            <a:ext cx="111369" cy="34747"/>
          </a:xfrm>
          <a:prstGeom prst="line">
            <a:avLst/>
          </a:prstGeom>
          <a:noFill/>
          <a:ln w="19050">
            <a:solidFill>
              <a:srgbClr val="4A4A55"/>
            </a:solidFill>
            <a:prstDash val="solid"/>
          </a:ln>
        </p:spPr>
      </p:sp>
      <p:sp>
        <p:nvSpPr>
          <p:cNvPr id="339" name="Shape 337"/>
          <p:cNvSpPr/>
          <p:nvPr/>
        </p:nvSpPr>
        <p:spPr>
          <a:xfrm>
            <a:off x="2200374" y="2560320"/>
            <a:ext cx="78181" cy="69494"/>
          </a:xfrm>
          <a:prstGeom prst="line">
            <a:avLst/>
          </a:prstGeom>
          <a:noFill/>
          <a:ln w="19050">
            <a:solidFill>
              <a:srgbClr val="4A4A55"/>
            </a:solidFill>
            <a:prstDash val="solid"/>
          </a:ln>
        </p:spPr>
      </p:sp>
      <p:sp>
        <p:nvSpPr>
          <p:cNvPr id="340" name="Shape 338"/>
          <p:cNvSpPr/>
          <p:nvPr/>
        </p:nvSpPr>
        <p:spPr>
          <a:xfrm>
            <a:off x="2278556" y="2629814"/>
            <a:ext cx="189550" cy="34747"/>
          </a:xfrm>
          <a:prstGeom prst="line">
            <a:avLst/>
          </a:prstGeom>
          <a:noFill/>
          <a:ln w="19050">
            <a:solidFill>
              <a:srgbClr val="4A4A55"/>
            </a:solidFill>
            <a:prstDash val="solid"/>
          </a:ln>
        </p:spPr>
      </p:sp>
      <p:sp>
        <p:nvSpPr>
          <p:cNvPr id="341" name="Shape 339"/>
          <p:cNvSpPr/>
          <p:nvPr/>
        </p:nvSpPr>
        <p:spPr>
          <a:xfrm>
            <a:off x="2468106" y="2664562"/>
            <a:ext cx="78181" cy="69494"/>
          </a:xfrm>
          <a:prstGeom prst="line">
            <a:avLst/>
          </a:prstGeom>
          <a:noFill/>
          <a:ln w="19050">
            <a:solidFill>
              <a:srgbClr val="4A4A55"/>
            </a:solidFill>
            <a:prstDash val="solid"/>
          </a:ln>
        </p:spPr>
      </p:sp>
      <p:sp>
        <p:nvSpPr>
          <p:cNvPr id="342" name="Shape 340"/>
          <p:cNvSpPr/>
          <p:nvPr/>
        </p:nvSpPr>
        <p:spPr>
          <a:xfrm flipV="1">
            <a:off x="2468106" y="2629814"/>
            <a:ext cx="111369" cy="34747"/>
          </a:xfrm>
          <a:prstGeom prst="line">
            <a:avLst/>
          </a:prstGeom>
          <a:noFill/>
          <a:ln w="19050">
            <a:solidFill>
              <a:srgbClr val="4A4A55"/>
            </a:solidFill>
            <a:prstDash val="solid"/>
          </a:ln>
        </p:spPr>
      </p:sp>
      <p:sp>
        <p:nvSpPr>
          <p:cNvPr id="343" name="Shape 341"/>
          <p:cNvSpPr/>
          <p:nvPr/>
        </p:nvSpPr>
        <p:spPr>
          <a:xfrm>
            <a:off x="2546287" y="2734056"/>
            <a:ext cx="189550" cy="34747"/>
          </a:xfrm>
          <a:prstGeom prst="line">
            <a:avLst/>
          </a:prstGeom>
          <a:noFill/>
          <a:ln w="19050">
            <a:solidFill>
              <a:srgbClr val="4A4A55"/>
            </a:solidFill>
            <a:prstDash val="solid"/>
          </a:ln>
        </p:spPr>
      </p:sp>
      <p:sp>
        <p:nvSpPr>
          <p:cNvPr id="344" name="Shape 342"/>
          <p:cNvSpPr/>
          <p:nvPr/>
        </p:nvSpPr>
        <p:spPr>
          <a:xfrm>
            <a:off x="2735837" y="2768803"/>
            <a:ext cx="78181" cy="69494"/>
          </a:xfrm>
          <a:prstGeom prst="line">
            <a:avLst/>
          </a:prstGeom>
          <a:noFill/>
          <a:ln w="19050">
            <a:solidFill>
              <a:srgbClr val="4A4A55"/>
            </a:solidFill>
            <a:prstDash val="solid"/>
          </a:ln>
        </p:spPr>
      </p:sp>
      <p:sp>
        <p:nvSpPr>
          <p:cNvPr id="345" name="Shape 343"/>
          <p:cNvSpPr/>
          <p:nvPr/>
        </p:nvSpPr>
        <p:spPr>
          <a:xfrm flipV="1">
            <a:off x="2735837" y="2734056"/>
            <a:ext cx="111369" cy="34747"/>
          </a:xfrm>
          <a:prstGeom prst="line">
            <a:avLst/>
          </a:prstGeom>
          <a:noFill/>
          <a:ln w="19050">
            <a:solidFill>
              <a:srgbClr val="4A4A55"/>
            </a:solidFill>
            <a:prstDash val="solid"/>
          </a:ln>
        </p:spPr>
      </p:sp>
      <p:sp>
        <p:nvSpPr>
          <p:cNvPr id="346" name="Shape 344"/>
          <p:cNvSpPr/>
          <p:nvPr/>
        </p:nvSpPr>
        <p:spPr>
          <a:xfrm>
            <a:off x="2814019" y="2838298"/>
            <a:ext cx="189550" cy="34747"/>
          </a:xfrm>
          <a:prstGeom prst="line">
            <a:avLst/>
          </a:prstGeom>
          <a:noFill/>
          <a:ln w="19050">
            <a:solidFill>
              <a:srgbClr val="4A4A55"/>
            </a:solidFill>
            <a:prstDash val="solid"/>
          </a:ln>
        </p:spPr>
      </p:sp>
      <p:sp>
        <p:nvSpPr>
          <p:cNvPr id="347" name="Shape 345"/>
          <p:cNvSpPr/>
          <p:nvPr/>
        </p:nvSpPr>
        <p:spPr>
          <a:xfrm>
            <a:off x="3003569" y="2873045"/>
            <a:ext cx="78181" cy="69494"/>
          </a:xfrm>
          <a:prstGeom prst="line">
            <a:avLst/>
          </a:prstGeom>
          <a:noFill/>
          <a:ln w="19050">
            <a:solidFill>
              <a:srgbClr val="4A4A55"/>
            </a:solidFill>
            <a:prstDash val="solid"/>
          </a:ln>
        </p:spPr>
      </p:sp>
      <p:sp>
        <p:nvSpPr>
          <p:cNvPr id="348" name="Shape 346"/>
          <p:cNvSpPr/>
          <p:nvPr/>
        </p:nvSpPr>
        <p:spPr>
          <a:xfrm flipV="1">
            <a:off x="3003569" y="2838298"/>
            <a:ext cx="111369" cy="34747"/>
          </a:xfrm>
          <a:prstGeom prst="line">
            <a:avLst/>
          </a:prstGeom>
          <a:noFill/>
          <a:ln w="19050">
            <a:solidFill>
              <a:srgbClr val="4A4A55"/>
            </a:solidFill>
            <a:prstDash val="solid"/>
          </a:ln>
        </p:spPr>
      </p:sp>
      <p:sp>
        <p:nvSpPr>
          <p:cNvPr id="349" name="Shape 347"/>
          <p:cNvSpPr/>
          <p:nvPr/>
        </p:nvSpPr>
        <p:spPr>
          <a:xfrm>
            <a:off x="3081750" y="2942539"/>
            <a:ext cx="189550" cy="34747"/>
          </a:xfrm>
          <a:prstGeom prst="line">
            <a:avLst/>
          </a:prstGeom>
          <a:noFill/>
          <a:ln w="19050">
            <a:solidFill>
              <a:srgbClr val="4A4A55"/>
            </a:solidFill>
            <a:prstDash val="solid"/>
          </a:ln>
        </p:spPr>
      </p:sp>
      <p:sp>
        <p:nvSpPr>
          <p:cNvPr id="350" name="Shape 348"/>
          <p:cNvSpPr/>
          <p:nvPr/>
        </p:nvSpPr>
        <p:spPr>
          <a:xfrm>
            <a:off x="3271301" y="2977286"/>
            <a:ext cx="78181" cy="69494"/>
          </a:xfrm>
          <a:prstGeom prst="line">
            <a:avLst/>
          </a:prstGeom>
          <a:noFill/>
          <a:ln w="19050">
            <a:solidFill>
              <a:srgbClr val="4A4A55"/>
            </a:solidFill>
            <a:prstDash val="solid"/>
          </a:ln>
        </p:spPr>
      </p:sp>
      <p:sp>
        <p:nvSpPr>
          <p:cNvPr id="351" name="Shape 349"/>
          <p:cNvSpPr/>
          <p:nvPr/>
        </p:nvSpPr>
        <p:spPr>
          <a:xfrm flipV="1">
            <a:off x="3271301" y="2942539"/>
            <a:ext cx="111369" cy="34747"/>
          </a:xfrm>
          <a:prstGeom prst="line">
            <a:avLst/>
          </a:prstGeom>
          <a:noFill/>
          <a:ln w="19050">
            <a:solidFill>
              <a:srgbClr val="4A4A55"/>
            </a:solidFill>
            <a:prstDash val="solid"/>
          </a:ln>
        </p:spPr>
      </p:sp>
      <p:sp>
        <p:nvSpPr>
          <p:cNvPr id="352" name="Shape 350"/>
          <p:cNvSpPr/>
          <p:nvPr/>
        </p:nvSpPr>
        <p:spPr>
          <a:xfrm>
            <a:off x="3349482" y="3046781"/>
            <a:ext cx="189550" cy="34747"/>
          </a:xfrm>
          <a:prstGeom prst="line">
            <a:avLst/>
          </a:prstGeom>
          <a:noFill/>
          <a:ln w="19050">
            <a:solidFill>
              <a:srgbClr val="4A4A55"/>
            </a:solidFill>
            <a:prstDash val="solid"/>
          </a:ln>
        </p:spPr>
      </p:sp>
      <p:sp>
        <p:nvSpPr>
          <p:cNvPr id="353" name="Shape 351"/>
          <p:cNvSpPr/>
          <p:nvPr/>
        </p:nvSpPr>
        <p:spPr>
          <a:xfrm flipV="1">
            <a:off x="3539032" y="3046781"/>
            <a:ext cx="111369" cy="34747"/>
          </a:xfrm>
          <a:prstGeom prst="line">
            <a:avLst/>
          </a:prstGeom>
          <a:noFill/>
          <a:ln w="19050">
            <a:solidFill>
              <a:srgbClr val="4A4A55"/>
            </a:solidFill>
            <a:prstDash val="solid"/>
          </a:ln>
        </p:spPr>
      </p:sp>
      <p:sp>
        <p:nvSpPr>
          <p:cNvPr id="354" name="Shape 352"/>
          <p:cNvSpPr/>
          <p:nvPr/>
        </p:nvSpPr>
        <p:spPr>
          <a:xfrm>
            <a:off x="2501294" y="2560320"/>
            <a:ext cx="78181" cy="69494"/>
          </a:xfrm>
          <a:prstGeom prst="line">
            <a:avLst/>
          </a:prstGeom>
          <a:noFill/>
          <a:ln w="19050">
            <a:solidFill>
              <a:srgbClr val="4A4A55"/>
            </a:solidFill>
            <a:prstDash val="solid"/>
          </a:ln>
        </p:spPr>
      </p:sp>
      <p:sp>
        <p:nvSpPr>
          <p:cNvPr id="355" name="Shape 353"/>
          <p:cNvSpPr/>
          <p:nvPr/>
        </p:nvSpPr>
        <p:spPr>
          <a:xfrm>
            <a:off x="2579475" y="2629814"/>
            <a:ext cx="189550" cy="34747"/>
          </a:xfrm>
          <a:prstGeom prst="line">
            <a:avLst/>
          </a:prstGeom>
          <a:noFill/>
          <a:ln w="19050">
            <a:solidFill>
              <a:srgbClr val="4A4A55"/>
            </a:solidFill>
            <a:prstDash val="solid"/>
          </a:ln>
        </p:spPr>
      </p:sp>
      <p:sp>
        <p:nvSpPr>
          <p:cNvPr id="356" name="Shape 354"/>
          <p:cNvSpPr/>
          <p:nvPr/>
        </p:nvSpPr>
        <p:spPr>
          <a:xfrm>
            <a:off x="2769025" y="2664562"/>
            <a:ext cx="78181" cy="69494"/>
          </a:xfrm>
          <a:prstGeom prst="line">
            <a:avLst/>
          </a:prstGeom>
          <a:noFill/>
          <a:ln w="19050">
            <a:solidFill>
              <a:srgbClr val="4A4A55"/>
            </a:solidFill>
            <a:prstDash val="solid"/>
          </a:ln>
        </p:spPr>
      </p:sp>
      <p:sp>
        <p:nvSpPr>
          <p:cNvPr id="357" name="Shape 355"/>
          <p:cNvSpPr/>
          <p:nvPr/>
        </p:nvSpPr>
        <p:spPr>
          <a:xfrm flipV="1">
            <a:off x="2769025" y="2629814"/>
            <a:ext cx="111369" cy="34747"/>
          </a:xfrm>
          <a:prstGeom prst="line">
            <a:avLst/>
          </a:prstGeom>
          <a:noFill/>
          <a:ln w="19050">
            <a:solidFill>
              <a:srgbClr val="4A4A55"/>
            </a:solidFill>
            <a:prstDash val="solid"/>
          </a:ln>
        </p:spPr>
      </p:sp>
      <p:sp>
        <p:nvSpPr>
          <p:cNvPr id="358" name="Shape 356"/>
          <p:cNvSpPr/>
          <p:nvPr/>
        </p:nvSpPr>
        <p:spPr>
          <a:xfrm>
            <a:off x="2847207" y="2734056"/>
            <a:ext cx="189550" cy="34747"/>
          </a:xfrm>
          <a:prstGeom prst="line">
            <a:avLst/>
          </a:prstGeom>
          <a:noFill/>
          <a:ln w="19050">
            <a:solidFill>
              <a:srgbClr val="4A4A55"/>
            </a:solidFill>
            <a:prstDash val="solid"/>
          </a:ln>
        </p:spPr>
      </p:sp>
      <p:sp>
        <p:nvSpPr>
          <p:cNvPr id="359" name="Shape 357"/>
          <p:cNvSpPr/>
          <p:nvPr/>
        </p:nvSpPr>
        <p:spPr>
          <a:xfrm>
            <a:off x="3036757" y="2768803"/>
            <a:ext cx="78181" cy="69494"/>
          </a:xfrm>
          <a:prstGeom prst="line">
            <a:avLst/>
          </a:prstGeom>
          <a:noFill/>
          <a:ln w="19050">
            <a:solidFill>
              <a:srgbClr val="4A4A55"/>
            </a:solidFill>
            <a:prstDash val="solid"/>
          </a:ln>
        </p:spPr>
      </p:sp>
      <p:sp>
        <p:nvSpPr>
          <p:cNvPr id="360" name="Shape 358"/>
          <p:cNvSpPr/>
          <p:nvPr/>
        </p:nvSpPr>
        <p:spPr>
          <a:xfrm flipV="1">
            <a:off x="3036757" y="2734056"/>
            <a:ext cx="111369" cy="34747"/>
          </a:xfrm>
          <a:prstGeom prst="line">
            <a:avLst/>
          </a:prstGeom>
          <a:noFill/>
          <a:ln w="19050">
            <a:solidFill>
              <a:srgbClr val="4A4A55"/>
            </a:solidFill>
            <a:prstDash val="solid"/>
          </a:ln>
        </p:spPr>
      </p:sp>
      <p:sp>
        <p:nvSpPr>
          <p:cNvPr id="361" name="Shape 359"/>
          <p:cNvSpPr/>
          <p:nvPr/>
        </p:nvSpPr>
        <p:spPr>
          <a:xfrm>
            <a:off x="3114938" y="2838298"/>
            <a:ext cx="189550" cy="34747"/>
          </a:xfrm>
          <a:prstGeom prst="line">
            <a:avLst/>
          </a:prstGeom>
          <a:noFill/>
          <a:ln w="19050">
            <a:solidFill>
              <a:srgbClr val="4A4A55"/>
            </a:solidFill>
            <a:prstDash val="solid"/>
          </a:ln>
        </p:spPr>
      </p:sp>
      <p:sp>
        <p:nvSpPr>
          <p:cNvPr id="362" name="Shape 360"/>
          <p:cNvSpPr/>
          <p:nvPr/>
        </p:nvSpPr>
        <p:spPr>
          <a:xfrm>
            <a:off x="3304489" y="2873045"/>
            <a:ext cx="78181" cy="69494"/>
          </a:xfrm>
          <a:prstGeom prst="line">
            <a:avLst/>
          </a:prstGeom>
          <a:noFill/>
          <a:ln w="19050">
            <a:solidFill>
              <a:srgbClr val="4A4A55"/>
            </a:solidFill>
            <a:prstDash val="solid"/>
          </a:ln>
        </p:spPr>
      </p:sp>
      <p:sp>
        <p:nvSpPr>
          <p:cNvPr id="363" name="Shape 361"/>
          <p:cNvSpPr/>
          <p:nvPr/>
        </p:nvSpPr>
        <p:spPr>
          <a:xfrm flipV="1">
            <a:off x="3304489" y="2838298"/>
            <a:ext cx="111369" cy="34747"/>
          </a:xfrm>
          <a:prstGeom prst="line">
            <a:avLst/>
          </a:prstGeom>
          <a:noFill/>
          <a:ln w="19050">
            <a:solidFill>
              <a:srgbClr val="4A4A55"/>
            </a:solidFill>
            <a:prstDash val="solid"/>
          </a:ln>
        </p:spPr>
      </p:sp>
      <p:sp>
        <p:nvSpPr>
          <p:cNvPr id="364" name="Shape 362"/>
          <p:cNvSpPr/>
          <p:nvPr/>
        </p:nvSpPr>
        <p:spPr>
          <a:xfrm>
            <a:off x="3382670" y="2942539"/>
            <a:ext cx="189550" cy="34747"/>
          </a:xfrm>
          <a:prstGeom prst="line">
            <a:avLst/>
          </a:prstGeom>
          <a:noFill/>
          <a:ln w="19050">
            <a:solidFill>
              <a:srgbClr val="4A4A55"/>
            </a:solidFill>
            <a:prstDash val="solid"/>
          </a:ln>
        </p:spPr>
      </p:sp>
      <p:sp>
        <p:nvSpPr>
          <p:cNvPr id="365" name="Shape 363"/>
          <p:cNvSpPr/>
          <p:nvPr/>
        </p:nvSpPr>
        <p:spPr>
          <a:xfrm>
            <a:off x="3572220" y="2977286"/>
            <a:ext cx="78181" cy="69494"/>
          </a:xfrm>
          <a:prstGeom prst="line">
            <a:avLst/>
          </a:prstGeom>
          <a:noFill/>
          <a:ln w="19050">
            <a:solidFill>
              <a:srgbClr val="4A4A55"/>
            </a:solidFill>
            <a:prstDash val="solid"/>
          </a:ln>
        </p:spPr>
      </p:sp>
      <p:sp>
        <p:nvSpPr>
          <p:cNvPr id="366" name="Shape 364"/>
          <p:cNvSpPr/>
          <p:nvPr/>
        </p:nvSpPr>
        <p:spPr>
          <a:xfrm flipV="1">
            <a:off x="3572220" y="2942539"/>
            <a:ext cx="111369" cy="34747"/>
          </a:xfrm>
          <a:prstGeom prst="line">
            <a:avLst/>
          </a:prstGeom>
          <a:noFill/>
          <a:ln w="19050">
            <a:solidFill>
              <a:srgbClr val="4A4A55"/>
            </a:solidFill>
            <a:prstDash val="solid"/>
          </a:ln>
        </p:spPr>
      </p:sp>
      <p:sp>
        <p:nvSpPr>
          <p:cNvPr id="367" name="Shape 365"/>
          <p:cNvSpPr/>
          <p:nvPr/>
        </p:nvSpPr>
        <p:spPr>
          <a:xfrm>
            <a:off x="3650401" y="3046781"/>
            <a:ext cx="189550" cy="34747"/>
          </a:xfrm>
          <a:prstGeom prst="line">
            <a:avLst/>
          </a:prstGeom>
          <a:noFill/>
          <a:ln w="19050">
            <a:solidFill>
              <a:srgbClr val="4A4A55"/>
            </a:solidFill>
            <a:prstDash val="solid"/>
          </a:ln>
        </p:spPr>
      </p:sp>
      <p:sp>
        <p:nvSpPr>
          <p:cNvPr id="368" name="Shape 366"/>
          <p:cNvSpPr/>
          <p:nvPr/>
        </p:nvSpPr>
        <p:spPr>
          <a:xfrm flipV="1">
            <a:off x="3839952" y="3046781"/>
            <a:ext cx="111369" cy="34747"/>
          </a:xfrm>
          <a:prstGeom prst="line">
            <a:avLst/>
          </a:prstGeom>
          <a:noFill/>
          <a:ln w="19050">
            <a:solidFill>
              <a:srgbClr val="4A4A55"/>
            </a:solidFill>
            <a:prstDash val="solid"/>
          </a:ln>
        </p:spPr>
      </p:sp>
      <p:sp>
        <p:nvSpPr>
          <p:cNvPr id="369" name="Shape 367"/>
          <p:cNvSpPr/>
          <p:nvPr/>
        </p:nvSpPr>
        <p:spPr>
          <a:xfrm>
            <a:off x="2802213" y="2560320"/>
            <a:ext cx="78181" cy="69494"/>
          </a:xfrm>
          <a:prstGeom prst="line">
            <a:avLst/>
          </a:prstGeom>
          <a:noFill/>
          <a:ln w="19050">
            <a:solidFill>
              <a:srgbClr val="4A4A55"/>
            </a:solidFill>
            <a:prstDash val="solid"/>
          </a:ln>
        </p:spPr>
      </p:sp>
      <p:sp>
        <p:nvSpPr>
          <p:cNvPr id="370" name="Shape 368"/>
          <p:cNvSpPr/>
          <p:nvPr/>
        </p:nvSpPr>
        <p:spPr>
          <a:xfrm>
            <a:off x="2880395" y="2629814"/>
            <a:ext cx="189550" cy="34747"/>
          </a:xfrm>
          <a:prstGeom prst="line">
            <a:avLst/>
          </a:prstGeom>
          <a:noFill/>
          <a:ln w="19050">
            <a:solidFill>
              <a:srgbClr val="4A4A55"/>
            </a:solidFill>
            <a:prstDash val="solid"/>
          </a:ln>
        </p:spPr>
      </p:sp>
      <p:sp>
        <p:nvSpPr>
          <p:cNvPr id="371" name="Shape 369"/>
          <p:cNvSpPr/>
          <p:nvPr/>
        </p:nvSpPr>
        <p:spPr>
          <a:xfrm>
            <a:off x="3069945" y="2664562"/>
            <a:ext cx="78181" cy="69494"/>
          </a:xfrm>
          <a:prstGeom prst="line">
            <a:avLst/>
          </a:prstGeom>
          <a:noFill/>
          <a:ln w="19050">
            <a:solidFill>
              <a:srgbClr val="4A4A55"/>
            </a:solidFill>
            <a:prstDash val="solid"/>
          </a:ln>
        </p:spPr>
      </p:sp>
      <p:sp>
        <p:nvSpPr>
          <p:cNvPr id="372" name="Shape 370"/>
          <p:cNvSpPr/>
          <p:nvPr/>
        </p:nvSpPr>
        <p:spPr>
          <a:xfrm flipV="1">
            <a:off x="3069945" y="2629814"/>
            <a:ext cx="111369" cy="34747"/>
          </a:xfrm>
          <a:prstGeom prst="line">
            <a:avLst/>
          </a:prstGeom>
          <a:noFill/>
          <a:ln w="19050">
            <a:solidFill>
              <a:srgbClr val="4A4A55"/>
            </a:solidFill>
            <a:prstDash val="solid"/>
          </a:ln>
        </p:spPr>
      </p:sp>
      <p:sp>
        <p:nvSpPr>
          <p:cNvPr id="373" name="Shape 371"/>
          <p:cNvSpPr/>
          <p:nvPr/>
        </p:nvSpPr>
        <p:spPr>
          <a:xfrm>
            <a:off x="3148126" y="2734056"/>
            <a:ext cx="189550" cy="34747"/>
          </a:xfrm>
          <a:prstGeom prst="line">
            <a:avLst/>
          </a:prstGeom>
          <a:noFill/>
          <a:ln w="19050">
            <a:solidFill>
              <a:srgbClr val="4A4A55"/>
            </a:solidFill>
            <a:prstDash val="solid"/>
          </a:ln>
        </p:spPr>
      </p:sp>
      <p:sp>
        <p:nvSpPr>
          <p:cNvPr id="374" name="Shape 372"/>
          <p:cNvSpPr/>
          <p:nvPr/>
        </p:nvSpPr>
        <p:spPr>
          <a:xfrm>
            <a:off x="3337677" y="2768803"/>
            <a:ext cx="78181" cy="69494"/>
          </a:xfrm>
          <a:prstGeom prst="line">
            <a:avLst/>
          </a:prstGeom>
          <a:noFill/>
          <a:ln w="19050">
            <a:solidFill>
              <a:srgbClr val="4A4A55"/>
            </a:solidFill>
            <a:prstDash val="solid"/>
          </a:ln>
        </p:spPr>
      </p:sp>
      <p:sp>
        <p:nvSpPr>
          <p:cNvPr id="375" name="Shape 373"/>
          <p:cNvSpPr/>
          <p:nvPr/>
        </p:nvSpPr>
        <p:spPr>
          <a:xfrm flipV="1">
            <a:off x="3337677" y="2734056"/>
            <a:ext cx="111369" cy="34747"/>
          </a:xfrm>
          <a:prstGeom prst="line">
            <a:avLst/>
          </a:prstGeom>
          <a:noFill/>
          <a:ln w="19050">
            <a:solidFill>
              <a:srgbClr val="4A4A55"/>
            </a:solidFill>
            <a:prstDash val="solid"/>
          </a:ln>
        </p:spPr>
      </p:sp>
      <p:sp>
        <p:nvSpPr>
          <p:cNvPr id="376" name="Shape 374"/>
          <p:cNvSpPr/>
          <p:nvPr/>
        </p:nvSpPr>
        <p:spPr>
          <a:xfrm>
            <a:off x="3415858" y="2838298"/>
            <a:ext cx="189550" cy="34747"/>
          </a:xfrm>
          <a:prstGeom prst="line">
            <a:avLst/>
          </a:prstGeom>
          <a:noFill/>
          <a:ln w="19050">
            <a:solidFill>
              <a:srgbClr val="4A4A55"/>
            </a:solidFill>
            <a:prstDash val="solid"/>
          </a:ln>
        </p:spPr>
      </p:sp>
      <p:sp>
        <p:nvSpPr>
          <p:cNvPr id="377" name="Shape 375"/>
          <p:cNvSpPr/>
          <p:nvPr/>
        </p:nvSpPr>
        <p:spPr>
          <a:xfrm>
            <a:off x="3605408" y="2873045"/>
            <a:ext cx="78181" cy="69494"/>
          </a:xfrm>
          <a:prstGeom prst="line">
            <a:avLst/>
          </a:prstGeom>
          <a:noFill/>
          <a:ln w="19050">
            <a:solidFill>
              <a:srgbClr val="4A4A55"/>
            </a:solidFill>
            <a:prstDash val="solid"/>
          </a:ln>
        </p:spPr>
      </p:sp>
      <p:sp>
        <p:nvSpPr>
          <p:cNvPr id="378" name="Shape 376"/>
          <p:cNvSpPr/>
          <p:nvPr/>
        </p:nvSpPr>
        <p:spPr>
          <a:xfrm flipV="1">
            <a:off x="3605408" y="2838298"/>
            <a:ext cx="111369" cy="34747"/>
          </a:xfrm>
          <a:prstGeom prst="line">
            <a:avLst/>
          </a:prstGeom>
          <a:noFill/>
          <a:ln w="19050">
            <a:solidFill>
              <a:srgbClr val="4A4A55"/>
            </a:solidFill>
            <a:prstDash val="solid"/>
          </a:ln>
        </p:spPr>
      </p:sp>
      <p:sp>
        <p:nvSpPr>
          <p:cNvPr id="379" name="Shape 377"/>
          <p:cNvSpPr/>
          <p:nvPr/>
        </p:nvSpPr>
        <p:spPr>
          <a:xfrm>
            <a:off x="3683589" y="2942539"/>
            <a:ext cx="189550" cy="34747"/>
          </a:xfrm>
          <a:prstGeom prst="line">
            <a:avLst/>
          </a:prstGeom>
          <a:noFill/>
          <a:ln w="19050">
            <a:solidFill>
              <a:srgbClr val="4A4A55"/>
            </a:solidFill>
            <a:prstDash val="solid"/>
          </a:ln>
        </p:spPr>
      </p:sp>
      <p:sp>
        <p:nvSpPr>
          <p:cNvPr id="380" name="Shape 378"/>
          <p:cNvSpPr/>
          <p:nvPr/>
        </p:nvSpPr>
        <p:spPr>
          <a:xfrm>
            <a:off x="3873140" y="2977286"/>
            <a:ext cx="78181" cy="69494"/>
          </a:xfrm>
          <a:prstGeom prst="line">
            <a:avLst/>
          </a:prstGeom>
          <a:noFill/>
          <a:ln w="19050">
            <a:solidFill>
              <a:srgbClr val="4A4A55"/>
            </a:solidFill>
            <a:prstDash val="solid"/>
          </a:ln>
        </p:spPr>
      </p:sp>
      <p:sp>
        <p:nvSpPr>
          <p:cNvPr id="381" name="Shape 379"/>
          <p:cNvSpPr/>
          <p:nvPr/>
        </p:nvSpPr>
        <p:spPr>
          <a:xfrm flipV="1">
            <a:off x="3873140" y="2942539"/>
            <a:ext cx="111369" cy="34747"/>
          </a:xfrm>
          <a:prstGeom prst="line">
            <a:avLst/>
          </a:prstGeom>
          <a:noFill/>
          <a:ln w="19050">
            <a:solidFill>
              <a:srgbClr val="4A4A55"/>
            </a:solidFill>
            <a:prstDash val="solid"/>
          </a:ln>
        </p:spPr>
      </p:sp>
      <p:sp>
        <p:nvSpPr>
          <p:cNvPr id="382" name="Shape 380"/>
          <p:cNvSpPr/>
          <p:nvPr/>
        </p:nvSpPr>
        <p:spPr>
          <a:xfrm>
            <a:off x="3951321" y="3046781"/>
            <a:ext cx="189550" cy="34747"/>
          </a:xfrm>
          <a:prstGeom prst="line">
            <a:avLst/>
          </a:prstGeom>
          <a:noFill/>
          <a:ln w="19050">
            <a:solidFill>
              <a:srgbClr val="4A4A55"/>
            </a:solidFill>
            <a:prstDash val="solid"/>
          </a:ln>
        </p:spPr>
      </p:sp>
      <p:sp>
        <p:nvSpPr>
          <p:cNvPr id="383" name="Shape 381"/>
          <p:cNvSpPr/>
          <p:nvPr/>
        </p:nvSpPr>
        <p:spPr>
          <a:xfrm flipV="1">
            <a:off x="4140871" y="3046781"/>
            <a:ext cx="111369" cy="34747"/>
          </a:xfrm>
          <a:prstGeom prst="line">
            <a:avLst/>
          </a:prstGeom>
          <a:noFill/>
          <a:ln w="19050">
            <a:solidFill>
              <a:srgbClr val="4A4A55"/>
            </a:solidFill>
            <a:prstDash val="solid"/>
          </a:ln>
        </p:spPr>
      </p:sp>
      <p:sp>
        <p:nvSpPr>
          <p:cNvPr id="384" name="Shape 382"/>
          <p:cNvSpPr/>
          <p:nvPr/>
        </p:nvSpPr>
        <p:spPr>
          <a:xfrm>
            <a:off x="3103133" y="2560320"/>
            <a:ext cx="78181" cy="69494"/>
          </a:xfrm>
          <a:prstGeom prst="line">
            <a:avLst/>
          </a:prstGeom>
          <a:noFill/>
          <a:ln w="19050">
            <a:solidFill>
              <a:srgbClr val="4A4A55"/>
            </a:solidFill>
            <a:prstDash val="solid"/>
          </a:ln>
        </p:spPr>
      </p:sp>
      <p:sp>
        <p:nvSpPr>
          <p:cNvPr id="385" name="Shape 383"/>
          <p:cNvSpPr/>
          <p:nvPr/>
        </p:nvSpPr>
        <p:spPr>
          <a:xfrm>
            <a:off x="3181314" y="2629814"/>
            <a:ext cx="189550" cy="34747"/>
          </a:xfrm>
          <a:prstGeom prst="line">
            <a:avLst/>
          </a:prstGeom>
          <a:noFill/>
          <a:ln w="19050">
            <a:solidFill>
              <a:srgbClr val="4A4A55"/>
            </a:solidFill>
            <a:prstDash val="solid"/>
          </a:ln>
        </p:spPr>
      </p:sp>
      <p:sp>
        <p:nvSpPr>
          <p:cNvPr id="386" name="Shape 384"/>
          <p:cNvSpPr/>
          <p:nvPr/>
        </p:nvSpPr>
        <p:spPr>
          <a:xfrm>
            <a:off x="3370865" y="2664562"/>
            <a:ext cx="78181" cy="69494"/>
          </a:xfrm>
          <a:prstGeom prst="line">
            <a:avLst/>
          </a:prstGeom>
          <a:noFill/>
          <a:ln w="19050">
            <a:solidFill>
              <a:srgbClr val="4A4A55"/>
            </a:solidFill>
            <a:prstDash val="solid"/>
          </a:ln>
        </p:spPr>
      </p:sp>
      <p:sp>
        <p:nvSpPr>
          <p:cNvPr id="387" name="Shape 385"/>
          <p:cNvSpPr/>
          <p:nvPr/>
        </p:nvSpPr>
        <p:spPr>
          <a:xfrm flipV="1">
            <a:off x="3370865" y="2629814"/>
            <a:ext cx="111369" cy="34747"/>
          </a:xfrm>
          <a:prstGeom prst="line">
            <a:avLst/>
          </a:prstGeom>
          <a:noFill/>
          <a:ln w="19050">
            <a:solidFill>
              <a:srgbClr val="4A4A55"/>
            </a:solidFill>
            <a:prstDash val="solid"/>
          </a:ln>
        </p:spPr>
      </p:sp>
      <p:sp>
        <p:nvSpPr>
          <p:cNvPr id="388" name="Shape 386"/>
          <p:cNvSpPr/>
          <p:nvPr/>
        </p:nvSpPr>
        <p:spPr>
          <a:xfrm>
            <a:off x="3449046" y="2734056"/>
            <a:ext cx="189550" cy="34747"/>
          </a:xfrm>
          <a:prstGeom prst="line">
            <a:avLst/>
          </a:prstGeom>
          <a:noFill/>
          <a:ln w="19050">
            <a:solidFill>
              <a:srgbClr val="4A4A55"/>
            </a:solidFill>
            <a:prstDash val="solid"/>
          </a:ln>
        </p:spPr>
      </p:sp>
      <p:sp>
        <p:nvSpPr>
          <p:cNvPr id="389" name="Shape 387"/>
          <p:cNvSpPr/>
          <p:nvPr/>
        </p:nvSpPr>
        <p:spPr>
          <a:xfrm>
            <a:off x="3638596" y="2768803"/>
            <a:ext cx="78181" cy="69494"/>
          </a:xfrm>
          <a:prstGeom prst="line">
            <a:avLst/>
          </a:prstGeom>
          <a:noFill/>
          <a:ln w="19050">
            <a:solidFill>
              <a:srgbClr val="4A4A55"/>
            </a:solidFill>
            <a:prstDash val="solid"/>
          </a:ln>
        </p:spPr>
      </p:sp>
      <p:sp>
        <p:nvSpPr>
          <p:cNvPr id="390" name="Shape 388"/>
          <p:cNvSpPr/>
          <p:nvPr/>
        </p:nvSpPr>
        <p:spPr>
          <a:xfrm flipV="1">
            <a:off x="3638596" y="2734056"/>
            <a:ext cx="111369" cy="34747"/>
          </a:xfrm>
          <a:prstGeom prst="line">
            <a:avLst/>
          </a:prstGeom>
          <a:noFill/>
          <a:ln w="19050">
            <a:solidFill>
              <a:srgbClr val="4A4A55"/>
            </a:solidFill>
            <a:prstDash val="solid"/>
          </a:ln>
        </p:spPr>
      </p:sp>
      <p:sp>
        <p:nvSpPr>
          <p:cNvPr id="391" name="Shape 389"/>
          <p:cNvSpPr/>
          <p:nvPr/>
        </p:nvSpPr>
        <p:spPr>
          <a:xfrm>
            <a:off x="3716777" y="2838298"/>
            <a:ext cx="189550" cy="34747"/>
          </a:xfrm>
          <a:prstGeom prst="line">
            <a:avLst/>
          </a:prstGeom>
          <a:noFill/>
          <a:ln w="19050">
            <a:solidFill>
              <a:srgbClr val="4A4A55"/>
            </a:solidFill>
            <a:prstDash val="solid"/>
          </a:ln>
        </p:spPr>
      </p:sp>
      <p:sp>
        <p:nvSpPr>
          <p:cNvPr id="392" name="Shape 390"/>
          <p:cNvSpPr/>
          <p:nvPr/>
        </p:nvSpPr>
        <p:spPr>
          <a:xfrm>
            <a:off x="3906328" y="2873045"/>
            <a:ext cx="78181" cy="69494"/>
          </a:xfrm>
          <a:prstGeom prst="line">
            <a:avLst/>
          </a:prstGeom>
          <a:noFill/>
          <a:ln w="19050">
            <a:solidFill>
              <a:srgbClr val="4A4A55"/>
            </a:solidFill>
            <a:prstDash val="solid"/>
          </a:ln>
        </p:spPr>
      </p:sp>
      <p:sp>
        <p:nvSpPr>
          <p:cNvPr id="393" name="Shape 391"/>
          <p:cNvSpPr/>
          <p:nvPr/>
        </p:nvSpPr>
        <p:spPr>
          <a:xfrm flipV="1">
            <a:off x="3906328" y="2838298"/>
            <a:ext cx="111369" cy="34747"/>
          </a:xfrm>
          <a:prstGeom prst="line">
            <a:avLst/>
          </a:prstGeom>
          <a:noFill/>
          <a:ln w="19050">
            <a:solidFill>
              <a:srgbClr val="4A4A55"/>
            </a:solidFill>
            <a:prstDash val="solid"/>
          </a:ln>
        </p:spPr>
      </p:sp>
      <p:sp>
        <p:nvSpPr>
          <p:cNvPr id="394" name="Shape 392"/>
          <p:cNvSpPr/>
          <p:nvPr/>
        </p:nvSpPr>
        <p:spPr>
          <a:xfrm>
            <a:off x="3984509" y="2942539"/>
            <a:ext cx="189550" cy="34747"/>
          </a:xfrm>
          <a:prstGeom prst="line">
            <a:avLst/>
          </a:prstGeom>
          <a:noFill/>
          <a:ln w="19050">
            <a:solidFill>
              <a:srgbClr val="4A4A55"/>
            </a:solidFill>
            <a:prstDash val="solid"/>
          </a:ln>
        </p:spPr>
      </p:sp>
      <p:sp>
        <p:nvSpPr>
          <p:cNvPr id="395" name="Shape 393"/>
          <p:cNvSpPr/>
          <p:nvPr/>
        </p:nvSpPr>
        <p:spPr>
          <a:xfrm>
            <a:off x="4174059" y="2977286"/>
            <a:ext cx="78181" cy="69494"/>
          </a:xfrm>
          <a:prstGeom prst="line">
            <a:avLst/>
          </a:prstGeom>
          <a:noFill/>
          <a:ln w="19050">
            <a:solidFill>
              <a:srgbClr val="4A4A55"/>
            </a:solidFill>
            <a:prstDash val="solid"/>
          </a:ln>
        </p:spPr>
      </p:sp>
      <p:sp>
        <p:nvSpPr>
          <p:cNvPr id="396" name="Shape 394"/>
          <p:cNvSpPr/>
          <p:nvPr/>
        </p:nvSpPr>
        <p:spPr>
          <a:xfrm flipV="1">
            <a:off x="4174059" y="2942539"/>
            <a:ext cx="111369" cy="34747"/>
          </a:xfrm>
          <a:prstGeom prst="line">
            <a:avLst/>
          </a:prstGeom>
          <a:noFill/>
          <a:ln w="19050">
            <a:solidFill>
              <a:srgbClr val="4A4A55"/>
            </a:solidFill>
            <a:prstDash val="solid"/>
          </a:ln>
        </p:spPr>
      </p:sp>
      <p:sp>
        <p:nvSpPr>
          <p:cNvPr id="397" name="Shape 395"/>
          <p:cNvSpPr/>
          <p:nvPr/>
        </p:nvSpPr>
        <p:spPr>
          <a:xfrm>
            <a:off x="4252241" y="3046781"/>
            <a:ext cx="189550" cy="34747"/>
          </a:xfrm>
          <a:prstGeom prst="line">
            <a:avLst/>
          </a:prstGeom>
          <a:noFill/>
          <a:ln w="19050">
            <a:solidFill>
              <a:srgbClr val="4A4A55"/>
            </a:solidFill>
            <a:prstDash val="solid"/>
          </a:ln>
        </p:spPr>
      </p:sp>
      <p:sp>
        <p:nvSpPr>
          <p:cNvPr id="398" name="Shape 396"/>
          <p:cNvSpPr/>
          <p:nvPr/>
        </p:nvSpPr>
        <p:spPr>
          <a:xfrm>
            <a:off x="3404053" y="2560320"/>
            <a:ext cx="78181" cy="69494"/>
          </a:xfrm>
          <a:prstGeom prst="line">
            <a:avLst/>
          </a:prstGeom>
          <a:noFill/>
          <a:ln w="19050">
            <a:solidFill>
              <a:srgbClr val="4A4A55"/>
            </a:solidFill>
            <a:prstDash val="solid"/>
          </a:ln>
        </p:spPr>
      </p:sp>
      <p:sp>
        <p:nvSpPr>
          <p:cNvPr id="399" name="Shape 397"/>
          <p:cNvSpPr/>
          <p:nvPr/>
        </p:nvSpPr>
        <p:spPr>
          <a:xfrm>
            <a:off x="3482234" y="2629814"/>
            <a:ext cx="189550" cy="34747"/>
          </a:xfrm>
          <a:prstGeom prst="line">
            <a:avLst/>
          </a:prstGeom>
          <a:noFill/>
          <a:ln w="19050">
            <a:solidFill>
              <a:srgbClr val="4A4A55"/>
            </a:solidFill>
            <a:prstDash val="solid"/>
          </a:ln>
        </p:spPr>
      </p:sp>
      <p:sp>
        <p:nvSpPr>
          <p:cNvPr id="400" name="Shape 398"/>
          <p:cNvSpPr/>
          <p:nvPr/>
        </p:nvSpPr>
        <p:spPr>
          <a:xfrm>
            <a:off x="3671784" y="2664562"/>
            <a:ext cx="78181" cy="69494"/>
          </a:xfrm>
          <a:prstGeom prst="line">
            <a:avLst/>
          </a:prstGeom>
          <a:noFill/>
          <a:ln w="19050">
            <a:solidFill>
              <a:srgbClr val="4A4A55"/>
            </a:solidFill>
            <a:prstDash val="solid"/>
          </a:ln>
        </p:spPr>
      </p:sp>
      <p:sp>
        <p:nvSpPr>
          <p:cNvPr id="401" name="Shape 399"/>
          <p:cNvSpPr/>
          <p:nvPr/>
        </p:nvSpPr>
        <p:spPr>
          <a:xfrm flipV="1">
            <a:off x="3671784" y="2629814"/>
            <a:ext cx="111369" cy="34747"/>
          </a:xfrm>
          <a:prstGeom prst="line">
            <a:avLst/>
          </a:prstGeom>
          <a:noFill/>
          <a:ln w="19050">
            <a:solidFill>
              <a:srgbClr val="4A4A55"/>
            </a:solidFill>
            <a:prstDash val="solid"/>
          </a:ln>
        </p:spPr>
      </p:sp>
      <p:sp>
        <p:nvSpPr>
          <p:cNvPr id="402" name="Shape 400"/>
          <p:cNvSpPr/>
          <p:nvPr/>
        </p:nvSpPr>
        <p:spPr>
          <a:xfrm>
            <a:off x="3749965" y="2734056"/>
            <a:ext cx="189550" cy="34747"/>
          </a:xfrm>
          <a:prstGeom prst="line">
            <a:avLst/>
          </a:prstGeom>
          <a:noFill/>
          <a:ln w="19050">
            <a:solidFill>
              <a:srgbClr val="4A4A55"/>
            </a:solidFill>
            <a:prstDash val="solid"/>
          </a:ln>
        </p:spPr>
      </p:sp>
      <p:sp>
        <p:nvSpPr>
          <p:cNvPr id="403" name="Shape 401"/>
          <p:cNvSpPr/>
          <p:nvPr/>
        </p:nvSpPr>
        <p:spPr>
          <a:xfrm>
            <a:off x="3939516" y="2768803"/>
            <a:ext cx="78181" cy="69494"/>
          </a:xfrm>
          <a:prstGeom prst="line">
            <a:avLst/>
          </a:prstGeom>
          <a:noFill/>
          <a:ln w="19050">
            <a:solidFill>
              <a:srgbClr val="4A4A55"/>
            </a:solidFill>
            <a:prstDash val="solid"/>
          </a:ln>
        </p:spPr>
      </p:sp>
      <p:sp>
        <p:nvSpPr>
          <p:cNvPr id="404" name="Shape 402"/>
          <p:cNvSpPr/>
          <p:nvPr/>
        </p:nvSpPr>
        <p:spPr>
          <a:xfrm flipV="1">
            <a:off x="3939516" y="2734056"/>
            <a:ext cx="111369" cy="34747"/>
          </a:xfrm>
          <a:prstGeom prst="line">
            <a:avLst/>
          </a:prstGeom>
          <a:noFill/>
          <a:ln w="19050">
            <a:solidFill>
              <a:srgbClr val="4A4A55"/>
            </a:solidFill>
            <a:prstDash val="solid"/>
          </a:ln>
        </p:spPr>
      </p:sp>
      <p:sp>
        <p:nvSpPr>
          <p:cNvPr id="405" name="Shape 403"/>
          <p:cNvSpPr/>
          <p:nvPr/>
        </p:nvSpPr>
        <p:spPr>
          <a:xfrm>
            <a:off x="4017697" y="2838298"/>
            <a:ext cx="189550" cy="34747"/>
          </a:xfrm>
          <a:prstGeom prst="line">
            <a:avLst/>
          </a:prstGeom>
          <a:noFill/>
          <a:ln w="19050">
            <a:solidFill>
              <a:srgbClr val="4A4A55"/>
            </a:solidFill>
            <a:prstDash val="solid"/>
          </a:ln>
        </p:spPr>
      </p:sp>
      <p:sp>
        <p:nvSpPr>
          <p:cNvPr id="406" name="Shape 404"/>
          <p:cNvSpPr/>
          <p:nvPr/>
        </p:nvSpPr>
        <p:spPr>
          <a:xfrm>
            <a:off x="4207247" y="2873045"/>
            <a:ext cx="78181" cy="69494"/>
          </a:xfrm>
          <a:prstGeom prst="line">
            <a:avLst/>
          </a:prstGeom>
          <a:noFill/>
          <a:ln w="19050">
            <a:solidFill>
              <a:srgbClr val="4A4A55"/>
            </a:solidFill>
            <a:prstDash val="solid"/>
          </a:ln>
        </p:spPr>
      </p:sp>
      <p:sp>
        <p:nvSpPr>
          <p:cNvPr id="407" name="Shape 405"/>
          <p:cNvSpPr/>
          <p:nvPr/>
        </p:nvSpPr>
        <p:spPr>
          <a:xfrm>
            <a:off x="3704972" y="2560320"/>
            <a:ext cx="78181" cy="69494"/>
          </a:xfrm>
          <a:prstGeom prst="line">
            <a:avLst/>
          </a:prstGeom>
          <a:noFill/>
          <a:ln w="19050">
            <a:solidFill>
              <a:srgbClr val="4A4A55"/>
            </a:solidFill>
            <a:prstDash val="solid"/>
          </a:ln>
        </p:spPr>
      </p:sp>
      <p:sp>
        <p:nvSpPr>
          <p:cNvPr id="408" name="Shape 406"/>
          <p:cNvSpPr/>
          <p:nvPr/>
        </p:nvSpPr>
        <p:spPr>
          <a:xfrm>
            <a:off x="3783153" y="2629814"/>
            <a:ext cx="189550" cy="34747"/>
          </a:xfrm>
          <a:prstGeom prst="line">
            <a:avLst/>
          </a:prstGeom>
          <a:noFill/>
          <a:ln w="19050">
            <a:solidFill>
              <a:srgbClr val="4A4A55"/>
            </a:solidFill>
            <a:prstDash val="solid"/>
          </a:ln>
        </p:spPr>
      </p:sp>
      <p:sp>
        <p:nvSpPr>
          <p:cNvPr id="409" name="Shape 407"/>
          <p:cNvSpPr/>
          <p:nvPr/>
        </p:nvSpPr>
        <p:spPr>
          <a:xfrm>
            <a:off x="3972704" y="2664562"/>
            <a:ext cx="78181" cy="69494"/>
          </a:xfrm>
          <a:prstGeom prst="line">
            <a:avLst/>
          </a:prstGeom>
          <a:noFill/>
          <a:ln w="19050">
            <a:solidFill>
              <a:srgbClr val="4A4A55"/>
            </a:solidFill>
            <a:prstDash val="solid"/>
          </a:ln>
        </p:spPr>
      </p:sp>
      <p:sp>
        <p:nvSpPr>
          <p:cNvPr id="410" name="Shape 408"/>
          <p:cNvSpPr/>
          <p:nvPr/>
        </p:nvSpPr>
        <p:spPr>
          <a:xfrm>
            <a:off x="1433779" y="2945282"/>
            <a:ext cx="64008" cy="64008"/>
          </a:xfrm>
          <a:prstGeom prst="ellipse">
            <a:avLst/>
          </a:prstGeom>
          <a:solidFill>
            <a:srgbClr val="4A4A55"/>
          </a:solidFill>
          <a:ln w="6350">
            <a:solidFill>
              <a:srgbClr val="22222A"/>
            </a:solidFill>
            <a:prstDash val="solid"/>
          </a:ln>
        </p:spPr>
      </p:sp>
      <p:sp>
        <p:nvSpPr>
          <p:cNvPr id="411" name="Shape 409"/>
          <p:cNvSpPr/>
          <p:nvPr/>
        </p:nvSpPr>
        <p:spPr>
          <a:xfrm>
            <a:off x="1511960" y="3014777"/>
            <a:ext cx="64008" cy="64008"/>
          </a:xfrm>
          <a:prstGeom prst="ellipse">
            <a:avLst/>
          </a:prstGeom>
          <a:solidFill>
            <a:srgbClr val="4A4A55"/>
          </a:solidFill>
          <a:ln w="6350">
            <a:solidFill>
              <a:srgbClr val="22222A"/>
            </a:solidFill>
            <a:prstDash val="solid"/>
          </a:ln>
        </p:spPr>
      </p:sp>
      <p:sp>
        <p:nvSpPr>
          <p:cNvPr id="412" name="Shape 410"/>
          <p:cNvSpPr/>
          <p:nvPr/>
        </p:nvSpPr>
        <p:spPr>
          <a:xfrm>
            <a:off x="1701511" y="3049524"/>
            <a:ext cx="64008" cy="64008"/>
          </a:xfrm>
          <a:prstGeom prst="ellipse">
            <a:avLst/>
          </a:prstGeom>
          <a:solidFill>
            <a:srgbClr val="4A4A55"/>
          </a:solidFill>
          <a:ln w="6350">
            <a:solidFill>
              <a:srgbClr val="22222A"/>
            </a:solidFill>
            <a:prstDash val="solid"/>
          </a:ln>
        </p:spPr>
      </p:sp>
      <p:sp>
        <p:nvSpPr>
          <p:cNvPr id="413" name="Shape 411"/>
          <p:cNvSpPr/>
          <p:nvPr/>
        </p:nvSpPr>
        <p:spPr>
          <a:xfrm>
            <a:off x="1199236" y="2736799"/>
            <a:ext cx="64008" cy="64008"/>
          </a:xfrm>
          <a:prstGeom prst="ellipse">
            <a:avLst/>
          </a:prstGeom>
          <a:solidFill>
            <a:srgbClr val="4A4A55"/>
          </a:solidFill>
          <a:ln w="6350">
            <a:solidFill>
              <a:srgbClr val="22222A"/>
            </a:solidFill>
            <a:prstDash val="solid"/>
          </a:ln>
        </p:spPr>
      </p:sp>
      <p:sp>
        <p:nvSpPr>
          <p:cNvPr id="414" name="Shape 412"/>
          <p:cNvSpPr/>
          <p:nvPr/>
        </p:nvSpPr>
        <p:spPr>
          <a:xfrm>
            <a:off x="1277417" y="2806294"/>
            <a:ext cx="64008" cy="64008"/>
          </a:xfrm>
          <a:prstGeom prst="ellipse">
            <a:avLst/>
          </a:prstGeom>
          <a:solidFill>
            <a:srgbClr val="4A4A55"/>
          </a:solidFill>
          <a:ln w="6350">
            <a:solidFill>
              <a:srgbClr val="22222A"/>
            </a:solidFill>
            <a:prstDash val="solid"/>
          </a:ln>
        </p:spPr>
      </p:sp>
      <p:sp>
        <p:nvSpPr>
          <p:cNvPr id="415" name="Shape 413"/>
          <p:cNvSpPr/>
          <p:nvPr/>
        </p:nvSpPr>
        <p:spPr>
          <a:xfrm>
            <a:off x="1466967" y="2841041"/>
            <a:ext cx="64008" cy="64008"/>
          </a:xfrm>
          <a:prstGeom prst="ellipse">
            <a:avLst/>
          </a:prstGeom>
          <a:solidFill>
            <a:srgbClr val="4A4A55"/>
          </a:solidFill>
          <a:ln w="6350">
            <a:solidFill>
              <a:srgbClr val="22222A"/>
            </a:solidFill>
            <a:prstDash val="solid"/>
          </a:ln>
        </p:spPr>
      </p:sp>
      <p:sp>
        <p:nvSpPr>
          <p:cNvPr id="416" name="Shape 414"/>
          <p:cNvSpPr/>
          <p:nvPr/>
        </p:nvSpPr>
        <p:spPr>
          <a:xfrm>
            <a:off x="1545148" y="2910535"/>
            <a:ext cx="64008" cy="64008"/>
          </a:xfrm>
          <a:prstGeom prst="ellipse">
            <a:avLst/>
          </a:prstGeom>
          <a:solidFill>
            <a:srgbClr val="4A4A55"/>
          </a:solidFill>
          <a:ln w="6350">
            <a:solidFill>
              <a:srgbClr val="22222A"/>
            </a:solidFill>
            <a:prstDash val="solid"/>
          </a:ln>
        </p:spPr>
      </p:sp>
      <p:sp>
        <p:nvSpPr>
          <p:cNvPr id="417" name="Shape 415"/>
          <p:cNvSpPr/>
          <p:nvPr/>
        </p:nvSpPr>
        <p:spPr>
          <a:xfrm>
            <a:off x="1734699" y="2945282"/>
            <a:ext cx="64008" cy="64008"/>
          </a:xfrm>
          <a:prstGeom prst="ellipse">
            <a:avLst/>
          </a:prstGeom>
          <a:solidFill>
            <a:srgbClr val="4A4A55"/>
          </a:solidFill>
          <a:ln w="6350">
            <a:solidFill>
              <a:srgbClr val="22222A"/>
            </a:solidFill>
            <a:prstDash val="solid"/>
          </a:ln>
        </p:spPr>
      </p:sp>
      <p:sp>
        <p:nvSpPr>
          <p:cNvPr id="418" name="Shape 416"/>
          <p:cNvSpPr/>
          <p:nvPr/>
        </p:nvSpPr>
        <p:spPr>
          <a:xfrm>
            <a:off x="1812880" y="3014777"/>
            <a:ext cx="64008" cy="64008"/>
          </a:xfrm>
          <a:prstGeom prst="ellipse">
            <a:avLst/>
          </a:prstGeom>
          <a:solidFill>
            <a:srgbClr val="4A4A55"/>
          </a:solidFill>
          <a:ln w="6350">
            <a:solidFill>
              <a:srgbClr val="22222A"/>
            </a:solidFill>
            <a:prstDash val="solid"/>
          </a:ln>
        </p:spPr>
      </p:sp>
      <p:sp>
        <p:nvSpPr>
          <p:cNvPr id="419" name="Shape 417"/>
          <p:cNvSpPr/>
          <p:nvPr/>
        </p:nvSpPr>
        <p:spPr>
          <a:xfrm>
            <a:off x="2002430" y="3049524"/>
            <a:ext cx="64008" cy="64008"/>
          </a:xfrm>
          <a:prstGeom prst="ellipse">
            <a:avLst/>
          </a:prstGeom>
          <a:solidFill>
            <a:srgbClr val="4A4A55"/>
          </a:solidFill>
          <a:ln w="6350">
            <a:solidFill>
              <a:srgbClr val="22222A"/>
            </a:solidFill>
            <a:prstDash val="solid"/>
          </a:ln>
        </p:spPr>
      </p:sp>
      <p:sp>
        <p:nvSpPr>
          <p:cNvPr id="420" name="Shape 418"/>
          <p:cNvSpPr/>
          <p:nvPr/>
        </p:nvSpPr>
        <p:spPr>
          <a:xfrm>
            <a:off x="964692" y="2528316"/>
            <a:ext cx="64008" cy="64008"/>
          </a:xfrm>
          <a:prstGeom prst="ellipse">
            <a:avLst/>
          </a:prstGeom>
          <a:solidFill>
            <a:srgbClr val="4A4A55"/>
          </a:solidFill>
          <a:ln w="6350">
            <a:solidFill>
              <a:srgbClr val="22222A"/>
            </a:solidFill>
            <a:prstDash val="solid"/>
          </a:ln>
        </p:spPr>
      </p:sp>
      <p:sp>
        <p:nvSpPr>
          <p:cNvPr id="421" name="Shape 419"/>
          <p:cNvSpPr/>
          <p:nvPr/>
        </p:nvSpPr>
        <p:spPr>
          <a:xfrm>
            <a:off x="1042873" y="2597810"/>
            <a:ext cx="64008" cy="64008"/>
          </a:xfrm>
          <a:prstGeom prst="ellipse">
            <a:avLst/>
          </a:prstGeom>
          <a:solidFill>
            <a:srgbClr val="4A4A55"/>
          </a:solidFill>
          <a:ln w="6350">
            <a:solidFill>
              <a:srgbClr val="22222A"/>
            </a:solidFill>
            <a:prstDash val="solid"/>
          </a:ln>
        </p:spPr>
      </p:sp>
      <p:sp>
        <p:nvSpPr>
          <p:cNvPr id="422" name="Shape 420"/>
          <p:cNvSpPr/>
          <p:nvPr/>
        </p:nvSpPr>
        <p:spPr>
          <a:xfrm>
            <a:off x="1232424" y="2632558"/>
            <a:ext cx="64008" cy="64008"/>
          </a:xfrm>
          <a:prstGeom prst="ellipse">
            <a:avLst/>
          </a:prstGeom>
          <a:solidFill>
            <a:srgbClr val="4A4A55"/>
          </a:solidFill>
          <a:ln w="6350">
            <a:solidFill>
              <a:srgbClr val="22222A"/>
            </a:solidFill>
            <a:prstDash val="solid"/>
          </a:ln>
        </p:spPr>
      </p:sp>
      <p:sp>
        <p:nvSpPr>
          <p:cNvPr id="423" name="Shape 421"/>
          <p:cNvSpPr/>
          <p:nvPr/>
        </p:nvSpPr>
        <p:spPr>
          <a:xfrm>
            <a:off x="1310605" y="2702052"/>
            <a:ext cx="64008" cy="64008"/>
          </a:xfrm>
          <a:prstGeom prst="ellipse">
            <a:avLst/>
          </a:prstGeom>
          <a:solidFill>
            <a:srgbClr val="4A4A55"/>
          </a:solidFill>
          <a:ln w="6350">
            <a:solidFill>
              <a:srgbClr val="22222A"/>
            </a:solidFill>
            <a:prstDash val="solid"/>
          </a:ln>
        </p:spPr>
      </p:sp>
      <p:sp>
        <p:nvSpPr>
          <p:cNvPr id="424" name="Shape 422"/>
          <p:cNvSpPr/>
          <p:nvPr/>
        </p:nvSpPr>
        <p:spPr>
          <a:xfrm>
            <a:off x="1500155" y="2736799"/>
            <a:ext cx="64008" cy="64008"/>
          </a:xfrm>
          <a:prstGeom prst="ellipse">
            <a:avLst/>
          </a:prstGeom>
          <a:solidFill>
            <a:srgbClr val="4A4A55"/>
          </a:solidFill>
          <a:ln w="6350">
            <a:solidFill>
              <a:srgbClr val="22222A"/>
            </a:solidFill>
            <a:prstDash val="solid"/>
          </a:ln>
        </p:spPr>
      </p:sp>
      <p:sp>
        <p:nvSpPr>
          <p:cNvPr id="425" name="Shape 423"/>
          <p:cNvSpPr/>
          <p:nvPr/>
        </p:nvSpPr>
        <p:spPr>
          <a:xfrm>
            <a:off x="1578336" y="2806294"/>
            <a:ext cx="64008" cy="64008"/>
          </a:xfrm>
          <a:prstGeom prst="ellipse">
            <a:avLst/>
          </a:prstGeom>
          <a:solidFill>
            <a:srgbClr val="4A4A55"/>
          </a:solidFill>
          <a:ln w="6350">
            <a:solidFill>
              <a:srgbClr val="22222A"/>
            </a:solidFill>
            <a:prstDash val="solid"/>
          </a:ln>
        </p:spPr>
      </p:sp>
      <p:sp>
        <p:nvSpPr>
          <p:cNvPr id="426" name="Shape 424"/>
          <p:cNvSpPr/>
          <p:nvPr/>
        </p:nvSpPr>
        <p:spPr>
          <a:xfrm>
            <a:off x="1767887" y="2841041"/>
            <a:ext cx="64008" cy="64008"/>
          </a:xfrm>
          <a:prstGeom prst="ellipse">
            <a:avLst/>
          </a:prstGeom>
          <a:solidFill>
            <a:srgbClr val="4A4A55"/>
          </a:solidFill>
          <a:ln w="6350">
            <a:solidFill>
              <a:srgbClr val="22222A"/>
            </a:solidFill>
            <a:prstDash val="solid"/>
          </a:ln>
        </p:spPr>
      </p:sp>
      <p:sp>
        <p:nvSpPr>
          <p:cNvPr id="427" name="Shape 425"/>
          <p:cNvSpPr/>
          <p:nvPr/>
        </p:nvSpPr>
        <p:spPr>
          <a:xfrm>
            <a:off x="1846068" y="2910535"/>
            <a:ext cx="64008" cy="64008"/>
          </a:xfrm>
          <a:prstGeom prst="ellipse">
            <a:avLst/>
          </a:prstGeom>
          <a:solidFill>
            <a:srgbClr val="4A4A55"/>
          </a:solidFill>
          <a:ln w="6350">
            <a:solidFill>
              <a:srgbClr val="22222A"/>
            </a:solidFill>
            <a:prstDash val="solid"/>
          </a:ln>
        </p:spPr>
      </p:sp>
      <p:sp>
        <p:nvSpPr>
          <p:cNvPr id="428" name="Shape 426"/>
          <p:cNvSpPr/>
          <p:nvPr/>
        </p:nvSpPr>
        <p:spPr>
          <a:xfrm>
            <a:off x="2035618" y="2945282"/>
            <a:ext cx="64008" cy="64008"/>
          </a:xfrm>
          <a:prstGeom prst="ellipse">
            <a:avLst/>
          </a:prstGeom>
          <a:solidFill>
            <a:srgbClr val="4A4A55"/>
          </a:solidFill>
          <a:ln w="6350">
            <a:solidFill>
              <a:srgbClr val="22222A"/>
            </a:solidFill>
            <a:prstDash val="solid"/>
          </a:ln>
        </p:spPr>
      </p:sp>
      <p:sp>
        <p:nvSpPr>
          <p:cNvPr id="429" name="Shape 427"/>
          <p:cNvSpPr/>
          <p:nvPr/>
        </p:nvSpPr>
        <p:spPr>
          <a:xfrm>
            <a:off x="2113800" y="3014777"/>
            <a:ext cx="64008" cy="64008"/>
          </a:xfrm>
          <a:prstGeom prst="ellipse">
            <a:avLst/>
          </a:prstGeom>
          <a:solidFill>
            <a:srgbClr val="4A4A55"/>
          </a:solidFill>
          <a:ln w="6350">
            <a:solidFill>
              <a:srgbClr val="22222A"/>
            </a:solidFill>
            <a:prstDash val="solid"/>
          </a:ln>
        </p:spPr>
      </p:sp>
      <p:sp>
        <p:nvSpPr>
          <p:cNvPr id="430" name="Shape 428"/>
          <p:cNvSpPr/>
          <p:nvPr/>
        </p:nvSpPr>
        <p:spPr>
          <a:xfrm>
            <a:off x="2303350" y="3049524"/>
            <a:ext cx="64008" cy="64008"/>
          </a:xfrm>
          <a:prstGeom prst="ellipse">
            <a:avLst/>
          </a:prstGeom>
          <a:solidFill>
            <a:srgbClr val="4A4A55"/>
          </a:solidFill>
          <a:ln w="6350">
            <a:solidFill>
              <a:srgbClr val="22222A"/>
            </a:solidFill>
            <a:prstDash val="solid"/>
          </a:ln>
        </p:spPr>
      </p:sp>
      <p:sp>
        <p:nvSpPr>
          <p:cNvPr id="431" name="Shape 429"/>
          <p:cNvSpPr/>
          <p:nvPr/>
        </p:nvSpPr>
        <p:spPr>
          <a:xfrm>
            <a:off x="1265612" y="2528316"/>
            <a:ext cx="64008" cy="64008"/>
          </a:xfrm>
          <a:prstGeom prst="ellipse">
            <a:avLst/>
          </a:prstGeom>
          <a:solidFill>
            <a:srgbClr val="4A4A55"/>
          </a:solidFill>
          <a:ln w="6350">
            <a:solidFill>
              <a:srgbClr val="22222A"/>
            </a:solidFill>
            <a:prstDash val="solid"/>
          </a:ln>
        </p:spPr>
      </p:sp>
      <p:sp>
        <p:nvSpPr>
          <p:cNvPr id="432" name="Shape 430"/>
          <p:cNvSpPr/>
          <p:nvPr/>
        </p:nvSpPr>
        <p:spPr>
          <a:xfrm>
            <a:off x="1343793" y="2597810"/>
            <a:ext cx="64008" cy="64008"/>
          </a:xfrm>
          <a:prstGeom prst="ellipse">
            <a:avLst/>
          </a:prstGeom>
          <a:solidFill>
            <a:srgbClr val="4A4A55"/>
          </a:solidFill>
          <a:ln w="6350">
            <a:solidFill>
              <a:srgbClr val="22222A"/>
            </a:solidFill>
            <a:prstDash val="solid"/>
          </a:ln>
        </p:spPr>
      </p:sp>
      <p:sp>
        <p:nvSpPr>
          <p:cNvPr id="433" name="Shape 431"/>
          <p:cNvSpPr/>
          <p:nvPr/>
        </p:nvSpPr>
        <p:spPr>
          <a:xfrm>
            <a:off x="1533343" y="2632558"/>
            <a:ext cx="64008" cy="64008"/>
          </a:xfrm>
          <a:prstGeom prst="ellipse">
            <a:avLst/>
          </a:prstGeom>
          <a:solidFill>
            <a:srgbClr val="4A4A55"/>
          </a:solidFill>
          <a:ln w="6350">
            <a:solidFill>
              <a:srgbClr val="22222A"/>
            </a:solidFill>
            <a:prstDash val="solid"/>
          </a:ln>
        </p:spPr>
      </p:sp>
      <p:sp>
        <p:nvSpPr>
          <p:cNvPr id="434" name="Shape 432"/>
          <p:cNvSpPr/>
          <p:nvPr/>
        </p:nvSpPr>
        <p:spPr>
          <a:xfrm>
            <a:off x="1611524" y="2702052"/>
            <a:ext cx="64008" cy="64008"/>
          </a:xfrm>
          <a:prstGeom prst="ellipse">
            <a:avLst/>
          </a:prstGeom>
          <a:solidFill>
            <a:srgbClr val="4A4A55"/>
          </a:solidFill>
          <a:ln w="6350">
            <a:solidFill>
              <a:srgbClr val="22222A"/>
            </a:solidFill>
            <a:prstDash val="solid"/>
          </a:ln>
        </p:spPr>
      </p:sp>
      <p:sp>
        <p:nvSpPr>
          <p:cNvPr id="435" name="Shape 433"/>
          <p:cNvSpPr/>
          <p:nvPr/>
        </p:nvSpPr>
        <p:spPr>
          <a:xfrm>
            <a:off x="1801075" y="2736799"/>
            <a:ext cx="64008" cy="64008"/>
          </a:xfrm>
          <a:prstGeom prst="ellipse">
            <a:avLst/>
          </a:prstGeom>
          <a:solidFill>
            <a:srgbClr val="4A4A55"/>
          </a:solidFill>
          <a:ln w="6350">
            <a:solidFill>
              <a:srgbClr val="22222A"/>
            </a:solidFill>
            <a:prstDash val="solid"/>
          </a:ln>
        </p:spPr>
      </p:sp>
      <p:sp>
        <p:nvSpPr>
          <p:cNvPr id="436" name="Shape 434"/>
          <p:cNvSpPr/>
          <p:nvPr/>
        </p:nvSpPr>
        <p:spPr>
          <a:xfrm>
            <a:off x="1879256" y="2806294"/>
            <a:ext cx="64008" cy="64008"/>
          </a:xfrm>
          <a:prstGeom prst="ellipse">
            <a:avLst/>
          </a:prstGeom>
          <a:solidFill>
            <a:srgbClr val="4A4A55"/>
          </a:solidFill>
          <a:ln w="6350">
            <a:solidFill>
              <a:srgbClr val="22222A"/>
            </a:solidFill>
            <a:prstDash val="solid"/>
          </a:ln>
        </p:spPr>
      </p:sp>
      <p:sp>
        <p:nvSpPr>
          <p:cNvPr id="437" name="Shape 435"/>
          <p:cNvSpPr/>
          <p:nvPr/>
        </p:nvSpPr>
        <p:spPr>
          <a:xfrm>
            <a:off x="2068806" y="2841041"/>
            <a:ext cx="64008" cy="64008"/>
          </a:xfrm>
          <a:prstGeom prst="ellipse">
            <a:avLst/>
          </a:prstGeom>
          <a:solidFill>
            <a:srgbClr val="4A4A55"/>
          </a:solidFill>
          <a:ln w="6350">
            <a:solidFill>
              <a:srgbClr val="22222A"/>
            </a:solidFill>
            <a:prstDash val="solid"/>
          </a:ln>
        </p:spPr>
      </p:sp>
      <p:sp>
        <p:nvSpPr>
          <p:cNvPr id="438" name="Shape 436"/>
          <p:cNvSpPr/>
          <p:nvPr/>
        </p:nvSpPr>
        <p:spPr>
          <a:xfrm>
            <a:off x="2146988" y="2910535"/>
            <a:ext cx="64008" cy="64008"/>
          </a:xfrm>
          <a:prstGeom prst="ellipse">
            <a:avLst/>
          </a:prstGeom>
          <a:solidFill>
            <a:srgbClr val="4A4A55"/>
          </a:solidFill>
          <a:ln w="6350">
            <a:solidFill>
              <a:srgbClr val="22222A"/>
            </a:solidFill>
            <a:prstDash val="solid"/>
          </a:ln>
        </p:spPr>
      </p:sp>
      <p:sp>
        <p:nvSpPr>
          <p:cNvPr id="439" name="Shape 437"/>
          <p:cNvSpPr/>
          <p:nvPr/>
        </p:nvSpPr>
        <p:spPr>
          <a:xfrm>
            <a:off x="2336538" y="2945282"/>
            <a:ext cx="64008" cy="64008"/>
          </a:xfrm>
          <a:prstGeom prst="ellipse">
            <a:avLst/>
          </a:prstGeom>
          <a:solidFill>
            <a:srgbClr val="4A4A55"/>
          </a:solidFill>
          <a:ln w="6350">
            <a:solidFill>
              <a:srgbClr val="22222A"/>
            </a:solidFill>
            <a:prstDash val="solid"/>
          </a:ln>
        </p:spPr>
      </p:sp>
      <p:sp>
        <p:nvSpPr>
          <p:cNvPr id="440" name="Shape 438"/>
          <p:cNvSpPr/>
          <p:nvPr/>
        </p:nvSpPr>
        <p:spPr>
          <a:xfrm>
            <a:off x="2414719" y="3014777"/>
            <a:ext cx="64008" cy="64008"/>
          </a:xfrm>
          <a:prstGeom prst="ellipse">
            <a:avLst/>
          </a:prstGeom>
          <a:solidFill>
            <a:srgbClr val="4A4A55"/>
          </a:solidFill>
          <a:ln w="6350">
            <a:solidFill>
              <a:srgbClr val="22222A"/>
            </a:solidFill>
            <a:prstDash val="solid"/>
          </a:ln>
        </p:spPr>
      </p:sp>
      <p:sp>
        <p:nvSpPr>
          <p:cNvPr id="441" name="Shape 439"/>
          <p:cNvSpPr/>
          <p:nvPr/>
        </p:nvSpPr>
        <p:spPr>
          <a:xfrm>
            <a:off x="2604270" y="3049524"/>
            <a:ext cx="64008" cy="64008"/>
          </a:xfrm>
          <a:prstGeom prst="ellipse">
            <a:avLst/>
          </a:prstGeom>
          <a:solidFill>
            <a:srgbClr val="4A4A55"/>
          </a:solidFill>
          <a:ln w="6350">
            <a:solidFill>
              <a:srgbClr val="22222A"/>
            </a:solidFill>
            <a:prstDash val="solid"/>
          </a:ln>
        </p:spPr>
      </p:sp>
      <p:sp>
        <p:nvSpPr>
          <p:cNvPr id="442" name="Shape 440"/>
          <p:cNvSpPr/>
          <p:nvPr/>
        </p:nvSpPr>
        <p:spPr>
          <a:xfrm>
            <a:off x="1566531" y="2528316"/>
            <a:ext cx="64008" cy="64008"/>
          </a:xfrm>
          <a:prstGeom prst="ellipse">
            <a:avLst/>
          </a:prstGeom>
          <a:solidFill>
            <a:srgbClr val="4A4A55"/>
          </a:solidFill>
          <a:ln w="6350">
            <a:solidFill>
              <a:srgbClr val="22222A"/>
            </a:solidFill>
            <a:prstDash val="solid"/>
          </a:ln>
        </p:spPr>
      </p:sp>
      <p:sp>
        <p:nvSpPr>
          <p:cNvPr id="443" name="Shape 441"/>
          <p:cNvSpPr/>
          <p:nvPr/>
        </p:nvSpPr>
        <p:spPr>
          <a:xfrm>
            <a:off x="1644712" y="2597810"/>
            <a:ext cx="64008" cy="64008"/>
          </a:xfrm>
          <a:prstGeom prst="ellipse">
            <a:avLst/>
          </a:prstGeom>
          <a:solidFill>
            <a:srgbClr val="4A4A55"/>
          </a:solidFill>
          <a:ln w="6350">
            <a:solidFill>
              <a:srgbClr val="22222A"/>
            </a:solidFill>
            <a:prstDash val="solid"/>
          </a:ln>
        </p:spPr>
      </p:sp>
      <p:sp>
        <p:nvSpPr>
          <p:cNvPr id="444" name="Shape 442"/>
          <p:cNvSpPr/>
          <p:nvPr/>
        </p:nvSpPr>
        <p:spPr>
          <a:xfrm>
            <a:off x="1834263" y="2632558"/>
            <a:ext cx="64008" cy="64008"/>
          </a:xfrm>
          <a:prstGeom prst="ellipse">
            <a:avLst/>
          </a:prstGeom>
          <a:solidFill>
            <a:srgbClr val="4A4A55"/>
          </a:solidFill>
          <a:ln w="6350">
            <a:solidFill>
              <a:srgbClr val="22222A"/>
            </a:solidFill>
            <a:prstDash val="solid"/>
          </a:ln>
        </p:spPr>
      </p:sp>
      <p:sp>
        <p:nvSpPr>
          <p:cNvPr id="445" name="Shape 443"/>
          <p:cNvSpPr/>
          <p:nvPr/>
        </p:nvSpPr>
        <p:spPr>
          <a:xfrm>
            <a:off x="1912444" y="2702052"/>
            <a:ext cx="64008" cy="64008"/>
          </a:xfrm>
          <a:prstGeom prst="ellipse">
            <a:avLst/>
          </a:prstGeom>
          <a:solidFill>
            <a:srgbClr val="4A4A55"/>
          </a:solidFill>
          <a:ln w="6350">
            <a:solidFill>
              <a:srgbClr val="22222A"/>
            </a:solidFill>
            <a:prstDash val="solid"/>
          </a:ln>
        </p:spPr>
      </p:sp>
      <p:sp>
        <p:nvSpPr>
          <p:cNvPr id="446" name="Shape 444"/>
          <p:cNvSpPr/>
          <p:nvPr/>
        </p:nvSpPr>
        <p:spPr>
          <a:xfrm>
            <a:off x="2101994" y="2736799"/>
            <a:ext cx="64008" cy="64008"/>
          </a:xfrm>
          <a:prstGeom prst="ellipse">
            <a:avLst/>
          </a:prstGeom>
          <a:solidFill>
            <a:srgbClr val="4A4A55"/>
          </a:solidFill>
          <a:ln w="6350">
            <a:solidFill>
              <a:srgbClr val="22222A"/>
            </a:solidFill>
            <a:prstDash val="solid"/>
          </a:ln>
        </p:spPr>
      </p:sp>
      <p:sp>
        <p:nvSpPr>
          <p:cNvPr id="447" name="Shape 445"/>
          <p:cNvSpPr/>
          <p:nvPr/>
        </p:nvSpPr>
        <p:spPr>
          <a:xfrm>
            <a:off x="2180176" y="2806294"/>
            <a:ext cx="64008" cy="64008"/>
          </a:xfrm>
          <a:prstGeom prst="ellipse">
            <a:avLst/>
          </a:prstGeom>
          <a:solidFill>
            <a:srgbClr val="4A4A55"/>
          </a:solidFill>
          <a:ln w="6350">
            <a:solidFill>
              <a:srgbClr val="22222A"/>
            </a:solidFill>
            <a:prstDash val="solid"/>
          </a:ln>
        </p:spPr>
      </p:sp>
      <p:sp>
        <p:nvSpPr>
          <p:cNvPr id="448" name="Shape 446"/>
          <p:cNvSpPr/>
          <p:nvPr/>
        </p:nvSpPr>
        <p:spPr>
          <a:xfrm>
            <a:off x="2369726" y="2841041"/>
            <a:ext cx="64008" cy="64008"/>
          </a:xfrm>
          <a:prstGeom prst="ellipse">
            <a:avLst/>
          </a:prstGeom>
          <a:solidFill>
            <a:srgbClr val="4A4A55"/>
          </a:solidFill>
          <a:ln w="6350">
            <a:solidFill>
              <a:srgbClr val="22222A"/>
            </a:solidFill>
            <a:prstDash val="solid"/>
          </a:ln>
        </p:spPr>
      </p:sp>
      <p:sp>
        <p:nvSpPr>
          <p:cNvPr id="449" name="Shape 447"/>
          <p:cNvSpPr/>
          <p:nvPr/>
        </p:nvSpPr>
        <p:spPr>
          <a:xfrm>
            <a:off x="2447907" y="2910535"/>
            <a:ext cx="64008" cy="64008"/>
          </a:xfrm>
          <a:prstGeom prst="ellipse">
            <a:avLst/>
          </a:prstGeom>
          <a:solidFill>
            <a:srgbClr val="4A4A55"/>
          </a:solidFill>
          <a:ln w="6350">
            <a:solidFill>
              <a:srgbClr val="22222A"/>
            </a:solidFill>
            <a:prstDash val="solid"/>
          </a:ln>
        </p:spPr>
      </p:sp>
      <p:sp>
        <p:nvSpPr>
          <p:cNvPr id="450" name="Shape 448"/>
          <p:cNvSpPr/>
          <p:nvPr/>
        </p:nvSpPr>
        <p:spPr>
          <a:xfrm>
            <a:off x="2637458" y="2945282"/>
            <a:ext cx="64008" cy="64008"/>
          </a:xfrm>
          <a:prstGeom prst="ellipse">
            <a:avLst/>
          </a:prstGeom>
          <a:solidFill>
            <a:srgbClr val="4A4A55"/>
          </a:solidFill>
          <a:ln w="6350">
            <a:solidFill>
              <a:srgbClr val="22222A"/>
            </a:solidFill>
            <a:prstDash val="solid"/>
          </a:ln>
        </p:spPr>
      </p:sp>
      <p:sp>
        <p:nvSpPr>
          <p:cNvPr id="451" name="Shape 449"/>
          <p:cNvSpPr/>
          <p:nvPr/>
        </p:nvSpPr>
        <p:spPr>
          <a:xfrm>
            <a:off x="2715639" y="3014777"/>
            <a:ext cx="64008" cy="64008"/>
          </a:xfrm>
          <a:prstGeom prst="ellipse">
            <a:avLst/>
          </a:prstGeom>
          <a:solidFill>
            <a:srgbClr val="4A4A55"/>
          </a:solidFill>
          <a:ln w="6350">
            <a:solidFill>
              <a:srgbClr val="22222A"/>
            </a:solidFill>
            <a:prstDash val="solid"/>
          </a:ln>
        </p:spPr>
      </p:sp>
      <p:sp>
        <p:nvSpPr>
          <p:cNvPr id="452" name="Shape 450"/>
          <p:cNvSpPr/>
          <p:nvPr/>
        </p:nvSpPr>
        <p:spPr>
          <a:xfrm>
            <a:off x="2905189" y="3049524"/>
            <a:ext cx="64008" cy="64008"/>
          </a:xfrm>
          <a:prstGeom prst="ellipse">
            <a:avLst/>
          </a:prstGeom>
          <a:solidFill>
            <a:srgbClr val="4A4A55"/>
          </a:solidFill>
          <a:ln w="6350">
            <a:solidFill>
              <a:srgbClr val="22222A"/>
            </a:solidFill>
            <a:prstDash val="solid"/>
          </a:ln>
        </p:spPr>
      </p:sp>
      <p:sp>
        <p:nvSpPr>
          <p:cNvPr id="453" name="Shape 451"/>
          <p:cNvSpPr/>
          <p:nvPr/>
        </p:nvSpPr>
        <p:spPr>
          <a:xfrm>
            <a:off x="1867451" y="2528316"/>
            <a:ext cx="64008" cy="64008"/>
          </a:xfrm>
          <a:prstGeom prst="ellipse">
            <a:avLst/>
          </a:prstGeom>
          <a:solidFill>
            <a:srgbClr val="4A4A55"/>
          </a:solidFill>
          <a:ln w="6350">
            <a:solidFill>
              <a:srgbClr val="22222A"/>
            </a:solidFill>
            <a:prstDash val="solid"/>
          </a:ln>
        </p:spPr>
      </p:sp>
      <p:sp>
        <p:nvSpPr>
          <p:cNvPr id="454" name="Shape 452"/>
          <p:cNvSpPr/>
          <p:nvPr/>
        </p:nvSpPr>
        <p:spPr>
          <a:xfrm>
            <a:off x="1945632" y="2597810"/>
            <a:ext cx="64008" cy="64008"/>
          </a:xfrm>
          <a:prstGeom prst="ellipse">
            <a:avLst/>
          </a:prstGeom>
          <a:solidFill>
            <a:srgbClr val="4A4A55"/>
          </a:solidFill>
          <a:ln w="6350">
            <a:solidFill>
              <a:srgbClr val="22222A"/>
            </a:solidFill>
            <a:prstDash val="solid"/>
          </a:ln>
        </p:spPr>
      </p:sp>
      <p:sp>
        <p:nvSpPr>
          <p:cNvPr id="455" name="Shape 453"/>
          <p:cNvSpPr/>
          <p:nvPr/>
        </p:nvSpPr>
        <p:spPr>
          <a:xfrm>
            <a:off x="2135182" y="2632558"/>
            <a:ext cx="64008" cy="64008"/>
          </a:xfrm>
          <a:prstGeom prst="ellipse">
            <a:avLst/>
          </a:prstGeom>
          <a:solidFill>
            <a:srgbClr val="4A4A55"/>
          </a:solidFill>
          <a:ln w="6350">
            <a:solidFill>
              <a:srgbClr val="22222A"/>
            </a:solidFill>
            <a:prstDash val="solid"/>
          </a:ln>
        </p:spPr>
      </p:sp>
      <p:sp>
        <p:nvSpPr>
          <p:cNvPr id="456" name="Shape 454"/>
          <p:cNvSpPr/>
          <p:nvPr/>
        </p:nvSpPr>
        <p:spPr>
          <a:xfrm>
            <a:off x="2213364" y="2702052"/>
            <a:ext cx="64008" cy="64008"/>
          </a:xfrm>
          <a:prstGeom prst="ellipse">
            <a:avLst/>
          </a:prstGeom>
          <a:solidFill>
            <a:srgbClr val="4A4A55"/>
          </a:solidFill>
          <a:ln w="6350">
            <a:solidFill>
              <a:srgbClr val="22222A"/>
            </a:solidFill>
            <a:prstDash val="solid"/>
          </a:ln>
        </p:spPr>
      </p:sp>
      <p:sp>
        <p:nvSpPr>
          <p:cNvPr id="457" name="Shape 455"/>
          <p:cNvSpPr/>
          <p:nvPr/>
        </p:nvSpPr>
        <p:spPr>
          <a:xfrm>
            <a:off x="2402914" y="2736799"/>
            <a:ext cx="64008" cy="64008"/>
          </a:xfrm>
          <a:prstGeom prst="ellipse">
            <a:avLst/>
          </a:prstGeom>
          <a:solidFill>
            <a:srgbClr val="4A4A55"/>
          </a:solidFill>
          <a:ln w="6350">
            <a:solidFill>
              <a:srgbClr val="22222A"/>
            </a:solidFill>
            <a:prstDash val="solid"/>
          </a:ln>
        </p:spPr>
      </p:sp>
      <p:sp>
        <p:nvSpPr>
          <p:cNvPr id="458" name="Shape 456"/>
          <p:cNvSpPr/>
          <p:nvPr/>
        </p:nvSpPr>
        <p:spPr>
          <a:xfrm>
            <a:off x="2481095" y="2806294"/>
            <a:ext cx="64008" cy="64008"/>
          </a:xfrm>
          <a:prstGeom prst="ellipse">
            <a:avLst/>
          </a:prstGeom>
          <a:solidFill>
            <a:srgbClr val="4A4A55"/>
          </a:solidFill>
          <a:ln w="6350">
            <a:solidFill>
              <a:srgbClr val="22222A"/>
            </a:solidFill>
            <a:prstDash val="solid"/>
          </a:ln>
        </p:spPr>
      </p:sp>
      <p:sp>
        <p:nvSpPr>
          <p:cNvPr id="459" name="Shape 457"/>
          <p:cNvSpPr/>
          <p:nvPr/>
        </p:nvSpPr>
        <p:spPr>
          <a:xfrm>
            <a:off x="2670646" y="2841041"/>
            <a:ext cx="64008" cy="64008"/>
          </a:xfrm>
          <a:prstGeom prst="ellipse">
            <a:avLst/>
          </a:prstGeom>
          <a:solidFill>
            <a:srgbClr val="4A4A55"/>
          </a:solidFill>
          <a:ln w="6350">
            <a:solidFill>
              <a:srgbClr val="22222A"/>
            </a:solidFill>
            <a:prstDash val="solid"/>
          </a:ln>
        </p:spPr>
      </p:sp>
      <p:sp>
        <p:nvSpPr>
          <p:cNvPr id="460" name="Shape 458"/>
          <p:cNvSpPr/>
          <p:nvPr/>
        </p:nvSpPr>
        <p:spPr>
          <a:xfrm>
            <a:off x="2748827" y="2910535"/>
            <a:ext cx="64008" cy="64008"/>
          </a:xfrm>
          <a:prstGeom prst="ellipse">
            <a:avLst/>
          </a:prstGeom>
          <a:solidFill>
            <a:srgbClr val="4A4A55"/>
          </a:solidFill>
          <a:ln w="6350">
            <a:solidFill>
              <a:srgbClr val="22222A"/>
            </a:solidFill>
            <a:prstDash val="solid"/>
          </a:ln>
        </p:spPr>
      </p:sp>
      <p:sp>
        <p:nvSpPr>
          <p:cNvPr id="461" name="Shape 459"/>
          <p:cNvSpPr/>
          <p:nvPr/>
        </p:nvSpPr>
        <p:spPr>
          <a:xfrm>
            <a:off x="2938377" y="2945282"/>
            <a:ext cx="64008" cy="64008"/>
          </a:xfrm>
          <a:prstGeom prst="ellipse">
            <a:avLst/>
          </a:prstGeom>
          <a:solidFill>
            <a:srgbClr val="4A4A55"/>
          </a:solidFill>
          <a:ln w="6350">
            <a:solidFill>
              <a:srgbClr val="22222A"/>
            </a:solidFill>
            <a:prstDash val="solid"/>
          </a:ln>
        </p:spPr>
      </p:sp>
      <p:sp>
        <p:nvSpPr>
          <p:cNvPr id="462" name="Shape 460"/>
          <p:cNvSpPr/>
          <p:nvPr/>
        </p:nvSpPr>
        <p:spPr>
          <a:xfrm>
            <a:off x="3016558" y="3014777"/>
            <a:ext cx="64008" cy="64008"/>
          </a:xfrm>
          <a:prstGeom prst="ellipse">
            <a:avLst/>
          </a:prstGeom>
          <a:solidFill>
            <a:srgbClr val="4A4A55"/>
          </a:solidFill>
          <a:ln w="6350">
            <a:solidFill>
              <a:srgbClr val="22222A"/>
            </a:solidFill>
            <a:prstDash val="solid"/>
          </a:ln>
        </p:spPr>
      </p:sp>
      <p:sp>
        <p:nvSpPr>
          <p:cNvPr id="463" name="Shape 461"/>
          <p:cNvSpPr/>
          <p:nvPr/>
        </p:nvSpPr>
        <p:spPr>
          <a:xfrm>
            <a:off x="3206109" y="3049524"/>
            <a:ext cx="64008" cy="64008"/>
          </a:xfrm>
          <a:prstGeom prst="ellipse">
            <a:avLst/>
          </a:prstGeom>
          <a:solidFill>
            <a:srgbClr val="4A4A55"/>
          </a:solidFill>
          <a:ln w="6350">
            <a:solidFill>
              <a:srgbClr val="22222A"/>
            </a:solidFill>
            <a:prstDash val="solid"/>
          </a:ln>
        </p:spPr>
      </p:sp>
      <p:sp>
        <p:nvSpPr>
          <p:cNvPr id="464" name="Shape 462"/>
          <p:cNvSpPr/>
          <p:nvPr/>
        </p:nvSpPr>
        <p:spPr>
          <a:xfrm>
            <a:off x="2168370" y="2528316"/>
            <a:ext cx="64008" cy="64008"/>
          </a:xfrm>
          <a:prstGeom prst="ellipse">
            <a:avLst/>
          </a:prstGeom>
          <a:solidFill>
            <a:srgbClr val="4A4A55"/>
          </a:solidFill>
          <a:ln w="6350">
            <a:solidFill>
              <a:srgbClr val="22222A"/>
            </a:solidFill>
            <a:prstDash val="solid"/>
          </a:ln>
        </p:spPr>
      </p:sp>
      <p:sp>
        <p:nvSpPr>
          <p:cNvPr id="465" name="Shape 463"/>
          <p:cNvSpPr/>
          <p:nvPr/>
        </p:nvSpPr>
        <p:spPr>
          <a:xfrm>
            <a:off x="2246552" y="2597810"/>
            <a:ext cx="64008" cy="64008"/>
          </a:xfrm>
          <a:prstGeom prst="ellipse">
            <a:avLst/>
          </a:prstGeom>
          <a:solidFill>
            <a:srgbClr val="4A4A55"/>
          </a:solidFill>
          <a:ln w="6350">
            <a:solidFill>
              <a:srgbClr val="22222A"/>
            </a:solidFill>
            <a:prstDash val="solid"/>
          </a:ln>
        </p:spPr>
      </p:sp>
      <p:sp>
        <p:nvSpPr>
          <p:cNvPr id="466" name="Shape 464"/>
          <p:cNvSpPr/>
          <p:nvPr/>
        </p:nvSpPr>
        <p:spPr>
          <a:xfrm>
            <a:off x="2436102" y="2632558"/>
            <a:ext cx="64008" cy="64008"/>
          </a:xfrm>
          <a:prstGeom prst="ellipse">
            <a:avLst/>
          </a:prstGeom>
          <a:solidFill>
            <a:srgbClr val="4A4A55"/>
          </a:solidFill>
          <a:ln w="6350">
            <a:solidFill>
              <a:srgbClr val="22222A"/>
            </a:solidFill>
            <a:prstDash val="solid"/>
          </a:ln>
        </p:spPr>
      </p:sp>
      <p:sp>
        <p:nvSpPr>
          <p:cNvPr id="467" name="Shape 465"/>
          <p:cNvSpPr/>
          <p:nvPr/>
        </p:nvSpPr>
        <p:spPr>
          <a:xfrm>
            <a:off x="2514283" y="2702052"/>
            <a:ext cx="64008" cy="64008"/>
          </a:xfrm>
          <a:prstGeom prst="ellipse">
            <a:avLst/>
          </a:prstGeom>
          <a:solidFill>
            <a:srgbClr val="4A4A55"/>
          </a:solidFill>
          <a:ln w="6350">
            <a:solidFill>
              <a:srgbClr val="22222A"/>
            </a:solidFill>
            <a:prstDash val="solid"/>
          </a:ln>
        </p:spPr>
      </p:sp>
      <p:sp>
        <p:nvSpPr>
          <p:cNvPr id="468" name="Shape 466"/>
          <p:cNvSpPr/>
          <p:nvPr/>
        </p:nvSpPr>
        <p:spPr>
          <a:xfrm>
            <a:off x="2703833" y="2736799"/>
            <a:ext cx="64008" cy="64008"/>
          </a:xfrm>
          <a:prstGeom prst="ellipse">
            <a:avLst/>
          </a:prstGeom>
          <a:solidFill>
            <a:srgbClr val="4A4A55"/>
          </a:solidFill>
          <a:ln w="6350">
            <a:solidFill>
              <a:srgbClr val="22222A"/>
            </a:solidFill>
            <a:prstDash val="solid"/>
          </a:ln>
        </p:spPr>
      </p:sp>
      <p:sp>
        <p:nvSpPr>
          <p:cNvPr id="469" name="Shape 467"/>
          <p:cNvSpPr/>
          <p:nvPr/>
        </p:nvSpPr>
        <p:spPr>
          <a:xfrm>
            <a:off x="2782015" y="2806294"/>
            <a:ext cx="64008" cy="64008"/>
          </a:xfrm>
          <a:prstGeom prst="ellipse">
            <a:avLst/>
          </a:prstGeom>
          <a:solidFill>
            <a:srgbClr val="4A4A55"/>
          </a:solidFill>
          <a:ln w="6350">
            <a:solidFill>
              <a:srgbClr val="22222A"/>
            </a:solidFill>
            <a:prstDash val="solid"/>
          </a:ln>
        </p:spPr>
      </p:sp>
      <p:sp>
        <p:nvSpPr>
          <p:cNvPr id="470" name="Shape 468"/>
          <p:cNvSpPr/>
          <p:nvPr/>
        </p:nvSpPr>
        <p:spPr>
          <a:xfrm>
            <a:off x="2971565" y="2841041"/>
            <a:ext cx="64008" cy="64008"/>
          </a:xfrm>
          <a:prstGeom prst="ellipse">
            <a:avLst/>
          </a:prstGeom>
          <a:solidFill>
            <a:srgbClr val="4A4A55"/>
          </a:solidFill>
          <a:ln w="6350">
            <a:solidFill>
              <a:srgbClr val="22222A"/>
            </a:solidFill>
            <a:prstDash val="solid"/>
          </a:ln>
        </p:spPr>
      </p:sp>
      <p:sp>
        <p:nvSpPr>
          <p:cNvPr id="471" name="Shape 469"/>
          <p:cNvSpPr/>
          <p:nvPr/>
        </p:nvSpPr>
        <p:spPr>
          <a:xfrm>
            <a:off x="3049746" y="2910535"/>
            <a:ext cx="64008" cy="64008"/>
          </a:xfrm>
          <a:prstGeom prst="ellipse">
            <a:avLst/>
          </a:prstGeom>
          <a:solidFill>
            <a:srgbClr val="4A4A55"/>
          </a:solidFill>
          <a:ln w="6350">
            <a:solidFill>
              <a:srgbClr val="22222A"/>
            </a:solidFill>
            <a:prstDash val="solid"/>
          </a:ln>
        </p:spPr>
      </p:sp>
      <p:sp>
        <p:nvSpPr>
          <p:cNvPr id="472" name="Shape 470"/>
          <p:cNvSpPr/>
          <p:nvPr/>
        </p:nvSpPr>
        <p:spPr>
          <a:xfrm>
            <a:off x="3239297" y="2945282"/>
            <a:ext cx="64008" cy="64008"/>
          </a:xfrm>
          <a:prstGeom prst="ellipse">
            <a:avLst/>
          </a:prstGeom>
          <a:solidFill>
            <a:srgbClr val="4A4A55"/>
          </a:solidFill>
          <a:ln w="6350">
            <a:solidFill>
              <a:srgbClr val="22222A"/>
            </a:solidFill>
            <a:prstDash val="solid"/>
          </a:ln>
        </p:spPr>
      </p:sp>
      <p:sp>
        <p:nvSpPr>
          <p:cNvPr id="473" name="Shape 471"/>
          <p:cNvSpPr/>
          <p:nvPr/>
        </p:nvSpPr>
        <p:spPr>
          <a:xfrm>
            <a:off x="3317478" y="3014777"/>
            <a:ext cx="64008" cy="64008"/>
          </a:xfrm>
          <a:prstGeom prst="ellipse">
            <a:avLst/>
          </a:prstGeom>
          <a:solidFill>
            <a:srgbClr val="4A4A55"/>
          </a:solidFill>
          <a:ln w="6350">
            <a:solidFill>
              <a:srgbClr val="22222A"/>
            </a:solidFill>
            <a:prstDash val="solid"/>
          </a:ln>
        </p:spPr>
      </p:sp>
      <p:sp>
        <p:nvSpPr>
          <p:cNvPr id="474" name="Shape 472"/>
          <p:cNvSpPr/>
          <p:nvPr/>
        </p:nvSpPr>
        <p:spPr>
          <a:xfrm>
            <a:off x="3507028" y="3049524"/>
            <a:ext cx="64008" cy="64008"/>
          </a:xfrm>
          <a:prstGeom prst="ellipse">
            <a:avLst/>
          </a:prstGeom>
          <a:solidFill>
            <a:srgbClr val="4A4A55"/>
          </a:solidFill>
          <a:ln w="6350">
            <a:solidFill>
              <a:srgbClr val="22222A"/>
            </a:solidFill>
            <a:prstDash val="solid"/>
          </a:ln>
        </p:spPr>
      </p:sp>
      <p:sp>
        <p:nvSpPr>
          <p:cNvPr id="475" name="Shape 473"/>
          <p:cNvSpPr/>
          <p:nvPr/>
        </p:nvSpPr>
        <p:spPr>
          <a:xfrm>
            <a:off x="2469290" y="2528316"/>
            <a:ext cx="64008" cy="64008"/>
          </a:xfrm>
          <a:prstGeom prst="ellipse">
            <a:avLst/>
          </a:prstGeom>
          <a:solidFill>
            <a:srgbClr val="4A4A55"/>
          </a:solidFill>
          <a:ln w="6350">
            <a:solidFill>
              <a:srgbClr val="22222A"/>
            </a:solidFill>
            <a:prstDash val="solid"/>
          </a:ln>
        </p:spPr>
      </p:sp>
      <p:sp>
        <p:nvSpPr>
          <p:cNvPr id="476" name="Shape 474"/>
          <p:cNvSpPr/>
          <p:nvPr/>
        </p:nvSpPr>
        <p:spPr>
          <a:xfrm>
            <a:off x="2547471" y="2597810"/>
            <a:ext cx="64008" cy="64008"/>
          </a:xfrm>
          <a:prstGeom prst="ellipse">
            <a:avLst/>
          </a:prstGeom>
          <a:solidFill>
            <a:srgbClr val="4A4A55"/>
          </a:solidFill>
          <a:ln w="6350">
            <a:solidFill>
              <a:srgbClr val="22222A"/>
            </a:solidFill>
            <a:prstDash val="solid"/>
          </a:ln>
        </p:spPr>
      </p:sp>
      <p:sp>
        <p:nvSpPr>
          <p:cNvPr id="477" name="Shape 475"/>
          <p:cNvSpPr/>
          <p:nvPr/>
        </p:nvSpPr>
        <p:spPr>
          <a:xfrm>
            <a:off x="2737021" y="2632558"/>
            <a:ext cx="64008" cy="64008"/>
          </a:xfrm>
          <a:prstGeom prst="ellipse">
            <a:avLst/>
          </a:prstGeom>
          <a:solidFill>
            <a:srgbClr val="4A4A55"/>
          </a:solidFill>
          <a:ln w="6350">
            <a:solidFill>
              <a:srgbClr val="22222A"/>
            </a:solidFill>
            <a:prstDash val="solid"/>
          </a:ln>
        </p:spPr>
      </p:sp>
      <p:sp>
        <p:nvSpPr>
          <p:cNvPr id="478" name="Shape 476"/>
          <p:cNvSpPr/>
          <p:nvPr/>
        </p:nvSpPr>
        <p:spPr>
          <a:xfrm>
            <a:off x="2815203" y="2702052"/>
            <a:ext cx="64008" cy="64008"/>
          </a:xfrm>
          <a:prstGeom prst="ellipse">
            <a:avLst/>
          </a:prstGeom>
          <a:solidFill>
            <a:srgbClr val="4A4A55"/>
          </a:solidFill>
          <a:ln w="6350">
            <a:solidFill>
              <a:srgbClr val="22222A"/>
            </a:solidFill>
            <a:prstDash val="solid"/>
          </a:ln>
        </p:spPr>
      </p:sp>
      <p:sp>
        <p:nvSpPr>
          <p:cNvPr id="479" name="Shape 477"/>
          <p:cNvSpPr/>
          <p:nvPr/>
        </p:nvSpPr>
        <p:spPr>
          <a:xfrm>
            <a:off x="3004753" y="2736799"/>
            <a:ext cx="64008" cy="64008"/>
          </a:xfrm>
          <a:prstGeom prst="ellipse">
            <a:avLst/>
          </a:prstGeom>
          <a:solidFill>
            <a:srgbClr val="4A4A55"/>
          </a:solidFill>
          <a:ln w="6350">
            <a:solidFill>
              <a:srgbClr val="22222A"/>
            </a:solidFill>
            <a:prstDash val="solid"/>
          </a:ln>
        </p:spPr>
      </p:sp>
      <p:sp>
        <p:nvSpPr>
          <p:cNvPr id="480" name="Shape 478"/>
          <p:cNvSpPr/>
          <p:nvPr/>
        </p:nvSpPr>
        <p:spPr>
          <a:xfrm>
            <a:off x="3082934" y="2806294"/>
            <a:ext cx="64008" cy="64008"/>
          </a:xfrm>
          <a:prstGeom prst="ellipse">
            <a:avLst/>
          </a:prstGeom>
          <a:solidFill>
            <a:srgbClr val="4A4A55"/>
          </a:solidFill>
          <a:ln w="6350">
            <a:solidFill>
              <a:srgbClr val="22222A"/>
            </a:solidFill>
            <a:prstDash val="solid"/>
          </a:ln>
        </p:spPr>
      </p:sp>
      <p:sp>
        <p:nvSpPr>
          <p:cNvPr id="481" name="Shape 479"/>
          <p:cNvSpPr/>
          <p:nvPr/>
        </p:nvSpPr>
        <p:spPr>
          <a:xfrm>
            <a:off x="3272485" y="2841041"/>
            <a:ext cx="64008" cy="64008"/>
          </a:xfrm>
          <a:prstGeom prst="ellipse">
            <a:avLst/>
          </a:prstGeom>
          <a:solidFill>
            <a:srgbClr val="4A4A55"/>
          </a:solidFill>
          <a:ln w="6350">
            <a:solidFill>
              <a:srgbClr val="22222A"/>
            </a:solidFill>
            <a:prstDash val="solid"/>
          </a:ln>
        </p:spPr>
      </p:sp>
      <p:sp>
        <p:nvSpPr>
          <p:cNvPr id="482" name="Shape 480"/>
          <p:cNvSpPr/>
          <p:nvPr/>
        </p:nvSpPr>
        <p:spPr>
          <a:xfrm>
            <a:off x="3350666" y="2910535"/>
            <a:ext cx="64008" cy="64008"/>
          </a:xfrm>
          <a:prstGeom prst="ellipse">
            <a:avLst/>
          </a:prstGeom>
          <a:solidFill>
            <a:srgbClr val="4A4A55"/>
          </a:solidFill>
          <a:ln w="6350">
            <a:solidFill>
              <a:srgbClr val="22222A"/>
            </a:solidFill>
            <a:prstDash val="solid"/>
          </a:ln>
        </p:spPr>
      </p:sp>
      <p:sp>
        <p:nvSpPr>
          <p:cNvPr id="483" name="Shape 481"/>
          <p:cNvSpPr/>
          <p:nvPr/>
        </p:nvSpPr>
        <p:spPr>
          <a:xfrm>
            <a:off x="3540216" y="2945282"/>
            <a:ext cx="64008" cy="64008"/>
          </a:xfrm>
          <a:prstGeom prst="ellipse">
            <a:avLst/>
          </a:prstGeom>
          <a:solidFill>
            <a:srgbClr val="4A4A55"/>
          </a:solidFill>
          <a:ln w="6350">
            <a:solidFill>
              <a:srgbClr val="22222A"/>
            </a:solidFill>
            <a:prstDash val="solid"/>
          </a:ln>
        </p:spPr>
      </p:sp>
      <p:sp>
        <p:nvSpPr>
          <p:cNvPr id="484" name="Shape 482"/>
          <p:cNvSpPr/>
          <p:nvPr/>
        </p:nvSpPr>
        <p:spPr>
          <a:xfrm>
            <a:off x="3618397" y="3014777"/>
            <a:ext cx="64008" cy="64008"/>
          </a:xfrm>
          <a:prstGeom prst="ellipse">
            <a:avLst/>
          </a:prstGeom>
          <a:solidFill>
            <a:srgbClr val="4A4A55"/>
          </a:solidFill>
          <a:ln w="6350">
            <a:solidFill>
              <a:srgbClr val="22222A"/>
            </a:solidFill>
            <a:prstDash val="solid"/>
          </a:ln>
        </p:spPr>
      </p:sp>
      <p:sp>
        <p:nvSpPr>
          <p:cNvPr id="485" name="Shape 483"/>
          <p:cNvSpPr/>
          <p:nvPr/>
        </p:nvSpPr>
        <p:spPr>
          <a:xfrm>
            <a:off x="3807948" y="3049524"/>
            <a:ext cx="64008" cy="64008"/>
          </a:xfrm>
          <a:prstGeom prst="ellipse">
            <a:avLst/>
          </a:prstGeom>
          <a:solidFill>
            <a:srgbClr val="4A4A55"/>
          </a:solidFill>
          <a:ln w="6350">
            <a:solidFill>
              <a:srgbClr val="22222A"/>
            </a:solidFill>
            <a:prstDash val="solid"/>
          </a:ln>
        </p:spPr>
      </p:sp>
      <p:sp>
        <p:nvSpPr>
          <p:cNvPr id="486" name="Shape 484"/>
          <p:cNvSpPr/>
          <p:nvPr/>
        </p:nvSpPr>
        <p:spPr>
          <a:xfrm>
            <a:off x="2770209" y="2528316"/>
            <a:ext cx="64008" cy="64008"/>
          </a:xfrm>
          <a:prstGeom prst="ellipse">
            <a:avLst/>
          </a:prstGeom>
          <a:solidFill>
            <a:srgbClr val="4A4A55"/>
          </a:solidFill>
          <a:ln w="6350">
            <a:solidFill>
              <a:srgbClr val="22222A"/>
            </a:solidFill>
            <a:prstDash val="solid"/>
          </a:ln>
        </p:spPr>
      </p:sp>
      <p:sp>
        <p:nvSpPr>
          <p:cNvPr id="487" name="Shape 485"/>
          <p:cNvSpPr/>
          <p:nvPr/>
        </p:nvSpPr>
        <p:spPr>
          <a:xfrm>
            <a:off x="2848391" y="2597810"/>
            <a:ext cx="64008" cy="64008"/>
          </a:xfrm>
          <a:prstGeom prst="ellipse">
            <a:avLst/>
          </a:prstGeom>
          <a:solidFill>
            <a:srgbClr val="4A4A55"/>
          </a:solidFill>
          <a:ln w="6350">
            <a:solidFill>
              <a:srgbClr val="22222A"/>
            </a:solidFill>
            <a:prstDash val="solid"/>
          </a:ln>
        </p:spPr>
      </p:sp>
      <p:sp>
        <p:nvSpPr>
          <p:cNvPr id="488" name="Shape 486"/>
          <p:cNvSpPr/>
          <p:nvPr/>
        </p:nvSpPr>
        <p:spPr>
          <a:xfrm>
            <a:off x="3037941" y="2632558"/>
            <a:ext cx="64008" cy="64008"/>
          </a:xfrm>
          <a:prstGeom prst="ellipse">
            <a:avLst/>
          </a:prstGeom>
          <a:solidFill>
            <a:srgbClr val="4A4A55"/>
          </a:solidFill>
          <a:ln w="6350">
            <a:solidFill>
              <a:srgbClr val="22222A"/>
            </a:solidFill>
            <a:prstDash val="solid"/>
          </a:ln>
        </p:spPr>
      </p:sp>
      <p:sp>
        <p:nvSpPr>
          <p:cNvPr id="489" name="Shape 487"/>
          <p:cNvSpPr/>
          <p:nvPr/>
        </p:nvSpPr>
        <p:spPr>
          <a:xfrm>
            <a:off x="3116122" y="2702052"/>
            <a:ext cx="64008" cy="64008"/>
          </a:xfrm>
          <a:prstGeom prst="ellipse">
            <a:avLst/>
          </a:prstGeom>
          <a:solidFill>
            <a:srgbClr val="4A4A55"/>
          </a:solidFill>
          <a:ln w="6350">
            <a:solidFill>
              <a:srgbClr val="22222A"/>
            </a:solidFill>
            <a:prstDash val="solid"/>
          </a:ln>
        </p:spPr>
      </p:sp>
      <p:sp>
        <p:nvSpPr>
          <p:cNvPr id="490" name="Shape 488"/>
          <p:cNvSpPr/>
          <p:nvPr/>
        </p:nvSpPr>
        <p:spPr>
          <a:xfrm>
            <a:off x="3305673" y="2736799"/>
            <a:ext cx="64008" cy="64008"/>
          </a:xfrm>
          <a:prstGeom prst="ellipse">
            <a:avLst/>
          </a:prstGeom>
          <a:solidFill>
            <a:srgbClr val="4A4A55"/>
          </a:solidFill>
          <a:ln w="6350">
            <a:solidFill>
              <a:srgbClr val="22222A"/>
            </a:solidFill>
            <a:prstDash val="solid"/>
          </a:ln>
        </p:spPr>
      </p:sp>
      <p:sp>
        <p:nvSpPr>
          <p:cNvPr id="491" name="Shape 489"/>
          <p:cNvSpPr/>
          <p:nvPr/>
        </p:nvSpPr>
        <p:spPr>
          <a:xfrm>
            <a:off x="3383854" y="2806294"/>
            <a:ext cx="64008" cy="64008"/>
          </a:xfrm>
          <a:prstGeom prst="ellipse">
            <a:avLst/>
          </a:prstGeom>
          <a:solidFill>
            <a:srgbClr val="4A4A55"/>
          </a:solidFill>
          <a:ln w="6350">
            <a:solidFill>
              <a:srgbClr val="22222A"/>
            </a:solidFill>
            <a:prstDash val="solid"/>
          </a:ln>
        </p:spPr>
      </p:sp>
      <p:sp>
        <p:nvSpPr>
          <p:cNvPr id="492" name="Shape 490"/>
          <p:cNvSpPr/>
          <p:nvPr/>
        </p:nvSpPr>
        <p:spPr>
          <a:xfrm>
            <a:off x="3573404" y="2841041"/>
            <a:ext cx="64008" cy="64008"/>
          </a:xfrm>
          <a:prstGeom prst="ellipse">
            <a:avLst/>
          </a:prstGeom>
          <a:solidFill>
            <a:srgbClr val="4A4A55"/>
          </a:solidFill>
          <a:ln w="6350">
            <a:solidFill>
              <a:srgbClr val="22222A"/>
            </a:solidFill>
            <a:prstDash val="solid"/>
          </a:ln>
        </p:spPr>
      </p:sp>
      <p:sp>
        <p:nvSpPr>
          <p:cNvPr id="493" name="Shape 491"/>
          <p:cNvSpPr/>
          <p:nvPr/>
        </p:nvSpPr>
        <p:spPr>
          <a:xfrm>
            <a:off x="3651585" y="2910535"/>
            <a:ext cx="64008" cy="64008"/>
          </a:xfrm>
          <a:prstGeom prst="ellipse">
            <a:avLst/>
          </a:prstGeom>
          <a:solidFill>
            <a:srgbClr val="4A4A55"/>
          </a:solidFill>
          <a:ln w="6350">
            <a:solidFill>
              <a:srgbClr val="22222A"/>
            </a:solidFill>
            <a:prstDash val="solid"/>
          </a:ln>
        </p:spPr>
      </p:sp>
      <p:sp>
        <p:nvSpPr>
          <p:cNvPr id="494" name="Shape 492"/>
          <p:cNvSpPr/>
          <p:nvPr/>
        </p:nvSpPr>
        <p:spPr>
          <a:xfrm>
            <a:off x="3841136" y="2945282"/>
            <a:ext cx="64008" cy="64008"/>
          </a:xfrm>
          <a:prstGeom prst="ellipse">
            <a:avLst/>
          </a:prstGeom>
          <a:solidFill>
            <a:srgbClr val="4A4A55"/>
          </a:solidFill>
          <a:ln w="6350">
            <a:solidFill>
              <a:srgbClr val="22222A"/>
            </a:solidFill>
            <a:prstDash val="solid"/>
          </a:ln>
        </p:spPr>
      </p:sp>
      <p:sp>
        <p:nvSpPr>
          <p:cNvPr id="495" name="Shape 493"/>
          <p:cNvSpPr/>
          <p:nvPr/>
        </p:nvSpPr>
        <p:spPr>
          <a:xfrm>
            <a:off x="3919317" y="3014777"/>
            <a:ext cx="64008" cy="64008"/>
          </a:xfrm>
          <a:prstGeom prst="ellipse">
            <a:avLst/>
          </a:prstGeom>
          <a:solidFill>
            <a:srgbClr val="4A4A55"/>
          </a:solidFill>
          <a:ln w="6350">
            <a:solidFill>
              <a:srgbClr val="22222A"/>
            </a:solidFill>
            <a:prstDash val="solid"/>
          </a:ln>
        </p:spPr>
      </p:sp>
      <p:sp>
        <p:nvSpPr>
          <p:cNvPr id="496" name="Shape 494"/>
          <p:cNvSpPr/>
          <p:nvPr/>
        </p:nvSpPr>
        <p:spPr>
          <a:xfrm>
            <a:off x="4108867" y="3049524"/>
            <a:ext cx="64008" cy="64008"/>
          </a:xfrm>
          <a:prstGeom prst="ellipse">
            <a:avLst/>
          </a:prstGeom>
          <a:solidFill>
            <a:srgbClr val="4A4A55"/>
          </a:solidFill>
          <a:ln w="6350">
            <a:solidFill>
              <a:srgbClr val="22222A"/>
            </a:solidFill>
            <a:prstDash val="solid"/>
          </a:ln>
        </p:spPr>
      </p:sp>
      <p:sp>
        <p:nvSpPr>
          <p:cNvPr id="497" name="Shape 495"/>
          <p:cNvSpPr/>
          <p:nvPr/>
        </p:nvSpPr>
        <p:spPr>
          <a:xfrm>
            <a:off x="3071129" y="2528316"/>
            <a:ext cx="64008" cy="64008"/>
          </a:xfrm>
          <a:prstGeom prst="ellipse">
            <a:avLst/>
          </a:prstGeom>
          <a:solidFill>
            <a:srgbClr val="4A4A55"/>
          </a:solidFill>
          <a:ln w="6350">
            <a:solidFill>
              <a:srgbClr val="22222A"/>
            </a:solidFill>
            <a:prstDash val="solid"/>
          </a:ln>
        </p:spPr>
      </p:sp>
      <p:sp>
        <p:nvSpPr>
          <p:cNvPr id="498" name="Shape 496"/>
          <p:cNvSpPr/>
          <p:nvPr/>
        </p:nvSpPr>
        <p:spPr>
          <a:xfrm>
            <a:off x="3149310" y="2597810"/>
            <a:ext cx="64008" cy="64008"/>
          </a:xfrm>
          <a:prstGeom prst="ellipse">
            <a:avLst/>
          </a:prstGeom>
          <a:solidFill>
            <a:srgbClr val="4A4A55"/>
          </a:solidFill>
          <a:ln w="6350">
            <a:solidFill>
              <a:srgbClr val="22222A"/>
            </a:solidFill>
            <a:prstDash val="solid"/>
          </a:ln>
        </p:spPr>
      </p:sp>
      <p:sp>
        <p:nvSpPr>
          <p:cNvPr id="499" name="Shape 497"/>
          <p:cNvSpPr/>
          <p:nvPr/>
        </p:nvSpPr>
        <p:spPr>
          <a:xfrm>
            <a:off x="3338861" y="2632558"/>
            <a:ext cx="64008" cy="64008"/>
          </a:xfrm>
          <a:prstGeom prst="ellipse">
            <a:avLst/>
          </a:prstGeom>
          <a:solidFill>
            <a:srgbClr val="4A4A55"/>
          </a:solidFill>
          <a:ln w="6350">
            <a:solidFill>
              <a:srgbClr val="22222A"/>
            </a:solidFill>
            <a:prstDash val="solid"/>
          </a:ln>
        </p:spPr>
      </p:sp>
      <p:sp>
        <p:nvSpPr>
          <p:cNvPr id="500" name="Shape 498"/>
          <p:cNvSpPr/>
          <p:nvPr/>
        </p:nvSpPr>
        <p:spPr>
          <a:xfrm>
            <a:off x="3417042" y="2702052"/>
            <a:ext cx="64008" cy="64008"/>
          </a:xfrm>
          <a:prstGeom prst="ellipse">
            <a:avLst/>
          </a:prstGeom>
          <a:solidFill>
            <a:srgbClr val="4A4A55"/>
          </a:solidFill>
          <a:ln w="6350">
            <a:solidFill>
              <a:srgbClr val="22222A"/>
            </a:solidFill>
            <a:prstDash val="solid"/>
          </a:ln>
        </p:spPr>
      </p:sp>
      <p:sp>
        <p:nvSpPr>
          <p:cNvPr id="501" name="Shape 499"/>
          <p:cNvSpPr/>
          <p:nvPr/>
        </p:nvSpPr>
        <p:spPr>
          <a:xfrm>
            <a:off x="3606592" y="2736799"/>
            <a:ext cx="64008" cy="64008"/>
          </a:xfrm>
          <a:prstGeom prst="ellipse">
            <a:avLst/>
          </a:prstGeom>
          <a:solidFill>
            <a:srgbClr val="4A4A55"/>
          </a:solidFill>
          <a:ln w="6350">
            <a:solidFill>
              <a:srgbClr val="22222A"/>
            </a:solidFill>
            <a:prstDash val="solid"/>
          </a:ln>
        </p:spPr>
      </p:sp>
      <p:sp>
        <p:nvSpPr>
          <p:cNvPr id="502" name="Shape 500"/>
          <p:cNvSpPr/>
          <p:nvPr/>
        </p:nvSpPr>
        <p:spPr>
          <a:xfrm>
            <a:off x="3684773" y="2806294"/>
            <a:ext cx="64008" cy="64008"/>
          </a:xfrm>
          <a:prstGeom prst="ellipse">
            <a:avLst/>
          </a:prstGeom>
          <a:solidFill>
            <a:srgbClr val="4A4A55"/>
          </a:solidFill>
          <a:ln w="6350">
            <a:solidFill>
              <a:srgbClr val="22222A"/>
            </a:solidFill>
            <a:prstDash val="solid"/>
          </a:ln>
        </p:spPr>
      </p:sp>
      <p:sp>
        <p:nvSpPr>
          <p:cNvPr id="503" name="Shape 501"/>
          <p:cNvSpPr/>
          <p:nvPr/>
        </p:nvSpPr>
        <p:spPr>
          <a:xfrm>
            <a:off x="3874324" y="2841041"/>
            <a:ext cx="64008" cy="64008"/>
          </a:xfrm>
          <a:prstGeom prst="ellipse">
            <a:avLst/>
          </a:prstGeom>
          <a:solidFill>
            <a:srgbClr val="4A4A55"/>
          </a:solidFill>
          <a:ln w="6350">
            <a:solidFill>
              <a:srgbClr val="22222A"/>
            </a:solidFill>
            <a:prstDash val="solid"/>
          </a:ln>
        </p:spPr>
      </p:sp>
      <p:sp>
        <p:nvSpPr>
          <p:cNvPr id="504" name="Shape 502"/>
          <p:cNvSpPr/>
          <p:nvPr/>
        </p:nvSpPr>
        <p:spPr>
          <a:xfrm>
            <a:off x="3952505" y="2910535"/>
            <a:ext cx="64008" cy="64008"/>
          </a:xfrm>
          <a:prstGeom prst="ellipse">
            <a:avLst/>
          </a:prstGeom>
          <a:solidFill>
            <a:srgbClr val="4A4A55"/>
          </a:solidFill>
          <a:ln w="6350">
            <a:solidFill>
              <a:srgbClr val="22222A"/>
            </a:solidFill>
            <a:prstDash val="solid"/>
          </a:ln>
        </p:spPr>
      </p:sp>
      <p:sp>
        <p:nvSpPr>
          <p:cNvPr id="505" name="Shape 503"/>
          <p:cNvSpPr/>
          <p:nvPr/>
        </p:nvSpPr>
        <p:spPr>
          <a:xfrm>
            <a:off x="4142055" y="2945282"/>
            <a:ext cx="64008" cy="64008"/>
          </a:xfrm>
          <a:prstGeom prst="ellipse">
            <a:avLst/>
          </a:prstGeom>
          <a:solidFill>
            <a:srgbClr val="4A4A55"/>
          </a:solidFill>
          <a:ln w="6350">
            <a:solidFill>
              <a:srgbClr val="22222A"/>
            </a:solidFill>
            <a:prstDash val="solid"/>
          </a:ln>
        </p:spPr>
      </p:sp>
      <p:sp>
        <p:nvSpPr>
          <p:cNvPr id="506" name="Shape 504"/>
          <p:cNvSpPr/>
          <p:nvPr/>
        </p:nvSpPr>
        <p:spPr>
          <a:xfrm>
            <a:off x="4220237" y="3014777"/>
            <a:ext cx="64008" cy="64008"/>
          </a:xfrm>
          <a:prstGeom prst="ellipse">
            <a:avLst/>
          </a:prstGeom>
          <a:solidFill>
            <a:srgbClr val="4A4A55"/>
          </a:solidFill>
          <a:ln w="6350">
            <a:solidFill>
              <a:srgbClr val="22222A"/>
            </a:solidFill>
            <a:prstDash val="solid"/>
          </a:ln>
        </p:spPr>
      </p:sp>
      <p:sp>
        <p:nvSpPr>
          <p:cNvPr id="507" name="Shape 505"/>
          <p:cNvSpPr/>
          <p:nvPr/>
        </p:nvSpPr>
        <p:spPr>
          <a:xfrm>
            <a:off x="4409787" y="3049524"/>
            <a:ext cx="64008" cy="64008"/>
          </a:xfrm>
          <a:prstGeom prst="ellipse">
            <a:avLst/>
          </a:prstGeom>
          <a:solidFill>
            <a:srgbClr val="4A4A55"/>
          </a:solidFill>
          <a:ln w="6350">
            <a:solidFill>
              <a:srgbClr val="22222A"/>
            </a:solidFill>
            <a:prstDash val="solid"/>
          </a:ln>
        </p:spPr>
      </p:sp>
      <p:sp>
        <p:nvSpPr>
          <p:cNvPr id="508" name="Shape 506"/>
          <p:cNvSpPr/>
          <p:nvPr/>
        </p:nvSpPr>
        <p:spPr>
          <a:xfrm>
            <a:off x="3372049" y="2528316"/>
            <a:ext cx="64008" cy="64008"/>
          </a:xfrm>
          <a:prstGeom prst="ellipse">
            <a:avLst/>
          </a:prstGeom>
          <a:solidFill>
            <a:srgbClr val="4A4A55"/>
          </a:solidFill>
          <a:ln w="6350">
            <a:solidFill>
              <a:srgbClr val="22222A"/>
            </a:solidFill>
            <a:prstDash val="solid"/>
          </a:ln>
        </p:spPr>
      </p:sp>
      <p:sp>
        <p:nvSpPr>
          <p:cNvPr id="509" name="Shape 507"/>
          <p:cNvSpPr/>
          <p:nvPr/>
        </p:nvSpPr>
        <p:spPr>
          <a:xfrm>
            <a:off x="3450230" y="2597810"/>
            <a:ext cx="64008" cy="64008"/>
          </a:xfrm>
          <a:prstGeom prst="ellipse">
            <a:avLst/>
          </a:prstGeom>
          <a:solidFill>
            <a:srgbClr val="4A4A55"/>
          </a:solidFill>
          <a:ln w="6350">
            <a:solidFill>
              <a:srgbClr val="22222A"/>
            </a:solidFill>
            <a:prstDash val="solid"/>
          </a:ln>
        </p:spPr>
      </p:sp>
      <p:sp>
        <p:nvSpPr>
          <p:cNvPr id="510" name="Shape 508"/>
          <p:cNvSpPr/>
          <p:nvPr/>
        </p:nvSpPr>
        <p:spPr>
          <a:xfrm>
            <a:off x="3639780" y="2632558"/>
            <a:ext cx="64008" cy="64008"/>
          </a:xfrm>
          <a:prstGeom prst="ellipse">
            <a:avLst/>
          </a:prstGeom>
          <a:solidFill>
            <a:srgbClr val="4A4A55"/>
          </a:solidFill>
          <a:ln w="6350">
            <a:solidFill>
              <a:srgbClr val="22222A"/>
            </a:solidFill>
            <a:prstDash val="solid"/>
          </a:ln>
        </p:spPr>
      </p:sp>
      <p:sp>
        <p:nvSpPr>
          <p:cNvPr id="511" name="Shape 509"/>
          <p:cNvSpPr/>
          <p:nvPr/>
        </p:nvSpPr>
        <p:spPr>
          <a:xfrm>
            <a:off x="3717961" y="2702052"/>
            <a:ext cx="64008" cy="64008"/>
          </a:xfrm>
          <a:prstGeom prst="ellipse">
            <a:avLst/>
          </a:prstGeom>
          <a:solidFill>
            <a:srgbClr val="4A4A55"/>
          </a:solidFill>
          <a:ln w="6350">
            <a:solidFill>
              <a:srgbClr val="22222A"/>
            </a:solidFill>
            <a:prstDash val="solid"/>
          </a:ln>
        </p:spPr>
      </p:sp>
      <p:sp>
        <p:nvSpPr>
          <p:cNvPr id="512" name="Shape 510"/>
          <p:cNvSpPr/>
          <p:nvPr/>
        </p:nvSpPr>
        <p:spPr>
          <a:xfrm>
            <a:off x="3907512" y="2736799"/>
            <a:ext cx="64008" cy="64008"/>
          </a:xfrm>
          <a:prstGeom prst="ellipse">
            <a:avLst/>
          </a:prstGeom>
          <a:solidFill>
            <a:srgbClr val="4A4A55"/>
          </a:solidFill>
          <a:ln w="6350">
            <a:solidFill>
              <a:srgbClr val="22222A"/>
            </a:solidFill>
            <a:prstDash val="solid"/>
          </a:ln>
        </p:spPr>
      </p:sp>
      <p:sp>
        <p:nvSpPr>
          <p:cNvPr id="513" name="Shape 511"/>
          <p:cNvSpPr/>
          <p:nvPr/>
        </p:nvSpPr>
        <p:spPr>
          <a:xfrm>
            <a:off x="3985693" y="2806294"/>
            <a:ext cx="64008" cy="64008"/>
          </a:xfrm>
          <a:prstGeom prst="ellipse">
            <a:avLst/>
          </a:prstGeom>
          <a:solidFill>
            <a:srgbClr val="4A4A55"/>
          </a:solidFill>
          <a:ln w="6350">
            <a:solidFill>
              <a:srgbClr val="22222A"/>
            </a:solidFill>
            <a:prstDash val="solid"/>
          </a:ln>
        </p:spPr>
      </p:sp>
      <p:sp>
        <p:nvSpPr>
          <p:cNvPr id="514" name="Shape 512"/>
          <p:cNvSpPr/>
          <p:nvPr/>
        </p:nvSpPr>
        <p:spPr>
          <a:xfrm>
            <a:off x="4175243" y="2841041"/>
            <a:ext cx="64008" cy="64008"/>
          </a:xfrm>
          <a:prstGeom prst="ellipse">
            <a:avLst/>
          </a:prstGeom>
          <a:solidFill>
            <a:srgbClr val="4A4A55"/>
          </a:solidFill>
          <a:ln w="6350">
            <a:solidFill>
              <a:srgbClr val="22222A"/>
            </a:solidFill>
            <a:prstDash val="solid"/>
          </a:ln>
        </p:spPr>
      </p:sp>
      <p:sp>
        <p:nvSpPr>
          <p:cNvPr id="515" name="Shape 513"/>
          <p:cNvSpPr/>
          <p:nvPr/>
        </p:nvSpPr>
        <p:spPr>
          <a:xfrm>
            <a:off x="4253425" y="2910535"/>
            <a:ext cx="64008" cy="64008"/>
          </a:xfrm>
          <a:prstGeom prst="ellipse">
            <a:avLst/>
          </a:prstGeom>
          <a:solidFill>
            <a:srgbClr val="4A4A55"/>
          </a:solidFill>
          <a:ln w="6350">
            <a:solidFill>
              <a:srgbClr val="22222A"/>
            </a:solidFill>
            <a:prstDash val="solid"/>
          </a:ln>
        </p:spPr>
      </p:sp>
      <p:sp>
        <p:nvSpPr>
          <p:cNvPr id="516" name="Shape 514"/>
          <p:cNvSpPr/>
          <p:nvPr/>
        </p:nvSpPr>
        <p:spPr>
          <a:xfrm>
            <a:off x="3672968" y="2528316"/>
            <a:ext cx="64008" cy="64008"/>
          </a:xfrm>
          <a:prstGeom prst="ellipse">
            <a:avLst/>
          </a:prstGeom>
          <a:solidFill>
            <a:srgbClr val="4A4A55"/>
          </a:solidFill>
          <a:ln w="6350">
            <a:solidFill>
              <a:srgbClr val="22222A"/>
            </a:solidFill>
            <a:prstDash val="solid"/>
          </a:ln>
        </p:spPr>
      </p:sp>
      <p:sp>
        <p:nvSpPr>
          <p:cNvPr id="517" name="Shape 515"/>
          <p:cNvSpPr/>
          <p:nvPr/>
        </p:nvSpPr>
        <p:spPr>
          <a:xfrm>
            <a:off x="3751149" y="2597810"/>
            <a:ext cx="64008" cy="64008"/>
          </a:xfrm>
          <a:prstGeom prst="ellipse">
            <a:avLst/>
          </a:prstGeom>
          <a:solidFill>
            <a:srgbClr val="4A4A55"/>
          </a:solidFill>
          <a:ln w="6350">
            <a:solidFill>
              <a:srgbClr val="22222A"/>
            </a:solidFill>
            <a:prstDash val="solid"/>
          </a:ln>
        </p:spPr>
      </p:sp>
      <p:sp>
        <p:nvSpPr>
          <p:cNvPr id="518" name="Shape 516"/>
          <p:cNvSpPr/>
          <p:nvPr/>
        </p:nvSpPr>
        <p:spPr>
          <a:xfrm>
            <a:off x="3940700" y="2632558"/>
            <a:ext cx="64008" cy="64008"/>
          </a:xfrm>
          <a:prstGeom prst="ellipse">
            <a:avLst/>
          </a:prstGeom>
          <a:solidFill>
            <a:srgbClr val="4A4A55"/>
          </a:solidFill>
          <a:ln w="6350">
            <a:solidFill>
              <a:srgbClr val="22222A"/>
            </a:solidFill>
            <a:prstDash val="solid"/>
          </a:ln>
        </p:spPr>
      </p:sp>
      <p:sp>
        <p:nvSpPr>
          <p:cNvPr id="519" name="Shape 517"/>
          <p:cNvSpPr/>
          <p:nvPr/>
        </p:nvSpPr>
        <p:spPr>
          <a:xfrm>
            <a:off x="4018881" y="2702052"/>
            <a:ext cx="64008" cy="64008"/>
          </a:xfrm>
          <a:prstGeom prst="ellipse">
            <a:avLst/>
          </a:prstGeom>
          <a:solidFill>
            <a:srgbClr val="4A4A55"/>
          </a:solidFill>
          <a:ln w="6350">
            <a:solidFill>
              <a:srgbClr val="22222A"/>
            </a:solidFill>
            <a:prstDash val="solid"/>
          </a:ln>
        </p:spPr>
      </p:sp>
      <p:sp>
        <p:nvSpPr>
          <p:cNvPr id="520" name="Shape 518"/>
          <p:cNvSpPr/>
          <p:nvPr/>
        </p:nvSpPr>
        <p:spPr>
          <a:xfrm>
            <a:off x="1292047" y="3937406"/>
            <a:ext cx="78181" cy="69494"/>
          </a:xfrm>
          <a:prstGeom prst="line">
            <a:avLst/>
          </a:prstGeom>
          <a:noFill/>
          <a:ln w="19050">
            <a:solidFill>
              <a:srgbClr val="4A4A55"/>
            </a:solidFill>
            <a:prstDash val="solid"/>
          </a:ln>
        </p:spPr>
      </p:sp>
      <p:sp>
        <p:nvSpPr>
          <p:cNvPr id="521" name="Shape 519"/>
          <p:cNvSpPr/>
          <p:nvPr/>
        </p:nvSpPr>
        <p:spPr>
          <a:xfrm flipV="1">
            <a:off x="1292047" y="3902659"/>
            <a:ext cx="111369" cy="34747"/>
          </a:xfrm>
          <a:prstGeom prst="line">
            <a:avLst/>
          </a:prstGeom>
          <a:noFill/>
          <a:ln w="19050">
            <a:solidFill>
              <a:srgbClr val="4A4A55"/>
            </a:solidFill>
            <a:prstDash val="solid"/>
          </a:ln>
        </p:spPr>
      </p:sp>
      <p:sp>
        <p:nvSpPr>
          <p:cNvPr id="522" name="Shape 520"/>
          <p:cNvSpPr/>
          <p:nvPr/>
        </p:nvSpPr>
        <p:spPr>
          <a:xfrm>
            <a:off x="1370228" y="4006901"/>
            <a:ext cx="189550" cy="34747"/>
          </a:xfrm>
          <a:prstGeom prst="line">
            <a:avLst/>
          </a:prstGeom>
          <a:noFill/>
          <a:ln w="19050">
            <a:solidFill>
              <a:srgbClr val="4A4A55"/>
            </a:solidFill>
            <a:prstDash val="solid"/>
          </a:ln>
        </p:spPr>
      </p:sp>
      <p:sp>
        <p:nvSpPr>
          <p:cNvPr id="523" name="Shape 521"/>
          <p:cNvSpPr/>
          <p:nvPr/>
        </p:nvSpPr>
        <p:spPr>
          <a:xfrm flipV="1">
            <a:off x="1559779" y="4006901"/>
            <a:ext cx="111369" cy="34747"/>
          </a:xfrm>
          <a:prstGeom prst="line">
            <a:avLst/>
          </a:prstGeom>
          <a:noFill/>
          <a:ln w="19050">
            <a:solidFill>
              <a:srgbClr val="4A4A55"/>
            </a:solidFill>
            <a:prstDash val="solid"/>
          </a:ln>
        </p:spPr>
      </p:sp>
      <p:sp>
        <p:nvSpPr>
          <p:cNvPr id="524" name="Shape 522"/>
          <p:cNvSpPr/>
          <p:nvPr/>
        </p:nvSpPr>
        <p:spPr>
          <a:xfrm>
            <a:off x="1057504" y="3728923"/>
            <a:ext cx="78181" cy="69494"/>
          </a:xfrm>
          <a:prstGeom prst="line">
            <a:avLst/>
          </a:prstGeom>
          <a:noFill/>
          <a:ln w="19050">
            <a:solidFill>
              <a:srgbClr val="4A4A55"/>
            </a:solidFill>
            <a:prstDash val="solid"/>
          </a:ln>
        </p:spPr>
      </p:sp>
      <p:sp>
        <p:nvSpPr>
          <p:cNvPr id="525" name="Shape 523"/>
          <p:cNvSpPr/>
          <p:nvPr/>
        </p:nvSpPr>
        <p:spPr>
          <a:xfrm flipV="1">
            <a:off x="1057504" y="3694176"/>
            <a:ext cx="111369" cy="34747"/>
          </a:xfrm>
          <a:prstGeom prst="line">
            <a:avLst/>
          </a:prstGeom>
          <a:noFill/>
          <a:ln w="19050">
            <a:solidFill>
              <a:srgbClr val="4A4A55"/>
            </a:solidFill>
            <a:prstDash val="solid"/>
          </a:ln>
        </p:spPr>
      </p:sp>
      <p:sp>
        <p:nvSpPr>
          <p:cNvPr id="526" name="Shape 524"/>
          <p:cNvSpPr/>
          <p:nvPr/>
        </p:nvSpPr>
        <p:spPr>
          <a:xfrm>
            <a:off x="1135685" y="3798418"/>
            <a:ext cx="189550" cy="34747"/>
          </a:xfrm>
          <a:prstGeom prst="line">
            <a:avLst/>
          </a:prstGeom>
          <a:noFill/>
          <a:ln w="19050">
            <a:solidFill>
              <a:srgbClr val="4A4A55"/>
            </a:solidFill>
            <a:prstDash val="solid"/>
          </a:ln>
        </p:spPr>
      </p:sp>
      <p:sp>
        <p:nvSpPr>
          <p:cNvPr id="527" name="Shape 525"/>
          <p:cNvSpPr/>
          <p:nvPr/>
        </p:nvSpPr>
        <p:spPr>
          <a:xfrm>
            <a:off x="1325235" y="3833165"/>
            <a:ext cx="78181" cy="69494"/>
          </a:xfrm>
          <a:prstGeom prst="line">
            <a:avLst/>
          </a:prstGeom>
          <a:noFill/>
          <a:ln w="19050">
            <a:solidFill>
              <a:srgbClr val="4A4A55"/>
            </a:solidFill>
            <a:prstDash val="solid"/>
          </a:ln>
        </p:spPr>
      </p:sp>
      <p:sp>
        <p:nvSpPr>
          <p:cNvPr id="528" name="Shape 526"/>
          <p:cNvSpPr/>
          <p:nvPr/>
        </p:nvSpPr>
        <p:spPr>
          <a:xfrm flipV="1">
            <a:off x="1325235" y="3798418"/>
            <a:ext cx="111369" cy="34747"/>
          </a:xfrm>
          <a:prstGeom prst="line">
            <a:avLst/>
          </a:prstGeom>
          <a:noFill/>
          <a:ln w="19050">
            <a:solidFill>
              <a:srgbClr val="4A4A55"/>
            </a:solidFill>
            <a:prstDash val="solid"/>
          </a:ln>
        </p:spPr>
      </p:sp>
      <p:sp>
        <p:nvSpPr>
          <p:cNvPr id="529" name="Shape 527"/>
          <p:cNvSpPr/>
          <p:nvPr/>
        </p:nvSpPr>
        <p:spPr>
          <a:xfrm>
            <a:off x="1403416" y="3902659"/>
            <a:ext cx="189550" cy="34747"/>
          </a:xfrm>
          <a:prstGeom prst="line">
            <a:avLst/>
          </a:prstGeom>
          <a:noFill/>
          <a:ln w="19050">
            <a:solidFill>
              <a:srgbClr val="4A4A55"/>
            </a:solidFill>
            <a:prstDash val="solid"/>
          </a:ln>
        </p:spPr>
      </p:sp>
      <p:sp>
        <p:nvSpPr>
          <p:cNvPr id="530" name="Shape 528"/>
          <p:cNvSpPr/>
          <p:nvPr/>
        </p:nvSpPr>
        <p:spPr>
          <a:xfrm>
            <a:off x="1592967" y="3937406"/>
            <a:ext cx="78181" cy="69494"/>
          </a:xfrm>
          <a:prstGeom prst="line">
            <a:avLst/>
          </a:prstGeom>
          <a:noFill/>
          <a:ln w="19050">
            <a:solidFill>
              <a:srgbClr val="4A4A55"/>
            </a:solidFill>
            <a:prstDash val="solid"/>
          </a:ln>
        </p:spPr>
      </p:sp>
      <p:sp>
        <p:nvSpPr>
          <p:cNvPr id="531" name="Shape 529"/>
          <p:cNvSpPr/>
          <p:nvPr/>
        </p:nvSpPr>
        <p:spPr>
          <a:xfrm flipV="1">
            <a:off x="1592967" y="3902659"/>
            <a:ext cx="111369" cy="34747"/>
          </a:xfrm>
          <a:prstGeom prst="line">
            <a:avLst/>
          </a:prstGeom>
          <a:noFill/>
          <a:ln w="19050">
            <a:solidFill>
              <a:srgbClr val="4A4A55"/>
            </a:solidFill>
            <a:prstDash val="solid"/>
          </a:ln>
        </p:spPr>
      </p:sp>
      <p:sp>
        <p:nvSpPr>
          <p:cNvPr id="532" name="Shape 530"/>
          <p:cNvSpPr/>
          <p:nvPr/>
        </p:nvSpPr>
        <p:spPr>
          <a:xfrm>
            <a:off x="1671148" y="4006901"/>
            <a:ext cx="189550" cy="34747"/>
          </a:xfrm>
          <a:prstGeom prst="line">
            <a:avLst/>
          </a:prstGeom>
          <a:noFill/>
          <a:ln w="19050">
            <a:solidFill>
              <a:srgbClr val="4A4A55"/>
            </a:solidFill>
            <a:prstDash val="solid"/>
          </a:ln>
        </p:spPr>
      </p:sp>
      <p:sp>
        <p:nvSpPr>
          <p:cNvPr id="533" name="Shape 531"/>
          <p:cNvSpPr/>
          <p:nvPr/>
        </p:nvSpPr>
        <p:spPr>
          <a:xfrm flipV="1">
            <a:off x="1860698" y="4006901"/>
            <a:ext cx="111369" cy="34747"/>
          </a:xfrm>
          <a:prstGeom prst="line">
            <a:avLst/>
          </a:prstGeom>
          <a:noFill/>
          <a:ln w="19050">
            <a:solidFill>
              <a:srgbClr val="4A4A55"/>
            </a:solidFill>
            <a:prstDash val="solid"/>
          </a:ln>
        </p:spPr>
      </p:sp>
      <p:sp>
        <p:nvSpPr>
          <p:cNvPr id="534" name="Shape 532"/>
          <p:cNvSpPr/>
          <p:nvPr/>
        </p:nvSpPr>
        <p:spPr>
          <a:xfrm>
            <a:off x="822960" y="3520440"/>
            <a:ext cx="78181" cy="69494"/>
          </a:xfrm>
          <a:prstGeom prst="line">
            <a:avLst/>
          </a:prstGeom>
          <a:noFill/>
          <a:ln w="19050">
            <a:solidFill>
              <a:srgbClr val="4A4A55"/>
            </a:solidFill>
            <a:prstDash val="solid"/>
          </a:ln>
        </p:spPr>
      </p:sp>
      <p:sp>
        <p:nvSpPr>
          <p:cNvPr id="535" name="Shape 533"/>
          <p:cNvSpPr/>
          <p:nvPr/>
        </p:nvSpPr>
        <p:spPr>
          <a:xfrm>
            <a:off x="901141" y="3589934"/>
            <a:ext cx="189550" cy="34747"/>
          </a:xfrm>
          <a:prstGeom prst="line">
            <a:avLst/>
          </a:prstGeom>
          <a:noFill/>
          <a:ln w="19050">
            <a:solidFill>
              <a:srgbClr val="4A4A55"/>
            </a:solidFill>
            <a:prstDash val="solid"/>
          </a:ln>
        </p:spPr>
      </p:sp>
      <p:sp>
        <p:nvSpPr>
          <p:cNvPr id="536" name="Shape 534"/>
          <p:cNvSpPr/>
          <p:nvPr/>
        </p:nvSpPr>
        <p:spPr>
          <a:xfrm>
            <a:off x="1090692" y="3624682"/>
            <a:ext cx="78181" cy="69494"/>
          </a:xfrm>
          <a:prstGeom prst="line">
            <a:avLst/>
          </a:prstGeom>
          <a:noFill/>
          <a:ln w="19050">
            <a:solidFill>
              <a:srgbClr val="4A4A55"/>
            </a:solidFill>
            <a:prstDash val="solid"/>
          </a:ln>
        </p:spPr>
      </p:sp>
      <p:sp>
        <p:nvSpPr>
          <p:cNvPr id="537" name="Shape 535"/>
          <p:cNvSpPr/>
          <p:nvPr/>
        </p:nvSpPr>
        <p:spPr>
          <a:xfrm flipV="1">
            <a:off x="1090692" y="3589934"/>
            <a:ext cx="111369" cy="34747"/>
          </a:xfrm>
          <a:prstGeom prst="line">
            <a:avLst/>
          </a:prstGeom>
          <a:noFill/>
          <a:ln w="19050">
            <a:solidFill>
              <a:srgbClr val="4A4A55"/>
            </a:solidFill>
            <a:prstDash val="solid"/>
          </a:ln>
        </p:spPr>
      </p:sp>
      <p:sp>
        <p:nvSpPr>
          <p:cNvPr id="538" name="Shape 536"/>
          <p:cNvSpPr/>
          <p:nvPr/>
        </p:nvSpPr>
        <p:spPr>
          <a:xfrm>
            <a:off x="1168873" y="3694176"/>
            <a:ext cx="189550" cy="34747"/>
          </a:xfrm>
          <a:prstGeom prst="line">
            <a:avLst/>
          </a:prstGeom>
          <a:noFill/>
          <a:ln w="19050">
            <a:solidFill>
              <a:srgbClr val="4A4A55"/>
            </a:solidFill>
            <a:prstDash val="solid"/>
          </a:ln>
        </p:spPr>
      </p:sp>
      <p:sp>
        <p:nvSpPr>
          <p:cNvPr id="539" name="Shape 537"/>
          <p:cNvSpPr/>
          <p:nvPr/>
        </p:nvSpPr>
        <p:spPr>
          <a:xfrm>
            <a:off x="1358423" y="3728923"/>
            <a:ext cx="78181" cy="69494"/>
          </a:xfrm>
          <a:prstGeom prst="line">
            <a:avLst/>
          </a:prstGeom>
          <a:noFill/>
          <a:ln w="19050">
            <a:solidFill>
              <a:srgbClr val="4A4A55"/>
            </a:solidFill>
            <a:prstDash val="solid"/>
          </a:ln>
        </p:spPr>
      </p:sp>
      <p:sp>
        <p:nvSpPr>
          <p:cNvPr id="540" name="Shape 538"/>
          <p:cNvSpPr/>
          <p:nvPr/>
        </p:nvSpPr>
        <p:spPr>
          <a:xfrm flipV="1">
            <a:off x="1358423" y="3694176"/>
            <a:ext cx="111369" cy="34747"/>
          </a:xfrm>
          <a:prstGeom prst="line">
            <a:avLst/>
          </a:prstGeom>
          <a:noFill/>
          <a:ln w="19050">
            <a:solidFill>
              <a:srgbClr val="4A4A55"/>
            </a:solidFill>
            <a:prstDash val="solid"/>
          </a:ln>
        </p:spPr>
      </p:sp>
      <p:sp>
        <p:nvSpPr>
          <p:cNvPr id="541" name="Shape 539"/>
          <p:cNvSpPr/>
          <p:nvPr/>
        </p:nvSpPr>
        <p:spPr>
          <a:xfrm>
            <a:off x="1436604" y="3798418"/>
            <a:ext cx="189550" cy="34747"/>
          </a:xfrm>
          <a:prstGeom prst="line">
            <a:avLst/>
          </a:prstGeom>
          <a:noFill/>
          <a:ln w="19050">
            <a:solidFill>
              <a:srgbClr val="4A4A55"/>
            </a:solidFill>
            <a:prstDash val="solid"/>
          </a:ln>
        </p:spPr>
      </p:sp>
      <p:sp>
        <p:nvSpPr>
          <p:cNvPr id="542" name="Shape 540"/>
          <p:cNvSpPr/>
          <p:nvPr/>
        </p:nvSpPr>
        <p:spPr>
          <a:xfrm>
            <a:off x="1626155" y="3833165"/>
            <a:ext cx="78181" cy="69494"/>
          </a:xfrm>
          <a:prstGeom prst="line">
            <a:avLst/>
          </a:prstGeom>
          <a:noFill/>
          <a:ln w="19050">
            <a:solidFill>
              <a:srgbClr val="4A4A55"/>
            </a:solidFill>
            <a:prstDash val="solid"/>
          </a:ln>
        </p:spPr>
      </p:sp>
      <p:sp>
        <p:nvSpPr>
          <p:cNvPr id="543" name="Shape 541"/>
          <p:cNvSpPr/>
          <p:nvPr/>
        </p:nvSpPr>
        <p:spPr>
          <a:xfrm flipV="1">
            <a:off x="1626155" y="3798418"/>
            <a:ext cx="111369" cy="34747"/>
          </a:xfrm>
          <a:prstGeom prst="line">
            <a:avLst/>
          </a:prstGeom>
          <a:noFill/>
          <a:ln w="19050">
            <a:solidFill>
              <a:srgbClr val="4A4A55"/>
            </a:solidFill>
            <a:prstDash val="solid"/>
          </a:ln>
        </p:spPr>
      </p:sp>
      <p:sp>
        <p:nvSpPr>
          <p:cNvPr id="544" name="Shape 542"/>
          <p:cNvSpPr/>
          <p:nvPr/>
        </p:nvSpPr>
        <p:spPr>
          <a:xfrm>
            <a:off x="1704336" y="3902659"/>
            <a:ext cx="189550" cy="34747"/>
          </a:xfrm>
          <a:prstGeom prst="line">
            <a:avLst/>
          </a:prstGeom>
          <a:noFill/>
          <a:ln w="19050">
            <a:solidFill>
              <a:srgbClr val="4A4A55"/>
            </a:solidFill>
            <a:prstDash val="solid"/>
          </a:ln>
        </p:spPr>
      </p:sp>
      <p:sp>
        <p:nvSpPr>
          <p:cNvPr id="545" name="Shape 543"/>
          <p:cNvSpPr/>
          <p:nvPr/>
        </p:nvSpPr>
        <p:spPr>
          <a:xfrm>
            <a:off x="1893886" y="3937406"/>
            <a:ext cx="78181" cy="69494"/>
          </a:xfrm>
          <a:prstGeom prst="line">
            <a:avLst/>
          </a:prstGeom>
          <a:noFill/>
          <a:ln w="19050">
            <a:solidFill>
              <a:srgbClr val="4A4A55"/>
            </a:solidFill>
            <a:prstDash val="solid"/>
          </a:ln>
        </p:spPr>
      </p:sp>
      <p:sp>
        <p:nvSpPr>
          <p:cNvPr id="546" name="Shape 544"/>
          <p:cNvSpPr/>
          <p:nvPr/>
        </p:nvSpPr>
        <p:spPr>
          <a:xfrm flipV="1">
            <a:off x="1893886" y="3902659"/>
            <a:ext cx="111369" cy="34747"/>
          </a:xfrm>
          <a:prstGeom prst="line">
            <a:avLst/>
          </a:prstGeom>
          <a:noFill/>
          <a:ln w="19050">
            <a:solidFill>
              <a:srgbClr val="4A4A55"/>
            </a:solidFill>
            <a:prstDash val="solid"/>
          </a:ln>
        </p:spPr>
      </p:sp>
      <p:sp>
        <p:nvSpPr>
          <p:cNvPr id="547" name="Shape 545"/>
          <p:cNvSpPr/>
          <p:nvPr/>
        </p:nvSpPr>
        <p:spPr>
          <a:xfrm>
            <a:off x="1972068" y="4006901"/>
            <a:ext cx="189550" cy="34747"/>
          </a:xfrm>
          <a:prstGeom prst="line">
            <a:avLst/>
          </a:prstGeom>
          <a:noFill/>
          <a:ln w="19050">
            <a:solidFill>
              <a:srgbClr val="4A4A55"/>
            </a:solidFill>
            <a:prstDash val="solid"/>
          </a:ln>
        </p:spPr>
      </p:sp>
      <p:sp>
        <p:nvSpPr>
          <p:cNvPr id="548" name="Shape 546"/>
          <p:cNvSpPr/>
          <p:nvPr/>
        </p:nvSpPr>
        <p:spPr>
          <a:xfrm flipV="1">
            <a:off x="2161618" y="4006901"/>
            <a:ext cx="111369" cy="34747"/>
          </a:xfrm>
          <a:prstGeom prst="line">
            <a:avLst/>
          </a:prstGeom>
          <a:noFill/>
          <a:ln w="19050">
            <a:solidFill>
              <a:srgbClr val="4A4A55"/>
            </a:solidFill>
            <a:prstDash val="solid"/>
          </a:ln>
        </p:spPr>
      </p:sp>
      <p:sp>
        <p:nvSpPr>
          <p:cNvPr id="549" name="Shape 547"/>
          <p:cNvSpPr/>
          <p:nvPr/>
        </p:nvSpPr>
        <p:spPr>
          <a:xfrm>
            <a:off x="1123880" y="3520440"/>
            <a:ext cx="78181" cy="69494"/>
          </a:xfrm>
          <a:prstGeom prst="line">
            <a:avLst/>
          </a:prstGeom>
          <a:noFill/>
          <a:ln w="19050">
            <a:solidFill>
              <a:srgbClr val="4A4A55"/>
            </a:solidFill>
            <a:prstDash val="solid"/>
          </a:ln>
        </p:spPr>
      </p:sp>
      <p:sp>
        <p:nvSpPr>
          <p:cNvPr id="550" name="Shape 548"/>
          <p:cNvSpPr/>
          <p:nvPr/>
        </p:nvSpPr>
        <p:spPr>
          <a:xfrm>
            <a:off x="1202061" y="3589934"/>
            <a:ext cx="189550" cy="34747"/>
          </a:xfrm>
          <a:prstGeom prst="line">
            <a:avLst/>
          </a:prstGeom>
          <a:noFill/>
          <a:ln w="19050">
            <a:solidFill>
              <a:srgbClr val="4A4A55"/>
            </a:solidFill>
            <a:prstDash val="solid"/>
          </a:ln>
        </p:spPr>
      </p:sp>
      <p:sp>
        <p:nvSpPr>
          <p:cNvPr id="551" name="Shape 549"/>
          <p:cNvSpPr/>
          <p:nvPr/>
        </p:nvSpPr>
        <p:spPr>
          <a:xfrm>
            <a:off x="1391611" y="3624682"/>
            <a:ext cx="78181" cy="69494"/>
          </a:xfrm>
          <a:prstGeom prst="line">
            <a:avLst/>
          </a:prstGeom>
          <a:noFill/>
          <a:ln w="19050">
            <a:solidFill>
              <a:srgbClr val="4A4A55"/>
            </a:solidFill>
            <a:prstDash val="solid"/>
          </a:ln>
        </p:spPr>
      </p:sp>
      <p:sp>
        <p:nvSpPr>
          <p:cNvPr id="552" name="Shape 550"/>
          <p:cNvSpPr/>
          <p:nvPr/>
        </p:nvSpPr>
        <p:spPr>
          <a:xfrm flipV="1">
            <a:off x="1391611" y="3589934"/>
            <a:ext cx="111369" cy="34747"/>
          </a:xfrm>
          <a:prstGeom prst="line">
            <a:avLst/>
          </a:prstGeom>
          <a:noFill/>
          <a:ln w="19050">
            <a:solidFill>
              <a:srgbClr val="4A4A55"/>
            </a:solidFill>
            <a:prstDash val="solid"/>
          </a:ln>
        </p:spPr>
      </p:sp>
      <p:sp>
        <p:nvSpPr>
          <p:cNvPr id="553" name="Shape 551"/>
          <p:cNvSpPr/>
          <p:nvPr/>
        </p:nvSpPr>
        <p:spPr>
          <a:xfrm>
            <a:off x="1469792" y="3694176"/>
            <a:ext cx="189550" cy="34747"/>
          </a:xfrm>
          <a:prstGeom prst="line">
            <a:avLst/>
          </a:prstGeom>
          <a:noFill/>
          <a:ln w="19050">
            <a:solidFill>
              <a:srgbClr val="4A4A55"/>
            </a:solidFill>
            <a:prstDash val="solid"/>
          </a:ln>
        </p:spPr>
      </p:sp>
      <p:sp>
        <p:nvSpPr>
          <p:cNvPr id="554" name="Shape 552"/>
          <p:cNvSpPr/>
          <p:nvPr/>
        </p:nvSpPr>
        <p:spPr>
          <a:xfrm>
            <a:off x="1659343" y="3728923"/>
            <a:ext cx="78181" cy="69494"/>
          </a:xfrm>
          <a:prstGeom prst="line">
            <a:avLst/>
          </a:prstGeom>
          <a:noFill/>
          <a:ln w="19050">
            <a:solidFill>
              <a:srgbClr val="4A4A55"/>
            </a:solidFill>
            <a:prstDash val="solid"/>
          </a:ln>
        </p:spPr>
      </p:sp>
      <p:sp>
        <p:nvSpPr>
          <p:cNvPr id="555" name="Shape 553"/>
          <p:cNvSpPr/>
          <p:nvPr/>
        </p:nvSpPr>
        <p:spPr>
          <a:xfrm flipV="1">
            <a:off x="1659343" y="3694176"/>
            <a:ext cx="111369" cy="34747"/>
          </a:xfrm>
          <a:prstGeom prst="line">
            <a:avLst/>
          </a:prstGeom>
          <a:noFill/>
          <a:ln w="19050">
            <a:solidFill>
              <a:srgbClr val="4A4A55"/>
            </a:solidFill>
            <a:prstDash val="solid"/>
          </a:ln>
        </p:spPr>
      </p:sp>
      <p:sp>
        <p:nvSpPr>
          <p:cNvPr id="556" name="Shape 554"/>
          <p:cNvSpPr/>
          <p:nvPr/>
        </p:nvSpPr>
        <p:spPr>
          <a:xfrm>
            <a:off x="1737524" y="3798418"/>
            <a:ext cx="189550" cy="34747"/>
          </a:xfrm>
          <a:prstGeom prst="line">
            <a:avLst/>
          </a:prstGeom>
          <a:noFill/>
          <a:ln w="19050">
            <a:solidFill>
              <a:srgbClr val="4A4A55"/>
            </a:solidFill>
            <a:prstDash val="solid"/>
          </a:ln>
        </p:spPr>
      </p:sp>
      <p:sp>
        <p:nvSpPr>
          <p:cNvPr id="557" name="Shape 555"/>
          <p:cNvSpPr/>
          <p:nvPr/>
        </p:nvSpPr>
        <p:spPr>
          <a:xfrm>
            <a:off x="1927074" y="3833165"/>
            <a:ext cx="78181" cy="69494"/>
          </a:xfrm>
          <a:prstGeom prst="line">
            <a:avLst/>
          </a:prstGeom>
          <a:noFill/>
          <a:ln w="19050">
            <a:solidFill>
              <a:srgbClr val="4A4A55"/>
            </a:solidFill>
            <a:prstDash val="solid"/>
          </a:ln>
        </p:spPr>
      </p:sp>
      <p:sp>
        <p:nvSpPr>
          <p:cNvPr id="558" name="Shape 556"/>
          <p:cNvSpPr/>
          <p:nvPr/>
        </p:nvSpPr>
        <p:spPr>
          <a:xfrm flipV="1">
            <a:off x="1927074" y="3798418"/>
            <a:ext cx="111369" cy="34747"/>
          </a:xfrm>
          <a:prstGeom prst="line">
            <a:avLst/>
          </a:prstGeom>
          <a:noFill/>
          <a:ln w="19050">
            <a:solidFill>
              <a:srgbClr val="4A4A55"/>
            </a:solidFill>
            <a:prstDash val="solid"/>
          </a:ln>
        </p:spPr>
      </p:sp>
      <p:sp>
        <p:nvSpPr>
          <p:cNvPr id="559" name="Shape 557"/>
          <p:cNvSpPr/>
          <p:nvPr/>
        </p:nvSpPr>
        <p:spPr>
          <a:xfrm>
            <a:off x="2005256" y="3902659"/>
            <a:ext cx="189550" cy="34747"/>
          </a:xfrm>
          <a:prstGeom prst="line">
            <a:avLst/>
          </a:prstGeom>
          <a:noFill/>
          <a:ln w="19050">
            <a:solidFill>
              <a:srgbClr val="4A4A55"/>
            </a:solidFill>
            <a:prstDash val="solid"/>
          </a:ln>
        </p:spPr>
      </p:sp>
      <p:sp>
        <p:nvSpPr>
          <p:cNvPr id="560" name="Shape 558"/>
          <p:cNvSpPr/>
          <p:nvPr/>
        </p:nvSpPr>
        <p:spPr>
          <a:xfrm>
            <a:off x="2194806" y="3937406"/>
            <a:ext cx="78181" cy="69494"/>
          </a:xfrm>
          <a:prstGeom prst="line">
            <a:avLst/>
          </a:prstGeom>
          <a:noFill/>
          <a:ln w="19050">
            <a:solidFill>
              <a:srgbClr val="4A4A55"/>
            </a:solidFill>
            <a:prstDash val="solid"/>
          </a:ln>
        </p:spPr>
      </p:sp>
      <p:sp>
        <p:nvSpPr>
          <p:cNvPr id="561" name="Shape 559"/>
          <p:cNvSpPr/>
          <p:nvPr/>
        </p:nvSpPr>
        <p:spPr>
          <a:xfrm flipV="1">
            <a:off x="2194806" y="3902659"/>
            <a:ext cx="111369" cy="34747"/>
          </a:xfrm>
          <a:prstGeom prst="line">
            <a:avLst/>
          </a:prstGeom>
          <a:noFill/>
          <a:ln w="19050">
            <a:solidFill>
              <a:srgbClr val="4A4A55"/>
            </a:solidFill>
            <a:prstDash val="solid"/>
          </a:ln>
        </p:spPr>
      </p:sp>
      <p:sp>
        <p:nvSpPr>
          <p:cNvPr id="562" name="Shape 560"/>
          <p:cNvSpPr/>
          <p:nvPr/>
        </p:nvSpPr>
        <p:spPr>
          <a:xfrm>
            <a:off x="2272987" y="4006901"/>
            <a:ext cx="189550" cy="34747"/>
          </a:xfrm>
          <a:prstGeom prst="line">
            <a:avLst/>
          </a:prstGeom>
          <a:noFill/>
          <a:ln w="19050">
            <a:solidFill>
              <a:srgbClr val="4A4A55"/>
            </a:solidFill>
            <a:prstDash val="solid"/>
          </a:ln>
        </p:spPr>
      </p:sp>
      <p:sp>
        <p:nvSpPr>
          <p:cNvPr id="563" name="Shape 561"/>
          <p:cNvSpPr/>
          <p:nvPr/>
        </p:nvSpPr>
        <p:spPr>
          <a:xfrm flipV="1">
            <a:off x="2462538" y="4006901"/>
            <a:ext cx="111369" cy="34747"/>
          </a:xfrm>
          <a:prstGeom prst="line">
            <a:avLst/>
          </a:prstGeom>
          <a:noFill/>
          <a:ln w="19050">
            <a:solidFill>
              <a:srgbClr val="4A4A55"/>
            </a:solidFill>
            <a:prstDash val="solid"/>
          </a:ln>
        </p:spPr>
      </p:sp>
      <p:sp>
        <p:nvSpPr>
          <p:cNvPr id="564" name="Shape 562"/>
          <p:cNvSpPr/>
          <p:nvPr/>
        </p:nvSpPr>
        <p:spPr>
          <a:xfrm>
            <a:off x="1424799" y="3520440"/>
            <a:ext cx="78181" cy="69494"/>
          </a:xfrm>
          <a:prstGeom prst="line">
            <a:avLst/>
          </a:prstGeom>
          <a:noFill/>
          <a:ln w="19050">
            <a:solidFill>
              <a:srgbClr val="4A4A55"/>
            </a:solidFill>
            <a:prstDash val="solid"/>
          </a:ln>
        </p:spPr>
      </p:sp>
      <p:sp>
        <p:nvSpPr>
          <p:cNvPr id="565" name="Shape 563"/>
          <p:cNvSpPr/>
          <p:nvPr/>
        </p:nvSpPr>
        <p:spPr>
          <a:xfrm>
            <a:off x="1502980" y="3589934"/>
            <a:ext cx="189550" cy="34747"/>
          </a:xfrm>
          <a:prstGeom prst="line">
            <a:avLst/>
          </a:prstGeom>
          <a:noFill/>
          <a:ln w="19050">
            <a:solidFill>
              <a:srgbClr val="4A4A55"/>
            </a:solidFill>
            <a:prstDash val="solid"/>
          </a:ln>
        </p:spPr>
      </p:sp>
      <p:sp>
        <p:nvSpPr>
          <p:cNvPr id="566" name="Shape 564"/>
          <p:cNvSpPr/>
          <p:nvPr/>
        </p:nvSpPr>
        <p:spPr>
          <a:xfrm>
            <a:off x="1692531" y="3624682"/>
            <a:ext cx="78181" cy="69494"/>
          </a:xfrm>
          <a:prstGeom prst="line">
            <a:avLst/>
          </a:prstGeom>
          <a:noFill/>
          <a:ln w="19050">
            <a:solidFill>
              <a:srgbClr val="4A4A55"/>
            </a:solidFill>
            <a:prstDash val="solid"/>
          </a:ln>
        </p:spPr>
      </p:sp>
      <p:sp>
        <p:nvSpPr>
          <p:cNvPr id="567" name="Shape 565"/>
          <p:cNvSpPr/>
          <p:nvPr/>
        </p:nvSpPr>
        <p:spPr>
          <a:xfrm flipV="1">
            <a:off x="1692531" y="3589934"/>
            <a:ext cx="111369" cy="34747"/>
          </a:xfrm>
          <a:prstGeom prst="line">
            <a:avLst/>
          </a:prstGeom>
          <a:noFill/>
          <a:ln w="19050">
            <a:solidFill>
              <a:srgbClr val="4A4A55"/>
            </a:solidFill>
            <a:prstDash val="solid"/>
          </a:ln>
        </p:spPr>
      </p:sp>
      <p:sp>
        <p:nvSpPr>
          <p:cNvPr id="568" name="Shape 566"/>
          <p:cNvSpPr/>
          <p:nvPr/>
        </p:nvSpPr>
        <p:spPr>
          <a:xfrm>
            <a:off x="1770712" y="3694176"/>
            <a:ext cx="189550" cy="34747"/>
          </a:xfrm>
          <a:prstGeom prst="line">
            <a:avLst/>
          </a:prstGeom>
          <a:noFill/>
          <a:ln w="19050">
            <a:solidFill>
              <a:srgbClr val="4A4A55"/>
            </a:solidFill>
            <a:prstDash val="solid"/>
          </a:ln>
        </p:spPr>
      </p:sp>
      <p:sp>
        <p:nvSpPr>
          <p:cNvPr id="569" name="Shape 567"/>
          <p:cNvSpPr/>
          <p:nvPr/>
        </p:nvSpPr>
        <p:spPr>
          <a:xfrm>
            <a:off x="1960262" y="3728923"/>
            <a:ext cx="78181" cy="69494"/>
          </a:xfrm>
          <a:prstGeom prst="line">
            <a:avLst/>
          </a:prstGeom>
          <a:noFill/>
          <a:ln w="19050">
            <a:solidFill>
              <a:srgbClr val="4A4A55"/>
            </a:solidFill>
            <a:prstDash val="solid"/>
          </a:ln>
        </p:spPr>
      </p:sp>
      <p:sp>
        <p:nvSpPr>
          <p:cNvPr id="570" name="Shape 568"/>
          <p:cNvSpPr/>
          <p:nvPr/>
        </p:nvSpPr>
        <p:spPr>
          <a:xfrm flipV="1">
            <a:off x="1960262" y="3694176"/>
            <a:ext cx="111369" cy="34747"/>
          </a:xfrm>
          <a:prstGeom prst="line">
            <a:avLst/>
          </a:prstGeom>
          <a:noFill/>
          <a:ln w="19050">
            <a:solidFill>
              <a:srgbClr val="4A4A55"/>
            </a:solidFill>
            <a:prstDash val="solid"/>
          </a:ln>
        </p:spPr>
      </p:sp>
      <p:sp>
        <p:nvSpPr>
          <p:cNvPr id="571" name="Shape 569"/>
          <p:cNvSpPr/>
          <p:nvPr/>
        </p:nvSpPr>
        <p:spPr>
          <a:xfrm>
            <a:off x="2038444" y="3798418"/>
            <a:ext cx="189550" cy="34747"/>
          </a:xfrm>
          <a:prstGeom prst="line">
            <a:avLst/>
          </a:prstGeom>
          <a:noFill/>
          <a:ln w="19050">
            <a:solidFill>
              <a:srgbClr val="4A4A55"/>
            </a:solidFill>
            <a:prstDash val="solid"/>
          </a:ln>
        </p:spPr>
      </p:sp>
      <p:sp>
        <p:nvSpPr>
          <p:cNvPr id="572" name="Shape 570"/>
          <p:cNvSpPr/>
          <p:nvPr/>
        </p:nvSpPr>
        <p:spPr>
          <a:xfrm>
            <a:off x="2227994" y="3833165"/>
            <a:ext cx="78181" cy="69494"/>
          </a:xfrm>
          <a:prstGeom prst="line">
            <a:avLst/>
          </a:prstGeom>
          <a:noFill/>
          <a:ln w="19050">
            <a:solidFill>
              <a:srgbClr val="4A4A55"/>
            </a:solidFill>
            <a:prstDash val="solid"/>
          </a:ln>
        </p:spPr>
      </p:sp>
      <p:sp>
        <p:nvSpPr>
          <p:cNvPr id="573" name="Shape 571"/>
          <p:cNvSpPr/>
          <p:nvPr/>
        </p:nvSpPr>
        <p:spPr>
          <a:xfrm flipV="1">
            <a:off x="2227994" y="3798418"/>
            <a:ext cx="111369" cy="34747"/>
          </a:xfrm>
          <a:prstGeom prst="line">
            <a:avLst/>
          </a:prstGeom>
          <a:noFill/>
          <a:ln w="19050">
            <a:solidFill>
              <a:srgbClr val="4A4A55"/>
            </a:solidFill>
            <a:prstDash val="solid"/>
          </a:ln>
        </p:spPr>
      </p:sp>
      <p:sp>
        <p:nvSpPr>
          <p:cNvPr id="574" name="Shape 572"/>
          <p:cNvSpPr/>
          <p:nvPr/>
        </p:nvSpPr>
        <p:spPr>
          <a:xfrm>
            <a:off x="2306175" y="3902659"/>
            <a:ext cx="189550" cy="34747"/>
          </a:xfrm>
          <a:prstGeom prst="line">
            <a:avLst/>
          </a:prstGeom>
          <a:noFill/>
          <a:ln w="19050">
            <a:solidFill>
              <a:srgbClr val="4A4A55"/>
            </a:solidFill>
            <a:prstDash val="solid"/>
          </a:ln>
        </p:spPr>
      </p:sp>
      <p:sp>
        <p:nvSpPr>
          <p:cNvPr id="575" name="Shape 573"/>
          <p:cNvSpPr/>
          <p:nvPr/>
        </p:nvSpPr>
        <p:spPr>
          <a:xfrm>
            <a:off x="2495726" y="3937406"/>
            <a:ext cx="78181" cy="69494"/>
          </a:xfrm>
          <a:prstGeom prst="line">
            <a:avLst/>
          </a:prstGeom>
          <a:noFill/>
          <a:ln w="19050">
            <a:solidFill>
              <a:srgbClr val="4A4A55"/>
            </a:solidFill>
            <a:prstDash val="solid"/>
          </a:ln>
        </p:spPr>
      </p:sp>
      <p:sp>
        <p:nvSpPr>
          <p:cNvPr id="576" name="Shape 574"/>
          <p:cNvSpPr/>
          <p:nvPr/>
        </p:nvSpPr>
        <p:spPr>
          <a:xfrm flipV="1">
            <a:off x="2495726" y="3902659"/>
            <a:ext cx="111369" cy="34747"/>
          </a:xfrm>
          <a:prstGeom prst="line">
            <a:avLst/>
          </a:prstGeom>
          <a:noFill/>
          <a:ln w="19050">
            <a:solidFill>
              <a:srgbClr val="4A4A55"/>
            </a:solidFill>
            <a:prstDash val="solid"/>
          </a:ln>
        </p:spPr>
      </p:sp>
      <p:sp>
        <p:nvSpPr>
          <p:cNvPr id="577" name="Shape 575"/>
          <p:cNvSpPr/>
          <p:nvPr/>
        </p:nvSpPr>
        <p:spPr>
          <a:xfrm>
            <a:off x="2573907" y="4006901"/>
            <a:ext cx="189550" cy="34747"/>
          </a:xfrm>
          <a:prstGeom prst="line">
            <a:avLst/>
          </a:prstGeom>
          <a:noFill/>
          <a:ln w="19050">
            <a:solidFill>
              <a:srgbClr val="4A4A55"/>
            </a:solidFill>
            <a:prstDash val="solid"/>
          </a:ln>
        </p:spPr>
      </p:sp>
      <p:sp>
        <p:nvSpPr>
          <p:cNvPr id="578" name="Shape 576"/>
          <p:cNvSpPr/>
          <p:nvPr/>
        </p:nvSpPr>
        <p:spPr>
          <a:xfrm flipV="1">
            <a:off x="2763457" y="4006901"/>
            <a:ext cx="111369" cy="34747"/>
          </a:xfrm>
          <a:prstGeom prst="line">
            <a:avLst/>
          </a:prstGeom>
          <a:noFill/>
          <a:ln w="19050">
            <a:solidFill>
              <a:srgbClr val="4A4A55"/>
            </a:solidFill>
            <a:prstDash val="solid"/>
          </a:ln>
        </p:spPr>
      </p:sp>
      <p:sp>
        <p:nvSpPr>
          <p:cNvPr id="579" name="Shape 577"/>
          <p:cNvSpPr/>
          <p:nvPr/>
        </p:nvSpPr>
        <p:spPr>
          <a:xfrm>
            <a:off x="1725719" y="3520440"/>
            <a:ext cx="78181" cy="69494"/>
          </a:xfrm>
          <a:prstGeom prst="line">
            <a:avLst/>
          </a:prstGeom>
          <a:noFill/>
          <a:ln w="19050">
            <a:solidFill>
              <a:srgbClr val="4A4A55"/>
            </a:solidFill>
            <a:prstDash val="solid"/>
          </a:ln>
        </p:spPr>
      </p:sp>
      <p:sp>
        <p:nvSpPr>
          <p:cNvPr id="580" name="Shape 578"/>
          <p:cNvSpPr/>
          <p:nvPr/>
        </p:nvSpPr>
        <p:spPr>
          <a:xfrm>
            <a:off x="1803900" y="3589934"/>
            <a:ext cx="189550" cy="34747"/>
          </a:xfrm>
          <a:prstGeom prst="line">
            <a:avLst/>
          </a:prstGeom>
          <a:noFill/>
          <a:ln w="19050">
            <a:solidFill>
              <a:srgbClr val="4A4A55"/>
            </a:solidFill>
            <a:prstDash val="solid"/>
          </a:ln>
        </p:spPr>
      </p:sp>
      <p:sp>
        <p:nvSpPr>
          <p:cNvPr id="581" name="Shape 579"/>
          <p:cNvSpPr/>
          <p:nvPr/>
        </p:nvSpPr>
        <p:spPr>
          <a:xfrm>
            <a:off x="1993450" y="3624682"/>
            <a:ext cx="78181" cy="69494"/>
          </a:xfrm>
          <a:prstGeom prst="line">
            <a:avLst/>
          </a:prstGeom>
          <a:noFill/>
          <a:ln w="19050">
            <a:solidFill>
              <a:srgbClr val="4A4A55"/>
            </a:solidFill>
            <a:prstDash val="solid"/>
          </a:ln>
        </p:spPr>
      </p:sp>
      <p:sp>
        <p:nvSpPr>
          <p:cNvPr id="582" name="Shape 580"/>
          <p:cNvSpPr/>
          <p:nvPr/>
        </p:nvSpPr>
        <p:spPr>
          <a:xfrm flipV="1">
            <a:off x="1993450" y="3589934"/>
            <a:ext cx="111369" cy="34747"/>
          </a:xfrm>
          <a:prstGeom prst="line">
            <a:avLst/>
          </a:prstGeom>
          <a:noFill/>
          <a:ln w="19050">
            <a:solidFill>
              <a:srgbClr val="4A4A55"/>
            </a:solidFill>
            <a:prstDash val="solid"/>
          </a:ln>
        </p:spPr>
      </p:sp>
      <p:sp>
        <p:nvSpPr>
          <p:cNvPr id="583" name="Shape 581"/>
          <p:cNvSpPr/>
          <p:nvPr/>
        </p:nvSpPr>
        <p:spPr>
          <a:xfrm>
            <a:off x="2071632" y="3694176"/>
            <a:ext cx="189550" cy="34747"/>
          </a:xfrm>
          <a:prstGeom prst="line">
            <a:avLst/>
          </a:prstGeom>
          <a:noFill/>
          <a:ln w="19050">
            <a:solidFill>
              <a:srgbClr val="4A4A55"/>
            </a:solidFill>
            <a:prstDash val="solid"/>
          </a:ln>
        </p:spPr>
      </p:sp>
      <p:sp>
        <p:nvSpPr>
          <p:cNvPr id="584" name="Shape 582"/>
          <p:cNvSpPr/>
          <p:nvPr/>
        </p:nvSpPr>
        <p:spPr>
          <a:xfrm>
            <a:off x="2261182" y="3728923"/>
            <a:ext cx="78181" cy="69494"/>
          </a:xfrm>
          <a:prstGeom prst="line">
            <a:avLst/>
          </a:prstGeom>
          <a:noFill/>
          <a:ln w="19050">
            <a:solidFill>
              <a:srgbClr val="4A4A55"/>
            </a:solidFill>
            <a:prstDash val="solid"/>
          </a:ln>
        </p:spPr>
      </p:sp>
      <p:sp>
        <p:nvSpPr>
          <p:cNvPr id="585" name="Shape 583"/>
          <p:cNvSpPr/>
          <p:nvPr/>
        </p:nvSpPr>
        <p:spPr>
          <a:xfrm flipV="1">
            <a:off x="2261182" y="3694176"/>
            <a:ext cx="111369" cy="34747"/>
          </a:xfrm>
          <a:prstGeom prst="line">
            <a:avLst/>
          </a:prstGeom>
          <a:noFill/>
          <a:ln w="19050">
            <a:solidFill>
              <a:srgbClr val="4A4A55"/>
            </a:solidFill>
            <a:prstDash val="solid"/>
          </a:ln>
        </p:spPr>
      </p:sp>
      <p:sp>
        <p:nvSpPr>
          <p:cNvPr id="586" name="Shape 584"/>
          <p:cNvSpPr/>
          <p:nvPr/>
        </p:nvSpPr>
        <p:spPr>
          <a:xfrm>
            <a:off x="2339363" y="3798418"/>
            <a:ext cx="189550" cy="34747"/>
          </a:xfrm>
          <a:prstGeom prst="line">
            <a:avLst/>
          </a:prstGeom>
          <a:noFill/>
          <a:ln w="19050">
            <a:solidFill>
              <a:srgbClr val="4A4A55"/>
            </a:solidFill>
            <a:prstDash val="solid"/>
          </a:ln>
        </p:spPr>
      </p:sp>
      <p:sp>
        <p:nvSpPr>
          <p:cNvPr id="587" name="Shape 585"/>
          <p:cNvSpPr/>
          <p:nvPr/>
        </p:nvSpPr>
        <p:spPr>
          <a:xfrm>
            <a:off x="2528914" y="3833165"/>
            <a:ext cx="78181" cy="69494"/>
          </a:xfrm>
          <a:prstGeom prst="line">
            <a:avLst/>
          </a:prstGeom>
          <a:noFill/>
          <a:ln w="19050">
            <a:solidFill>
              <a:srgbClr val="4A4A55"/>
            </a:solidFill>
            <a:prstDash val="solid"/>
          </a:ln>
        </p:spPr>
      </p:sp>
      <p:sp>
        <p:nvSpPr>
          <p:cNvPr id="588" name="Shape 586"/>
          <p:cNvSpPr/>
          <p:nvPr/>
        </p:nvSpPr>
        <p:spPr>
          <a:xfrm flipV="1">
            <a:off x="2528914" y="3798418"/>
            <a:ext cx="111369" cy="34747"/>
          </a:xfrm>
          <a:prstGeom prst="line">
            <a:avLst/>
          </a:prstGeom>
          <a:noFill/>
          <a:ln w="19050">
            <a:solidFill>
              <a:srgbClr val="4A4A55"/>
            </a:solidFill>
            <a:prstDash val="solid"/>
          </a:ln>
        </p:spPr>
      </p:sp>
      <p:sp>
        <p:nvSpPr>
          <p:cNvPr id="589" name="Shape 587"/>
          <p:cNvSpPr/>
          <p:nvPr/>
        </p:nvSpPr>
        <p:spPr>
          <a:xfrm>
            <a:off x="2607095" y="3902659"/>
            <a:ext cx="189550" cy="34747"/>
          </a:xfrm>
          <a:prstGeom prst="line">
            <a:avLst/>
          </a:prstGeom>
          <a:noFill/>
          <a:ln w="19050">
            <a:solidFill>
              <a:srgbClr val="4A4A55"/>
            </a:solidFill>
            <a:prstDash val="solid"/>
          </a:ln>
        </p:spPr>
      </p:sp>
      <p:sp>
        <p:nvSpPr>
          <p:cNvPr id="590" name="Shape 588"/>
          <p:cNvSpPr/>
          <p:nvPr/>
        </p:nvSpPr>
        <p:spPr>
          <a:xfrm>
            <a:off x="2796645" y="3937406"/>
            <a:ext cx="78181" cy="69494"/>
          </a:xfrm>
          <a:prstGeom prst="line">
            <a:avLst/>
          </a:prstGeom>
          <a:noFill/>
          <a:ln w="19050">
            <a:solidFill>
              <a:srgbClr val="4A4A55"/>
            </a:solidFill>
            <a:prstDash val="solid"/>
          </a:ln>
        </p:spPr>
      </p:sp>
      <p:sp>
        <p:nvSpPr>
          <p:cNvPr id="591" name="Shape 589"/>
          <p:cNvSpPr/>
          <p:nvPr/>
        </p:nvSpPr>
        <p:spPr>
          <a:xfrm flipV="1">
            <a:off x="2796645" y="3902659"/>
            <a:ext cx="111369" cy="34747"/>
          </a:xfrm>
          <a:prstGeom prst="line">
            <a:avLst/>
          </a:prstGeom>
          <a:noFill/>
          <a:ln w="19050">
            <a:solidFill>
              <a:srgbClr val="4A4A55"/>
            </a:solidFill>
            <a:prstDash val="solid"/>
          </a:ln>
        </p:spPr>
      </p:sp>
      <p:sp>
        <p:nvSpPr>
          <p:cNvPr id="592" name="Shape 590"/>
          <p:cNvSpPr/>
          <p:nvPr/>
        </p:nvSpPr>
        <p:spPr>
          <a:xfrm>
            <a:off x="2874826" y="4006901"/>
            <a:ext cx="189550" cy="34747"/>
          </a:xfrm>
          <a:prstGeom prst="line">
            <a:avLst/>
          </a:prstGeom>
          <a:noFill/>
          <a:ln w="19050">
            <a:solidFill>
              <a:srgbClr val="4A4A55"/>
            </a:solidFill>
            <a:prstDash val="solid"/>
          </a:ln>
        </p:spPr>
      </p:sp>
      <p:sp>
        <p:nvSpPr>
          <p:cNvPr id="593" name="Shape 591"/>
          <p:cNvSpPr/>
          <p:nvPr/>
        </p:nvSpPr>
        <p:spPr>
          <a:xfrm flipV="1">
            <a:off x="3064377" y="4006901"/>
            <a:ext cx="111369" cy="34747"/>
          </a:xfrm>
          <a:prstGeom prst="line">
            <a:avLst/>
          </a:prstGeom>
          <a:noFill/>
          <a:ln w="19050">
            <a:solidFill>
              <a:srgbClr val="4A4A55"/>
            </a:solidFill>
            <a:prstDash val="solid"/>
          </a:ln>
        </p:spPr>
      </p:sp>
      <p:sp>
        <p:nvSpPr>
          <p:cNvPr id="594" name="Shape 592"/>
          <p:cNvSpPr/>
          <p:nvPr/>
        </p:nvSpPr>
        <p:spPr>
          <a:xfrm>
            <a:off x="2026638" y="3520440"/>
            <a:ext cx="78181" cy="69494"/>
          </a:xfrm>
          <a:prstGeom prst="line">
            <a:avLst/>
          </a:prstGeom>
          <a:noFill/>
          <a:ln w="19050">
            <a:solidFill>
              <a:srgbClr val="4A4A55"/>
            </a:solidFill>
            <a:prstDash val="solid"/>
          </a:ln>
        </p:spPr>
      </p:sp>
      <p:sp>
        <p:nvSpPr>
          <p:cNvPr id="595" name="Shape 593"/>
          <p:cNvSpPr/>
          <p:nvPr/>
        </p:nvSpPr>
        <p:spPr>
          <a:xfrm>
            <a:off x="2104820" y="3589934"/>
            <a:ext cx="189550" cy="34747"/>
          </a:xfrm>
          <a:prstGeom prst="line">
            <a:avLst/>
          </a:prstGeom>
          <a:noFill/>
          <a:ln w="19050">
            <a:solidFill>
              <a:srgbClr val="4A4A55"/>
            </a:solidFill>
            <a:prstDash val="solid"/>
          </a:ln>
        </p:spPr>
      </p:sp>
      <p:sp>
        <p:nvSpPr>
          <p:cNvPr id="596" name="Shape 594"/>
          <p:cNvSpPr/>
          <p:nvPr/>
        </p:nvSpPr>
        <p:spPr>
          <a:xfrm>
            <a:off x="2294370" y="3624682"/>
            <a:ext cx="78181" cy="69494"/>
          </a:xfrm>
          <a:prstGeom prst="line">
            <a:avLst/>
          </a:prstGeom>
          <a:noFill/>
          <a:ln w="19050">
            <a:solidFill>
              <a:srgbClr val="4A4A55"/>
            </a:solidFill>
            <a:prstDash val="solid"/>
          </a:ln>
        </p:spPr>
      </p:sp>
      <p:sp>
        <p:nvSpPr>
          <p:cNvPr id="597" name="Shape 595"/>
          <p:cNvSpPr/>
          <p:nvPr/>
        </p:nvSpPr>
        <p:spPr>
          <a:xfrm flipV="1">
            <a:off x="2294370" y="3589934"/>
            <a:ext cx="111369" cy="34747"/>
          </a:xfrm>
          <a:prstGeom prst="line">
            <a:avLst/>
          </a:prstGeom>
          <a:noFill/>
          <a:ln w="19050">
            <a:solidFill>
              <a:srgbClr val="4A4A55"/>
            </a:solidFill>
            <a:prstDash val="solid"/>
          </a:ln>
        </p:spPr>
      </p:sp>
      <p:sp>
        <p:nvSpPr>
          <p:cNvPr id="598" name="Shape 596"/>
          <p:cNvSpPr/>
          <p:nvPr/>
        </p:nvSpPr>
        <p:spPr>
          <a:xfrm>
            <a:off x="2372551" y="3694176"/>
            <a:ext cx="189550" cy="34747"/>
          </a:xfrm>
          <a:prstGeom prst="line">
            <a:avLst/>
          </a:prstGeom>
          <a:noFill/>
          <a:ln w="19050">
            <a:solidFill>
              <a:srgbClr val="4A4A55"/>
            </a:solidFill>
            <a:prstDash val="solid"/>
          </a:ln>
        </p:spPr>
      </p:sp>
      <p:sp>
        <p:nvSpPr>
          <p:cNvPr id="599" name="Shape 597"/>
          <p:cNvSpPr/>
          <p:nvPr/>
        </p:nvSpPr>
        <p:spPr>
          <a:xfrm>
            <a:off x="2562101" y="3728923"/>
            <a:ext cx="78181" cy="69494"/>
          </a:xfrm>
          <a:prstGeom prst="line">
            <a:avLst/>
          </a:prstGeom>
          <a:noFill/>
          <a:ln w="19050">
            <a:solidFill>
              <a:srgbClr val="4A4A55"/>
            </a:solidFill>
            <a:prstDash val="solid"/>
          </a:ln>
        </p:spPr>
      </p:sp>
      <p:sp>
        <p:nvSpPr>
          <p:cNvPr id="600" name="Shape 598"/>
          <p:cNvSpPr/>
          <p:nvPr/>
        </p:nvSpPr>
        <p:spPr>
          <a:xfrm flipV="1">
            <a:off x="2562101" y="3694176"/>
            <a:ext cx="111369" cy="34747"/>
          </a:xfrm>
          <a:prstGeom prst="line">
            <a:avLst/>
          </a:prstGeom>
          <a:noFill/>
          <a:ln w="19050">
            <a:solidFill>
              <a:srgbClr val="4A4A55"/>
            </a:solidFill>
            <a:prstDash val="solid"/>
          </a:ln>
        </p:spPr>
      </p:sp>
      <p:sp>
        <p:nvSpPr>
          <p:cNvPr id="601" name="Shape 599"/>
          <p:cNvSpPr/>
          <p:nvPr/>
        </p:nvSpPr>
        <p:spPr>
          <a:xfrm>
            <a:off x="2640283" y="3798418"/>
            <a:ext cx="189550" cy="34747"/>
          </a:xfrm>
          <a:prstGeom prst="line">
            <a:avLst/>
          </a:prstGeom>
          <a:noFill/>
          <a:ln w="19050">
            <a:solidFill>
              <a:srgbClr val="4A4A55"/>
            </a:solidFill>
            <a:prstDash val="solid"/>
          </a:ln>
        </p:spPr>
      </p:sp>
      <p:sp>
        <p:nvSpPr>
          <p:cNvPr id="602" name="Shape 600"/>
          <p:cNvSpPr/>
          <p:nvPr/>
        </p:nvSpPr>
        <p:spPr>
          <a:xfrm>
            <a:off x="2829833" y="3833165"/>
            <a:ext cx="78181" cy="69494"/>
          </a:xfrm>
          <a:prstGeom prst="line">
            <a:avLst/>
          </a:prstGeom>
          <a:noFill/>
          <a:ln w="19050">
            <a:solidFill>
              <a:srgbClr val="4A4A55"/>
            </a:solidFill>
            <a:prstDash val="solid"/>
          </a:ln>
        </p:spPr>
      </p:sp>
      <p:sp>
        <p:nvSpPr>
          <p:cNvPr id="603" name="Shape 601"/>
          <p:cNvSpPr/>
          <p:nvPr/>
        </p:nvSpPr>
        <p:spPr>
          <a:xfrm flipV="1">
            <a:off x="2829833" y="3798418"/>
            <a:ext cx="111369" cy="34747"/>
          </a:xfrm>
          <a:prstGeom prst="line">
            <a:avLst/>
          </a:prstGeom>
          <a:noFill/>
          <a:ln w="19050">
            <a:solidFill>
              <a:srgbClr val="4A4A55"/>
            </a:solidFill>
            <a:prstDash val="solid"/>
          </a:ln>
        </p:spPr>
      </p:sp>
      <p:sp>
        <p:nvSpPr>
          <p:cNvPr id="604" name="Shape 602"/>
          <p:cNvSpPr/>
          <p:nvPr/>
        </p:nvSpPr>
        <p:spPr>
          <a:xfrm>
            <a:off x="2908014" y="3902659"/>
            <a:ext cx="189550" cy="34747"/>
          </a:xfrm>
          <a:prstGeom prst="line">
            <a:avLst/>
          </a:prstGeom>
          <a:noFill/>
          <a:ln w="19050">
            <a:solidFill>
              <a:srgbClr val="4A4A55"/>
            </a:solidFill>
            <a:prstDash val="solid"/>
          </a:ln>
        </p:spPr>
      </p:sp>
      <p:sp>
        <p:nvSpPr>
          <p:cNvPr id="605" name="Shape 603"/>
          <p:cNvSpPr/>
          <p:nvPr/>
        </p:nvSpPr>
        <p:spPr>
          <a:xfrm>
            <a:off x="3097565" y="3937406"/>
            <a:ext cx="78181" cy="69494"/>
          </a:xfrm>
          <a:prstGeom prst="line">
            <a:avLst/>
          </a:prstGeom>
          <a:noFill/>
          <a:ln w="19050">
            <a:solidFill>
              <a:srgbClr val="4A4A55"/>
            </a:solidFill>
            <a:prstDash val="solid"/>
          </a:ln>
        </p:spPr>
      </p:sp>
      <p:sp>
        <p:nvSpPr>
          <p:cNvPr id="606" name="Shape 604"/>
          <p:cNvSpPr/>
          <p:nvPr/>
        </p:nvSpPr>
        <p:spPr>
          <a:xfrm flipV="1">
            <a:off x="3097565" y="3902659"/>
            <a:ext cx="111369" cy="34747"/>
          </a:xfrm>
          <a:prstGeom prst="line">
            <a:avLst/>
          </a:prstGeom>
          <a:noFill/>
          <a:ln w="19050">
            <a:solidFill>
              <a:srgbClr val="4A4A55"/>
            </a:solidFill>
            <a:prstDash val="solid"/>
          </a:ln>
        </p:spPr>
      </p:sp>
      <p:sp>
        <p:nvSpPr>
          <p:cNvPr id="607" name="Shape 605"/>
          <p:cNvSpPr/>
          <p:nvPr/>
        </p:nvSpPr>
        <p:spPr>
          <a:xfrm>
            <a:off x="3175746" y="4006901"/>
            <a:ext cx="189550" cy="34747"/>
          </a:xfrm>
          <a:prstGeom prst="line">
            <a:avLst/>
          </a:prstGeom>
          <a:noFill/>
          <a:ln w="19050">
            <a:solidFill>
              <a:srgbClr val="4A4A55"/>
            </a:solidFill>
            <a:prstDash val="solid"/>
          </a:ln>
        </p:spPr>
      </p:sp>
      <p:sp>
        <p:nvSpPr>
          <p:cNvPr id="608" name="Shape 606"/>
          <p:cNvSpPr/>
          <p:nvPr/>
        </p:nvSpPr>
        <p:spPr>
          <a:xfrm flipV="1">
            <a:off x="3365296" y="4006901"/>
            <a:ext cx="111369" cy="34747"/>
          </a:xfrm>
          <a:prstGeom prst="line">
            <a:avLst/>
          </a:prstGeom>
          <a:noFill/>
          <a:ln w="19050">
            <a:solidFill>
              <a:srgbClr val="4A4A55"/>
            </a:solidFill>
            <a:prstDash val="solid"/>
          </a:ln>
        </p:spPr>
      </p:sp>
      <p:sp>
        <p:nvSpPr>
          <p:cNvPr id="609" name="Shape 607"/>
          <p:cNvSpPr/>
          <p:nvPr/>
        </p:nvSpPr>
        <p:spPr>
          <a:xfrm>
            <a:off x="2327558" y="3520440"/>
            <a:ext cx="78181" cy="69494"/>
          </a:xfrm>
          <a:prstGeom prst="line">
            <a:avLst/>
          </a:prstGeom>
          <a:noFill/>
          <a:ln w="19050">
            <a:solidFill>
              <a:srgbClr val="4A4A55"/>
            </a:solidFill>
            <a:prstDash val="solid"/>
          </a:ln>
        </p:spPr>
      </p:sp>
      <p:sp>
        <p:nvSpPr>
          <p:cNvPr id="610" name="Shape 608"/>
          <p:cNvSpPr/>
          <p:nvPr/>
        </p:nvSpPr>
        <p:spPr>
          <a:xfrm>
            <a:off x="2405739" y="3589934"/>
            <a:ext cx="189550" cy="34747"/>
          </a:xfrm>
          <a:prstGeom prst="line">
            <a:avLst/>
          </a:prstGeom>
          <a:noFill/>
          <a:ln w="19050">
            <a:solidFill>
              <a:srgbClr val="4A4A55"/>
            </a:solidFill>
            <a:prstDash val="solid"/>
          </a:ln>
        </p:spPr>
      </p:sp>
      <p:sp>
        <p:nvSpPr>
          <p:cNvPr id="611" name="Shape 609"/>
          <p:cNvSpPr/>
          <p:nvPr/>
        </p:nvSpPr>
        <p:spPr>
          <a:xfrm>
            <a:off x="2595289" y="3624682"/>
            <a:ext cx="78181" cy="69494"/>
          </a:xfrm>
          <a:prstGeom prst="line">
            <a:avLst/>
          </a:prstGeom>
          <a:noFill/>
          <a:ln w="19050">
            <a:solidFill>
              <a:srgbClr val="4A4A55"/>
            </a:solidFill>
            <a:prstDash val="solid"/>
          </a:ln>
        </p:spPr>
      </p:sp>
      <p:sp>
        <p:nvSpPr>
          <p:cNvPr id="612" name="Shape 610"/>
          <p:cNvSpPr/>
          <p:nvPr/>
        </p:nvSpPr>
        <p:spPr>
          <a:xfrm flipV="1">
            <a:off x="2595289" y="3589934"/>
            <a:ext cx="111369" cy="34747"/>
          </a:xfrm>
          <a:prstGeom prst="line">
            <a:avLst/>
          </a:prstGeom>
          <a:noFill/>
          <a:ln w="19050">
            <a:solidFill>
              <a:srgbClr val="4A4A55"/>
            </a:solidFill>
            <a:prstDash val="solid"/>
          </a:ln>
        </p:spPr>
      </p:sp>
      <p:sp>
        <p:nvSpPr>
          <p:cNvPr id="613" name="Shape 611"/>
          <p:cNvSpPr/>
          <p:nvPr/>
        </p:nvSpPr>
        <p:spPr>
          <a:xfrm>
            <a:off x="2673471" y="3694176"/>
            <a:ext cx="189550" cy="34747"/>
          </a:xfrm>
          <a:prstGeom prst="line">
            <a:avLst/>
          </a:prstGeom>
          <a:noFill/>
          <a:ln w="19050">
            <a:solidFill>
              <a:srgbClr val="4A4A55"/>
            </a:solidFill>
            <a:prstDash val="solid"/>
          </a:ln>
        </p:spPr>
      </p:sp>
      <p:sp>
        <p:nvSpPr>
          <p:cNvPr id="614" name="Shape 612"/>
          <p:cNvSpPr/>
          <p:nvPr/>
        </p:nvSpPr>
        <p:spPr>
          <a:xfrm>
            <a:off x="2863021" y="3728923"/>
            <a:ext cx="78181" cy="69494"/>
          </a:xfrm>
          <a:prstGeom prst="line">
            <a:avLst/>
          </a:prstGeom>
          <a:noFill/>
          <a:ln w="19050">
            <a:solidFill>
              <a:srgbClr val="4A4A55"/>
            </a:solidFill>
            <a:prstDash val="solid"/>
          </a:ln>
        </p:spPr>
      </p:sp>
      <p:sp>
        <p:nvSpPr>
          <p:cNvPr id="615" name="Shape 613"/>
          <p:cNvSpPr/>
          <p:nvPr/>
        </p:nvSpPr>
        <p:spPr>
          <a:xfrm flipV="1">
            <a:off x="2863021" y="3694176"/>
            <a:ext cx="111369" cy="34747"/>
          </a:xfrm>
          <a:prstGeom prst="line">
            <a:avLst/>
          </a:prstGeom>
          <a:noFill/>
          <a:ln w="19050">
            <a:solidFill>
              <a:srgbClr val="4A4A55"/>
            </a:solidFill>
            <a:prstDash val="solid"/>
          </a:ln>
        </p:spPr>
      </p:sp>
      <p:sp>
        <p:nvSpPr>
          <p:cNvPr id="616" name="Shape 614"/>
          <p:cNvSpPr/>
          <p:nvPr/>
        </p:nvSpPr>
        <p:spPr>
          <a:xfrm>
            <a:off x="2941202" y="3798418"/>
            <a:ext cx="189550" cy="34747"/>
          </a:xfrm>
          <a:prstGeom prst="line">
            <a:avLst/>
          </a:prstGeom>
          <a:noFill/>
          <a:ln w="19050">
            <a:solidFill>
              <a:srgbClr val="4A4A55"/>
            </a:solidFill>
            <a:prstDash val="solid"/>
          </a:ln>
        </p:spPr>
      </p:sp>
      <p:sp>
        <p:nvSpPr>
          <p:cNvPr id="617" name="Shape 615"/>
          <p:cNvSpPr/>
          <p:nvPr/>
        </p:nvSpPr>
        <p:spPr>
          <a:xfrm>
            <a:off x="3130753" y="3833165"/>
            <a:ext cx="78181" cy="69494"/>
          </a:xfrm>
          <a:prstGeom prst="line">
            <a:avLst/>
          </a:prstGeom>
          <a:noFill/>
          <a:ln w="19050">
            <a:solidFill>
              <a:srgbClr val="4A4A55"/>
            </a:solidFill>
            <a:prstDash val="solid"/>
          </a:ln>
        </p:spPr>
      </p:sp>
      <p:sp>
        <p:nvSpPr>
          <p:cNvPr id="618" name="Shape 616"/>
          <p:cNvSpPr/>
          <p:nvPr/>
        </p:nvSpPr>
        <p:spPr>
          <a:xfrm flipV="1">
            <a:off x="3130753" y="3798418"/>
            <a:ext cx="111369" cy="34747"/>
          </a:xfrm>
          <a:prstGeom prst="line">
            <a:avLst/>
          </a:prstGeom>
          <a:noFill/>
          <a:ln w="19050">
            <a:solidFill>
              <a:srgbClr val="4A4A55"/>
            </a:solidFill>
            <a:prstDash val="solid"/>
          </a:ln>
        </p:spPr>
      </p:sp>
      <p:sp>
        <p:nvSpPr>
          <p:cNvPr id="619" name="Shape 617"/>
          <p:cNvSpPr/>
          <p:nvPr/>
        </p:nvSpPr>
        <p:spPr>
          <a:xfrm>
            <a:off x="3208934" y="3902659"/>
            <a:ext cx="189550" cy="34747"/>
          </a:xfrm>
          <a:prstGeom prst="line">
            <a:avLst/>
          </a:prstGeom>
          <a:noFill/>
          <a:ln w="19050">
            <a:solidFill>
              <a:srgbClr val="4A4A55"/>
            </a:solidFill>
            <a:prstDash val="solid"/>
          </a:ln>
        </p:spPr>
      </p:sp>
      <p:sp>
        <p:nvSpPr>
          <p:cNvPr id="620" name="Shape 618"/>
          <p:cNvSpPr/>
          <p:nvPr/>
        </p:nvSpPr>
        <p:spPr>
          <a:xfrm>
            <a:off x="3398484" y="3937406"/>
            <a:ext cx="78181" cy="69494"/>
          </a:xfrm>
          <a:prstGeom prst="line">
            <a:avLst/>
          </a:prstGeom>
          <a:noFill/>
          <a:ln w="19050">
            <a:solidFill>
              <a:srgbClr val="4A4A55"/>
            </a:solidFill>
            <a:prstDash val="solid"/>
          </a:ln>
        </p:spPr>
      </p:sp>
      <p:sp>
        <p:nvSpPr>
          <p:cNvPr id="621" name="Shape 619"/>
          <p:cNvSpPr/>
          <p:nvPr/>
        </p:nvSpPr>
        <p:spPr>
          <a:xfrm flipV="1">
            <a:off x="3398484" y="3902659"/>
            <a:ext cx="111369" cy="34747"/>
          </a:xfrm>
          <a:prstGeom prst="line">
            <a:avLst/>
          </a:prstGeom>
          <a:noFill/>
          <a:ln w="19050">
            <a:solidFill>
              <a:srgbClr val="4A4A55"/>
            </a:solidFill>
            <a:prstDash val="solid"/>
          </a:ln>
        </p:spPr>
      </p:sp>
      <p:sp>
        <p:nvSpPr>
          <p:cNvPr id="622" name="Shape 620"/>
          <p:cNvSpPr/>
          <p:nvPr/>
        </p:nvSpPr>
        <p:spPr>
          <a:xfrm>
            <a:off x="3476665" y="4006901"/>
            <a:ext cx="189550" cy="34747"/>
          </a:xfrm>
          <a:prstGeom prst="line">
            <a:avLst/>
          </a:prstGeom>
          <a:noFill/>
          <a:ln w="19050">
            <a:solidFill>
              <a:srgbClr val="4A4A55"/>
            </a:solidFill>
            <a:prstDash val="solid"/>
          </a:ln>
        </p:spPr>
      </p:sp>
      <p:sp>
        <p:nvSpPr>
          <p:cNvPr id="623" name="Shape 621"/>
          <p:cNvSpPr/>
          <p:nvPr/>
        </p:nvSpPr>
        <p:spPr>
          <a:xfrm flipV="1">
            <a:off x="3666216" y="4006901"/>
            <a:ext cx="111369" cy="34747"/>
          </a:xfrm>
          <a:prstGeom prst="line">
            <a:avLst/>
          </a:prstGeom>
          <a:noFill/>
          <a:ln w="19050">
            <a:solidFill>
              <a:srgbClr val="4A4A55"/>
            </a:solidFill>
            <a:prstDash val="solid"/>
          </a:ln>
        </p:spPr>
      </p:sp>
      <p:sp>
        <p:nvSpPr>
          <p:cNvPr id="624" name="Shape 622"/>
          <p:cNvSpPr/>
          <p:nvPr/>
        </p:nvSpPr>
        <p:spPr>
          <a:xfrm>
            <a:off x="2628477" y="3520440"/>
            <a:ext cx="78181" cy="69494"/>
          </a:xfrm>
          <a:prstGeom prst="line">
            <a:avLst/>
          </a:prstGeom>
          <a:noFill/>
          <a:ln w="19050">
            <a:solidFill>
              <a:srgbClr val="4A4A55"/>
            </a:solidFill>
            <a:prstDash val="solid"/>
          </a:ln>
        </p:spPr>
      </p:sp>
      <p:sp>
        <p:nvSpPr>
          <p:cNvPr id="625" name="Shape 623"/>
          <p:cNvSpPr/>
          <p:nvPr/>
        </p:nvSpPr>
        <p:spPr>
          <a:xfrm>
            <a:off x="2706659" y="3589934"/>
            <a:ext cx="189550" cy="34747"/>
          </a:xfrm>
          <a:prstGeom prst="line">
            <a:avLst/>
          </a:prstGeom>
          <a:noFill/>
          <a:ln w="19050">
            <a:solidFill>
              <a:srgbClr val="4A4A55"/>
            </a:solidFill>
            <a:prstDash val="solid"/>
          </a:ln>
        </p:spPr>
      </p:sp>
      <p:sp>
        <p:nvSpPr>
          <p:cNvPr id="626" name="Shape 624"/>
          <p:cNvSpPr/>
          <p:nvPr/>
        </p:nvSpPr>
        <p:spPr>
          <a:xfrm>
            <a:off x="2896209" y="3624682"/>
            <a:ext cx="78181" cy="69494"/>
          </a:xfrm>
          <a:prstGeom prst="line">
            <a:avLst/>
          </a:prstGeom>
          <a:noFill/>
          <a:ln w="19050">
            <a:solidFill>
              <a:srgbClr val="4A4A55"/>
            </a:solidFill>
            <a:prstDash val="solid"/>
          </a:ln>
        </p:spPr>
      </p:sp>
      <p:sp>
        <p:nvSpPr>
          <p:cNvPr id="627" name="Shape 625"/>
          <p:cNvSpPr/>
          <p:nvPr/>
        </p:nvSpPr>
        <p:spPr>
          <a:xfrm flipV="1">
            <a:off x="2896209" y="3589934"/>
            <a:ext cx="111369" cy="34747"/>
          </a:xfrm>
          <a:prstGeom prst="line">
            <a:avLst/>
          </a:prstGeom>
          <a:noFill/>
          <a:ln w="19050">
            <a:solidFill>
              <a:srgbClr val="4A4A55"/>
            </a:solidFill>
            <a:prstDash val="solid"/>
          </a:ln>
        </p:spPr>
      </p:sp>
      <p:sp>
        <p:nvSpPr>
          <p:cNvPr id="628" name="Shape 626"/>
          <p:cNvSpPr/>
          <p:nvPr/>
        </p:nvSpPr>
        <p:spPr>
          <a:xfrm>
            <a:off x="2974390" y="3694176"/>
            <a:ext cx="189550" cy="34747"/>
          </a:xfrm>
          <a:prstGeom prst="line">
            <a:avLst/>
          </a:prstGeom>
          <a:noFill/>
          <a:ln w="19050">
            <a:solidFill>
              <a:srgbClr val="4A4A55"/>
            </a:solidFill>
            <a:prstDash val="solid"/>
          </a:ln>
        </p:spPr>
      </p:sp>
      <p:sp>
        <p:nvSpPr>
          <p:cNvPr id="629" name="Shape 627"/>
          <p:cNvSpPr/>
          <p:nvPr/>
        </p:nvSpPr>
        <p:spPr>
          <a:xfrm>
            <a:off x="3163941" y="3728923"/>
            <a:ext cx="78181" cy="69494"/>
          </a:xfrm>
          <a:prstGeom prst="line">
            <a:avLst/>
          </a:prstGeom>
          <a:noFill/>
          <a:ln w="19050">
            <a:solidFill>
              <a:srgbClr val="4A4A55"/>
            </a:solidFill>
            <a:prstDash val="solid"/>
          </a:ln>
        </p:spPr>
      </p:sp>
      <p:sp>
        <p:nvSpPr>
          <p:cNvPr id="630" name="Shape 628"/>
          <p:cNvSpPr/>
          <p:nvPr/>
        </p:nvSpPr>
        <p:spPr>
          <a:xfrm flipV="1">
            <a:off x="3163941" y="3694176"/>
            <a:ext cx="111369" cy="34747"/>
          </a:xfrm>
          <a:prstGeom prst="line">
            <a:avLst/>
          </a:prstGeom>
          <a:noFill/>
          <a:ln w="19050">
            <a:solidFill>
              <a:srgbClr val="4A4A55"/>
            </a:solidFill>
            <a:prstDash val="solid"/>
          </a:ln>
        </p:spPr>
      </p:sp>
      <p:sp>
        <p:nvSpPr>
          <p:cNvPr id="631" name="Shape 629"/>
          <p:cNvSpPr/>
          <p:nvPr/>
        </p:nvSpPr>
        <p:spPr>
          <a:xfrm>
            <a:off x="3242122" y="3798418"/>
            <a:ext cx="189550" cy="34747"/>
          </a:xfrm>
          <a:prstGeom prst="line">
            <a:avLst/>
          </a:prstGeom>
          <a:noFill/>
          <a:ln w="19050">
            <a:solidFill>
              <a:srgbClr val="4A4A55"/>
            </a:solidFill>
            <a:prstDash val="solid"/>
          </a:ln>
        </p:spPr>
      </p:sp>
      <p:sp>
        <p:nvSpPr>
          <p:cNvPr id="632" name="Shape 630"/>
          <p:cNvSpPr/>
          <p:nvPr/>
        </p:nvSpPr>
        <p:spPr>
          <a:xfrm>
            <a:off x="3431672" y="3833165"/>
            <a:ext cx="78181" cy="69494"/>
          </a:xfrm>
          <a:prstGeom prst="line">
            <a:avLst/>
          </a:prstGeom>
          <a:noFill/>
          <a:ln w="19050">
            <a:solidFill>
              <a:srgbClr val="4A4A55"/>
            </a:solidFill>
            <a:prstDash val="solid"/>
          </a:ln>
        </p:spPr>
      </p:sp>
      <p:sp>
        <p:nvSpPr>
          <p:cNvPr id="633" name="Shape 631"/>
          <p:cNvSpPr/>
          <p:nvPr/>
        </p:nvSpPr>
        <p:spPr>
          <a:xfrm flipV="1">
            <a:off x="3431672" y="3798418"/>
            <a:ext cx="111369" cy="34747"/>
          </a:xfrm>
          <a:prstGeom prst="line">
            <a:avLst/>
          </a:prstGeom>
          <a:noFill/>
          <a:ln w="19050">
            <a:solidFill>
              <a:srgbClr val="4A4A55"/>
            </a:solidFill>
            <a:prstDash val="solid"/>
          </a:ln>
        </p:spPr>
      </p:sp>
      <p:sp>
        <p:nvSpPr>
          <p:cNvPr id="634" name="Shape 632"/>
          <p:cNvSpPr/>
          <p:nvPr/>
        </p:nvSpPr>
        <p:spPr>
          <a:xfrm>
            <a:off x="3509853" y="3902659"/>
            <a:ext cx="189550" cy="34747"/>
          </a:xfrm>
          <a:prstGeom prst="line">
            <a:avLst/>
          </a:prstGeom>
          <a:noFill/>
          <a:ln w="19050">
            <a:solidFill>
              <a:srgbClr val="4A4A55"/>
            </a:solidFill>
            <a:prstDash val="solid"/>
          </a:ln>
        </p:spPr>
      </p:sp>
      <p:sp>
        <p:nvSpPr>
          <p:cNvPr id="635" name="Shape 633"/>
          <p:cNvSpPr/>
          <p:nvPr/>
        </p:nvSpPr>
        <p:spPr>
          <a:xfrm>
            <a:off x="3699404" y="3937406"/>
            <a:ext cx="78181" cy="69494"/>
          </a:xfrm>
          <a:prstGeom prst="line">
            <a:avLst/>
          </a:prstGeom>
          <a:noFill/>
          <a:ln w="19050">
            <a:solidFill>
              <a:srgbClr val="4A4A55"/>
            </a:solidFill>
            <a:prstDash val="solid"/>
          </a:ln>
        </p:spPr>
      </p:sp>
      <p:sp>
        <p:nvSpPr>
          <p:cNvPr id="636" name="Shape 634"/>
          <p:cNvSpPr/>
          <p:nvPr/>
        </p:nvSpPr>
        <p:spPr>
          <a:xfrm flipV="1">
            <a:off x="3699404" y="3902659"/>
            <a:ext cx="111369" cy="34747"/>
          </a:xfrm>
          <a:prstGeom prst="line">
            <a:avLst/>
          </a:prstGeom>
          <a:noFill/>
          <a:ln w="19050">
            <a:solidFill>
              <a:srgbClr val="4A4A55"/>
            </a:solidFill>
            <a:prstDash val="solid"/>
          </a:ln>
        </p:spPr>
      </p:sp>
      <p:sp>
        <p:nvSpPr>
          <p:cNvPr id="637" name="Shape 635"/>
          <p:cNvSpPr/>
          <p:nvPr/>
        </p:nvSpPr>
        <p:spPr>
          <a:xfrm>
            <a:off x="3777585" y="4006901"/>
            <a:ext cx="189550" cy="34747"/>
          </a:xfrm>
          <a:prstGeom prst="line">
            <a:avLst/>
          </a:prstGeom>
          <a:noFill/>
          <a:ln w="19050">
            <a:solidFill>
              <a:srgbClr val="4A4A55"/>
            </a:solidFill>
            <a:prstDash val="solid"/>
          </a:ln>
        </p:spPr>
      </p:sp>
      <p:sp>
        <p:nvSpPr>
          <p:cNvPr id="638" name="Shape 636"/>
          <p:cNvSpPr/>
          <p:nvPr/>
        </p:nvSpPr>
        <p:spPr>
          <a:xfrm flipV="1">
            <a:off x="3967135" y="4006901"/>
            <a:ext cx="111369" cy="34747"/>
          </a:xfrm>
          <a:prstGeom prst="line">
            <a:avLst/>
          </a:prstGeom>
          <a:noFill/>
          <a:ln w="19050">
            <a:solidFill>
              <a:srgbClr val="4A4A55"/>
            </a:solidFill>
            <a:prstDash val="solid"/>
          </a:ln>
        </p:spPr>
      </p:sp>
      <p:sp>
        <p:nvSpPr>
          <p:cNvPr id="639" name="Shape 637"/>
          <p:cNvSpPr/>
          <p:nvPr/>
        </p:nvSpPr>
        <p:spPr>
          <a:xfrm>
            <a:off x="2929397" y="3520440"/>
            <a:ext cx="78181" cy="69494"/>
          </a:xfrm>
          <a:prstGeom prst="line">
            <a:avLst/>
          </a:prstGeom>
          <a:noFill/>
          <a:ln w="19050">
            <a:solidFill>
              <a:srgbClr val="4A4A55"/>
            </a:solidFill>
            <a:prstDash val="solid"/>
          </a:ln>
        </p:spPr>
      </p:sp>
      <p:sp>
        <p:nvSpPr>
          <p:cNvPr id="640" name="Shape 638"/>
          <p:cNvSpPr/>
          <p:nvPr/>
        </p:nvSpPr>
        <p:spPr>
          <a:xfrm>
            <a:off x="3007578" y="3589934"/>
            <a:ext cx="189550" cy="34747"/>
          </a:xfrm>
          <a:prstGeom prst="line">
            <a:avLst/>
          </a:prstGeom>
          <a:noFill/>
          <a:ln w="19050">
            <a:solidFill>
              <a:srgbClr val="4A4A55"/>
            </a:solidFill>
            <a:prstDash val="solid"/>
          </a:ln>
        </p:spPr>
      </p:sp>
      <p:sp>
        <p:nvSpPr>
          <p:cNvPr id="641" name="Shape 639"/>
          <p:cNvSpPr/>
          <p:nvPr/>
        </p:nvSpPr>
        <p:spPr>
          <a:xfrm>
            <a:off x="3197129" y="3624682"/>
            <a:ext cx="78181" cy="69494"/>
          </a:xfrm>
          <a:prstGeom prst="line">
            <a:avLst/>
          </a:prstGeom>
          <a:noFill/>
          <a:ln w="19050">
            <a:solidFill>
              <a:srgbClr val="4A4A55"/>
            </a:solidFill>
            <a:prstDash val="solid"/>
          </a:ln>
        </p:spPr>
      </p:sp>
      <p:sp>
        <p:nvSpPr>
          <p:cNvPr id="642" name="Shape 640"/>
          <p:cNvSpPr/>
          <p:nvPr/>
        </p:nvSpPr>
        <p:spPr>
          <a:xfrm flipV="1">
            <a:off x="3197129" y="3589934"/>
            <a:ext cx="111369" cy="34747"/>
          </a:xfrm>
          <a:prstGeom prst="line">
            <a:avLst/>
          </a:prstGeom>
          <a:noFill/>
          <a:ln w="19050">
            <a:solidFill>
              <a:srgbClr val="4A4A55"/>
            </a:solidFill>
            <a:prstDash val="solid"/>
          </a:ln>
        </p:spPr>
      </p:sp>
      <p:sp>
        <p:nvSpPr>
          <p:cNvPr id="643" name="Shape 641"/>
          <p:cNvSpPr/>
          <p:nvPr/>
        </p:nvSpPr>
        <p:spPr>
          <a:xfrm>
            <a:off x="3275310" y="3694176"/>
            <a:ext cx="189550" cy="34747"/>
          </a:xfrm>
          <a:prstGeom prst="line">
            <a:avLst/>
          </a:prstGeom>
          <a:noFill/>
          <a:ln w="19050">
            <a:solidFill>
              <a:srgbClr val="4A4A55"/>
            </a:solidFill>
            <a:prstDash val="solid"/>
          </a:ln>
        </p:spPr>
      </p:sp>
      <p:sp>
        <p:nvSpPr>
          <p:cNvPr id="644" name="Shape 642"/>
          <p:cNvSpPr/>
          <p:nvPr/>
        </p:nvSpPr>
        <p:spPr>
          <a:xfrm>
            <a:off x="3464860" y="3728923"/>
            <a:ext cx="78181" cy="69494"/>
          </a:xfrm>
          <a:prstGeom prst="line">
            <a:avLst/>
          </a:prstGeom>
          <a:noFill/>
          <a:ln w="19050">
            <a:solidFill>
              <a:srgbClr val="4A4A55"/>
            </a:solidFill>
            <a:prstDash val="solid"/>
          </a:ln>
        </p:spPr>
      </p:sp>
      <p:sp>
        <p:nvSpPr>
          <p:cNvPr id="645" name="Shape 643"/>
          <p:cNvSpPr/>
          <p:nvPr/>
        </p:nvSpPr>
        <p:spPr>
          <a:xfrm flipV="1">
            <a:off x="3464860" y="3694176"/>
            <a:ext cx="111369" cy="34747"/>
          </a:xfrm>
          <a:prstGeom prst="line">
            <a:avLst/>
          </a:prstGeom>
          <a:noFill/>
          <a:ln w="19050">
            <a:solidFill>
              <a:srgbClr val="4A4A55"/>
            </a:solidFill>
            <a:prstDash val="solid"/>
          </a:ln>
        </p:spPr>
      </p:sp>
      <p:sp>
        <p:nvSpPr>
          <p:cNvPr id="646" name="Shape 644"/>
          <p:cNvSpPr/>
          <p:nvPr/>
        </p:nvSpPr>
        <p:spPr>
          <a:xfrm>
            <a:off x="3543041" y="3798418"/>
            <a:ext cx="189550" cy="34747"/>
          </a:xfrm>
          <a:prstGeom prst="line">
            <a:avLst/>
          </a:prstGeom>
          <a:noFill/>
          <a:ln w="19050">
            <a:solidFill>
              <a:srgbClr val="4A4A55"/>
            </a:solidFill>
            <a:prstDash val="solid"/>
          </a:ln>
        </p:spPr>
      </p:sp>
      <p:sp>
        <p:nvSpPr>
          <p:cNvPr id="647" name="Shape 645"/>
          <p:cNvSpPr/>
          <p:nvPr/>
        </p:nvSpPr>
        <p:spPr>
          <a:xfrm>
            <a:off x="3732592" y="3833165"/>
            <a:ext cx="78181" cy="69494"/>
          </a:xfrm>
          <a:prstGeom prst="line">
            <a:avLst/>
          </a:prstGeom>
          <a:noFill/>
          <a:ln w="19050">
            <a:solidFill>
              <a:srgbClr val="4A4A55"/>
            </a:solidFill>
            <a:prstDash val="solid"/>
          </a:ln>
        </p:spPr>
      </p:sp>
      <p:sp>
        <p:nvSpPr>
          <p:cNvPr id="648" name="Shape 646"/>
          <p:cNvSpPr/>
          <p:nvPr/>
        </p:nvSpPr>
        <p:spPr>
          <a:xfrm flipV="1">
            <a:off x="3732592" y="3798418"/>
            <a:ext cx="111369" cy="34747"/>
          </a:xfrm>
          <a:prstGeom prst="line">
            <a:avLst/>
          </a:prstGeom>
          <a:noFill/>
          <a:ln w="19050">
            <a:solidFill>
              <a:srgbClr val="4A4A55"/>
            </a:solidFill>
            <a:prstDash val="solid"/>
          </a:ln>
        </p:spPr>
      </p:sp>
      <p:sp>
        <p:nvSpPr>
          <p:cNvPr id="649" name="Shape 647"/>
          <p:cNvSpPr/>
          <p:nvPr/>
        </p:nvSpPr>
        <p:spPr>
          <a:xfrm>
            <a:off x="3810773" y="3902659"/>
            <a:ext cx="189550" cy="34747"/>
          </a:xfrm>
          <a:prstGeom prst="line">
            <a:avLst/>
          </a:prstGeom>
          <a:noFill/>
          <a:ln w="19050">
            <a:solidFill>
              <a:srgbClr val="4A4A55"/>
            </a:solidFill>
            <a:prstDash val="solid"/>
          </a:ln>
        </p:spPr>
      </p:sp>
      <p:sp>
        <p:nvSpPr>
          <p:cNvPr id="650" name="Shape 648"/>
          <p:cNvSpPr/>
          <p:nvPr/>
        </p:nvSpPr>
        <p:spPr>
          <a:xfrm>
            <a:off x="4000323" y="3937406"/>
            <a:ext cx="78181" cy="69494"/>
          </a:xfrm>
          <a:prstGeom prst="line">
            <a:avLst/>
          </a:prstGeom>
          <a:noFill/>
          <a:ln w="19050">
            <a:solidFill>
              <a:srgbClr val="4A4A55"/>
            </a:solidFill>
            <a:prstDash val="solid"/>
          </a:ln>
        </p:spPr>
      </p:sp>
      <p:sp>
        <p:nvSpPr>
          <p:cNvPr id="651" name="Shape 649"/>
          <p:cNvSpPr/>
          <p:nvPr/>
        </p:nvSpPr>
        <p:spPr>
          <a:xfrm flipV="1">
            <a:off x="4000323" y="3902659"/>
            <a:ext cx="111369" cy="34747"/>
          </a:xfrm>
          <a:prstGeom prst="line">
            <a:avLst/>
          </a:prstGeom>
          <a:noFill/>
          <a:ln w="19050">
            <a:solidFill>
              <a:srgbClr val="4A4A55"/>
            </a:solidFill>
            <a:prstDash val="solid"/>
          </a:ln>
        </p:spPr>
      </p:sp>
      <p:sp>
        <p:nvSpPr>
          <p:cNvPr id="652" name="Shape 650"/>
          <p:cNvSpPr/>
          <p:nvPr/>
        </p:nvSpPr>
        <p:spPr>
          <a:xfrm>
            <a:off x="4078505" y="4006901"/>
            <a:ext cx="189550" cy="34747"/>
          </a:xfrm>
          <a:prstGeom prst="line">
            <a:avLst/>
          </a:prstGeom>
          <a:noFill/>
          <a:ln w="19050">
            <a:solidFill>
              <a:srgbClr val="4A4A55"/>
            </a:solidFill>
            <a:prstDash val="solid"/>
          </a:ln>
        </p:spPr>
      </p:sp>
      <p:sp>
        <p:nvSpPr>
          <p:cNvPr id="653" name="Shape 651"/>
          <p:cNvSpPr/>
          <p:nvPr/>
        </p:nvSpPr>
        <p:spPr>
          <a:xfrm>
            <a:off x="3230317" y="3520440"/>
            <a:ext cx="78181" cy="69494"/>
          </a:xfrm>
          <a:prstGeom prst="line">
            <a:avLst/>
          </a:prstGeom>
          <a:noFill/>
          <a:ln w="19050">
            <a:solidFill>
              <a:srgbClr val="4A4A55"/>
            </a:solidFill>
            <a:prstDash val="solid"/>
          </a:ln>
        </p:spPr>
      </p:sp>
      <p:sp>
        <p:nvSpPr>
          <p:cNvPr id="654" name="Shape 652"/>
          <p:cNvSpPr/>
          <p:nvPr/>
        </p:nvSpPr>
        <p:spPr>
          <a:xfrm>
            <a:off x="3308498" y="3589934"/>
            <a:ext cx="189550" cy="34747"/>
          </a:xfrm>
          <a:prstGeom prst="line">
            <a:avLst/>
          </a:prstGeom>
          <a:noFill/>
          <a:ln w="19050">
            <a:solidFill>
              <a:srgbClr val="4A4A55"/>
            </a:solidFill>
            <a:prstDash val="solid"/>
          </a:ln>
        </p:spPr>
      </p:sp>
      <p:sp>
        <p:nvSpPr>
          <p:cNvPr id="655" name="Shape 653"/>
          <p:cNvSpPr/>
          <p:nvPr/>
        </p:nvSpPr>
        <p:spPr>
          <a:xfrm>
            <a:off x="3498048" y="3624682"/>
            <a:ext cx="78181" cy="69494"/>
          </a:xfrm>
          <a:prstGeom prst="line">
            <a:avLst/>
          </a:prstGeom>
          <a:noFill/>
          <a:ln w="19050">
            <a:solidFill>
              <a:srgbClr val="4A4A55"/>
            </a:solidFill>
            <a:prstDash val="solid"/>
          </a:ln>
        </p:spPr>
      </p:sp>
      <p:sp>
        <p:nvSpPr>
          <p:cNvPr id="656" name="Shape 654"/>
          <p:cNvSpPr/>
          <p:nvPr/>
        </p:nvSpPr>
        <p:spPr>
          <a:xfrm flipV="1">
            <a:off x="3498048" y="3589934"/>
            <a:ext cx="111369" cy="34747"/>
          </a:xfrm>
          <a:prstGeom prst="line">
            <a:avLst/>
          </a:prstGeom>
          <a:noFill/>
          <a:ln w="19050">
            <a:solidFill>
              <a:srgbClr val="4A4A55"/>
            </a:solidFill>
            <a:prstDash val="solid"/>
          </a:ln>
        </p:spPr>
      </p:sp>
      <p:sp>
        <p:nvSpPr>
          <p:cNvPr id="657" name="Shape 655"/>
          <p:cNvSpPr/>
          <p:nvPr/>
        </p:nvSpPr>
        <p:spPr>
          <a:xfrm>
            <a:off x="3576229" y="3694176"/>
            <a:ext cx="189550" cy="34747"/>
          </a:xfrm>
          <a:prstGeom prst="line">
            <a:avLst/>
          </a:prstGeom>
          <a:noFill/>
          <a:ln w="19050">
            <a:solidFill>
              <a:srgbClr val="4A4A55"/>
            </a:solidFill>
            <a:prstDash val="solid"/>
          </a:ln>
        </p:spPr>
      </p:sp>
      <p:sp>
        <p:nvSpPr>
          <p:cNvPr id="658" name="Shape 656"/>
          <p:cNvSpPr/>
          <p:nvPr/>
        </p:nvSpPr>
        <p:spPr>
          <a:xfrm>
            <a:off x="3765780" y="3728923"/>
            <a:ext cx="78181" cy="69494"/>
          </a:xfrm>
          <a:prstGeom prst="line">
            <a:avLst/>
          </a:prstGeom>
          <a:noFill/>
          <a:ln w="19050">
            <a:solidFill>
              <a:srgbClr val="4A4A55"/>
            </a:solidFill>
            <a:prstDash val="solid"/>
          </a:ln>
        </p:spPr>
      </p:sp>
      <p:sp>
        <p:nvSpPr>
          <p:cNvPr id="659" name="Shape 657"/>
          <p:cNvSpPr/>
          <p:nvPr/>
        </p:nvSpPr>
        <p:spPr>
          <a:xfrm flipV="1">
            <a:off x="3765780" y="3694176"/>
            <a:ext cx="111369" cy="34747"/>
          </a:xfrm>
          <a:prstGeom prst="line">
            <a:avLst/>
          </a:prstGeom>
          <a:noFill/>
          <a:ln w="19050">
            <a:solidFill>
              <a:srgbClr val="4A4A55"/>
            </a:solidFill>
            <a:prstDash val="solid"/>
          </a:ln>
        </p:spPr>
      </p:sp>
      <p:sp>
        <p:nvSpPr>
          <p:cNvPr id="660" name="Shape 658"/>
          <p:cNvSpPr/>
          <p:nvPr/>
        </p:nvSpPr>
        <p:spPr>
          <a:xfrm>
            <a:off x="3843961" y="3798418"/>
            <a:ext cx="189550" cy="34747"/>
          </a:xfrm>
          <a:prstGeom prst="line">
            <a:avLst/>
          </a:prstGeom>
          <a:noFill/>
          <a:ln w="19050">
            <a:solidFill>
              <a:srgbClr val="4A4A55"/>
            </a:solidFill>
            <a:prstDash val="solid"/>
          </a:ln>
        </p:spPr>
      </p:sp>
      <p:sp>
        <p:nvSpPr>
          <p:cNvPr id="661" name="Shape 659"/>
          <p:cNvSpPr/>
          <p:nvPr/>
        </p:nvSpPr>
        <p:spPr>
          <a:xfrm>
            <a:off x="4033511" y="3833165"/>
            <a:ext cx="78181" cy="69494"/>
          </a:xfrm>
          <a:prstGeom prst="line">
            <a:avLst/>
          </a:prstGeom>
          <a:noFill/>
          <a:ln w="19050">
            <a:solidFill>
              <a:srgbClr val="4A4A55"/>
            </a:solidFill>
            <a:prstDash val="solid"/>
          </a:ln>
        </p:spPr>
      </p:sp>
      <p:sp>
        <p:nvSpPr>
          <p:cNvPr id="662" name="Shape 660"/>
          <p:cNvSpPr/>
          <p:nvPr/>
        </p:nvSpPr>
        <p:spPr>
          <a:xfrm>
            <a:off x="3531236" y="3520440"/>
            <a:ext cx="78181" cy="69494"/>
          </a:xfrm>
          <a:prstGeom prst="line">
            <a:avLst/>
          </a:prstGeom>
          <a:noFill/>
          <a:ln w="19050">
            <a:solidFill>
              <a:srgbClr val="4A4A55"/>
            </a:solidFill>
            <a:prstDash val="solid"/>
          </a:ln>
        </p:spPr>
      </p:sp>
      <p:sp>
        <p:nvSpPr>
          <p:cNvPr id="663" name="Shape 661"/>
          <p:cNvSpPr/>
          <p:nvPr/>
        </p:nvSpPr>
        <p:spPr>
          <a:xfrm>
            <a:off x="3609417" y="3589934"/>
            <a:ext cx="189550" cy="34747"/>
          </a:xfrm>
          <a:prstGeom prst="line">
            <a:avLst/>
          </a:prstGeom>
          <a:noFill/>
          <a:ln w="19050">
            <a:solidFill>
              <a:srgbClr val="4A4A55"/>
            </a:solidFill>
            <a:prstDash val="solid"/>
          </a:ln>
        </p:spPr>
      </p:sp>
      <p:sp>
        <p:nvSpPr>
          <p:cNvPr id="664" name="Shape 662"/>
          <p:cNvSpPr/>
          <p:nvPr/>
        </p:nvSpPr>
        <p:spPr>
          <a:xfrm>
            <a:off x="3798968" y="3624682"/>
            <a:ext cx="78181" cy="69494"/>
          </a:xfrm>
          <a:prstGeom prst="line">
            <a:avLst/>
          </a:prstGeom>
          <a:noFill/>
          <a:ln w="19050">
            <a:solidFill>
              <a:srgbClr val="4A4A55"/>
            </a:solidFill>
            <a:prstDash val="solid"/>
          </a:ln>
        </p:spPr>
      </p:sp>
      <p:sp>
        <p:nvSpPr>
          <p:cNvPr id="665" name="Shape 663"/>
          <p:cNvSpPr/>
          <p:nvPr/>
        </p:nvSpPr>
        <p:spPr>
          <a:xfrm>
            <a:off x="1260043" y="3905402"/>
            <a:ext cx="64008" cy="64008"/>
          </a:xfrm>
          <a:prstGeom prst="ellipse">
            <a:avLst/>
          </a:prstGeom>
          <a:solidFill>
            <a:srgbClr val="4A4A55"/>
          </a:solidFill>
          <a:ln w="6350">
            <a:solidFill>
              <a:srgbClr val="22222A"/>
            </a:solidFill>
            <a:prstDash val="solid"/>
          </a:ln>
        </p:spPr>
      </p:sp>
      <p:sp>
        <p:nvSpPr>
          <p:cNvPr id="666" name="Shape 664"/>
          <p:cNvSpPr/>
          <p:nvPr/>
        </p:nvSpPr>
        <p:spPr>
          <a:xfrm>
            <a:off x="1338224" y="3974897"/>
            <a:ext cx="64008" cy="64008"/>
          </a:xfrm>
          <a:prstGeom prst="ellipse">
            <a:avLst/>
          </a:prstGeom>
          <a:solidFill>
            <a:srgbClr val="4A4A55"/>
          </a:solidFill>
          <a:ln w="6350">
            <a:solidFill>
              <a:srgbClr val="22222A"/>
            </a:solidFill>
            <a:prstDash val="solid"/>
          </a:ln>
        </p:spPr>
      </p:sp>
      <p:sp>
        <p:nvSpPr>
          <p:cNvPr id="667" name="Shape 665"/>
          <p:cNvSpPr/>
          <p:nvPr/>
        </p:nvSpPr>
        <p:spPr>
          <a:xfrm>
            <a:off x="1527775" y="4009644"/>
            <a:ext cx="64008" cy="64008"/>
          </a:xfrm>
          <a:prstGeom prst="ellipse">
            <a:avLst/>
          </a:prstGeom>
          <a:solidFill>
            <a:srgbClr val="4A4A55"/>
          </a:solidFill>
          <a:ln w="6350">
            <a:solidFill>
              <a:srgbClr val="22222A"/>
            </a:solidFill>
            <a:prstDash val="solid"/>
          </a:ln>
        </p:spPr>
      </p:sp>
      <p:sp>
        <p:nvSpPr>
          <p:cNvPr id="668" name="Shape 666"/>
          <p:cNvSpPr/>
          <p:nvPr/>
        </p:nvSpPr>
        <p:spPr>
          <a:xfrm>
            <a:off x="1025500" y="3696919"/>
            <a:ext cx="64008" cy="64008"/>
          </a:xfrm>
          <a:prstGeom prst="ellipse">
            <a:avLst/>
          </a:prstGeom>
          <a:solidFill>
            <a:srgbClr val="4A4A55"/>
          </a:solidFill>
          <a:ln w="6350">
            <a:solidFill>
              <a:srgbClr val="22222A"/>
            </a:solidFill>
            <a:prstDash val="solid"/>
          </a:ln>
        </p:spPr>
      </p:sp>
      <p:sp>
        <p:nvSpPr>
          <p:cNvPr id="669" name="Shape 667"/>
          <p:cNvSpPr/>
          <p:nvPr/>
        </p:nvSpPr>
        <p:spPr>
          <a:xfrm>
            <a:off x="1103681" y="3766414"/>
            <a:ext cx="64008" cy="64008"/>
          </a:xfrm>
          <a:prstGeom prst="ellipse">
            <a:avLst/>
          </a:prstGeom>
          <a:solidFill>
            <a:srgbClr val="4A4A55"/>
          </a:solidFill>
          <a:ln w="6350">
            <a:solidFill>
              <a:srgbClr val="22222A"/>
            </a:solidFill>
            <a:prstDash val="solid"/>
          </a:ln>
        </p:spPr>
      </p:sp>
      <p:sp>
        <p:nvSpPr>
          <p:cNvPr id="670" name="Shape 668"/>
          <p:cNvSpPr/>
          <p:nvPr/>
        </p:nvSpPr>
        <p:spPr>
          <a:xfrm>
            <a:off x="1293231" y="3801161"/>
            <a:ext cx="64008" cy="64008"/>
          </a:xfrm>
          <a:prstGeom prst="ellipse">
            <a:avLst/>
          </a:prstGeom>
          <a:solidFill>
            <a:srgbClr val="4A4A55"/>
          </a:solidFill>
          <a:ln w="6350">
            <a:solidFill>
              <a:srgbClr val="22222A"/>
            </a:solidFill>
            <a:prstDash val="solid"/>
          </a:ln>
        </p:spPr>
      </p:sp>
      <p:sp>
        <p:nvSpPr>
          <p:cNvPr id="671" name="Shape 669"/>
          <p:cNvSpPr/>
          <p:nvPr/>
        </p:nvSpPr>
        <p:spPr>
          <a:xfrm>
            <a:off x="1371412" y="3870655"/>
            <a:ext cx="64008" cy="64008"/>
          </a:xfrm>
          <a:prstGeom prst="ellipse">
            <a:avLst/>
          </a:prstGeom>
          <a:solidFill>
            <a:srgbClr val="4A4A55"/>
          </a:solidFill>
          <a:ln w="6350">
            <a:solidFill>
              <a:srgbClr val="22222A"/>
            </a:solidFill>
            <a:prstDash val="solid"/>
          </a:ln>
        </p:spPr>
      </p:sp>
      <p:sp>
        <p:nvSpPr>
          <p:cNvPr id="672" name="Shape 670"/>
          <p:cNvSpPr/>
          <p:nvPr/>
        </p:nvSpPr>
        <p:spPr>
          <a:xfrm>
            <a:off x="1560963" y="3905402"/>
            <a:ext cx="64008" cy="64008"/>
          </a:xfrm>
          <a:prstGeom prst="ellipse">
            <a:avLst/>
          </a:prstGeom>
          <a:solidFill>
            <a:srgbClr val="4A4A55"/>
          </a:solidFill>
          <a:ln w="6350">
            <a:solidFill>
              <a:srgbClr val="22222A"/>
            </a:solidFill>
            <a:prstDash val="solid"/>
          </a:ln>
        </p:spPr>
      </p:sp>
      <p:sp>
        <p:nvSpPr>
          <p:cNvPr id="673" name="Shape 671"/>
          <p:cNvSpPr/>
          <p:nvPr/>
        </p:nvSpPr>
        <p:spPr>
          <a:xfrm>
            <a:off x="1639144" y="3974897"/>
            <a:ext cx="64008" cy="64008"/>
          </a:xfrm>
          <a:prstGeom prst="ellipse">
            <a:avLst/>
          </a:prstGeom>
          <a:solidFill>
            <a:srgbClr val="4A4A55"/>
          </a:solidFill>
          <a:ln w="6350">
            <a:solidFill>
              <a:srgbClr val="22222A"/>
            </a:solidFill>
            <a:prstDash val="solid"/>
          </a:ln>
        </p:spPr>
      </p:sp>
      <p:sp>
        <p:nvSpPr>
          <p:cNvPr id="674" name="Shape 672"/>
          <p:cNvSpPr/>
          <p:nvPr/>
        </p:nvSpPr>
        <p:spPr>
          <a:xfrm>
            <a:off x="1828694" y="4009644"/>
            <a:ext cx="64008" cy="64008"/>
          </a:xfrm>
          <a:prstGeom prst="ellipse">
            <a:avLst/>
          </a:prstGeom>
          <a:solidFill>
            <a:srgbClr val="4A4A55"/>
          </a:solidFill>
          <a:ln w="6350">
            <a:solidFill>
              <a:srgbClr val="22222A"/>
            </a:solidFill>
            <a:prstDash val="solid"/>
          </a:ln>
        </p:spPr>
      </p:sp>
      <p:sp>
        <p:nvSpPr>
          <p:cNvPr id="675" name="Shape 673"/>
          <p:cNvSpPr/>
          <p:nvPr/>
        </p:nvSpPr>
        <p:spPr>
          <a:xfrm>
            <a:off x="790956" y="3488436"/>
            <a:ext cx="64008" cy="64008"/>
          </a:xfrm>
          <a:prstGeom prst="ellipse">
            <a:avLst/>
          </a:prstGeom>
          <a:solidFill>
            <a:srgbClr val="4A4A55"/>
          </a:solidFill>
          <a:ln w="6350">
            <a:solidFill>
              <a:srgbClr val="22222A"/>
            </a:solidFill>
            <a:prstDash val="solid"/>
          </a:ln>
        </p:spPr>
      </p:sp>
      <p:sp>
        <p:nvSpPr>
          <p:cNvPr id="676" name="Shape 674"/>
          <p:cNvSpPr/>
          <p:nvPr/>
        </p:nvSpPr>
        <p:spPr>
          <a:xfrm>
            <a:off x="869137" y="3557930"/>
            <a:ext cx="64008" cy="64008"/>
          </a:xfrm>
          <a:prstGeom prst="ellipse">
            <a:avLst/>
          </a:prstGeom>
          <a:solidFill>
            <a:srgbClr val="4A4A55"/>
          </a:solidFill>
          <a:ln w="6350">
            <a:solidFill>
              <a:srgbClr val="22222A"/>
            </a:solidFill>
            <a:prstDash val="solid"/>
          </a:ln>
        </p:spPr>
      </p:sp>
      <p:sp>
        <p:nvSpPr>
          <p:cNvPr id="677" name="Shape 675"/>
          <p:cNvSpPr/>
          <p:nvPr/>
        </p:nvSpPr>
        <p:spPr>
          <a:xfrm>
            <a:off x="1058688" y="3592678"/>
            <a:ext cx="64008" cy="64008"/>
          </a:xfrm>
          <a:prstGeom prst="ellipse">
            <a:avLst/>
          </a:prstGeom>
          <a:solidFill>
            <a:srgbClr val="4A4A55"/>
          </a:solidFill>
          <a:ln w="6350">
            <a:solidFill>
              <a:srgbClr val="22222A"/>
            </a:solidFill>
            <a:prstDash val="solid"/>
          </a:ln>
        </p:spPr>
      </p:sp>
      <p:sp>
        <p:nvSpPr>
          <p:cNvPr id="678" name="Shape 676"/>
          <p:cNvSpPr/>
          <p:nvPr/>
        </p:nvSpPr>
        <p:spPr>
          <a:xfrm>
            <a:off x="1136869" y="3662172"/>
            <a:ext cx="64008" cy="64008"/>
          </a:xfrm>
          <a:prstGeom prst="ellipse">
            <a:avLst/>
          </a:prstGeom>
          <a:solidFill>
            <a:srgbClr val="4A4A55"/>
          </a:solidFill>
          <a:ln w="6350">
            <a:solidFill>
              <a:srgbClr val="22222A"/>
            </a:solidFill>
            <a:prstDash val="solid"/>
          </a:ln>
        </p:spPr>
      </p:sp>
      <p:sp>
        <p:nvSpPr>
          <p:cNvPr id="679" name="Shape 677"/>
          <p:cNvSpPr/>
          <p:nvPr/>
        </p:nvSpPr>
        <p:spPr>
          <a:xfrm>
            <a:off x="1326419" y="3696919"/>
            <a:ext cx="64008" cy="64008"/>
          </a:xfrm>
          <a:prstGeom prst="ellipse">
            <a:avLst/>
          </a:prstGeom>
          <a:solidFill>
            <a:srgbClr val="4A4A55"/>
          </a:solidFill>
          <a:ln w="6350">
            <a:solidFill>
              <a:srgbClr val="22222A"/>
            </a:solidFill>
            <a:prstDash val="solid"/>
          </a:ln>
        </p:spPr>
      </p:sp>
      <p:sp>
        <p:nvSpPr>
          <p:cNvPr id="680" name="Shape 678"/>
          <p:cNvSpPr/>
          <p:nvPr/>
        </p:nvSpPr>
        <p:spPr>
          <a:xfrm>
            <a:off x="1404600" y="3766414"/>
            <a:ext cx="64008" cy="64008"/>
          </a:xfrm>
          <a:prstGeom prst="ellipse">
            <a:avLst/>
          </a:prstGeom>
          <a:solidFill>
            <a:srgbClr val="4A4A55"/>
          </a:solidFill>
          <a:ln w="6350">
            <a:solidFill>
              <a:srgbClr val="22222A"/>
            </a:solidFill>
            <a:prstDash val="solid"/>
          </a:ln>
        </p:spPr>
      </p:sp>
      <p:sp>
        <p:nvSpPr>
          <p:cNvPr id="681" name="Shape 679"/>
          <p:cNvSpPr/>
          <p:nvPr/>
        </p:nvSpPr>
        <p:spPr>
          <a:xfrm>
            <a:off x="1594151" y="3801161"/>
            <a:ext cx="64008" cy="64008"/>
          </a:xfrm>
          <a:prstGeom prst="ellipse">
            <a:avLst/>
          </a:prstGeom>
          <a:solidFill>
            <a:srgbClr val="4A4A55"/>
          </a:solidFill>
          <a:ln w="6350">
            <a:solidFill>
              <a:srgbClr val="22222A"/>
            </a:solidFill>
            <a:prstDash val="solid"/>
          </a:ln>
        </p:spPr>
      </p:sp>
      <p:sp>
        <p:nvSpPr>
          <p:cNvPr id="682" name="Shape 680"/>
          <p:cNvSpPr/>
          <p:nvPr/>
        </p:nvSpPr>
        <p:spPr>
          <a:xfrm>
            <a:off x="1672332" y="3870655"/>
            <a:ext cx="64008" cy="64008"/>
          </a:xfrm>
          <a:prstGeom prst="ellipse">
            <a:avLst/>
          </a:prstGeom>
          <a:solidFill>
            <a:srgbClr val="4A4A55"/>
          </a:solidFill>
          <a:ln w="6350">
            <a:solidFill>
              <a:srgbClr val="22222A"/>
            </a:solidFill>
            <a:prstDash val="solid"/>
          </a:ln>
        </p:spPr>
      </p:sp>
      <p:sp>
        <p:nvSpPr>
          <p:cNvPr id="683" name="Shape 681"/>
          <p:cNvSpPr/>
          <p:nvPr/>
        </p:nvSpPr>
        <p:spPr>
          <a:xfrm>
            <a:off x="1861882" y="3905402"/>
            <a:ext cx="64008" cy="64008"/>
          </a:xfrm>
          <a:prstGeom prst="ellipse">
            <a:avLst/>
          </a:prstGeom>
          <a:solidFill>
            <a:srgbClr val="4A4A55"/>
          </a:solidFill>
          <a:ln w="6350">
            <a:solidFill>
              <a:srgbClr val="22222A"/>
            </a:solidFill>
            <a:prstDash val="solid"/>
          </a:ln>
        </p:spPr>
      </p:sp>
      <p:sp>
        <p:nvSpPr>
          <p:cNvPr id="684" name="Shape 682"/>
          <p:cNvSpPr/>
          <p:nvPr/>
        </p:nvSpPr>
        <p:spPr>
          <a:xfrm>
            <a:off x="1940064" y="3974897"/>
            <a:ext cx="64008" cy="64008"/>
          </a:xfrm>
          <a:prstGeom prst="ellipse">
            <a:avLst/>
          </a:prstGeom>
          <a:solidFill>
            <a:srgbClr val="4A4A55"/>
          </a:solidFill>
          <a:ln w="6350">
            <a:solidFill>
              <a:srgbClr val="22222A"/>
            </a:solidFill>
            <a:prstDash val="solid"/>
          </a:ln>
        </p:spPr>
      </p:sp>
      <p:sp>
        <p:nvSpPr>
          <p:cNvPr id="685" name="Shape 683"/>
          <p:cNvSpPr/>
          <p:nvPr/>
        </p:nvSpPr>
        <p:spPr>
          <a:xfrm>
            <a:off x="2129614" y="4009644"/>
            <a:ext cx="64008" cy="64008"/>
          </a:xfrm>
          <a:prstGeom prst="ellipse">
            <a:avLst/>
          </a:prstGeom>
          <a:solidFill>
            <a:srgbClr val="4A4A55"/>
          </a:solidFill>
          <a:ln w="6350">
            <a:solidFill>
              <a:srgbClr val="22222A"/>
            </a:solidFill>
            <a:prstDash val="solid"/>
          </a:ln>
        </p:spPr>
      </p:sp>
      <p:sp>
        <p:nvSpPr>
          <p:cNvPr id="686" name="Shape 684"/>
          <p:cNvSpPr/>
          <p:nvPr/>
        </p:nvSpPr>
        <p:spPr>
          <a:xfrm>
            <a:off x="1091876" y="3488436"/>
            <a:ext cx="64008" cy="64008"/>
          </a:xfrm>
          <a:prstGeom prst="ellipse">
            <a:avLst/>
          </a:prstGeom>
          <a:solidFill>
            <a:srgbClr val="4A4A55"/>
          </a:solidFill>
          <a:ln w="6350">
            <a:solidFill>
              <a:srgbClr val="22222A"/>
            </a:solidFill>
            <a:prstDash val="solid"/>
          </a:ln>
        </p:spPr>
      </p:sp>
      <p:sp>
        <p:nvSpPr>
          <p:cNvPr id="687" name="Shape 685"/>
          <p:cNvSpPr/>
          <p:nvPr/>
        </p:nvSpPr>
        <p:spPr>
          <a:xfrm>
            <a:off x="1170057" y="3557930"/>
            <a:ext cx="64008" cy="64008"/>
          </a:xfrm>
          <a:prstGeom prst="ellipse">
            <a:avLst/>
          </a:prstGeom>
          <a:solidFill>
            <a:srgbClr val="4A4A55"/>
          </a:solidFill>
          <a:ln w="6350">
            <a:solidFill>
              <a:srgbClr val="22222A"/>
            </a:solidFill>
            <a:prstDash val="solid"/>
          </a:ln>
        </p:spPr>
      </p:sp>
      <p:sp>
        <p:nvSpPr>
          <p:cNvPr id="688" name="Shape 686"/>
          <p:cNvSpPr/>
          <p:nvPr/>
        </p:nvSpPr>
        <p:spPr>
          <a:xfrm>
            <a:off x="1359607" y="3592678"/>
            <a:ext cx="64008" cy="64008"/>
          </a:xfrm>
          <a:prstGeom prst="ellipse">
            <a:avLst/>
          </a:prstGeom>
          <a:solidFill>
            <a:srgbClr val="4A4A55"/>
          </a:solidFill>
          <a:ln w="6350">
            <a:solidFill>
              <a:srgbClr val="22222A"/>
            </a:solidFill>
            <a:prstDash val="solid"/>
          </a:ln>
        </p:spPr>
      </p:sp>
      <p:sp>
        <p:nvSpPr>
          <p:cNvPr id="689" name="Shape 687"/>
          <p:cNvSpPr/>
          <p:nvPr/>
        </p:nvSpPr>
        <p:spPr>
          <a:xfrm>
            <a:off x="1437788" y="3662172"/>
            <a:ext cx="64008" cy="64008"/>
          </a:xfrm>
          <a:prstGeom prst="ellipse">
            <a:avLst/>
          </a:prstGeom>
          <a:solidFill>
            <a:srgbClr val="4A4A55"/>
          </a:solidFill>
          <a:ln w="6350">
            <a:solidFill>
              <a:srgbClr val="22222A"/>
            </a:solidFill>
            <a:prstDash val="solid"/>
          </a:ln>
        </p:spPr>
      </p:sp>
      <p:sp>
        <p:nvSpPr>
          <p:cNvPr id="690" name="Shape 688"/>
          <p:cNvSpPr/>
          <p:nvPr/>
        </p:nvSpPr>
        <p:spPr>
          <a:xfrm>
            <a:off x="1627339" y="3696919"/>
            <a:ext cx="64008" cy="64008"/>
          </a:xfrm>
          <a:prstGeom prst="ellipse">
            <a:avLst/>
          </a:prstGeom>
          <a:solidFill>
            <a:srgbClr val="4A4A55"/>
          </a:solidFill>
          <a:ln w="6350">
            <a:solidFill>
              <a:srgbClr val="22222A"/>
            </a:solidFill>
            <a:prstDash val="solid"/>
          </a:ln>
        </p:spPr>
      </p:sp>
      <p:sp>
        <p:nvSpPr>
          <p:cNvPr id="691" name="Shape 689"/>
          <p:cNvSpPr/>
          <p:nvPr/>
        </p:nvSpPr>
        <p:spPr>
          <a:xfrm>
            <a:off x="1705520" y="3766414"/>
            <a:ext cx="64008" cy="64008"/>
          </a:xfrm>
          <a:prstGeom prst="ellipse">
            <a:avLst/>
          </a:prstGeom>
          <a:solidFill>
            <a:srgbClr val="4A4A55"/>
          </a:solidFill>
          <a:ln w="6350">
            <a:solidFill>
              <a:srgbClr val="22222A"/>
            </a:solidFill>
            <a:prstDash val="solid"/>
          </a:ln>
        </p:spPr>
      </p:sp>
      <p:sp>
        <p:nvSpPr>
          <p:cNvPr id="692" name="Shape 690"/>
          <p:cNvSpPr/>
          <p:nvPr/>
        </p:nvSpPr>
        <p:spPr>
          <a:xfrm>
            <a:off x="1895070" y="3801161"/>
            <a:ext cx="64008" cy="64008"/>
          </a:xfrm>
          <a:prstGeom prst="ellipse">
            <a:avLst/>
          </a:prstGeom>
          <a:solidFill>
            <a:srgbClr val="4A4A55"/>
          </a:solidFill>
          <a:ln w="6350">
            <a:solidFill>
              <a:srgbClr val="22222A"/>
            </a:solidFill>
            <a:prstDash val="solid"/>
          </a:ln>
        </p:spPr>
      </p:sp>
      <p:sp>
        <p:nvSpPr>
          <p:cNvPr id="693" name="Shape 691"/>
          <p:cNvSpPr/>
          <p:nvPr/>
        </p:nvSpPr>
        <p:spPr>
          <a:xfrm>
            <a:off x="1973252" y="3870655"/>
            <a:ext cx="64008" cy="64008"/>
          </a:xfrm>
          <a:prstGeom prst="ellipse">
            <a:avLst/>
          </a:prstGeom>
          <a:solidFill>
            <a:srgbClr val="4A4A55"/>
          </a:solidFill>
          <a:ln w="6350">
            <a:solidFill>
              <a:srgbClr val="22222A"/>
            </a:solidFill>
            <a:prstDash val="solid"/>
          </a:ln>
        </p:spPr>
      </p:sp>
      <p:sp>
        <p:nvSpPr>
          <p:cNvPr id="694" name="Shape 692"/>
          <p:cNvSpPr/>
          <p:nvPr/>
        </p:nvSpPr>
        <p:spPr>
          <a:xfrm>
            <a:off x="2162802" y="3905402"/>
            <a:ext cx="64008" cy="64008"/>
          </a:xfrm>
          <a:prstGeom prst="ellipse">
            <a:avLst/>
          </a:prstGeom>
          <a:solidFill>
            <a:srgbClr val="4A4A55"/>
          </a:solidFill>
          <a:ln w="6350">
            <a:solidFill>
              <a:srgbClr val="22222A"/>
            </a:solidFill>
            <a:prstDash val="solid"/>
          </a:ln>
        </p:spPr>
      </p:sp>
      <p:sp>
        <p:nvSpPr>
          <p:cNvPr id="695" name="Shape 693"/>
          <p:cNvSpPr/>
          <p:nvPr/>
        </p:nvSpPr>
        <p:spPr>
          <a:xfrm>
            <a:off x="2240983" y="3974897"/>
            <a:ext cx="64008" cy="64008"/>
          </a:xfrm>
          <a:prstGeom prst="ellipse">
            <a:avLst/>
          </a:prstGeom>
          <a:solidFill>
            <a:srgbClr val="4A4A55"/>
          </a:solidFill>
          <a:ln w="6350">
            <a:solidFill>
              <a:srgbClr val="22222A"/>
            </a:solidFill>
            <a:prstDash val="solid"/>
          </a:ln>
        </p:spPr>
      </p:sp>
      <p:sp>
        <p:nvSpPr>
          <p:cNvPr id="696" name="Shape 694"/>
          <p:cNvSpPr/>
          <p:nvPr/>
        </p:nvSpPr>
        <p:spPr>
          <a:xfrm>
            <a:off x="2430534" y="4009644"/>
            <a:ext cx="64008" cy="64008"/>
          </a:xfrm>
          <a:prstGeom prst="ellipse">
            <a:avLst/>
          </a:prstGeom>
          <a:solidFill>
            <a:srgbClr val="4A4A55"/>
          </a:solidFill>
          <a:ln w="6350">
            <a:solidFill>
              <a:srgbClr val="22222A"/>
            </a:solidFill>
            <a:prstDash val="solid"/>
          </a:ln>
        </p:spPr>
      </p:sp>
      <p:sp>
        <p:nvSpPr>
          <p:cNvPr id="697" name="Shape 695"/>
          <p:cNvSpPr/>
          <p:nvPr/>
        </p:nvSpPr>
        <p:spPr>
          <a:xfrm>
            <a:off x="1392795" y="3488436"/>
            <a:ext cx="64008" cy="64008"/>
          </a:xfrm>
          <a:prstGeom prst="ellipse">
            <a:avLst/>
          </a:prstGeom>
          <a:solidFill>
            <a:srgbClr val="4A4A55"/>
          </a:solidFill>
          <a:ln w="6350">
            <a:solidFill>
              <a:srgbClr val="22222A"/>
            </a:solidFill>
            <a:prstDash val="solid"/>
          </a:ln>
        </p:spPr>
      </p:sp>
      <p:sp>
        <p:nvSpPr>
          <p:cNvPr id="698" name="Shape 696"/>
          <p:cNvSpPr/>
          <p:nvPr/>
        </p:nvSpPr>
        <p:spPr>
          <a:xfrm>
            <a:off x="1470976" y="3557930"/>
            <a:ext cx="64008" cy="64008"/>
          </a:xfrm>
          <a:prstGeom prst="ellipse">
            <a:avLst/>
          </a:prstGeom>
          <a:solidFill>
            <a:srgbClr val="4A4A55"/>
          </a:solidFill>
          <a:ln w="6350">
            <a:solidFill>
              <a:srgbClr val="22222A"/>
            </a:solidFill>
            <a:prstDash val="solid"/>
          </a:ln>
        </p:spPr>
      </p:sp>
      <p:sp>
        <p:nvSpPr>
          <p:cNvPr id="699" name="Shape 697"/>
          <p:cNvSpPr/>
          <p:nvPr/>
        </p:nvSpPr>
        <p:spPr>
          <a:xfrm>
            <a:off x="1660527" y="3592678"/>
            <a:ext cx="64008" cy="64008"/>
          </a:xfrm>
          <a:prstGeom prst="ellipse">
            <a:avLst/>
          </a:prstGeom>
          <a:solidFill>
            <a:srgbClr val="4A4A55"/>
          </a:solidFill>
          <a:ln w="6350">
            <a:solidFill>
              <a:srgbClr val="22222A"/>
            </a:solidFill>
            <a:prstDash val="solid"/>
          </a:ln>
        </p:spPr>
      </p:sp>
      <p:sp>
        <p:nvSpPr>
          <p:cNvPr id="700" name="Shape 698"/>
          <p:cNvSpPr/>
          <p:nvPr/>
        </p:nvSpPr>
        <p:spPr>
          <a:xfrm>
            <a:off x="1738708" y="3662172"/>
            <a:ext cx="64008" cy="64008"/>
          </a:xfrm>
          <a:prstGeom prst="ellipse">
            <a:avLst/>
          </a:prstGeom>
          <a:solidFill>
            <a:srgbClr val="4A4A55"/>
          </a:solidFill>
          <a:ln w="6350">
            <a:solidFill>
              <a:srgbClr val="22222A"/>
            </a:solidFill>
            <a:prstDash val="solid"/>
          </a:ln>
        </p:spPr>
      </p:sp>
      <p:sp>
        <p:nvSpPr>
          <p:cNvPr id="701" name="Shape 699"/>
          <p:cNvSpPr/>
          <p:nvPr/>
        </p:nvSpPr>
        <p:spPr>
          <a:xfrm>
            <a:off x="1928258" y="3696919"/>
            <a:ext cx="64008" cy="64008"/>
          </a:xfrm>
          <a:prstGeom prst="ellipse">
            <a:avLst/>
          </a:prstGeom>
          <a:solidFill>
            <a:srgbClr val="4A4A55"/>
          </a:solidFill>
          <a:ln w="6350">
            <a:solidFill>
              <a:srgbClr val="22222A"/>
            </a:solidFill>
            <a:prstDash val="solid"/>
          </a:ln>
        </p:spPr>
      </p:sp>
      <p:sp>
        <p:nvSpPr>
          <p:cNvPr id="702" name="Shape 700"/>
          <p:cNvSpPr/>
          <p:nvPr/>
        </p:nvSpPr>
        <p:spPr>
          <a:xfrm>
            <a:off x="2006440" y="3766414"/>
            <a:ext cx="64008" cy="64008"/>
          </a:xfrm>
          <a:prstGeom prst="ellipse">
            <a:avLst/>
          </a:prstGeom>
          <a:solidFill>
            <a:srgbClr val="4A4A55"/>
          </a:solidFill>
          <a:ln w="6350">
            <a:solidFill>
              <a:srgbClr val="22222A"/>
            </a:solidFill>
            <a:prstDash val="solid"/>
          </a:ln>
        </p:spPr>
      </p:sp>
      <p:sp>
        <p:nvSpPr>
          <p:cNvPr id="703" name="Shape 701"/>
          <p:cNvSpPr/>
          <p:nvPr/>
        </p:nvSpPr>
        <p:spPr>
          <a:xfrm>
            <a:off x="2195990" y="3801161"/>
            <a:ext cx="64008" cy="64008"/>
          </a:xfrm>
          <a:prstGeom prst="ellipse">
            <a:avLst/>
          </a:prstGeom>
          <a:solidFill>
            <a:srgbClr val="4A4A55"/>
          </a:solidFill>
          <a:ln w="6350">
            <a:solidFill>
              <a:srgbClr val="22222A"/>
            </a:solidFill>
            <a:prstDash val="solid"/>
          </a:ln>
        </p:spPr>
      </p:sp>
      <p:sp>
        <p:nvSpPr>
          <p:cNvPr id="704" name="Shape 702"/>
          <p:cNvSpPr/>
          <p:nvPr/>
        </p:nvSpPr>
        <p:spPr>
          <a:xfrm>
            <a:off x="2274171" y="3870655"/>
            <a:ext cx="64008" cy="64008"/>
          </a:xfrm>
          <a:prstGeom prst="ellipse">
            <a:avLst/>
          </a:prstGeom>
          <a:solidFill>
            <a:srgbClr val="4A4A55"/>
          </a:solidFill>
          <a:ln w="6350">
            <a:solidFill>
              <a:srgbClr val="22222A"/>
            </a:solidFill>
            <a:prstDash val="solid"/>
          </a:ln>
        </p:spPr>
      </p:sp>
      <p:sp>
        <p:nvSpPr>
          <p:cNvPr id="705" name="Shape 703"/>
          <p:cNvSpPr/>
          <p:nvPr/>
        </p:nvSpPr>
        <p:spPr>
          <a:xfrm>
            <a:off x="2463722" y="3905402"/>
            <a:ext cx="64008" cy="64008"/>
          </a:xfrm>
          <a:prstGeom prst="ellipse">
            <a:avLst/>
          </a:prstGeom>
          <a:solidFill>
            <a:srgbClr val="4A4A55"/>
          </a:solidFill>
          <a:ln w="6350">
            <a:solidFill>
              <a:srgbClr val="22222A"/>
            </a:solidFill>
            <a:prstDash val="solid"/>
          </a:ln>
        </p:spPr>
      </p:sp>
      <p:sp>
        <p:nvSpPr>
          <p:cNvPr id="706" name="Shape 704"/>
          <p:cNvSpPr/>
          <p:nvPr/>
        </p:nvSpPr>
        <p:spPr>
          <a:xfrm>
            <a:off x="2541903" y="3974897"/>
            <a:ext cx="64008" cy="64008"/>
          </a:xfrm>
          <a:prstGeom prst="ellipse">
            <a:avLst/>
          </a:prstGeom>
          <a:solidFill>
            <a:srgbClr val="4A4A55"/>
          </a:solidFill>
          <a:ln w="6350">
            <a:solidFill>
              <a:srgbClr val="22222A"/>
            </a:solidFill>
            <a:prstDash val="solid"/>
          </a:ln>
        </p:spPr>
      </p:sp>
      <p:sp>
        <p:nvSpPr>
          <p:cNvPr id="707" name="Shape 705"/>
          <p:cNvSpPr/>
          <p:nvPr/>
        </p:nvSpPr>
        <p:spPr>
          <a:xfrm>
            <a:off x="2731453" y="4009644"/>
            <a:ext cx="64008" cy="64008"/>
          </a:xfrm>
          <a:prstGeom prst="ellipse">
            <a:avLst/>
          </a:prstGeom>
          <a:solidFill>
            <a:srgbClr val="4A4A55"/>
          </a:solidFill>
          <a:ln w="6350">
            <a:solidFill>
              <a:srgbClr val="22222A"/>
            </a:solidFill>
            <a:prstDash val="solid"/>
          </a:ln>
        </p:spPr>
      </p:sp>
      <p:sp>
        <p:nvSpPr>
          <p:cNvPr id="708" name="Shape 706"/>
          <p:cNvSpPr/>
          <p:nvPr/>
        </p:nvSpPr>
        <p:spPr>
          <a:xfrm>
            <a:off x="1693715" y="3488436"/>
            <a:ext cx="64008" cy="64008"/>
          </a:xfrm>
          <a:prstGeom prst="ellipse">
            <a:avLst/>
          </a:prstGeom>
          <a:solidFill>
            <a:srgbClr val="4A4A55"/>
          </a:solidFill>
          <a:ln w="6350">
            <a:solidFill>
              <a:srgbClr val="22222A"/>
            </a:solidFill>
            <a:prstDash val="solid"/>
          </a:ln>
        </p:spPr>
      </p:sp>
      <p:sp>
        <p:nvSpPr>
          <p:cNvPr id="709" name="Shape 707"/>
          <p:cNvSpPr/>
          <p:nvPr/>
        </p:nvSpPr>
        <p:spPr>
          <a:xfrm>
            <a:off x="1771896" y="3557930"/>
            <a:ext cx="64008" cy="64008"/>
          </a:xfrm>
          <a:prstGeom prst="ellipse">
            <a:avLst/>
          </a:prstGeom>
          <a:solidFill>
            <a:srgbClr val="4A4A55"/>
          </a:solidFill>
          <a:ln w="6350">
            <a:solidFill>
              <a:srgbClr val="22222A"/>
            </a:solidFill>
            <a:prstDash val="solid"/>
          </a:ln>
        </p:spPr>
      </p:sp>
      <p:sp>
        <p:nvSpPr>
          <p:cNvPr id="710" name="Shape 708"/>
          <p:cNvSpPr/>
          <p:nvPr/>
        </p:nvSpPr>
        <p:spPr>
          <a:xfrm>
            <a:off x="1961446" y="3592678"/>
            <a:ext cx="64008" cy="64008"/>
          </a:xfrm>
          <a:prstGeom prst="ellipse">
            <a:avLst/>
          </a:prstGeom>
          <a:solidFill>
            <a:srgbClr val="4A4A55"/>
          </a:solidFill>
          <a:ln w="6350">
            <a:solidFill>
              <a:srgbClr val="22222A"/>
            </a:solidFill>
            <a:prstDash val="solid"/>
          </a:ln>
        </p:spPr>
      </p:sp>
      <p:sp>
        <p:nvSpPr>
          <p:cNvPr id="711" name="Shape 709"/>
          <p:cNvSpPr/>
          <p:nvPr/>
        </p:nvSpPr>
        <p:spPr>
          <a:xfrm>
            <a:off x="2039628" y="3662172"/>
            <a:ext cx="64008" cy="64008"/>
          </a:xfrm>
          <a:prstGeom prst="ellipse">
            <a:avLst/>
          </a:prstGeom>
          <a:solidFill>
            <a:srgbClr val="4A4A55"/>
          </a:solidFill>
          <a:ln w="6350">
            <a:solidFill>
              <a:srgbClr val="22222A"/>
            </a:solidFill>
            <a:prstDash val="solid"/>
          </a:ln>
        </p:spPr>
      </p:sp>
      <p:sp>
        <p:nvSpPr>
          <p:cNvPr id="712" name="Shape 710"/>
          <p:cNvSpPr/>
          <p:nvPr/>
        </p:nvSpPr>
        <p:spPr>
          <a:xfrm>
            <a:off x="2229178" y="3696919"/>
            <a:ext cx="64008" cy="64008"/>
          </a:xfrm>
          <a:prstGeom prst="ellipse">
            <a:avLst/>
          </a:prstGeom>
          <a:solidFill>
            <a:srgbClr val="4A4A55"/>
          </a:solidFill>
          <a:ln w="6350">
            <a:solidFill>
              <a:srgbClr val="22222A"/>
            </a:solidFill>
            <a:prstDash val="solid"/>
          </a:ln>
        </p:spPr>
      </p:sp>
      <p:sp>
        <p:nvSpPr>
          <p:cNvPr id="713" name="Shape 711"/>
          <p:cNvSpPr/>
          <p:nvPr/>
        </p:nvSpPr>
        <p:spPr>
          <a:xfrm>
            <a:off x="2307359" y="3766414"/>
            <a:ext cx="64008" cy="64008"/>
          </a:xfrm>
          <a:prstGeom prst="ellipse">
            <a:avLst/>
          </a:prstGeom>
          <a:solidFill>
            <a:srgbClr val="4A4A55"/>
          </a:solidFill>
          <a:ln w="6350">
            <a:solidFill>
              <a:srgbClr val="22222A"/>
            </a:solidFill>
            <a:prstDash val="solid"/>
          </a:ln>
        </p:spPr>
      </p:sp>
      <p:sp>
        <p:nvSpPr>
          <p:cNvPr id="714" name="Shape 712"/>
          <p:cNvSpPr/>
          <p:nvPr/>
        </p:nvSpPr>
        <p:spPr>
          <a:xfrm>
            <a:off x="2496910" y="3801161"/>
            <a:ext cx="64008" cy="64008"/>
          </a:xfrm>
          <a:prstGeom prst="ellipse">
            <a:avLst/>
          </a:prstGeom>
          <a:solidFill>
            <a:srgbClr val="4A4A55"/>
          </a:solidFill>
          <a:ln w="6350">
            <a:solidFill>
              <a:srgbClr val="22222A"/>
            </a:solidFill>
            <a:prstDash val="solid"/>
          </a:ln>
        </p:spPr>
      </p:sp>
      <p:sp>
        <p:nvSpPr>
          <p:cNvPr id="715" name="Shape 713"/>
          <p:cNvSpPr/>
          <p:nvPr/>
        </p:nvSpPr>
        <p:spPr>
          <a:xfrm>
            <a:off x="2575091" y="3870655"/>
            <a:ext cx="64008" cy="64008"/>
          </a:xfrm>
          <a:prstGeom prst="ellipse">
            <a:avLst/>
          </a:prstGeom>
          <a:solidFill>
            <a:srgbClr val="4A4A55"/>
          </a:solidFill>
          <a:ln w="6350">
            <a:solidFill>
              <a:srgbClr val="22222A"/>
            </a:solidFill>
            <a:prstDash val="solid"/>
          </a:ln>
        </p:spPr>
      </p:sp>
      <p:sp>
        <p:nvSpPr>
          <p:cNvPr id="716" name="Shape 714"/>
          <p:cNvSpPr/>
          <p:nvPr/>
        </p:nvSpPr>
        <p:spPr>
          <a:xfrm>
            <a:off x="2764641" y="3905402"/>
            <a:ext cx="64008" cy="64008"/>
          </a:xfrm>
          <a:prstGeom prst="ellipse">
            <a:avLst/>
          </a:prstGeom>
          <a:solidFill>
            <a:srgbClr val="4A4A55"/>
          </a:solidFill>
          <a:ln w="6350">
            <a:solidFill>
              <a:srgbClr val="22222A"/>
            </a:solidFill>
            <a:prstDash val="solid"/>
          </a:ln>
        </p:spPr>
      </p:sp>
      <p:sp>
        <p:nvSpPr>
          <p:cNvPr id="717" name="Shape 715"/>
          <p:cNvSpPr/>
          <p:nvPr/>
        </p:nvSpPr>
        <p:spPr>
          <a:xfrm>
            <a:off x="2842822" y="3974897"/>
            <a:ext cx="64008" cy="64008"/>
          </a:xfrm>
          <a:prstGeom prst="ellipse">
            <a:avLst/>
          </a:prstGeom>
          <a:solidFill>
            <a:srgbClr val="4A4A55"/>
          </a:solidFill>
          <a:ln w="6350">
            <a:solidFill>
              <a:srgbClr val="22222A"/>
            </a:solidFill>
            <a:prstDash val="solid"/>
          </a:ln>
        </p:spPr>
      </p:sp>
      <p:sp>
        <p:nvSpPr>
          <p:cNvPr id="718" name="Shape 716"/>
          <p:cNvSpPr/>
          <p:nvPr/>
        </p:nvSpPr>
        <p:spPr>
          <a:xfrm>
            <a:off x="3032373" y="4009644"/>
            <a:ext cx="64008" cy="64008"/>
          </a:xfrm>
          <a:prstGeom prst="ellipse">
            <a:avLst/>
          </a:prstGeom>
          <a:solidFill>
            <a:srgbClr val="4A4A55"/>
          </a:solidFill>
          <a:ln w="6350">
            <a:solidFill>
              <a:srgbClr val="22222A"/>
            </a:solidFill>
            <a:prstDash val="solid"/>
          </a:ln>
        </p:spPr>
      </p:sp>
      <p:sp>
        <p:nvSpPr>
          <p:cNvPr id="719" name="Shape 717"/>
          <p:cNvSpPr/>
          <p:nvPr/>
        </p:nvSpPr>
        <p:spPr>
          <a:xfrm>
            <a:off x="1994634" y="3488436"/>
            <a:ext cx="64008" cy="64008"/>
          </a:xfrm>
          <a:prstGeom prst="ellipse">
            <a:avLst/>
          </a:prstGeom>
          <a:solidFill>
            <a:srgbClr val="4A4A55"/>
          </a:solidFill>
          <a:ln w="6350">
            <a:solidFill>
              <a:srgbClr val="22222A"/>
            </a:solidFill>
            <a:prstDash val="solid"/>
          </a:ln>
        </p:spPr>
      </p:sp>
      <p:sp>
        <p:nvSpPr>
          <p:cNvPr id="720" name="Shape 718"/>
          <p:cNvSpPr/>
          <p:nvPr/>
        </p:nvSpPr>
        <p:spPr>
          <a:xfrm>
            <a:off x="2072816" y="3557930"/>
            <a:ext cx="64008" cy="64008"/>
          </a:xfrm>
          <a:prstGeom prst="ellipse">
            <a:avLst/>
          </a:prstGeom>
          <a:solidFill>
            <a:srgbClr val="4A4A55"/>
          </a:solidFill>
          <a:ln w="6350">
            <a:solidFill>
              <a:srgbClr val="22222A"/>
            </a:solidFill>
            <a:prstDash val="solid"/>
          </a:ln>
        </p:spPr>
      </p:sp>
      <p:sp>
        <p:nvSpPr>
          <p:cNvPr id="721" name="Shape 719"/>
          <p:cNvSpPr/>
          <p:nvPr/>
        </p:nvSpPr>
        <p:spPr>
          <a:xfrm>
            <a:off x="2262366" y="3592678"/>
            <a:ext cx="64008" cy="64008"/>
          </a:xfrm>
          <a:prstGeom prst="ellipse">
            <a:avLst/>
          </a:prstGeom>
          <a:solidFill>
            <a:srgbClr val="4A4A55"/>
          </a:solidFill>
          <a:ln w="6350">
            <a:solidFill>
              <a:srgbClr val="22222A"/>
            </a:solidFill>
            <a:prstDash val="solid"/>
          </a:ln>
        </p:spPr>
      </p:sp>
      <p:sp>
        <p:nvSpPr>
          <p:cNvPr id="722" name="Shape 720"/>
          <p:cNvSpPr/>
          <p:nvPr/>
        </p:nvSpPr>
        <p:spPr>
          <a:xfrm>
            <a:off x="2340547" y="3662172"/>
            <a:ext cx="64008" cy="64008"/>
          </a:xfrm>
          <a:prstGeom prst="ellipse">
            <a:avLst/>
          </a:prstGeom>
          <a:solidFill>
            <a:srgbClr val="4A4A55"/>
          </a:solidFill>
          <a:ln w="6350">
            <a:solidFill>
              <a:srgbClr val="22222A"/>
            </a:solidFill>
            <a:prstDash val="solid"/>
          </a:ln>
        </p:spPr>
      </p:sp>
      <p:sp>
        <p:nvSpPr>
          <p:cNvPr id="723" name="Shape 721"/>
          <p:cNvSpPr/>
          <p:nvPr/>
        </p:nvSpPr>
        <p:spPr>
          <a:xfrm>
            <a:off x="2530097" y="3696919"/>
            <a:ext cx="64008" cy="64008"/>
          </a:xfrm>
          <a:prstGeom prst="ellipse">
            <a:avLst/>
          </a:prstGeom>
          <a:solidFill>
            <a:srgbClr val="4A4A55"/>
          </a:solidFill>
          <a:ln w="6350">
            <a:solidFill>
              <a:srgbClr val="22222A"/>
            </a:solidFill>
            <a:prstDash val="solid"/>
          </a:ln>
        </p:spPr>
      </p:sp>
      <p:sp>
        <p:nvSpPr>
          <p:cNvPr id="724" name="Shape 722"/>
          <p:cNvSpPr/>
          <p:nvPr/>
        </p:nvSpPr>
        <p:spPr>
          <a:xfrm>
            <a:off x="2608279" y="3766414"/>
            <a:ext cx="64008" cy="64008"/>
          </a:xfrm>
          <a:prstGeom prst="ellipse">
            <a:avLst/>
          </a:prstGeom>
          <a:solidFill>
            <a:srgbClr val="4A4A55"/>
          </a:solidFill>
          <a:ln w="6350">
            <a:solidFill>
              <a:srgbClr val="22222A"/>
            </a:solidFill>
            <a:prstDash val="solid"/>
          </a:ln>
        </p:spPr>
      </p:sp>
      <p:sp>
        <p:nvSpPr>
          <p:cNvPr id="725" name="Shape 723"/>
          <p:cNvSpPr/>
          <p:nvPr/>
        </p:nvSpPr>
        <p:spPr>
          <a:xfrm>
            <a:off x="2797829" y="3801161"/>
            <a:ext cx="64008" cy="64008"/>
          </a:xfrm>
          <a:prstGeom prst="ellipse">
            <a:avLst/>
          </a:prstGeom>
          <a:solidFill>
            <a:srgbClr val="4A4A55"/>
          </a:solidFill>
          <a:ln w="6350">
            <a:solidFill>
              <a:srgbClr val="22222A"/>
            </a:solidFill>
            <a:prstDash val="solid"/>
          </a:ln>
        </p:spPr>
      </p:sp>
      <p:sp>
        <p:nvSpPr>
          <p:cNvPr id="726" name="Shape 724"/>
          <p:cNvSpPr/>
          <p:nvPr/>
        </p:nvSpPr>
        <p:spPr>
          <a:xfrm>
            <a:off x="2876010" y="3870655"/>
            <a:ext cx="64008" cy="64008"/>
          </a:xfrm>
          <a:prstGeom prst="ellipse">
            <a:avLst/>
          </a:prstGeom>
          <a:solidFill>
            <a:srgbClr val="4A4A55"/>
          </a:solidFill>
          <a:ln w="6350">
            <a:solidFill>
              <a:srgbClr val="22222A"/>
            </a:solidFill>
            <a:prstDash val="solid"/>
          </a:ln>
        </p:spPr>
      </p:sp>
      <p:sp>
        <p:nvSpPr>
          <p:cNvPr id="727" name="Shape 725"/>
          <p:cNvSpPr/>
          <p:nvPr/>
        </p:nvSpPr>
        <p:spPr>
          <a:xfrm>
            <a:off x="3065561" y="3905402"/>
            <a:ext cx="64008" cy="64008"/>
          </a:xfrm>
          <a:prstGeom prst="ellipse">
            <a:avLst/>
          </a:prstGeom>
          <a:solidFill>
            <a:srgbClr val="4A4A55"/>
          </a:solidFill>
          <a:ln w="6350">
            <a:solidFill>
              <a:srgbClr val="22222A"/>
            </a:solidFill>
            <a:prstDash val="solid"/>
          </a:ln>
        </p:spPr>
      </p:sp>
      <p:sp>
        <p:nvSpPr>
          <p:cNvPr id="728" name="Shape 726"/>
          <p:cNvSpPr/>
          <p:nvPr/>
        </p:nvSpPr>
        <p:spPr>
          <a:xfrm>
            <a:off x="3143742" y="3974897"/>
            <a:ext cx="64008" cy="64008"/>
          </a:xfrm>
          <a:prstGeom prst="ellipse">
            <a:avLst/>
          </a:prstGeom>
          <a:solidFill>
            <a:srgbClr val="4A4A55"/>
          </a:solidFill>
          <a:ln w="6350">
            <a:solidFill>
              <a:srgbClr val="22222A"/>
            </a:solidFill>
            <a:prstDash val="solid"/>
          </a:ln>
        </p:spPr>
      </p:sp>
      <p:sp>
        <p:nvSpPr>
          <p:cNvPr id="729" name="Shape 727"/>
          <p:cNvSpPr/>
          <p:nvPr/>
        </p:nvSpPr>
        <p:spPr>
          <a:xfrm>
            <a:off x="3333292" y="4009644"/>
            <a:ext cx="64008" cy="64008"/>
          </a:xfrm>
          <a:prstGeom prst="ellipse">
            <a:avLst/>
          </a:prstGeom>
          <a:solidFill>
            <a:srgbClr val="4A4A55"/>
          </a:solidFill>
          <a:ln w="6350">
            <a:solidFill>
              <a:srgbClr val="22222A"/>
            </a:solidFill>
            <a:prstDash val="solid"/>
          </a:ln>
        </p:spPr>
      </p:sp>
      <p:sp>
        <p:nvSpPr>
          <p:cNvPr id="730" name="Shape 728"/>
          <p:cNvSpPr/>
          <p:nvPr/>
        </p:nvSpPr>
        <p:spPr>
          <a:xfrm>
            <a:off x="2295554" y="3488436"/>
            <a:ext cx="64008" cy="64008"/>
          </a:xfrm>
          <a:prstGeom prst="ellipse">
            <a:avLst/>
          </a:prstGeom>
          <a:solidFill>
            <a:srgbClr val="4A4A55"/>
          </a:solidFill>
          <a:ln w="6350">
            <a:solidFill>
              <a:srgbClr val="22222A"/>
            </a:solidFill>
            <a:prstDash val="solid"/>
          </a:ln>
        </p:spPr>
      </p:sp>
      <p:sp>
        <p:nvSpPr>
          <p:cNvPr id="731" name="Shape 729"/>
          <p:cNvSpPr/>
          <p:nvPr/>
        </p:nvSpPr>
        <p:spPr>
          <a:xfrm>
            <a:off x="2373735" y="3557930"/>
            <a:ext cx="64008" cy="64008"/>
          </a:xfrm>
          <a:prstGeom prst="ellipse">
            <a:avLst/>
          </a:prstGeom>
          <a:solidFill>
            <a:srgbClr val="4A4A55"/>
          </a:solidFill>
          <a:ln w="6350">
            <a:solidFill>
              <a:srgbClr val="22222A"/>
            </a:solidFill>
            <a:prstDash val="solid"/>
          </a:ln>
        </p:spPr>
      </p:sp>
      <p:sp>
        <p:nvSpPr>
          <p:cNvPr id="732" name="Shape 730"/>
          <p:cNvSpPr/>
          <p:nvPr/>
        </p:nvSpPr>
        <p:spPr>
          <a:xfrm>
            <a:off x="2563285" y="3592678"/>
            <a:ext cx="64008" cy="64008"/>
          </a:xfrm>
          <a:prstGeom prst="ellipse">
            <a:avLst/>
          </a:prstGeom>
          <a:solidFill>
            <a:srgbClr val="4A4A55"/>
          </a:solidFill>
          <a:ln w="6350">
            <a:solidFill>
              <a:srgbClr val="22222A"/>
            </a:solidFill>
            <a:prstDash val="solid"/>
          </a:ln>
        </p:spPr>
      </p:sp>
      <p:sp>
        <p:nvSpPr>
          <p:cNvPr id="733" name="Shape 731"/>
          <p:cNvSpPr/>
          <p:nvPr/>
        </p:nvSpPr>
        <p:spPr>
          <a:xfrm>
            <a:off x="2641467" y="3662172"/>
            <a:ext cx="64008" cy="64008"/>
          </a:xfrm>
          <a:prstGeom prst="ellipse">
            <a:avLst/>
          </a:prstGeom>
          <a:solidFill>
            <a:srgbClr val="4A4A55"/>
          </a:solidFill>
          <a:ln w="6350">
            <a:solidFill>
              <a:srgbClr val="22222A"/>
            </a:solidFill>
            <a:prstDash val="solid"/>
          </a:ln>
        </p:spPr>
      </p:sp>
      <p:sp>
        <p:nvSpPr>
          <p:cNvPr id="734" name="Shape 732"/>
          <p:cNvSpPr/>
          <p:nvPr/>
        </p:nvSpPr>
        <p:spPr>
          <a:xfrm>
            <a:off x="2831017" y="3696919"/>
            <a:ext cx="64008" cy="64008"/>
          </a:xfrm>
          <a:prstGeom prst="ellipse">
            <a:avLst/>
          </a:prstGeom>
          <a:solidFill>
            <a:srgbClr val="4A4A55"/>
          </a:solidFill>
          <a:ln w="6350">
            <a:solidFill>
              <a:srgbClr val="22222A"/>
            </a:solidFill>
            <a:prstDash val="solid"/>
          </a:ln>
        </p:spPr>
      </p:sp>
      <p:sp>
        <p:nvSpPr>
          <p:cNvPr id="735" name="Shape 733"/>
          <p:cNvSpPr/>
          <p:nvPr/>
        </p:nvSpPr>
        <p:spPr>
          <a:xfrm>
            <a:off x="2909198" y="3766414"/>
            <a:ext cx="64008" cy="64008"/>
          </a:xfrm>
          <a:prstGeom prst="ellipse">
            <a:avLst/>
          </a:prstGeom>
          <a:solidFill>
            <a:srgbClr val="4A4A55"/>
          </a:solidFill>
          <a:ln w="6350">
            <a:solidFill>
              <a:srgbClr val="22222A"/>
            </a:solidFill>
            <a:prstDash val="solid"/>
          </a:ln>
        </p:spPr>
      </p:sp>
      <p:sp>
        <p:nvSpPr>
          <p:cNvPr id="736" name="Shape 734"/>
          <p:cNvSpPr/>
          <p:nvPr/>
        </p:nvSpPr>
        <p:spPr>
          <a:xfrm>
            <a:off x="3098749" y="3801161"/>
            <a:ext cx="64008" cy="64008"/>
          </a:xfrm>
          <a:prstGeom prst="ellipse">
            <a:avLst/>
          </a:prstGeom>
          <a:solidFill>
            <a:srgbClr val="4A4A55"/>
          </a:solidFill>
          <a:ln w="6350">
            <a:solidFill>
              <a:srgbClr val="22222A"/>
            </a:solidFill>
            <a:prstDash val="solid"/>
          </a:ln>
        </p:spPr>
      </p:sp>
      <p:sp>
        <p:nvSpPr>
          <p:cNvPr id="737" name="Shape 735"/>
          <p:cNvSpPr/>
          <p:nvPr/>
        </p:nvSpPr>
        <p:spPr>
          <a:xfrm>
            <a:off x="3176930" y="3870655"/>
            <a:ext cx="64008" cy="64008"/>
          </a:xfrm>
          <a:prstGeom prst="ellipse">
            <a:avLst/>
          </a:prstGeom>
          <a:solidFill>
            <a:srgbClr val="4A4A55"/>
          </a:solidFill>
          <a:ln w="6350">
            <a:solidFill>
              <a:srgbClr val="22222A"/>
            </a:solidFill>
            <a:prstDash val="solid"/>
          </a:ln>
        </p:spPr>
      </p:sp>
      <p:sp>
        <p:nvSpPr>
          <p:cNvPr id="738" name="Shape 736"/>
          <p:cNvSpPr/>
          <p:nvPr/>
        </p:nvSpPr>
        <p:spPr>
          <a:xfrm>
            <a:off x="3366480" y="3905402"/>
            <a:ext cx="64008" cy="64008"/>
          </a:xfrm>
          <a:prstGeom prst="ellipse">
            <a:avLst/>
          </a:prstGeom>
          <a:solidFill>
            <a:srgbClr val="4A4A55"/>
          </a:solidFill>
          <a:ln w="6350">
            <a:solidFill>
              <a:srgbClr val="22222A"/>
            </a:solidFill>
            <a:prstDash val="solid"/>
          </a:ln>
        </p:spPr>
      </p:sp>
      <p:sp>
        <p:nvSpPr>
          <p:cNvPr id="739" name="Shape 737"/>
          <p:cNvSpPr/>
          <p:nvPr/>
        </p:nvSpPr>
        <p:spPr>
          <a:xfrm>
            <a:off x="3444661" y="3974897"/>
            <a:ext cx="64008" cy="64008"/>
          </a:xfrm>
          <a:prstGeom prst="ellipse">
            <a:avLst/>
          </a:prstGeom>
          <a:solidFill>
            <a:srgbClr val="4A4A55"/>
          </a:solidFill>
          <a:ln w="6350">
            <a:solidFill>
              <a:srgbClr val="22222A"/>
            </a:solidFill>
            <a:prstDash val="solid"/>
          </a:ln>
        </p:spPr>
      </p:sp>
      <p:sp>
        <p:nvSpPr>
          <p:cNvPr id="740" name="Shape 738"/>
          <p:cNvSpPr/>
          <p:nvPr/>
        </p:nvSpPr>
        <p:spPr>
          <a:xfrm>
            <a:off x="3634212" y="4009644"/>
            <a:ext cx="64008" cy="64008"/>
          </a:xfrm>
          <a:prstGeom prst="ellipse">
            <a:avLst/>
          </a:prstGeom>
          <a:solidFill>
            <a:srgbClr val="4A4A55"/>
          </a:solidFill>
          <a:ln w="6350">
            <a:solidFill>
              <a:srgbClr val="22222A"/>
            </a:solidFill>
            <a:prstDash val="solid"/>
          </a:ln>
        </p:spPr>
      </p:sp>
      <p:sp>
        <p:nvSpPr>
          <p:cNvPr id="741" name="Shape 739"/>
          <p:cNvSpPr/>
          <p:nvPr/>
        </p:nvSpPr>
        <p:spPr>
          <a:xfrm>
            <a:off x="2596473" y="3488436"/>
            <a:ext cx="64008" cy="64008"/>
          </a:xfrm>
          <a:prstGeom prst="ellipse">
            <a:avLst/>
          </a:prstGeom>
          <a:solidFill>
            <a:srgbClr val="4A4A55"/>
          </a:solidFill>
          <a:ln w="6350">
            <a:solidFill>
              <a:srgbClr val="22222A"/>
            </a:solidFill>
            <a:prstDash val="solid"/>
          </a:ln>
        </p:spPr>
      </p:sp>
      <p:sp>
        <p:nvSpPr>
          <p:cNvPr id="742" name="Shape 740"/>
          <p:cNvSpPr/>
          <p:nvPr/>
        </p:nvSpPr>
        <p:spPr>
          <a:xfrm>
            <a:off x="2674655" y="3557930"/>
            <a:ext cx="64008" cy="64008"/>
          </a:xfrm>
          <a:prstGeom prst="ellipse">
            <a:avLst/>
          </a:prstGeom>
          <a:solidFill>
            <a:srgbClr val="4A4A55"/>
          </a:solidFill>
          <a:ln w="6350">
            <a:solidFill>
              <a:srgbClr val="22222A"/>
            </a:solidFill>
            <a:prstDash val="solid"/>
          </a:ln>
        </p:spPr>
      </p:sp>
      <p:sp>
        <p:nvSpPr>
          <p:cNvPr id="743" name="Shape 741"/>
          <p:cNvSpPr/>
          <p:nvPr/>
        </p:nvSpPr>
        <p:spPr>
          <a:xfrm>
            <a:off x="2864205" y="3592678"/>
            <a:ext cx="64008" cy="64008"/>
          </a:xfrm>
          <a:prstGeom prst="ellipse">
            <a:avLst/>
          </a:prstGeom>
          <a:solidFill>
            <a:srgbClr val="4A4A55"/>
          </a:solidFill>
          <a:ln w="6350">
            <a:solidFill>
              <a:srgbClr val="22222A"/>
            </a:solidFill>
            <a:prstDash val="solid"/>
          </a:ln>
        </p:spPr>
      </p:sp>
      <p:sp>
        <p:nvSpPr>
          <p:cNvPr id="744" name="Shape 742"/>
          <p:cNvSpPr/>
          <p:nvPr/>
        </p:nvSpPr>
        <p:spPr>
          <a:xfrm>
            <a:off x="2942386" y="3662172"/>
            <a:ext cx="64008" cy="64008"/>
          </a:xfrm>
          <a:prstGeom prst="ellipse">
            <a:avLst/>
          </a:prstGeom>
          <a:solidFill>
            <a:srgbClr val="4A4A55"/>
          </a:solidFill>
          <a:ln w="6350">
            <a:solidFill>
              <a:srgbClr val="22222A"/>
            </a:solidFill>
            <a:prstDash val="solid"/>
          </a:ln>
        </p:spPr>
      </p:sp>
      <p:sp>
        <p:nvSpPr>
          <p:cNvPr id="745" name="Shape 743"/>
          <p:cNvSpPr/>
          <p:nvPr/>
        </p:nvSpPr>
        <p:spPr>
          <a:xfrm>
            <a:off x="3131937" y="3696919"/>
            <a:ext cx="64008" cy="64008"/>
          </a:xfrm>
          <a:prstGeom prst="ellipse">
            <a:avLst/>
          </a:prstGeom>
          <a:solidFill>
            <a:srgbClr val="4A4A55"/>
          </a:solidFill>
          <a:ln w="6350">
            <a:solidFill>
              <a:srgbClr val="22222A"/>
            </a:solidFill>
            <a:prstDash val="solid"/>
          </a:ln>
        </p:spPr>
      </p:sp>
      <p:sp>
        <p:nvSpPr>
          <p:cNvPr id="746" name="Shape 744"/>
          <p:cNvSpPr/>
          <p:nvPr/>
        </p:nvSpPr>
        <p:spPr>
          <a:xfrm>
            <a:off x="3210118" y="3766414"/>
            <a:ext cx="64008" cy="64008"/>
          </a:xfrm>
          <a:prstGeom prst="ellipse">
            <a:avLst/>
          </a:prstGeom>
          <a:solidFill>
            <a:srgbClr val="4A4A55"/>
          </a:solidFill>
          <a:ln w="6350">
            <a:solidFill>
              <a:srgbClr val="22222A"/>
            </a:solidFill>
            <a:prstDash val="solid"/>
          </a:ln>
        </p:spPr>
      </p:sp>
      <p:sp>
        <p:nvSpPr>
          <p:cNvPr id="747" name="Shape 745"/>
          <p:cNvSpPr/>
          <p:nvPr/>
        </p:nvSpPr>
        <p:spPr>
          <a:xfrm>
            <a:off x="3399668" y="3801161"/>
            <a:ext cx="64008" cy="64008"/>
          </a:xfrm>
          <a:prstGeom prst="ellipse">
            <a:avLst/>
          </a:prstGeom>
          <a:solidFill>
            <a:srgbClr val="4A4A55"/>
          </a:solidFill>
          <a:ln w="6350">
            <a:solidFill>
              <a:srgbClr val="22222A"/>
            </a:solidFill>
            <a:prstDash val="solid"/>
          </a:ln>
        </p:spPr>
      </p:sp>
      <p:sp>
        <p:nvSpPr>
          <p:cNvPr id="748" name="Shape 746"/>
          <p:cNvSpPr/>
          <p:nvPr/>
        </p:nvSpPr>
        <p:spPr>
          <a:xfrm>
            <a:off x="3477849" y="3870655"/>
            <a:ext cx="64008" cy="64008"/>
          </a:xfrm>
          <a:prstGeom prst="ellipse">
            <a:avLst/>
          </a:prstGeom>
          <a:solidFill>
            <a:srgbClr val="4A4A55"/>
          </a:solidFill>
          <a:ln w="6350">
            <a:solidFill>
              <a:srgbClr val="22222A"/>
            </a:solidFill>
            <a:prstDash val="solid"/>
          </a:ln>
        </p:spPr>
      </p:sp>
      <p:sp>
        <p:nvSpPr>
          <p:cNvPr id="749" name="Shape 747"/>
          <p:cNvSpPr/>
          <p:nvPr/>
        </p:nvSpPr>
        <p:spPr>
          <a:xfrm>
            <a:off x="3667400" y="3905402"/>
            <a:ext cx="64008" cy="64008"/>
          </a:xfrm>
          <a:prstGeom prst="ellipse">
            <a:avLst/>
          </a:prstGeom>
          <a:solidFill>
            <a:srgbClr val="4A4A55"/>
          </a:solidFill>
          <a:ln w="6350">
            <a:solidFill>
              <a:srgbClr val="22222A"/>
            </a:solidFill>
            <a:prstDash val="solid"/>
          </a:ln>
        </p:spPr>
      </p:sp>
      <p:sp>
        <p:nvSpPr>
          <p:cNvPr id="750" name="Shape 748"/>
          <p:cNvSpPr/>
          <p:nvPr/>
        </p:nvSpPr>
        <p:spPr>
          <a:xfrm>
            <a:off x="3745581" y="3974897"/>
            <a:ext cx="64008" cy="64008"/>
          </a:xfrm>
          <a:prstGeom prst="ellipse">
            <a:avLst/>
          </a:prstGeom>
          <a:solidFill>
            <a:srgbClr val="4A4A55"/>
          </a:solidFill>
          <a:ln w="6350">
            <a:solidFill>
              <a:srgbClr val="22222A"/>
            </a:solidFill>
            <a:prstDash val="solid"/>
          </a:ln>
        </p:spPr>
      </p:sp>
      <p:sp>
        <p:nvSpPr>
          <p:cNvPr id="751" name="Shape 749"/>
          <p:cNvSpPr/>
          <p:nvPr/>
        </p:nvSpPr>
        <p:spPr>
          <a:xfrm>
            <a:off x="3935131" y="4009644"/>
            <a:ext cx="64008" cy="64008"/>
          </a:xfrm>
          <a:prstGeom prst="ellipse">
            <a:avLst/>
          </a:prstGeom>
          <a:solidFill>
            <a:srgbClr val="4A4A55"/>
          </a:solidFill>
          <a:ln w="6350">
            <a:solidFill>
              <a:srgbClr val="22222A"/>
            </a:solidFill>
            <a:prstDash val="solid"/>
          </a:ln>
        </p:spPr>
      </p:sp>
      <p:sp>
        <p:nvSpPr>
          <p:cNvPr id="752" name="Shape 750"/>
          <p:cNvSpPr/>
          <p:nvPr/>
        </p:nvSpPr>
        <p:spPr>
          <a:xfrm>
            <a:off x="2897393" y="3488436"/>
            <a:ext cx="64008" cy="64008"/>
          </a:xfrm>
          <a:prstGeom prst="ellipse">
            <a:avLst/>
          </a:prstGeom>
          <a:solidFill>
            <a:srgbClr val="4A4A55"/>
          </a:solidFill>
          <a:ln w="6350">
            <a:solidFill>
              <a:srgbClr val="22222A"/>
            </a:solidFill>
            <a:prstDash val="solid"/>
          </a:ln>
        </p:spPr>
      </p:sp>
      <p:sp>
        <p:nvSpPr>
          <p:cNvPr id="753" name="Shape 751"/>
          <p:cNvSpPr/>
          <p:nvPr/>
        </p:nvSpPr>
        <p:spPr>
          <a:xfrm>
            <a:off x="2975574" y="3557930"/>
            <a:ext cx="64008" cy="64008"/>
          </a:xfrm>
          <a:prstGeom prst="ellipse">
            <a:avLst/>
          </a:prstGeom>
          <a:solidFill>
            <a:srgbClr val="4A4A55"/>
          </a:solidFill>
          <a:ln w="6350">
            <a:solidFill>
              <a:srgbClr val="22222A"/>
            </a:solidFill>
            <a:prstDash val="solid"/>
          </a:ln>
        </p:spPr>
      </p:sp>
      <p:sp>
        <p:nvSpPr>
          <p:cNvPr id="754" name="Shape 752"/>
          <p:cNvSpPr/>
          <p:nvPr/>
        </p:nvSpPr>
        <p:spPr>
          <a:xfrm>
            <a:off x="3165125" y="3592678"/>
            <a:ext cx="64008" cy="64008"/>
          </a:xfrm>
          <a:prstGeom prst="ellipse">
            <a:avLst/>
          </a:prstGeom>
          <a:solidFill>
            <a:srgbClr val="4A4A55"/>
          </a:solidFill>
          <a:ln w="6350">
            <a:solidFill>
              <a:srgbClr val="22222A"/>
            </a:solidFill>
            <a:prstDash val="solid"/>
          </a:ln>
        </p:spPr>
      </p:sp>
      <p:sp>
        <p:nvSpPr>
          <p:cNvPr id="755" name="Shape 753"/>
          <p:cNvSpPr/>
          <p:nvPr/>
        </p:nvSpPr>
        <p:spPr>
          <a:xfrm>
            <a:off x="3243306" y="3662172"/>
            <a:ext cx="64008" cy="64008"/>
          </a:xfrm>
          <a:prstGeom prst="ellipse">
            <a:avLst/>
          </a:prstGeom>
          <a:solidFill>
            <a:srgbClr val="4A4A55"/>
          </a:solidFill>
          <a:ln w="6350">
            <a:solidFill>
              <a:srgbClr val="22222A"/>
            </a:solidFill>
            <a:prstDash val="solid"/>
          </a:ln>
        </p:spPr>
      </p:sp>
      <p:sp>
        <p:nvSpPr>
          <p:cNvPr id="756" name="Shape 754"/>
          <p:cNvSpPr/>
          <p:nvPr/>
        </p:nvSpPr>
        <p:spPr>
          <a:xfrm>
            <a:off x="3432856" y="3696919"/>
            <a:ext cx="64008" cy="64008"/>
          </a:xfrm>
          <a:prstGeom prst="ellipse">
            <a:avLst/>
          </a:prstGeom>
          <a:solidFill>
            <a:srgbClr val="4A4A55"/>
          </a:solidFill>
          <a:ln w="6350">
            <a:solidFill>
              <a:srgbClr val="22222A"/>
            </a:solidFill>
            <a:prstDash val="solid"/>
          </a:ln>
        </p:spPr>
      </p:sp>
      <p:sp>
        <p:nvSpPr>
          <p:cNvPr id="757" name="Shape 755"/>
          <p:cNvSpPr/>
          <p:nvPr/>
        </p:nvSpPr>
        <p:spPr>
          <a:xfrm>
            <a:off x="3511037" y="3766414"/>
            <a:ext cx="64008" cy="64008"/>
          </a:xfrm>
          <a:prstGeom prst="ellipse">
            <a:avLst/>
          </a:prstGeom>
          <a:solidFill>
            <a:srgbClr val="4A4A55"/>
          </a:solidFill>
          <a:ln w="6350">
            <a:solidFill>
              <a:srgbClr val="22222A"/>
            </a:solidFill>
            <a:prstDash val="solid"/>
          </a:ln>
        </p:spPr>
      </p:sp>
      <p:sp>
        <p:nvSpPr>
          <p:cNvPr id="758" name="Shape 756"/>
          <p:cNvSpPr/>
          <p:nvPr/>
        </p:nvSpPr>
        <p:spPr>
          <a:xfrm>
            <a:off x="3700588" y="3801161"/>
            <a:ext cx="64008" cy="64008"/>
          </a:xfrm>
          <a:prstGeom prst="ellipse">
            <a:avLst/>
          </a:prstGeom>
          <a:solidFill>
            <a:srgbClr val="4A4A55"/>
          </a:solidFill>
          <a:ln w="6350">
            <a:solidFill>
              <a:srgbClr val="22222A"/>
            </a:solidFill>
            <a:prstDash val="solid"/>
          </a:ln>
        </p:spPr>
      </p:sp>
      <p:sp>
        <p:nvSpPr>
          <p:cNvPr id="759" name="Shape 757"/>
          <p:cNvSpPr/>
          <p:nvPr/>
        </p:nvSpPr>
        <p:spPr>
          <a:xfrm>
            <a:off x="3778769" y="3870655"/>
            <a:ext cx="64008" cy="64008"/>
          </a:xfrm>
          <a:prstGeom prst="ellipse">
            <a:avLst/>
          </a:prstGeom>
          <a:solidFill>
            <a:srgbClr val="4A4A55"/>
          </a:solidFill>
          <a:ln w="6350">
            <a:solidFill>
              <a:srgbClr val="22222A"/>
            </a:solidFill>
            <a:prstDash val="solid"/>
          </a:ln>
        </p:spPr>
      </p:sp>
      <p:sp>
        <p:nvSpPr>
          <p:cNvPr id="760" name="Shape 758"/>
          <p:cNvSpPr/>
          <p:nvPr/>
        </p:nvSpPr>
        <p:spPr>
          <a:xfrm>
            <a:off x="3968319" y="3905402"/>
            <a:ext cx="64008" cy="64008"/>
          </a:xfrm>
          <a:prstGeom prst="ellipse">
            <a:avLst/>
          </a:prstGeom>
          <a:solidFill>
            <a:srgbClr val="4A4A55"/>
          </a:solidFill>
          <a:ln w="6350">
            <a:solidFill>
              <a:srgbClr val="22222A"/>
            </a:solidFill>
            <a:prstDash val="solid"/>
          </a:ln>
        </p:spPr>
      </p:sp>
      <p:sp>
        <p:nvSpPr>
          <p:cNvPr id="761" name="Shape 759"/>
          <p:cNvSpPr/>
          <p:nvPr/>
        </p:nvSpPr>
        <p:spPr>
          <a:xfrm>
            <a:off x="4046501" y="3974897"/>
            <a:ext cx="64008" cy="64008"/>
          </a:xfrm>
          <a:prstGeom prst="ellipse">
            <a:avLst/>
          </a:prstGeom>
          <a:solidFill>
            <a:srgbClr val="4A4A55"/>
          </a:solidFill>
          <a:ln w="6350">
            <a:solidFill>
              <a:srgbClr val="22222A"/>
            </a:solidFill>
            <a:prstDash val="solid"/>
          </a:ln>
        </p:spPr>
      </p:sp>
      <p:sp>
        <p:nvSpPr>
          <p:cNvPr id="762" name="Shape 760"/>
          <p:cNvSpPr/>
          <p:nvPr/>
        </p:nvSpPr>
        <p:spPr>
          <a:xfrm>
            <a:off x="4236051" y="4009644"/>
            <a:ext cx="64008" cy="64008"/>
          </a:xfrm>
          <a:prstGeom prst="ellipse">
            <a:avLst/>
          </a:prstGeom>
          <a:solidFill>
            <a:srgbClr val="4A4A55"/>
          </a:solidFill>
          <a:ln w="6350">
            <a:solidFill>
              <a:srgbClr val="22222A"/>
            </a:solidFill>
            <a:prstDash val="solid"/>
          </a:ln>
        </p:spPr>
      </p:sp>
      <p:sp>
        <p:nvSpPr>
          <p:cNvPr id="763" name="Shape 761"/>
          <p:cNvSpPr/>
          <p:nvPr/>
        </p:nvSpPr>
        <p:spPr>
          <a:xfrm>
            <a:off x="3198313" y="3488436"/>
            <a:ext cx="64008" cy="64008"/>
          </a:xfrm>
          <a:prstGeom prst="ellipse">
            <a:avLst/>
          </a:prstGeom>
          <a:solidFill>
            <a:srgbClr val="4A4A55"/>
          </a:solidFill>
          <a:ln w="6350">
            <a:solidFill>
              <a:srgbClr val="22222A"/>
            </a:solidFill>
            <a:prstDash val="solid"/>
          </a:ln>
        </p:spPr>
      </p:sp>
      <p:sp>
        <p:nvSpPr>
          <p:cNvPr id="764" name="Shape 762"/>
          <p:cNvSpPr/>
          <p:nvPr/>
        </p:nvSpPr>
        <p:spPr>
          <a:xfrm>
            <a:off x="3276494" y="3557930"/>
            <a:ext cx="64008" cy="64008"/>
          </a:xfrm>
          <a:prstGeom prst="ellipse">
            <a:avLst/>
          </a:prstGeom>
          <a:solidFill>
            <a:srgbClr val="4A4A55"/>
          </a:solidFill>
          <a:ln w="6350">
            <a:solidFill>
              <a:srgbClr val="22222A"/>
            </a:solidFill>
            <a:prstDash val="solid"/>
          </a:ln>
        </p:spPr>
      </p:sp>
      <p:sp>
        <p:nvSpPr>
          <p:cNvPr id="765" name="Shape 763"/>
          <p:cNvSpPr/>
          <p:nvPr/>
        </p:nvSpPr>
        <p:spPr>
          <a:xfrm>
            <a:off x="3466044" y="3592678"/>
            <a:ext cx="64008" cy="64008"/>
          </a:xfrm>
          <a:prstGeom prst="ellipse">
            <a:avLst/>
          </a:prstGeom>
          <a:solidFill>
            <a:srgbClr val="4A4A55"/>
          </a:solidFill>
          <a:ln w="6350">
            <a:solidFill>
              <a:srgbClr val="22222A"/>
            </a:solidFill>
            <a:prstDash val="solid"/>
          </a:ln>
        </p:spPr>
      </p:sp>
      <p:sp>
        <p:nvSpPr>
          <p:cNvPr id="766" name="Shape 764"/>
          <p:cNvSpPr/>
          <p:nvPr/>
        </p:nvSpPr>
        <p:spPr>
          <a:xfrm>
            <a:off x="3544225" y="3662172"/>
            <a:ext cx="64008" cy="64008"/>
          </a:xfrm>
          <a:prstGeom prst="ellipse">
            <a:avLst/>
          </a:prstGeom>
          <a:solidFill>
            <a:srgbClr val="4A4A55"/>
          </a:solidFill>
          <a:ln w="6350">
            <a:solidFill>
              <a:srgbClr val="22222A"/>
            </a:solidFill>
            <a:prstDash val="solid"/>
          </a:ln>
        </p:spPr>
      </p:sp>
      <p:sp>
        <p:nvSpPr>
          <p:cNvPr id="767" name="Shape 765"/>
          <p:cNvSpPr/>
          <p:nvPr/>
        </p:nvSpPr>
        <p:spPr>
          <a:xfrm>
            <a:off x="3733776" y="3696919"/>
            <a:ext cx="64008" cy="64008"/>
          </a:xfrm>
          <a:prstGeom prst="ellipse">
            <a:avLst/>
          </a:prstGeom>
          <a:solidFill>
            <a:srgbClr val="4A4A55"/>
          </a:solidFill>
          <a:ln w="6350">
            <a:solidFill>
              <a:srgbClr val="22222A"/>
            </a:solidFill>
            <a:prstDash val="solid"/>
          </a:ln>
        </p:spPr>
      </p:sp>
      <p:sp>
        <p:nvSpPr>
          <p:cNvPr id="768" name="Shape 766"/>
          <p:cNvSpPr/>
          <p:nvPr/>
        </p:nvSpPr>
        <p:spPr>
          <a:xfrm>
            <a:off x="3811957" y="3766414"/>
            <a:ext cx="64008" cy="64008"/>
          </a:xfrm>
          <a:prstGeom prst="ellipse">
            <a:avLst/>
          </a:prstGeom>
          <a:solidFill>
            <a:srgbClr val="4A4A55"/>
          </a:solidFill>
          <a:ln w="6350">
            <a:solidFill>
              <a:srgbClr val="22222A"/>
            </a:solidFill>
            <a:prstDash val="solid"/>
          </a:ln>
        </p:spPr>
      </p:sp>
      <p:sp>
        <p:nvSpPr>
          <p:cNvPr id="769" name="Shape 767"/>
          <p:cNvSpPr/>
          <p:nvPr/>
        </p:nvSpPr>
        <p:spPr>
          <a:xfrm>
            <a:off x="4001507" y="3801161"/>
            <a:ext cx="64008" cy="64008"/>
          </a:xfrm>
          <a:prstGeom prst="ellipse">
            <a:avLst/>
          </a:prstGeom>
          <a:solidFill>
            <a:srgbClr val="4A4A55"/>
          </a:solidFill>
          <a:ln w="6350">
            <a:solidFill>
              <a:srgbClr val="22222A"/>
            </a:solidFill>
            <a:prstDash val="solid"/>
          </a:ln>
        </p:spPr>
      </p:sp>
      <p:sp>
        <p:nvSpPr>
          <p:cNvPr id="770" name="Shape 768"/>
          <p:cNvSpPr/>
          <p:nvPr/>
        </p:nvSpPr>
        <p:spPr>
          <a:xfrm>
            <a:off x="4079689" y="3870655"/>
            <a:ext cx="64008" cy="64008"/>
          </a:xfrm>
          <a:prstGeom prst="ellipse">
            <a:avLst/>
          </a:prstGeom>
          <a:solidFill>
            <a:srgbClr val="4A4A55"/>
          </a:solidFill>
          <a:ln w="6350">
            <a:solidFill>
              <a:srgbClr val="22222A"/>
            </a:solidFill>
            <a:prstDash val="solid"/>
          </a:ln>
        </p:spPr>
      </p:sp>
      <p:sp>
        <p:nvSpPr>
          <p:cNvPr id="771" name="Shape 769"/>
          <p:cNvSpPr/>
          <p:nvPr/>
        </p:nvSpPr>
        <p:spPr>
          <a:xfrm>
            <a:off x="3499232" y="3488436"/>
            <a:ext cx="64008" cy="64008"/>
          </a:xfrm>
          <a:prstGeom prst="ellipse">
            <a:avLst/>
          </a:prstGeom>
          <a:solidFill>
            <a:srgbClr val="4A4A55"/>
          </a:solidFill>
          <a:ln w="6350">
            <a:solidFill>
              <a:srgbClr val="22222A"/>
            </a:solidFill>
            <a:prstDash val="solid"/>
          </a:ln>
        </p:spPr>
      </p:sp>
      <p:sp>
        <p:nvSpPr>
          <p:cNvPr id="772" name="Shape 770"/>
          <p:cNvSpPr/>
          <p:nvPr/>
        </p:nvSpPr>
        <p:spPr>
          <a:xfrm>
            <a:off x="3577413" y="3557930"/>
            <a:ext cx="64008" cy="64008"/>
          </a:xfrm>
          <a:prstGeom prst="ellipse">
            <a:avLst/>
          </a:prstGeom>
          <a:solidFill>
            <a:srgbClr val="4A4A55"/>
          </a:solidFill>
          <a:ln w="6350">
            <a:solidFill>
              <a:srgbClr val="22222A"/>
            </a:solidFill>
            <a:prstDash val="solid"/>
          </a:ln>
        </p:spPr>
      </p:sp>
      <p:sp>
        <p:nvSpPr>
          <p:cNvPr id="773" name="Shape 771"/>
          <p:cNvSpPr/>
          <p:nvPr/>
        </p:nvSpPr>
        <p:spPr>
          <a:xfrm>
            <a:off x="3766964" y="3592678"/>
            <a:ext cx="64008" cy="64008"/>
          </a:xfrm>
          <a:prstGeom prst="ellipse">
            <a:avLst/>
          </a:prstGeom>
          <a:solidFill>
            <a:srgbClr val="4A4A55"/>
          </a:solidFill>
          <a:ln w="6350">
            <a:solidFill>
              <a:srgbClr val="22222A"/>
            </a:solidFill>
            <a:prstDash val="solid"/>
          </a:ln>
        </p:spPr>
      </p:sp>
      <p:sp>
        <p:nvSpPr>
          <p:cNvPr id="774" name="Shape 772"/>
          <p:cNvSpPr/>
          <p:nvPr/>
        </p:nvSpPr>
        <p:spPr>
          <a:xfrm>
            <a:off x="3845145" y="3662172"/>
            <a:ext cx="64008" cy="64008"/>
          </a:xfrm>
          <a:prstGeom prst="ellipse">
            <a:avLst/>
          </a:prstGeom>
          <a:solidFill>
            <a:srgbClr val="4A4A55"/>
          </a:solidFill>
          <a:ln w="6350">
            <a:solidFill>
              <a:srgbClr val="22222A"/>
            </a:solidFill>
            <a:prstDash val="solid"/>
          </a:ln>
        </p:spPr>
      </p:sp>
      <p:sp>
        <p:nvSpPr>
          <p:cNvPr id="775" name="Shape 773"/>
          <p:cNvSpPr/>
          <p:nvPr/>
        </p:nvSpPr>
        <p:spPr>
          <a:xfrm>
            <a:off x="1417320" y="2286000"/>
            <a:ext cx="91" cy="320040"/>
          </a:xfrm>
          <a:prstGeom prst="line">
            <a:avLst/>
          </a:prstGeom>
          <a:noFill/>
          <a:ln w="15875">
            <a:solidFill>
              <a:srgbClr val="C8414C"/>
            </a:solidFill>
            <a:prstDash val="sysDot"/>
          </a:ln>
        </p:spPr>
      </p:sp>
      <p:sp>
        <p:nvSpPr>
          <p:cNvPr id="776" name="Shape 774"/>
          <p:cNvSpPr/>
          <p:nvPr/>
        </p:nvSpPr>
        <p:spPr>
          <a:xfrm>
            <a:off x="2743200" y="2286000"/>
            <a:ext cx="91" cy="320040"/>
          </a:xfrm>
          <a:prstGeom prst="line">
            <a:avLst/>
          </a:prstGeom>
          <a:noFill/>
          <a:ln w="15875">
            <a:solidFill>
              <a:srgbClr val="C8414C"/>
            </a:solidFill>
            <a:prstDash val="sysDot"/>
          </a:ln>
        </p:spPr>
      </p:sp>
      <p:sp>
        <p:nvSpPr>
          <p:cNvPr id="777" name="Shape 775"/>
          <p:cNvSpPr/>
          <p:nvPr/>
        </p:nvSpPr>
        <p:spPr>
          <a:xfrm>
            <a:off x="3931920" y="2286000"/>
            <a:ext cx="91" cy="320040"/>
          </a:xfrm>
          <a:prstGeom prst="line">
            <a:avLst/>
          </a:prstGeom>
          <a:noFill/>
          <a:ln w="15875">
            <a:solidFill>
              <a:srgbClr val="C8414C"/>
            </a:solidFill>
            <a:prstDash val="sysDot"/>
          </a:ln>
        </p:spPr>
      </p:sp>
      <p:sp>
        <p:nvSpPr>
          <p:cNvPr id="778" name="Shape 776"/>
          <p:cNvSpPr/>
          <p:nvPr/>
        </p:nvSpPr>
        <p:spPr>
          <a:xfrm>
            <a:off x="1600200" y="3246120"/>
            <a:ext cx="91" cy="320040"/>
          </a:xfrm>
          <a:prstGeom prst="line">
            <a:avLst/>
          </a:prstGeom>
          <a:noFill/>
          <a:ln w="15875">
            <a:solidFill>
              <a:srgbClr val="C8414C"/>
            </a:solidFill>
            <a:prstDash val="sysDot"/>
          </a:ln>
        </p:spPr>
      </p:sp>
      <p:sp>
        <p:nvSpPr>
          <p:cNvPr id="779" name="Shape 777"/>
          <p:cNvSpPr/>
          <p:nvPr/>
        </p:nvSpPr>
        <p:spPr>
          <a:xfrm>
            <a:off x="2926080" y="3246120"/>
            <a:ext cx="91" cy="320040"/>
          </a:xfrm>
          <a:prstGeom prst="line">
            <a:avLst/>
          </a:prstGeom>
          <a:noFill/>
          <a:ln w="15875">
            <a:solidFill>
              <a:srgbClr val="C8414C"/>
            </a:solidFill>
            <a:prstDash val="sysDot"/>
          </a:ln>
        </p:spPr>
      </p:sp>
      <p:sp>
        <p:nvSpPr>
          <p:cNvPr id="780" name="Shape 778"/>
          <p:cNvSpPr/>
          <p:nvPr/>
        </p:nvSpPr>
        <p:spPr>
          <a:xfrm>
            <a:off x="4114800" y="3246120"/>
            <a:ext cx="91" cy="320040"/>
          </a:xfrm>
          <a:prstGeom prst="line">
            <a:avLst/>
          </a:prstGeom>
          <a:noFill/>
          <a:ln w="15875">
            <a:solidFill>
              <a:srgbClr val="C8414C"/>
            </a:solidFill>
            <a:prstDash val="sysDot"/>
          </a:ln>
        </p:spPr>
      </p:sp>
      <p:sp>
        <p:nvSpPr>
          <p:cNvPr id="781" name="Shape 779"/>
          <p:cNvSpPr/>
          <p:nvPr/>
        </p:nvSpPr>
        <p:spPr>
          <a:xfrm>
            <a:off x="1417320" y="1764792"/>
            <a:ext cx="91440" cy="91440"/>
          </a:xfrm>
          <a:prstGeom prst="ellipse">
            <a:avLst/>
          </a:prstGeom>
          <a:solidFill>
            <a:srgbClr val="2F7FC1"/>
          </a:solidFill>
          <a:ln w="6350">
            <a:solidFill>
              <a:srgbClr val="1B4F7A"/>
            </a:solidFill>
            <a:prstDash val="solid"/>
          </a:ln>
        </p:spPr>
      </p:sp>
      <p:sp>
        <p:nvSpPr>
          <p:cNvPr id="782" name="Shape 780"/>
          <p:cNvSpPr/>
          <p:nvPr/>
        </p:nvSpPr>
        <p:spPr>
          <a:xfrm>
            <a:off x="2148840" y="1965960"/>
            <a:ext cx="91440" cy="91440"/>
          </a:xfrm>
          <a:prstGeom prst="ellipse">
            <a:avLst/>
          </a:prstGeom>
          <a:solidFill>
            <a:srgbClr val="2F7FC1"/>
          </a:solidFill>
          <a:ln w="6350">
            <a:solidFill>
              <a:srgbClr val="1B4F7A"/>
            </a:solidFill>
            <a:prstDash val="solid"/>
          </a:ln>
        </p:spPr>
      </p:sp>
      <p:sp>
        <p:nvSpPr>
          <p:cNvPr id="783" name="Shape 781"/>
          <p:cNvSpPr/>
          <p:nvPr/>
        </p:nvSpPr>
        <p:spPr>
          <a:xfrm>
            <a:off x="2788920" y="1737360"/>
            <a:ext cx="91440" cy="91440"/>
          </a:xfrm>
          <a:prstGeom prst="ellipse">
            <a:avLst/>
          </a:prstGeom>
          <a:solidFill>
            <a:srgbClr val="2F7FC1"/>
          </a:solidFill>
          <a:ln w="6350">
            <a:solidFill>
              <a:srgbClr val="1B4F7A"/>
            </a:solidFill>
            <a:prstDash val="solid"/>
          </a:ln>
        </p:spPr>
      </p:sp>
      <p:sp>
        <p:nvSpPr>
          <p:cNvPr id="784" name="Shape 782"/>
          <p:cNvSpPr/>
          <p:nvPr/>
        </p:nvSpPr>
        <p:spPr>
          <a:xfrm>
            <a:off x="3429000" y="2011680"/>
            <a:ext cx="91440" cy="91440"/>
          </a:xfrm>
          <a:prstGeom prst="ellipse">
            <a:avLst/>
          </a:prstGeom>
          <a:solidFill>
            <a:srgbClr val="2F7FC1"/>
          </a:solidFill>
          <a:ln w="6350">
            <a:solidFill>
              <a:srgbClr val="1B4F7A"/>
            </a:solidFill>
            <a:prstDash val="solid"/>
          </a:ln>
        </p:spPr>
      </p:sp>
      <p:sp>
        <p:nvSpPr>
          <p:cNvPr id="785" name="Shape 783"/>
          <p:cNvSpPr/>
          <p:nvPr/>
        </p:nvSpPr>
        <p:spPr>
          <a:xfrm>
            <a:off x="1783080" y="2103120"/>
            <a:ext cx="91440" cy="91440"/>
          </a:xfrm>
          <a:prstGeom prst="ellipse">
            <a:avLst/>
          </a:prstGeom>
          <a:solidFill>
            <a:srgbClr val="2F7FC1"/>
          </a:solidFill>
          <a:ln w="6350">
            <a:solidFill>
              <a:srgbClr val="1B4F7A"/>
            </a:solidFill>
            <a:prstDash val="solid"/>
          </a:ln>
        </p:spPr>
      </p:sp>
      <p:sp>
        <p:nvSpPr>
          <p:cNvPr id="786" name="Shape 784"/>
          <p:cNvSpPr/>
          <p:nvPr/>
        </p:nvSpPr>
        <p:spPr>
          <a:xfrm>
            <a:off x="1280160" y="1463040"/>
            <a:ext cx="2286000" cy="91"/>
          </a:xfrm>
          <a:prstGeom prst="line">
            <a:avLst/>
          </a:prstGeom>
          <a:noFill/>
          <a:ln w="25400">
            <a:solidFill>
              <a:srgbClr val="2F7FC1"/>
            </a:solidFill>
            <a:prstDash val="solid"/>
            <a:tailEnd type="triangle"/>
          </a:ln>
        </p:spPr>
      </p:sp>
      <p:sp>
        <p:nvSpPr>
          <p:cNvPr id="787" name="Text 785"/>
          <p:cNvSpPr/>
          <p:nvPr/>
        </p:nvSpPr>
        <p:spPr>
          <a:xfrm>
            <a:off x="3611880" y="1325880"/>
            <a:ext cx="2286000" cy="411480"/>
          </a:xfrm>
          <a:prstGeom prst="rect">
            <a:avLst/>
          </a:prstGeom>
          <a:noFill/>
          <a:ln/>
        </p:spPr>
        <p:txBody>
          <a:bodyPr wrap="square" lIns="0" tIns="0" rIns="0" bIns="0" rtlCol="0" anchor="t"/>
          <a:lstStyle/>
          <a:p>
            <a:pPr algn="l" indent="0" marL="0">
              <a:buNone/>
            </a:pPr>
            <a:r>
              <a:rPr lang="en-US" sz="1000" b="1" dirty="0">
                <a:solidFill>
                  <a:srgbClr val="2F7FC1"/>
                </a:solidFill>
                <a:latin typeface="Calibri" pitchFamily="34" charset="0"/>
                <a:ea typeface="Calibri" pitchFamily="34" charset="-122"/>
                <a:cs typeface="Calibri" pitchFamily="34" charset="-120"/>
              </a:rPr>
              <a:t>delocalised electrons move </a:t>
            </a:r>
            <a:r>
              <a:rPr lang="en-US" sz="1000" b="1" dirty="0">
                <a:solidFill>
                  <a:srgbClr val="2F7FC1"/>
                </a:solidFill>
                <a:latin typeface="Calibri" pitchFamily="34" charset="0"/>
                <a:ea typeface="Calibri" pitchFamily="34" charset="-122"/>
                <a:cs typeface="Calibri" pitchFamily="34" charset="-120"/>
              </a:rPr>
              <a:t>along</a:t>
            </a:r>
            <a:r>
              <a:rPr lang="en-US" sz="1000" b="1" dirty="0">
                <a:solidFill>
                  <a:srgbClr val="2F7FC1"/>
                </a:solidFill>
                <a:latin typeface="Calibri" pitchFamily="34" charset="0"/>
                <a:ea typeface="Calibri" pitchFamily="34" charset="-122"/>
                <a:cs typeface="Calibri" pitchFamily="34" charset="-120"/>
              </a:rPr>
              <a:t> the layers</a:t>
            </a:r>
            <a:endParaRPr lang="en-US" sz="1000" dirty="0"/>
          </a:p>
        </p:txBody>
      </p:sp>
      <p:sp>
        <p:nvSpPr>
          <p:cNvPr id="788" name="Text 786"/>
          <p:cNvSpPr/>
          <p:nvPr/>
        </p:nvSpPr>
        <p:spPr>
          <a:xfrm>
            <a:off x="4434840" y="2377440"/>
            <a:ext cx="1508760" cy="548640"/>
          </a:xfrm>
          <a:prstGeom prst="rect">
            <a:avLst/>
          </a:prstGeom>
          <a:noFill/>
          <a:ln/>
        </p:spPr>
        <p:txBody>
          <a:bodyPr wrap="square" lIns="0" tIns="0" rIns="0" bIns="0" rtlCol="0" anchor="t"/>
          <a:lstStyle/>
          <a:p>
            <a:pPr algn="l" indent="0" marL="0">
              <a:buNone/>
            </a:pPr>
            <a:r>
              <a:rPr lang="en-US" sz="1000" b="1" dirty="0">
                <a:solidFill>
                  <a:srgbClr val="C8414C"/>
                </a:solidFill>
                <a:latin typeface="Calibri" pitchFamily="34" charset="0"/>
                <a:ea typeface="Calibri" pitchFamily="34" charset="-122"/>
                <a:cs typeface="Calibri" pitchFamily="34" charset="-120"/>
              </a:rPr>
              <a:t>weak forces </a:t>
            </a:r>
            <a:r>
              <a:rPr lang="en-US" sz="1000" b="1" dirty="0">
                <a:solidFill>
                  <a:srgbClr val="C8414C"/>
                </a:solidFill>
                <a:latin typeface="Calibri" pitchFamily="34" charset="0"/>
                <a:ea typeface="Calibri" pitchFamily="34" charset="-122"/>
                <a:cs typeface="Calibri" pitchFamily="34" charset="-120"/>
              </a:rPr>
              <a:t>between</a:t>
            </a:r>
            <a:r>
              <a:rPr lang="en-US" sz="1000" b="1" dirty="0">
                <a:solidFill>
                  <a:srgbClr val="C8414C"/>
                </a:solidFill>
                <a:latin typeface="Calibri" pitchFamily="34" charset="0"/>
                <a:ea typeface="Calibri" pitchFamily="34" charset="-122"/>
                <a:cs typeface="Calibri" pitchFamily="34" charset="-120"/>
              </a:rPr>
              <a:t> layers: layers slide</a:t>
            </a:r>
            <a:endParaRPr lang="en-US" sz="1000" dirty="0"/>
          </a:p>
        </p:txBody>
      </p:sp>
      <p:sp>
        <p:nvSpPr>
          <p:cNvPr id="789" name="Text 787"/>
          <p:cNvSpPr/>
          <p:nvPr/>
        </p:nvSpPr>
        <p:spPr>
          <a:xfrm>
            <a:off x="4434840" y="3520440"/>
            <a:ext cx="1508760" cy="548640"/>
          </a:xfrm>
          <a:prstGeom prst="rect">
            <a:avLst/>
          </a:prstGeom>
          <a:noFill/>
          <a:ln/>
        </p:spPr>
        <p:txBody>
          <a:bodyPr wrap="square" lIns="0" tIns="0" rIns="0" bIns="0" rtlCol="0" anchor="t"/>
          <a:lstStyle/>
          <a:p>
            <a:pPr algn="l" indent="0" marL="0">
              <a:buNone/>
            </a:pPr>
            <a:r>
              <a:rPr lang="en-US" sz="1000" dirty="0">
                <a:solidFill>
                  <a:srgbClr val="2A1F3D"/>
                </a:solidFill>
                <a:latin typeface="Calibri" pitchFamily="34" charset="0"/>
                <a:ea typeface="Calibri" pitchFamily="34" charset="-122"/>
                <a:cs typeface="Calibri" pitchFamily="34" charset="-120"/>
              </a:rPr>
              <a:t>each C: </a:t>
            </a:r>
            <a:r>
              <a:rPr lang="en-US" sz="1000" b="1" dirty="0">
                <a:solidFill>
                  <a:srgbClr val="2A1F3D"/>
                </a:solidFill>
                <a:latin typeface="Calibri" pitchFamily="34" charset="0"/>
                <a:ea typeface="Calibri" pitchFamily="34" charset="-122"/>
                <a:cs typeface="Calibri" pitchFamily="34" charset="-120"/>
              </a:rPr>
              <a:t>3</a:t>
            </a:r>
            <a:r>
              <a:rPr lang="en-US" sz="1000" dirty="0">
                <a:solidFill>
                  <a:srgbClr val="2A1F3D"/>
                </a:solidFill>
                <a:latin typeface="Calibri" pitchFamily="34" charset="0"/>
                <a:ea typeface="Calibri" pitchFamily="34" charset="-122"/>
                <a:cs typeface="Calibri" pitchFamily="34" charset="-120"/>
              </a:rPr>
              <a:t> strong covalent bonds in hexagons</a:t>
            </a:r>
            <a:endParaRPr lang="en-US" sz="1000" dirty="0"/>
          </a:p>
        </p:txBody>
      </p:sp>
      <p:sp>
        <p:nvSpPr>
          <p:cNvPr id="790" name="Text 788"/>
          <p:cNvSpPr/>
          <p:nvPr/>
        </p:nvSpPr>
        <p:spPr>
          <a:xfrm>
            <a:off x="594360" y="4983480"/>
            <a:ext cx="5212080" cy="228600"/>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A single layer is </a:t>
            </a:r>
            <a:r>
              <a:rPr lang="en-US" sz="1000" b="1" i="1" dirty="0">
                <a:solidFill>
                  <a:srgbClr val="6B7385"/>
                </a:solidFill>
                <a:latin typeface="Calibri" pitchFamily="34" charset="0"/>
                <a:ea typeface="Calibri" pitchFamily="34" charset="-122"/>
                <a:cs typeface="Calibri" pitchFamily="34" charset="-120"/>
              </a:rPr>
              <a:t>graphene</a:t>
            </a:r>
            <a:r>
              <a:rPr lang="en-US" sz="1000" i="1" dirty="0">
                <a:solidFill>
                  <a:srgbClr val="6B7385"/>
                </a:solidFill>
                <a:latin typeface="Calibri" pitchFamily="34" charset="0"/>
                <a:ea typeface="Calibri" pitchFamily="34" charset="-122"/>
                <a:cs typeface="Calibri" pitchFamily="34" charset="-120"/>
              </a:rPr>
              <a:t> (see C4.3)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051560"/>
                <a:gridCol w="1188720"/>
                <a:gridCol w="1234440"/>
                <a:gridCol w="2084832"/>
              </a:tblGrid>
              <a:tr h="2743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Property</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Diamond</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Graphite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the graphite is different</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Hardness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hard</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soft, slippery</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weak forces between layers: layers slide</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Melting point</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high</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very high</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both: many strong covalent bonds to break</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Conducts?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yes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one delocalised electron per C atom</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457200">
                <a:tc>
                  <a:txBody>
                    <a:bodyPr/>
                    <a:lstStyle/>
                    <a:p>
                      <a:pPr indent="0" marL="0">
                        <a:buNone/>
                      </a:pPr>
                      <a:r>
                        <a:rPr lang="en-US" sz="1050" b="1" dirty="0">
                          <a:solidFill>
                            <a:srgbClr val="262B3A"/>
                          </a:solidFill>
                          <a:latin typeface="Calibri" pitchFamily="34" charset="0"/>
                          <a:ea typeface="Calibri" pitchFamily="34" charset="-122"/>
                          <a:cs typeface="Calibri" pitchFamily="34" charset="-120"/>
                        </a:rPr>
                        <a:t>Uses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drill tips, cutting tools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r>
                        <a:rPr lang="en-US" sz="1050" dirty="0">
                          <a:solidFill>
                            <a:srgbClr val="262B3A"/>
                          </a:solidFill>
                          <a:latin typeface="Calibri" pitchFamily="34" charset="0"/>
                          <a:ea typeface="Calibri" pitchFamily="34" charset="-122"/>
                          <a:cs typeface="Calibri" pitchFamily="34" charset="-120"/>
                        </a:rPr>
                        <a:t>electrodes, lubricant, pencils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indent="0" marL="0">
                        <a:buNone/>
                      </a:pP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bl>
          </a:graphicData>
        </a:graphic>
      </p:graphicFrame>
      <p:sp>
        <p:nvSpPr>
          <p:cNvPr id="792" name="Shape 789"/>
          <p:cNvSpPr/>
          <p:nvPr/>
        </p:nvSpPr>
        <p:spPr>
          <a:xfrm>
            <a:off x="6217920" y="3520440"/>
            <a:ext cx="5559552" cy="2194560"/>
          </a:xfrm>
          <a:prstGeom prst="roundRect">
            <a:avLst>
              <a:gd name="adj" fmla="val 2500"/>
            </a:avLst>
          </a:prstGeom>
          <a:solidFill>
            <a:srgbClr val="FFF4E0"/>
          </a:solidFill>
          <a:ln w="9525">
            <a:solidFill>
              <a:srgbClr val="F1D9A8"/>
            </a:solidFill>
            <a:prstDash val="solid"/>
          </a:ln>
        </p:spPr>
      </p:sp>
      <p:sp>
        <p:nvSpPr>
          <p:cNvPr id="793" name="Text 790"/>
          <p:cNvSpPr/>
          <p:nvPr/>
        </p:nvSpPr>
        <p:spPr>
          <a:xfrm>
            <a:off x="6382512" y="359359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where does the free electron come from?</a:t>
            </a:r>
            <a:endParaRPr lang="en-US" sz="1300" dirty="0"/>
          </a:p>
        </p:txBody>
      </p:sp>
      <p:sp>
        <p:nvSpPr>
          <p:cNvPr id="794" name="Text 791"/>
          <p:cNvSpPr/>
          <p:nvPr/>
        </p:nvSpPr>
        <p:spPr>
          <a:xfrm>
            <a:off x="6382512" y="3904488"/>
            <a:ext cx="5230368" cy="173736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Carbon has 4 outer electrons.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Bonds   </a:t>
            </a:r>
            <a:r>
              <a:rPr lang="en-US" sz="1050" dirty="0">
                <a:solidFill>
                  <a:srgbClr val="262B3A"/>
                </a:solidFill>
                <a:latin typeface="Calibri" pitchFamily="34" charset="0"/>
                <a:ea typeface="Calibri" pitchFamily="34" charset="-122"/>
                <a:cs typeface="Calibri" pitchFamily="34" charset="-120"/>
              </a:rPr>
              <a:t>each C forms 3 covalent bonds in its layer: 3 electrons used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Left over   </a:t>
            </a:r>
            <a:r>
              <a:rPr lang="en-US" sz="1050" dirty="0">
                <a:solidFill>
                  <a:srgbClr val="262B3A"/>
                </a:solidFill>
                <a:latin typeface="Calibri" pitchFamily="34" charset="0"/>
                <a:ea typeface="Calibri" pitchFamily="34" charset="-122"/>
                <a:cs typeface="Calibri" pitchFamily="34" charset="-120"/>
              </a:rPr>
              <a:t>4 − 3 = </a:t>
            </a:r>
            <a:r>
              <a:rPr lang="en-US" sz="1050" b="1" dirty="0">
                <a:solidFill>
                  <a:srgbClr val="262B3A"/>
                </a:solidFill>
                <a:latin typeface="Calibri" pitchFamily="34" charset="0"/>
                <a:ea typeface="Calibri" pitchFamily="34" charset="-122"/>
                <a:cs typeface="Calibri" pitchFamily="34" charset="-120"/>
              </a:rPr>
              <a:t>1</a:t>
            </a:r>
            <a:r>
              <a:rPr lang="en-US" sz="1050" dirty="0">
                <a:solidFill>
                  <a:srgbClr val="262B3A"/>
                </a:solidFill>
                <a:latin typeface="Calibri" pitchFamily="34" charset="0"/>
                <a:ea typeface="Calibri" pitchFamily="34" charset="-122"/>
                <a:cs typeface="Calibri" pitchFamily="34" charset="-120"/>
              </a:rPr>
              <a:t> electron per atom</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Shared   </a:t>
            </a:r>
            <a:r>
              <a:rPr lang="en-US" sz="1050" dirty="0">
                <a:solidFill>
                  <a:srgbClr val="262B3A"/>
                </a:solidFill>
                <a:latin typeface="Calibri" pitchFamily="34" charset="0"/>
                <a:ea typeface="Calibri" pitchFamily="34" charset="-122"/>
                <a:cs typeface="Calibri" pitchFamily="34" charset="-120"/>
              </a:rPr>
              <a:t>bonds per atom = 3 ÷ 2 = 1.5 (each bond shared by 2 atoms)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4 Answer   </a:t>
            </a:r>
            <a:r>
              <a:rPr lang="en-US" sz="1050" b="1" dirty="0">
                <a:solidFill>
                  <a:srgbClr val="C8414C"/>
                </a:solidFill>
                <a:latin typeface="Calibri" pitchFamily="34" charset="0"/>
                <a:ea typeface="Calibri" pitchFamily="34" charset="-122"/>
                <a:cs typeface="Calibri" pitchFamily="34" charset="-120"/>
              </a:rPr>
              <a:t>one </a:t>
            </a:r>
            <a:r>
              <a:rPr lang="en-US" sz="1050" b="1" dirty="0">
                <a:solidFill>
                  <a:srgbClr val="C8414C"/>
                </a:solidFill>
                <a:latin typeface="Calibri" pitchFamily="34" charset="0"/>
                <a:ea typeface="Calibri" pitchFamily="34" charset="-122"/>
                <a:cs typeface="Calibri" pitchFamily="34" charset="-120"/>
              </a:rPr>
              <a:t>delocalised</a:t>
            </a:r>
            <a:r>
              <a:rPr lang="en-US" sz="1050" b="1" dirty="0">
                <a:solidFill>
                  <a:srgbClr val="C8414C"/>
                </a:solidFill>
                <a:latin typeface="Calibri" pitchFamily="34" charset="0"/>
                <a:ea typeface="Calibri" pitchFamily="34" charset="-122"/>
                <a:cs typeface="Calibri" pitchFamily="34" charset="-120"/>
              </a:rPr>
              <a:t> electron per C: it moves along the layer and carries charge</a:t>
            </a:r>
            <a:endParaRPr lang="en-US" sz="1050" dirty="0"/>
          </a:p>
        </p:txBody>
      </p:sp>
      <p:sp>
        <p:nvSpPr>
          <p:cNvPr id="795" name="Shape 792"/>
          <p:cNvSpPr/>
          <p:nvPr/>
        </p:nvSpPr>
        <p:spPr>
          <a:xfrm>
            <a:off x="411480" y="5833872"/>
            <a:ext cx="11368735" cy="530352"/>
          </a:xfrm>
          <a:prstGeom prst="rect">
            <a:avLst/>
          </a:prstGeom>
          <a:solidFill>
            <a:srgbClr val="FFF4E0"/>
          </a:solidFill>
          <a:ln w="6350">
            <a:solidFill>
              <a:srgbClr val="F1D9A8"/>
            </a:solidFill>
            <a:prstDash val="solid"/>
          </a:ln>
        </p:spPr>
      </p:sp>
      <p:sp>
        <p:nvSpPr>
          <p:cNvPr id="796" name="Shape 793"/>
          <p:cNvSpPr/>
          <p:nvPr/>
        </p:nvSpPr>
        <p:spPr>
          <a:xfrm>
            <a:off x="411480" y="5833872"/>
            <a:ext cx="82296" cy="530352"/>
          </a:xfrm>
          <a:prstGeom prst="rect">
            <a:avLst/>
          </a:prstGeom>
          <a:solidFill>
            <a:srgbClr val="E39A2F"/>
          </a:solidFill>
          <a:ln w="12700">
            <a:solidFill>
              <a:srgbClr val="E39A2F"/>
            </a:solidFill>
            <a:prstDash val="solid"/>
          </a:ln>
        </p:spPr>
      </p:sp>
      <p:sp>
        <p:nvSpPr>
          <p:cNvPr id="797" name="Text 79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Explain why graphite is used as a </a:t>
            </a:r>
            <a:r>
              <a:rPr lang="en-US" sz="1150" b="1" dirty="0">
                <a:solidFill>
                  <a:srgbClr val="262B3A"/>
                </a:solidFill>
                <a:latin typeface="Calibri" pitchFamily="34" charset="0"/>
                <a:ea typeface="Calibri" pitchFamily="34" charset="-122"/>
                <a:cs typeface="Calibri" pitchFamily="34" charset="-120"/>
              </a:rPr>
              <a:t>lubricant</a:t>
            </a:r>
            <a:r>
              <a:rPr lang="en-US" sz="1150" dirty="0">
                <a:solidFill>
                  <a:srgbClr val="262B3A"/>
                </a:solidFill>
                <a:latin typeface="Calibri" pitchFamily="34" charset="0"/>
                <a:ea typeface="Calibri" pitchFamily="34" charset="-122"/>
                <a:cs typeface="Calibri" pitchFamily="34" charset="-120"/>
              </a:rPr>
              <a:t> and as an </a:t>
            </a:r>
            <a:r>
              <a:rPr lang="en-US" sz="1150" b="1" dirty="0">
                <a:solidFill>
                  <a:srgbClr val="262B3A"/>
                </a:solidFill>
                <a:latin typeface="Calibri" pitchFamily="34" charset="0"/>
                <a:ea typeface="Calibri" pitchFamily="34" charset="-122"/>
                <a:cs typeface="Calibri" pitchFamily="34" charset="-120"/>
              </a:rPr>
              <a:t>electrode</a:t>
            </a:r>
            <a:r>
              <a:rPr lang="en-US" sz="1150" dirty="0">
                <a:solidFill>
                  <a:srgbClr val="262B3A"/>
                </a:solidFill>
                <a:latin typeface="Calibri" pitchFamily="34" charset="0"/>
                <a:ea typeface="Calibri" pitchFamily="34" charset="-122"/>
                <a:cs typeface="Calibri" pitchFamily="34" charset="-120"/>
              </a:rPr>
              <a:t>. How many C–C bonds are in a layer of </a:t>
            </a:r>
            <a:r>
              <a:rPr lang="en-US" sz="1150" b="1" dirty="0">
                <a:solidFill>
                  <a:srgbClr val="262B3A"/>
                </a:solidFill>
                <a:latin typeface="Calibri" pitchFamily="34" charset="0"/>
                <a:ea typeface="Calibri" pitchFamily="34" charset="-122"/>
                <a:cs typeface="Calibri" pitchFamily="34" charset="-120"/>
              </a:rPr>
              <a:t>10</a:t>
            </a:r>
            <a:r>
              <a:rPr lang="en-US" sz="1150" dirty="0">
                <a:solidFill>
                  <a:srgbClr val="262B3A"/>
                </a:solidFill>
                <a:latin typeface="Calibri" pitchFamily="34" charset="0"/>
                <a:ea typeface="Calibri" pitchFamily="34" charset="-122"/>
                <a:cs typeface="Calibri" pitchFamily="34" charset="-120"/>
              </a:rPr>
              <a:t> carbon atoms (ignore edges)?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Metals and ionic solids: malleable or brittle?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 • explaining malleability, brittleness and conductivity (uses C2 and C3.1)</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C4.2.1  |  14</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 force is applied to each lattice (left: before, right: after); not to scale</a:t>
            </a:r>
            <a:endParaRPr lang="en-US" sz="1000" dirty="0"/>
          </a:p>
        </p:txBody>
      </p:sp>
      <p:sp>
        <p:nvSpPr>
          <p:cNvPr id="10" name="Text 8"/>
          <p:cNvSpPr/>
          <p:nvPr/>
        </p:nvSpPr>
        <p:spPr>
          <a:xfrm>
            <a:off x="594360" y="1298448"/>
            <a:ext cx="5212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Metal</a:t>
            </a:r>
            <a:r>
              <a:rPr lang="en-US" sz="1050" dirty="0">
                <a:solidFill>
                  <a:srgbClr val="262B3A"/>
                </a:solidFill>
                <a:latin typeface="Calibri" pitchFamily="34" charset="0"/>
                <a:ea typeface="Calibri" pitchFamily="34" charset="-122"/>
                <a:cs typeface="Calibri" pitchFamily="34" charset="-120"/>
              </a:rPr>
              <a:t>: layers of ions slide, electrons still hold them → </a:t>
            </a:r>
            <a:r>
              <a:rPr lang="en-US" sz="1050" b="1" dirty="0">
                <a:solidFill>
                  <a:srgbClr val="262B3A"/>
                </a:solidFill>
                <a:latin typeface="Calibri" pitchFamily="34" charset="0"/>
                <a:ea typeface="Calibri" pitchFamily="34" charset="-122"/>
                <a:cs typeface="Calibri" pitchFamily="34" charset="-120"/>
              </a:rPr>
              <a:t>malleable</a:t>
            </a:r>
            <a:endParaRPr lang="en-US" sz="1050" dirty="0"/>
          </a:p>
        </p:txBody>
      </p:sp>
      <p:sp>
        <p:nvSpPr>
          <p:cNvPr id="11" name="Shape 9"/>
          <p:cNvSpPr/>
          <p:nvPr/>
        </p:nvSpPr>
        <p:spPr>
          <a:xfrm>
            <a:off x="749808" y="1709928"/>
            <a:ext cx="237744" cy="237744"/>
          </a:xfrm>
          <a:prstGeom prst="ellipse">
            <a:avLst/>
          </a:prstGeom>
          <a:solidFill>
            <a:srgbClr val="D7A15E"/>
          </a:solidFill>
          <a:ln w="12700">
            <a:solidFill>
              <a:srgbClr val="8A5A2B"/>
            </a:solidFill>
            <a:prstDash val="solid"/>
          </a:ln>
        </p:spPr>
      </p:sp>
      <p:sp>
        <p:nvSpPr>
          <p:cNvPr id="12" name="Text 10"/>
          <p:cNvSpPr/>
          <p:nvPr/>
        </p:nvSpPr>
        <p:spPr>
          <a:xfrm>
            <a:off x="749808"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078992" y="1709928"/>
            <a:ext cx="237744" cy="237744"/>
          </a:xfrm>
          <a:prstGeom prst="ellipse">
            <a:avLst/>
          </a:prstGeom>
          <a:solidFill>
            <a:srgbClr val="D7A15E"/>
          </a:solidFill>
          <a:ln w="12700">
            <a:solidFill>
              <a:srgbClr val="8A5A2B"/>
            </a:solidFill>
            <a:prstDash val="solid"/>
          </a:ln>
        </p:spPr>
      </p:sp>
      <p:sp>
        <p:nvSpPr>
          <p:cNvPr id="14" name="Text 12"/>
          <p:cNvSpPr/>
          <p:nvPr/>
        </p:nvSpPr>
        <p:spPr>
          <a:xfrm>
            <a:off x="1078992"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 name="Shape 13"/>
          <p:cNvSpPr/>
          <p:nvPr/>
        </p:nvSpPr>
        <p:spPr>
          <a:xfrm>
            <a:off x="1408176" y="1709928"/>
            <a:ext cx="237744" cy="237744"/>
          </a:xfrm>
          <a:prstGeom prst="ellipse">
            <a:avLst/>
          </a:prstGeom>
          <a:solidFill>
            <a:srgbClr val="D7A15E"/>
          </a:solidFill>
          <a:ln w="12700">
            <a:solidFill>
              <a:srgbClr val="8A5A2B"/>
            </a:solidFill>
            <a:prstDash val="solid"/>
          </a:ln>
        </p:spPr>
      </p:sp>
      <p:sp>
        <p:nvSpPr>
          <p:cNvPr id="16" name="Text 14"/>
          <p:cNvSpPr/>
          <p:nvPr/>
        </p:nvSpPr>
        <p:spPr>
          <a:xfrm>
            <a:off x="1408176"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1737360" y="1709928"/>
            <a:ext cx="237744" cy="237744"/>
          </a:xfrm>
          <a:prstGeom prst="ellipse">
            <a:avLst/>
          </a:prstGeom>
          <a:solidFill>
            <a:srgbClr val="D7A15E"/>
          </a:solidFill>
          <a:ln w="12700">
            <a:solidFill>
              <a:srgbClr val="8A5A2B"/>
            </a:solidFill>
            <a:prstDash val="solid"/>
          </a:ln>
        </p:spPr>
      </p:sp>
      <p:sp>
        <p:nvSpPr>
          <p:cNvPr id="18" name="Text 16"/>
          <p:cNvSpPr/>
          <p:nvPr/>
        </p:nvSpPr>
        <p:spPr>
          <a:xfrm>
            <a:off x="1737360"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2066544" y="1709928"/>
            <a:ext cx="237744" cy="237744"/>
          </a:xfrm>
          <a:prstGeom prst="ellipse">
            <a:avLst/>
          </a:prstGeom>
          <a:solidFill>
            <a:srgbClr val="D7A15E"/>
          </a:solidFill>
          <a:ln w="12700">
            <a:solidFill>
              <a:srgbClr val="8A5A2B"/>
            </a:solidFill>
            <a:prstDash val="solid"/>
          </a:ln>
        </p:spPr>
      </p:sp>
      <p:sp>
        <p:nvSpPr>
          <p:cNvPr id="20" name="Text 18"/>
          <p:cNvSpPr/>
          <p:nvPr/>
        </p:nvSpPr>
        <p:spPr>
          <a:xfrm>
            <a:off x="2066544"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21" name="Shape 19"/>
          <p:cNvSpPr/>
          <p:nvPr/>
        </p:nvSpPr>
        <p:spPr>
          <a:xfrm>
            <a:off x="749808" y="2039112"/>
            <a:ext cx="237744" cy="237744"/>
          </a:xfrm>
          <a:prstGeom prst="ellipse">
            <a:avLst/>
          </a:prstGeom>
          <a:solidFill>
            <a:srgbClr val="D7A15E"/>
          </a:solidFill>
          <a:ln w="12700">
            <a:solidFill>
              <a:srgbClr val="8A5A2B"/>
            </a:solidFill>
            <a:prstDash val="solid"/>
          </a:ln>
        </p:spPr>
      </p:sp>
      <p:sp>
        <p:nvSpPr>
          <p:cNvPr id="22" name="Text 20"/>
          <p:cNvSpPr/>
          <p:nvPr/>
        </p:nvSpPr>
        <p:spPr>
          <a:xfrm>
            <a:off x="749808"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1078992" y="2039112"/>
            <a:ext cx="237744" cy="237744"/>
          </a:xfrm>
          <a:prstGeom prst="ellipse">
            <a:avLst/>
          </a:prstGeom>
          <a:solidFill>
            <a:srgbClr val="D7A15E"/>
          </a:solidFill>
          <a:ln w="12700">
            <a:solidFill>
              <a:srgbClr val="8A5A2B"/>
            </a:solidFill>
            <a:prstDash val="solid"/>
          </a:ln>
        </p:spPr>
      </p:sp>
      <p:sp>
        <p:nvSpPr>
          <p:cNvPr id="24" name="Text 22"/>
          <p:cNvSpPr/>
          <p:nvPr/>
        </p:nvSpPr>
        <p:spPr>
          <a:xfrm>
            <a:off x="1078992"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1408176" y="2039112"/>
            <a:ext cx="237744" cy="237744"/>
          </a:xfrm>
          <a:prstGeom prst="ellipse">
            <a:avLst/>
          </a:prstGeom>
          <a:solidFill>
            <a:srgbClr val="D7A15E"/>
          </a:solidFill>
          <a:ln w="12700">
            <a:solidFill>
              <a:srgbClr val="8A5A2B"/>
            </a:solidFill>
            <a:prstDash val="solid"/>
          </a:ln>
        </p:spPr>
      </p:sp>
      <p:sp>
        <p:nvSpPr>
          <p:cNvPr id="26" name="Text 24"/>
          <p:cNvSpPr/>
          <p:nvPr/>
        </p:nvSpPr>
        <p:spPr>
          <a:xfrm>
            <a:off x="1408176"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27" name="Shape 25"/>
          <p:cNvSpPr/>
          <p:nvPr/>
        </p:nvSpPr>
        <p:spPr>
          <a:xfrm>
            <a:off x="1737360" y="2039112"/>
            <a:ext cx="237744" cy="237744"/>
          </a:xfrm>
          <a:prstGeom prst="ellipse">
            <a:avLst/>
          </a:prstGeom>
          <a:solidFill>
            <a:srgbClr val="D7A15E"/>
          </a:solidFill>
          <a:ln w="12700">
            <a:solidFill>
              <a:srgbClr val="8A5A2B"/>
            </a:solidFill>
            <a:prstDash val="solid"/>
          </a:ln>
        </p:spPr>
      </p:sp>
      <p:sp>
        <p:nvSpPr>
          <p:cNvPr id="28" name="Text 26"/>
          <p:cNvSpPr/>
          <p:nvPr/>
        </p:nvSpPr>
        <p:spPr>
          <a:xfrm>
            <a:off x="1737360"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2066544" y="2039112"/>
            <a:ext cx="237744" cy="237744"/>
          </a:xfrm>
          <a:prstGeom prst="ellipse">
            <a:avLst/>
          </a:prstGeom>
          <a:solidFill>
            <a:srgbClr val="D7A15E"/>
          </a:solidFill>
          <a:ln w="12700">
            <a:solidFill>
              <a:srgbClr val="8A5A2B"/>
            </a:solidFill>
            <a:prstDash val="solid"/>
          </a:ln>
        </p:spPr>
      </p:sp>
      <p:sp>
        <p:nvSpPr>
          <p:cNvPr id="30" name="Text 28"/>
          <p:cNvSpPr/>
          <p:nvPr/>
        </p:nvSpPr>
        <p:spPr>
          <a:xfrm>
            <a:off x="2066544"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749808" y="2368296"/>
            <a:ext cx="237744" cy="237744"/>
          </a:xfrm>
          <a:prstGeom prst="ellipse">
            <a:avLst/>
          </a:prstGeom>
          <a:solidFill>
            <a:srgbClr val="D7A15E"/>
          </a:solidFill>
          <a:ln w="12700">
            <a:solidFill>
              <a:srgbClr val="8A5A2B"/>
            </a:solidFill>
            <a:prstDash val="solid"/>
          </a:ln>
        </p:spPr>
      </p:sp>
      <p:sp>
        <p:nvSpPr>
          <p:cNvPr id="32" name="Text 30"/>
          <p:cNvSpPr/>
          <p:nvPr/>
        </p:nvSpPr>
        <p:spPr>
          <a:xfrm>
            <a:off x="749808"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3" name="Shape 31"/>
          <p:cNvSpPr/>
          <p:nvPr/>
        </p:nvSpPr>
        <p:spPr>
          <a:xfrm>
            <a:off x="1078992" y="2368296"/>
            <a:ext cx="237744" cy="237744"/>
          </a:xfrm>
          <a:prstGeom prst="ellipse">
            <a:avLst/>
          </a:prstGeom>
          <a:solidFill>
            <a:srgbClr val="D7A15E"/>
          </a:solidFill>
          <a:ln w="12700">
            <a:solidFill>
              <a:srgbClr val="8A5A2B"/>
            </a:solidFill>
            <a:prstDash val="solid"/>
          </a:ln>
        </p:spPr>
      </p:sp>
      <p:sp>
        <p:nvSpPr>
          <p:cNvPr id="34" name="Text 32"/>
          <p:cNvSpPr/>
          <p:nvPr/>
        </p:nvSpPr>
        <p:spPr>
          <a:xfrm>
            <a:off x="1078992"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5" name="Shape 33"/>
          <p:cNvSpPr/>
          <p:nvPr/>
        </p:nvSpPr>
        <p:spPr>
          <a:xfrm>
            <a:off x="1408176" y="2368296"/>
            <a:ext cx="237744" cy="237744"/>
          </a:xfrm>
          <a:prstGeom prst="ellipse">
            <a:avLst/>
          </a:prstGeom>
          <a:solidFill>
            <a:srgbClr val="D7A15E"/>
          </a:solidFill>
          <a:ln w="12700">
            <a:solidFill>
              <a:srgbClr val="8A5A2B"/>
            </a:solidFill>
            <a:prstDash val="solid"/>
          </a:ln>
        </p:spPr>
      </p:sp>
      <p:sp>
        <p:nvSpPr>
          <p:cNvPr id="36" name="Text 34"/>
          <p:cNvSpPr/>
          <p:nvPr/>
        </p:nvSpPr>
        <p:spPr>
          <a:xfrm>
            <a:off x="1408176"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1737360" y="2368296"/>
            <a:ext cx="237744" cy="237744"/>
          </a:xfrm>
          <a:prstGeom prst="ellipse">
            <a:avLst/>
          </a:prstGeom>
          <a:solidFill>
            <a:srgbClr val="D7A15E"/>
          </a:solidFill>
          <a:ln w="12700">
            <a:solidFill>
              <a:srgbClr val="8A5A2B"/>
            </a:solidFill>
            <a:prstDash val="solid"/>
          </a:ln>
        </p:spPr>
      </p:sp>
      <p:sp>
        <p:nvSpPr>
          <p:cNvPr id="38" name="Text 36"/>
          <p:cNvSpPr/>
          <p:nvPr/>
        </p:nvSpPr>
        <p:spPr>
          <a:xfrm>
            <a:off x="1737360"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39" name="Shape 37"/>
          <p:cNvSpPr/>
          <p:nvPr/>
        </p:nvSpPr>
        <p:spPr>
          <a:xfrm>
            <a:off x="2066544" y="2368296"/>
            <a:ext cx="237744" cy="237744"/>
          </a:xfrm>
          <a:prstGeom prst="ellipse">
            <a:avLst/>
          </a:prstGeom>
          <a:solidFill>
            <a:srgbClr val="D7A15E"/>
          </a:solidFill>
          <a:ln w="12700">
            <a:solidFill>
              <a:srgbClr val="8A5A2B"/>
            </a:solidFill>
            <a:prstDash val="solid"/>
          </a:ln>
        </p:spPr>
      </p:sp>
      <p:sp>
        <p:nvSpPr>
          <p:cNvPr id="40" name="Text 38"/>
          <p:cNvSpPr/>
          <p:nvPr/>
        </p:nvSpPr>
        <p:spPr>
          <a:xfrm>
            <a:off x="2066544"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41" name="Shape 39"/>
          <p:cNvSpPr/>
          <p:nvPr/>
        </p:nvSpPr>
        <p:spPr>
          <a:xfrm>
            <a:off x="972373" y="1937431"/>
            <a:ext cx="82296" cy="82296"/>
          </a:xfrm>
          <a:prstGeom prst="ellipse">
            <a:avLst/>
          </a:prstGeom>
          <a:solidFill>
            <a:srgbClr val="2F7FC1"/>
          </a:solidFill>
          <a:ln w="6350">
            <a:solidFill>
              <a:srgbClr val="1B4F7A"/>
            </a:solidFill>
            <a:prstDash val="solid"/>
          </a:ln>
        </p:spPr>
      </p:sp>
      <p:sp>
        <p:nvSpPr>
          <p:cNvPr id="42" name="Shape 40"/>
          <p:cNvSpPr/>
          <p:nvPr/>
        </p:nvSpPr>
        <p:spPr>
          <a:xfrm>
            <a:off x="1321308" y="1967057"/>
            <a:ext cx="82296" cy="82296"/>
          </a:xfrm>
          <a:prstGeom prst="ellipse">
            <a:avLst/>
          </a:prstGeom>
          <a:solidFill>
            <a:srgbClr val="2F7FC1"/>
          </a:solidFill>
          <a:ln w="6350">
            <a:solidFill>
              <a:srgbClr val="1B4F7A"/>
            </a:solidFill>
            <a:prstDash val="solid"/>
          </a:ln>
        </p:spPr>
      </p:sp>
      <p:sp>
        <p:nvSpPr>
          <p:cNvPr id="43" name="Shape 41"/>
          <p:cNvSpPr/>
          <p:nvPr/>
        </p:nvSpPr>
        <p:spPr>
          <a:xfrm>
            <a:off x="1670243" y="1957182"/>
            <a:ext cx="82296" cy="82296"/>
          </a:xfrm>
          <a:prstGeom prst="ellipse">
            <a:avLst/>
          </a:prstGeom>
          <a:solidFill>
            <a:srgbClr val="2F7FC1"/>
          </a:solidFill>
          <a:ln w="6350">
            <a:solidFill>
              <a:srgbClr val="1B4F7A"/>
            </a:solidFill>
            <a:prstDash val="solid"/>
          </a:ln>
        </p:spPr>
      </p:sp>
      <p:sp>
        <p:nvSpPr>
          <p:cNvPr id="44" name="Shape 42"/>
          <p:cNvSpPr/>
          <p:nvPr/>
        </p:nvSpPr>
        <p:spPr>
          <a:xfrm>
            <a:off x="1969800" y="1947306"/>
            <a:ext cx="82296" cy="82296"/>
          </a:xfrm>
          <a:prstGeom prst="ellipse">
            <a:avLst/>
          </a:prstGeom>
          <a:solidFill>
            <a:srgbClr val="2F7FC1"/>
          </a:solidFill>
          <a:ln w="6350">
            <a:solidFill>
              <a:srgbClr val="1B4F7A"/>
            </a:solidFill>
            <a:prstDash val="solid"/>
          </a:ln>
        </p:spPr>
      </p:sp>
      <p:sp>
        <p:nvSpPr>
          <p:cNvPr id="45" name="Shape 43"/>
          <p:cNvSpPr/>
          <p:nvPr/>
        </p:nvSpPr>
        <p:spPr>
          <a:xfrm>
            <a:off x="1002000" y="2276490"/>
            <a:ext cx="82296" cy="82296"/>
          </a:xfrm>
          <a:prstGeom prst="ellipse">
            <a:avLst/>
          </a:prstGeom>
          <a:solidFill>
            <a:srgbClr val="2F7FC1"/>
          </a:solidFill>
          <a:ln w="6350">
            <a:solidFill>
              <a:srgbClr val="1B4F7A"/>
            </a:solidFill>
            <a:prstDash val="solid"/>
          </a:ln>
        </p:spPr>
      </p:sp>
      <p:sp>
        <p:nvSpPr>
          <p:cNvPr id="46" name="Shape 44"/>
          <p:cNvSpPr/>
          <p:nvPr/>
        </p:nvSpPr>
        <p:spPr>
          <a:xfrm>
            <a:off x="1301557" y="2266615"/>
            <a:ext cx="82296" cy="82296"/>
          </a:xfrm>
          <a:prstGeom prst="ellipse">
            <a:avLst/>
          </a:prstGeom>
          <a:solidFill>
            <a:srgbClr val="2F7FC1"/>
          </a:solidFill>
          <a:ln w="6350">
            <a:solidFill>
              <a:srgbClr val="1B4F7A"/>
            </a:solidFill>
            <a:prstDash val="solid"/>
          </a:ln>
        </p:spPr>
      </p:sp>
      <p:sp>
        <p:nvSpPr>
          <p:cNvPr id="47" name="Shape 45"/>
          <p:cNvSpPr/>
          <p:nvPr/>
        </p:nvSpPr>
        <p:spPr>
          <a:xfrm>
            <a:off x="1650492" y="2296241"/>
            <a:ext cx="82296" cy="82296"/>
          </a:xfrm>
          <a:prstGeom prst="ellipse">
            <a:avLst/>
          </a:prstGeom>
          <a:solidFill>
            <a:srgbClr val="2F7FC1"/>
          </a:solidFill>
          <a:ln w="6350">
            <a:solidFill>
              <a:srgbClr val="1B4F7A"/>
            </a:solidFill>
            <a:prstDash val="solid"/>
          </a:ln>
        </p:spPr>
      </p:sp>
      <p:sp>
        <p:nvSpPr>
          <p:cNvPr id="48" name="Shape 46"/>
          <p:cNvSpPr/>
          <p:nvPr/>
        </p:nvSpPr>
        <p:spPr>
          <a:xfrm>
            <a:off x="1999427" y="2286366"/>
            <a:ext cx="82296" cy="82296"/>
          </a:xfrm>
          <a:prstGeom prst="ellipse">
            <a:avLst/>
          </a:prstGeom>
          <a:solidFill>
            <a:srgbClr val="2F7FC1"/>
          </a:solidFill>
          <a:ln w="6350">
            <a:solidFill>
              <a:srgbClr val="1B4F7A"/>
            </a:solidFill>
            <a:prstDash val="solid"/>
          </a:ln>
        </p:spPr>
      </p:sp>
      <p:sp>
        <p:nvSpPr>
          <p:cNvPr id="49" name="Shape 47"/>
          <p:cNvSpPr/>
          <p:nvPr/>
        </p:nvSpPr>
        <p:spPr>
          <a:xfrm>
            <a:off x="982248" y="2615550"/>
            <a:ext cx="82296" cy="82296"/>
          </a:xfrm>
          <a:prstGeom prst="ellipse">
            <a:avLst/>
          </a:prstGeom>
          <a:solidFill>
            <a:srgbClr val="2F7FC1"/>
          </a:solidFill>
          <a:ln w="6350">
            <a:solidFill>
              <a:srgbClr val="1B4F7A"/>
            </a:solidFill>
            <a:prstDash val="solid"/>
          </a:ln>
        </p:spPr>
      </p:sp>
      <p:sp>
        <p:nvSpPr>
          <p:cNvPr id="50" name="Shape 48"/>
          <p:cNvSpPr/>
          <p:nvPr/>
        </p:nvSpPr>
        <p:spPr>
          <a:xfrm>
            <a:off x="1331184" y="2605674"/>
            <a:ext cx="82296" cy="82296"/>
          </a:xfrm>
          <a:prstGeom prst="ellipse">
            <a:avLst/>
          </a:prstGeom>
          <a:solidFill>
            <a:srgbClr val="2F7FC1"/>
          </a:solidFill>
          <a:ln w="6350">
            <a:solidFill>
              <a:srgbClr val="1B4F7A"/>
            </a:solidFill>
            <a:prstDash val="solid"/>
          </a:ln>
        </p:spPr>
      </p:sp>
      <p:sp>
        <p:nvSpPr>
          <p:cNvPr id="51" name="Shape 49"/>
          <p:cNvSpPr/>
          <p:nvPr/>
        </p:nvSpPr>
        <p:spPr>
          <a:xfrm>
            <a:off x="1630741" y="2595799"/>
            <a:ext cx="82296" cy="82296"/>
          </a:xfrm>
          <a:prstGeom prst="ellipse">
            <a:avLst/>
          </a:prstGeom>
          <a:solidFill>
            <a:srgbClr val="2F7FC1"/>
          </a:solidFill>
          <a:ln w="6350">
            <a:solidFill>
              <a:srgbClr val="1B4F7A"/>
            </a:solidFill>
            <a:prstDash val="solid"/>
          </a:ln>
        </p:spPr>
      </p:sp>
      <p:sp>
        <p:nvSpPr>
          <p:cNvPr id="52" name="Shape 50"/>
          <p:cNvSpPr/>
          <p:nvPr/>
        </p:nvSpPr>
        <p:spPr>
          <a:xfrm>
            <a:off x="1979676" y="2625425"/>
            <a:ext cx="82296" cy="82296"/>
          </a:xfrm>
          <a:prstGeom prst="ellipse">
            <a:avLst/>
          </a:prstGeom>
          <a:solidFill>
            <a:srgbClr val="2F7FC1"/>
          </a:solidFill>
          <a:ln w="6350">
            <a:solidFill>
              <a:srgbClr val="1B4F7A"/>
            </a:solidFill>
            <a:prstDash val="solid"/>
          </a:ln>
        </p:spPr>
      </p:sp>
      <p:sp>
        <p:nvSpPr>
          <p:cNvPr id="53" name="Shape 51"/>
          <p:cNvSpPr/>
          <p:nvPr/>
        </p:nvSpPr>
        <p:spPr>
          <a:xfrm>
            <a:off x="2697480" y="2157984"/>
            <a:ext cx="502920" cy="91"/>
          </a:xfrm>
          <a:prstGeom prst="line">
            <a:avLst/>
          </a:prstGeom>
          <a:noFill/>
          <a:ln w="25400">
            <a:solidFill>
              <a:srgbClr val="2A1F3D"/>
            </a:solidFill>
            <a:prstDash val="solid"/>
            <a:tailEnd type="triangle"/>
          </a:ln>
        </p:spPr>
      </p:sp>
      <p:sp>
        <p:nvSpPr>
          <p:cNvPr id="54" name="Shape 52"/>
          <p:cNvSpPr/>
          <p:nvPr/>
        </p:nvSpPr>
        <p:spPr>
          <a:xfrm>
            <a:off x="3401568" y="1709928"/>
            <a:ext cx="237744" cy="237744"/>
          </a:xfrm>
          <a:prstGeom prst="ellipse">
            <a:avLst/>
          </a:prstGeom>
          <a:solidFill>
            <a:srgbClr val="D7A15E"/>
          </a:solidFill>
          <a:ln w="12700">
            <a:solidFill>
              <a:srgbClr val="8A5A2B"/>
            </a:solidFill>
            <a:prstDash val="solid"/>
          </a:ln>
        </p:spPr>
      </p:sp>
      <p:sp>
        <p:nvSpPr>
          <p:cNvPr id="55" name="Text 53"/>
          <p:cNvSpPr/>
          <p:nvPr/>
        </p:nvSpPr>
        <p:spPr>
          <a:xfrm>
            <a:off x="3401568"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56" name="Shape 54"/>
          <p:cNvSpPr/>
          <p:nvPr/>
        </p:nvSpPr>
        <p:spPr>
          <a:xfrm>
            <a:off x="3730752" y="1709928"/>
            <a:ext cx="237744" cy="237744"/>
          </a:xfrm>
          <a:prstGeom prst="ellipse">
            <a:avLst/>
          </a:prstGeom>
          <a:solidFill>
            <a:srgbClr val="D7A15E"/>
          </a:solidFill>
          <a:ln w="12700">
            <a:solidFill>
              <a:srgbClr val="8A5A2B"/>
            </a:solidFill>
            <a:prstDash val="solid"/>
          </a:ln>
        </p:spPr>
      </p:sp>
      <p:sp>
        <p:nvSpPr>
          <p:cNvPr id="57" name="Text 55"/>
          <p:cNvSpPr/>
          <p:nvPr/>
        </p:nvSpPr>
        <p:spPr>
          <a:xfrm>
            <a:off x="3730752"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58" name="Shape 56"/>
          <p:cNvSpPr/>
          <p:nvPr/>
        </p:nvSpPr>
        <p:spPr>
          <a:xfrm>
            <a:off x="4059936" y="1709928"/>
            <a:ext cx="237744" cy="237744"/>
          </a:xfrm>
          <a:prstGeom prst="ellipse">
            <a:avLst/>
          </a:prstGeom>
          <a:solidFill>
            <a:srgbClr val="D7A15E"/>
          </a:solidFill>
          <a:ln w="12700">
            <a:solidFill>
              <a:srgbClr val="8A5A2B"/>
            </a:solidFill>
            <a:prstDash val="solid"/>
          </a:ln>
        </p:spPr>
      </p:sp>
      <p:sp>
        <p:nvSpPr>
          <p:cNvPr id="59" name="Text 57"/>
          <p:cNvSpPr/>
          <p:nvPr/>
        </p:nvSpPr>
        <p:spPr>
          <a:xfrm>
            <a:off x="4059936"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60" name="Shape 58"/>
          <p:cNvSpPr/>
          <p:nvPr/>
        </p:nvSpPr>
        <p:spPr>
          <a:xfrm>
            <a:off x="4389120" y="1709928"/>
            <a:ext cx="237744" cy="237744"/>
          </a:xfrm>
          <a:prstGeom prst="ellipse">
            <a:avLst/>
          </a:prstGeom>
          <a:solidFill>
            <a:srgbClr val="D7A15E"/>
          </a:solidFill>
          <a:ln w="12700">
            <a:solidFill>
              <a:srgbClr val="8A5A2B"/>
            </a:solidFill>
            <a:prstDash val="solid"/>
          </a:ln>
        </p:spPr>
      </p:sp>
      <p:sp>
        <p:nvSpPr>
          <p:cNvPr id="61" name="Text 59"/>
          <p:cNvSpPr/>
          <p:nvPr/>
        </p:nvSpPr>
        <p:spPr>
          <a:xfrm>
            <a:off x="4389120"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62" name="Shape 60"/>
          <p:cNvSpPr/>
          <p:nvPr/>
        </p:nvSpPr>
        <p:spPr>
          <a:xfrm>
            <a:off x="4718304" y="1709928"/>
            <a:ext cx="237744" cy="237744"/>
          </a:xfrm>
          <a:prstGeom prst="ellipse">
            <a:avLst/>
          </a:prstGeom>
          <a:solidFill>
            <a:srgbClr val="D7A15E"/>
          </a:solidFill>
          <a:ln w="12700">
            <a:solidFill>
              <a:srgbClr val="8A5A2B"/>
            </a:solidFill>
            <a:prstDash val="solid"/>
          </a:ln>
        </p:spPr>
      </p:sp>
      <p:sp>
        <p:nvSpPr>
          <p:cNvPr id="63" name="Text 61"/>
          <p:cNvSpPr/>
          <p:nvPr/>
        </p:nvSpPr>
        <p:spPr>
          <a:xfrm>
            <a:off x="4718304" y="1709928"/>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64" name="Shape 62"/>
          <p:cNvSpPr/>
          <p:nvPr/>
        </p:nvSpPr>
        <p:spPr>
          <a:xfrm>
            <a:off x="3730752" y="2039112"/>
            <a:ext cx="237744" cy="237744"/>
          </a:xfrm>
          <a:prstGeom prst="ellipse">
            <a:avLst/>
          </a:prstGeom>
          <a:solidFill>
            <a:srgbClr val="D7A15E"/>
          </a:solidFill>
          <a:ln w="12700">
            <a:solidFill>
              <a:srgbClr val="8A5A2B"/>
            </a:solidFill>
            <a:prstDash val="solid"/>
          </a:ln>
        </p:spPr>
      </p:sp>
      <p:sp>
        <p:nvSpPr>
          <p:cNvPr id="65" name="Text 63"/>
          <p:cNvSpPr/>
          <p:nvPr/>
        </p:nvSpPr>
        <p:spPr>
          <a:xfrm>
            <a:off x="3730752"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66" name="Shape 64"/>
          <p:cNvSpPr/>
          <p:nvPr/>
        </p:nvSpPr>
        <p:spPr>
          <a:xfrm>
            <a:off x="4059936" y="2039112"/>
            <a:ext cx="237744" cy="237744"/>
          </a:xfrm>
          <a:prstGeom prst="ellipse">
            <a:avLst/>
          </a:prstGeom>
          <a:solidFill>
            <a:srgbClr val="D7A15E"/>
          </a:solidFill>
          <a:ln w="12700">
            <a:solidFill>
              <a:srgbClr val="8A5A2B"/>
            </a:solidFill>
            <a:prstDash val="solid"/>
          </a:ln>
        </p:spPr>
      </p:sp>
      <p:sp>
        <p:nvSpPr>
          <p:cNvPr id="67" name="Text 65"/>
          <p:cNvSpPr/>
          <p:nvPr/>
        </p:nvSpPr>
        <p:spPr>
          <a:xfrm>
            <a:off x="4059936"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68" name="Shape 66"/>
          <p:cNvSpPr/>
          <p:nvPr/>
        </p:nvSpPr>
        <p:spPr>
          <a:xfrm>
            <a:off x="4389120" y="2039112"/>
            <a:ext cx="237744" cy="237744"/>
          </a:xfrm>
          <a:prstGeom prst="ellipse">
            <a:avLst/>
          </a:prstGeom>
          <a:solidFill>
            <a:srgbClr val="D7A15E"/>
          </a:solidFill>
          <a:ln w="12700">
            <a:solidFill>
              <a:srgbClr val="8A5A2B"/>
            </a:solidFill>
            <a:prstDash val="solid"/>
          </a:ln>
        </p:spPr>
      </p:sp>
      <p:sp>
        <p:nvSpPr>
          <p:cNvPr id="69" name="Text 67"/>
          <p:cNvSpPr/>
          <p:nvPr/>
        </p:nvSpPr>
        <p:spPr>
          <a:xfrm>
            <a:off x="4389120"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70" name="Shape 68"/>
          <p:cNvSpPr/>
          <p:nvPr/>
        </p:nvSpPr>
        <p:spPr>
          <a:xfrm>
            <a:off x="4718304" y="2039112"/>
            <a:ext cx="237744" cy="237744"/>
          </a:xfrm>
          <a:prstGeom prst="ellipse">
            <a:avLst/>
          </a:prstGeom>
          <a:solidFill>
            <a:srgbClr val="D7A15E"/>
          </a:solidFill>
          <a:ln w="12700">
            <a:solidFill>
              <a:srgbClr val="8A5A2B"/>
            </a:solidFill>
            <a:prstDash val="solid"/>
          </a:ln>
        </p:spPr>
      </p:sp>
      <p:sp>
        <p:nvSpPr>
          <p:cNvPr id="71" name="Text 69"/>
          <p:cNvSpPr/>
          <p:nvPr/>
        </p:nvSpPr>
        <p:spPr>
          <a:xfrm>
            <a:off x="4718304"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72" name="Shape 70"/>
          <p:cNvSpPr/>
          <p:nvPr/>
        </p:nvSpPr>
        <p:spPr>
          <a:xfrm>
            <a:off x="5047488" y="2039112"/>
            <a:ext cx="237744" cy="237744"/>
          </a:xfrm>
          <a:prstGeom prst="ellipse">
            <a:avLst/>
          </a:prstGeom>
          <a:solidFill>
            <a:srgbClr val="D7A15E"/>
          </a:solidFill>
          <a:ln w="12700">
            <a:solidFill>
              <a:srgbClr val="8A5A2B"/>
            </a:solidFill>
            <a:prstDash val="solid"/>
          </a:ln>
        </p:spPr>
      </p:sp>
      <p:sp>
        <p:nvSpPr>
          <p:cNvPr id="73" name="Text 71"/>
          <p:cNvSpPr/>
          <p:nvPr/>
        </p:nvSpPr>
        <p:spPr>
          <a:xfrm>
            <a:off x="5047488" y="2039112"/>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74" name="Shape 72"/>
          <p:cNvSpPr/>
          <p:nvPr/>
        </p:nvSpPr>
        <p:spPr>
          <a:xfrm>
            <a:off x="3730752" y="2368296"/>
            <a:ext cx="237744" cy="237744"/>
          </a:xfrm>
          <a:prstGeom prst="ellipse">
            <a:avLst/>
          </a:prstGeom>
          <a:solidFill>
            <a:srgbClr val="D7A15E"/>
          </a:solidFill>
          <a:ln w="12700">
            <a:solidFill>
              <a:srgbClr val="8A5A2B"/>
            </a:solidFill>
            <a:prstDash val="solid"/>
          </a:ln>
        </p:spPr>
      </p:sp>
      <p:sp>
        <p:nvSpPr>
          <p:cNvPr id="75" name="Text 73"/>
          <p:cNvSpPr/>
          <p:nvPr/>
        </p:nvSpPr>
        <p:spPr>
          <a:xfrm>
            <a:off x="3730752"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76" name="Shape 74"/>
          <p:cNvSpPr/>
          <p:nvPr/>
        </p:nvSpPr>
        <p:spPr>
          <a:xfrm>
            <a:off x="4059936" y="2368296"/>
            <a:ext cx="237744" cy="237744"/>
          </a:xfrm>
          <a:prstGeom prst="ellipse">
            <a:avLst/>
          </a:prstGeom>
          <a:solidFill>
            <a:srgbClr val="D7A15E"/>
          </a:solidFill>
          <a:ln w="12700">
            <a:solidFill>
              <a:srgbClr val="8A5A2B"/>
            </a:solidFill>
            <a:prstDash val="solid"/>
          </a:ln>
        </p:spPr>
      </p:sp>
      <p:sp>
        <p:nvSpPr>
          <p:cNvPr id="77" name="Text 75"/>
          <p:cNvSpPr/>
          <p:nvPr/>
        </p:nvSpPr>
        <p:spPr>
          <a:xfrm>
            <a:off x="4059936"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78" name="Shape 76"/>
          <p:cNvSpPr/>
          <p:nvPr/>
        </p:nvSpPr>
        <p:spPr>
          <a:xfrm>
            <a:off x="4389120" y="2368296"/>
            <a:ext cx="237744" cy="237744"/>
          </a:xfrm>
          <a:prstGeom prst="ellipse">
            <a:avLst/>
          </a:prstGeom>
          <a:solidFill>
            <a:srgbClr val="D7A15E"/>
          </a:solidFill>
          <a:ln w="12700">
            <a:solidFill>
              <a:srgbClr val="8A5A2B"/>
            </a:solidFill>
            <a:prstDash val="solid"/>
          </a:ln>
        </p:spPr>
      </p:sp>
      <p:sp>
        <p:nvSpPr>
          <p:cNvPr id="79" name="Text 77"/>
          <p:cNvSpPr/>
          <p:nvPr/>
        </p:nvSpPr>
        <p:spPr>
          <a:xfrm>
            <a:off x="4389120"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80" name="Shape 78"/>
          <p:cNvSpPr/>
          <p:nvPr/>
        </p:nvSpPr>
        <p:spPr>
          <a:xfrm>
            <a:off x="4718304" y="2368296"/>
            <a:ext cx="237744" cy="237744"/>
          </a:xfrm>
          <a:prstGeom prst="ellipse">
            <a:avLst/>
          </a:prstGeom>
          <a:solidFill>
            <a:srgbClr val="D7A15E"/>
          </a:solidFill>
          <a:ln w="12700">
            <a:solidFill>
              <a:srgbClr val="8A5A2B"/>
            </a:solidFill>
            <a:prstDash val="solid"/>
          </a:ln>
        </p:spPr>
      </p:sp>
      <p:sp>
        <p:nvSpPr>
          <p:cNvPr id="81" name="Text 79"/>
          <p:cNvSpPr/>
          <p:nvPr/>
        </p:nvSpPr>
        <p:spPr>
          <a:xfrm>
            <a:off x="4718304"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82" name="Shape 80"/>
          <p:cNvSpPr/>
          <p:nvPr/>
        </p:nvSpPr>
        <p:spPr>
          <a:xfrm>
            <a:off x="5047488" y="2368296"/>
            <a:ext cx="237744" cy="237744"/>
          </a:xfrm>
          <a:prstGeom prst="ellipse">
            <a:avLst/>
          </a:prstGeom>
          <a:solidFill>
            <a:srgbClr val="D7A15E"/>
          </a:solidFill>
          <a:ln w="12700">
            <a:solidFill>
              <a:srgbClr val="8A5A2B"/>
            </a:solidFill>
            <a:prstDash val="solid"/>
          </a:ln>
        </p:spPr>
      </p:sp>
      <p:sp>
        <p:nvSpPr>
          <p:cNvPr id="83" name="Text 81"/>
          <p:cNvSpPr/>
          <p:nvPr/>
        </p:nvSpPr>
        <p:spPr>
          <a:xfrm>
            <a:off x="5047488" y="2368296"/>
            <a:ext cx="237744" cy="237744"/>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84" name="Shape 82"/>
          <p:cNvSpPr/>
          <p:nvPr/>
        </p:nvSpPr>
        <p:spPr>
          <a:xfrm>
            <a:off x="3624133" y="1937431"/>
            <a:ext cx="82296" cy="82296"/>
          </a:xfrm>
          <a:prstGeom prst="ellipse">
            <a:avLst/>
          </a:prstGeom>
          <a:solidFill>
            <a:srgbClr val="2F7FC1"/>
          </a:solidFill>
          <a:ln w="6350">
            <a:solidFill>
              <a:srgbClr val="1B4F7A"/>
            </a:solidFill>
            <a:prstDash val="solid"/>
          </a:ln>
        </p:spPr>
      </p:sp>
      <p:sp>
        <p:nvSpPr>
          <p:cNvPr id="85" name="Shape 83"/>
          <p:cNvSpPr/>
          <p:nvPr/>
        </p:nvSpPr>
        <p:spPr>
          <a:xfrm>
            <a:off x="3973068" y="1967057"/>
            <a:ext cx="82296" cy="82296"/>
          </a:xfrm>
          <a:prstGeom prst="ellipse">
            <a:avLst/>
          </a:prstGeom>
          <a:solidFill>
            <a:srgbClr val="2F7FC1"/>
          </a:solidFill>
          <a:ln w="6350">
            <a:solidFill>
              <a:srgbClr val="1B4F7A"/>
            </a:solidFill>
            <a:prstDash val="solid"/>
          </a:ln>
        </p:spPr>
      </p:sp>
      <p:sp>
        <p:nvSpPr>
          <p:cNvPr id="86" name="Shape 84"/>
          <p:cNvSpPr/>
          <p:nvPr/>
        </p:nvSpPr>
        <p:spPr>
          <a:xfrm>
            <a:off x="4322003" y="1957182"/>
            <a:ext cx="82296" cy="82296"/>
          </a:xfrm>
          <a:prstGeom prst="ellipse">
            <a:avLst/>
          </a:prstGeom>
          <a:solidFill>
            <a:srgbClr val="2F7FC1"/>
          </a:solidFill>
          <a:ln w="6350">
            <a:solidFill>
              <a:srgbClr val="1B4F7A"/>
            </a:solidFill>
            <a:prstDash val="solid"/>
          </a:ln>
        </p:spPr>
      </p:sp>
      <p:sp>
        <p:nvSpPr>
          <p:cNvPr id="87" name="Shape 85"/>
          <p:cNvSpPr/>
          <p:nvPr/>
        </p:nvSpPr>
        <p:spPr>
          <a:xfrm>
            <a:off x="4621560" y="1947306"/>
            <a:ext cx="82296" cy="82296"/>
          </a:xfrm>
          <a:prstGeom prst="ellipse">
            <a:avLst/>
          </a:prstGeom>
          <a:solidFill>
            <a:srgbClr val="2F7FC1"/>
          </a:solidFill>
          <a:ln w="6350">
            <a:solidFill>
              <a:srgbClr val="1B4F7A"/>
            </a:solidFill>
            <a:prstDash val="solid"/>
          </a:ln>
        </p:spPr>
      </p:sp>
      <p:sp>
        <p:nvSpPr>
          <p:cNvPr id="88" name="Shape 86"/>
          <p:cNvSpPr/>
          <p:nvPr/>
        </p:nvSpPr>
        <p:spPr>
          <a:xfrm>
            <a:off x="3982944" y="2276490"/>
            <a:ext cx="82296" cy="82296"/>
          </a:xfrm>
          <a:prstGeom prst="ellipse">
            <a:avLst/>
          </a:prstGeom>
          <a:solidFill>
            <a:srgbClr val="2F7FC1"/>
          </a:solidFill>
          <a:ln w="6350">
            <a:solidFill>
              <a:srgbClr val="1B4F7A"/>
            </a:solidFill>
            <a:prstDash val="solid"/>
          </a:ln>
        </p:spPr>
      </p:sp>
      <p:sp>
        <p:nvSpPr>
          <p:cNvPr id="89" name="Shape 87"/>
          <p:cNvSpPr/>
          <p:nvPr/>
        </p:nvSpPr>
        <p:spPr>
          <a:xfrm>
            <a:off x="4282501" y="2266615"/>
            <a:ext cx="82296" cy="82296"/>
          </a:xfrm>
          <a:prstGeom prst="ellipse">
            <a:avLst/>
          </a:prstGeom>
          <a:solidFill>
            <a:srgbClr val="2F7FC1"/>
          </a:solidFill>
          <a:ln w="6350">
            <a:solidFill>
              <a:srgbClr val="1B4F7A"/>
            </a:solidFill>
            <a:prstDash val="solid"/>
          </a:ln>
        </p:spPr>
      </p:sp>
      <p:sp>
        <p:nvSpPr>
          <p:cNvPr id="90" name="Shape 88"/>
          <p:cNvSpPr/>
          <p:nvPr/>
        </p:nvSpPr>
        <p:spPr>
          <a:xfrm>
            <a:off x="4631436" y="2296241"/>
            <a:ext cx="82296" cy="82296"/>
          </a:xfrm>
          <a:prstGeom prst="ellipse">
            <a:avLst/>
          </a:prstGeom>
          <a:solidFill>
            <a:srgbClr val="2F7FC1"/>
          </a:solidFill>
          <a:ln w="6350">
            <a:solidFill>
              <a:srgbClr val="1B4F7A"/>
            </a:solidFill>
            <a:prstDash val="solid"/>
          </a:ln>
        </p:spPr>
      </p:sp>
      <p:sp>
        <p:nvSpPr>
          <p:cNvPr id="91" name="Shape 89"/>
          <p:cNvSpPr/>
          <p:nvPr/>
        </p:nvSpPr>
        <p:spPr>
          <a:xfrm>
            <a:off x="4980371" y="2286366"/>
            <a:ext cx="82296" cy="82296"/>
          </a:xfrm>
          <a:prstGeom prst="ellipse">
            <a:avLst/>
          </a:prstGeom>
          <a:solidFill>
            <a:srgbClr val="2F7FC1"/>
          </a:solidFill>
          <a:ln w="6350">
            <a:solidFill>
              <a:srgbClr val="1B4F7A"/>
            </a:solidFill>
            <a:prstDash val="solid"/>
          </a:ln>
        </p:spPr>
      </p:sp>
      <p:sp>
        <p:nvSpPr>
          <p:cNvPr id="92" name="Shape 90"/>
          <p:cNvSpPr/>
          <p:nvPr/>
        </p:nvSpPr>
        <p:spPr>
          <a:xfrm>
            <a:off x="3963192" y="2615550"/>
            <a:ext cx="82296" cy="82296"/>
          </a:xfrm>
          <a:prstGeom prst="ellipse">
            <a:avLst/>
          </a:prstGeom>
          <a:solidFill>
            <a:srgbClr val="2F7FC1"/>
          </a:solidFill>
          <a:ln w="6350">
            <a:solidFill>
              <a:srgbClr val="1B4F7A"/>
            </a:solidFill>
            <a:prstDash val="solid"/>
          </a:ln>
        </p:spPr>
      </p:sp>
      <p:sp>
        <p:nvSpPr>
          <p:cNvPr id="93" name="Shape 91"/>
          <p:cNvSpPr/>
          <p:nvPr/>
        </p:nvSpPr>
        <p:spPr>
          <a:xfrm>
            <a:off x="4312128" y="2605674"/>
            <a:ext cx="82296" cy="82296"/>
          </a:xfrm>
          <a:prstGeom prst="ellipse">
            <a:avLst/>
          </a:prstGeom>
          <a:solidFill>
            <a:srgbClr val="2F7FC1"/>
          </a:solidFill>
          <a:ln w="6350">
            <a:solidFill>
              <a:srgbClr val="1B4F7A"/>
            </a:solidFill>
            <a:prstDash val="solid"/>
          </a:ln>
        </p:spPr>
      </p:sp>
      <p:sp>
        <p:nvSpPr>
          <p:cNvPr id="94" name="Shape 92"/>
          <p:cNvSpPr/>
          <p:nvPr/>
        </p:nvSpPr>
        <p:spPr>
          <a:xfrm>
            <a:off x="4611685" y="2595799"/>
            <a:ext cx="82296" cy="82296"/>
          </a:xfrm>
          <a:prstGeom prst="ellipse">
            <a:avLst/>
          </a:prstGeom>
          <a:solidFill>
            <a:srgbClr val="2F7FC1"/>
          </a:solidFill>
          <a:ln w="6350">
            <a:solidFill>
              <a:srgbClr val="1B4F7A"/>
            </a:solidFill>
            <a:prstDash val="solid"/>
          </a:ln>
        </p:spPr>
      </p:sp>
      <p:sp>
        <p:nvSpPr>
          <p:cNvPr id="95" name="Shape 93"/>
          <p:cNvSpPr/>
          <p:nvPr/>
        </p:nvSpPr>
        <p:spPr>
          <a:xfrm>
            <a:off x="4960620" y="2625425"/>
            <a:ext cx="82296" cy="82296"/>
          </a:xfrm>
          <a:prstGeom prst="ellipse">
            <a:avLst/>
          </a:prstGeom>
          <a:solidFill>
            <a:srgbClr val="2F7FC1"/>
          </a:solidFill>
          <a:ln w="6350">
            <a:solidFill>
              <a:srgbClr val="1B4F7A"/>
            </a:solidFill>
            <a:prstDash val="solid"/>
          </a:ln>
        </p:spPr>
      </p:sp>
      <p:sp>
        <p:nvSpPr>
          <p:cNvPr id="96" name="Shape 94"/>
          <p:cNvSpPr/>
          <p:nvPr/>
        </p:nvSpPr>
        <p:spPr>
          <a:xfrm>
            <a:off x="457200" y="2157984"/>
            <a:ext cx="228600" cy="91"/>
          </a:xfrm>
          <a:prstGeom prst="line">
            <a:avLst/>
          </a:prstGeom>
          <a:noFill/>
          <a:ln w="31750">
            <a:solidFill>
              <a:srgbClr val="C8414C"/>
            </a:solidFill>
            <a:prstDash val="solid"/>
            <a:tailEnd type="triangle"/>
          </a:ln>
        </p:spPr>
      </p:sp>
      <p:sp>
        <p:nvSpPr>
          <p:cNvPr id="97" name="Text 95"/>
          <p:cNvSpPr/>
          <p:nvPr/>
        </p:nvSpPr>
        <p:spPr>
          <a:xfrm>
            <a:off x="411480" y="1810512"/>
            <a:ext cx="548640" cy="182880"/>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force</a:t>
            </a:r>
            <a:endParaRPr lang="en-US" sz="1000" dirty="0"/>
          </a:p>
        </p:txBody>
      </p:sp>
      <p:sp>
        <p:nvSpPr>
          <p:cNvPr id="98" name="Shape 96"/>
          <p:cNvSpPr/>
          <p:nvPr/>
        </p:nvSpPr>
        <p:spPr>
          <a:xfrm>
            <a:off x="594360" y="2852928"/>
            <a:ext cx="5212080" cy="91"/>
          </a:xfrm>
          <a:prstGeom prst="line">
            <a:avLst/>
          </a:prstGeom>
          <a:noFill/>
          <a:ln w="12700">
            <a:solidFill>
              <a:srgbClr val="DDD3EC"/>
            </a:solidFill>
            <a:prstDash val="dash"/>
          </a:ln>
        </p:spPr>
      </p:sp>
      <p:sp>
        <p:nvSpPr>
          <p:cNvPr id="99" name="Text 97"/>
          <p:cNvSpPr/>
          <p:nvPr/>
        </p:nvSpPr>
        <p:spPr>
          <a:xfrm>
            <a:off x="594360" y="2944368"/>
            <a:ext cx="521208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Ionic</a:t>
            </a:r>
            <a:r>
              <a:rPr lang="en-US" sz="1050" dirty="0">
                <a:solidFill>
                  <a:srgbClr val="262B3A"/>
                </a:solidFill>
                <a:latin typeface="Calibri" pitchFamily="34" charset="0"/>
                <a:ea typeface="Calibri" pitchFamily="34" charset="-122"/>
                <a:cs typeface="Calibri" pitchFamily="34" charset="-120"/>
              </a:rPr>
              <a:t>: layer shifts, </a:t>
            </a:r>
            <a:r>
              <a:rPr lang="en-US" sz="1050" b="1" dirty="0">
                <a:solidFill>
                  <a:srgbClr val="262B3A"/>
                </a:solidFill>
                <a:latin typeface="Calibri" pitchFamily="34" charset="0"/>
                <a:ea typeface="Calibri" pitchFamily="34" charset="-122"/>
                <a:cs typeface="Calibri" pitchFamily="34" charset="-120"/>
              </a:rPr>
              <a:t>like charges line up and repel</a:t>
            </a:r>
            <a:r>
              <a:rPr lang="en-US" sz="1050" dirty="0">
                <a:solidFill>
                  <a:srgbClr val="262B3A"/>
                </a:solidFill>
                <a:latin typeface="Calibri" pitchFamily="34" charset="0"/>
                <a:ea typeface="Calibri" pitchFamily="34" charset="-122"/>
                <a:cs typeface="Calibri" pitchFamily="34" charset="-120"/>
              </a:rPr>
              <a:t> → </a:t>
            </a:r>
            <a:r>
              <a:rPr lang="en-US" sz="1050" b="1" dirty="0">
                <a:solidFill>
                  <a:srgbClr val="262B3A"/>
                </a:solidFill>
                <a:latin typeface="Calibri" pitchFamily="34" charset="0"/>
                <a:ea typeface="Calibri" pitchFamily="34" charset="-122"/>
                <a:cs typeface="Calibri" pitchFamily="34" charset="-120"/>
              </a:rPr>
              <a:t>brittle</a:t>
            </a:r>
            <a:r>
              <a:rPr lang="en-US" sz="1050" dirty="0">
                <a:solidFill>
                  <a:srgbClr val="262B3A"/>
                </a:solidFill>
                <a:latin typeface="Calibri" pitchFamily="34" charset="0"/>
                <a:ea typeface="Calibri" pitchFamily="34" charset="-122"/>
                <a:cs typeface="Calibri" pitchFamily="34" charset="-120"/>
              </a:rPr>
              <a:t>, it shatters</a:t>
            </a:r>
            <a:endParaRPr lang="en-US" sz="1050" dirty="0"/>
          </a:p>
        </p:txBody>
      </p:sp>
      <p:sp>
        <p:nvSpPr>
          <p:cNvPr id="100" name="Shape 98"/>
          <p:cNvSpPr/>
          <p:nvPr/>
        </p:nvSpPr>
        <p:spPr>
          <a:xfrm>
            <a:off x="804672" y="3410712"/>
            <a:ext cx="219456" cy="219456"/>
          </a:xfrm>
          <a:prstGeom prst="ellipse">
            <a:avLst/>
          </a:prstGeom>
          <a:solidFill>
            <a:srgbClr val="8E7CC3"/>
          </a:solidFill>
          <a:ln w="12700">
            <a:solidFill>
              <a:srgbClr val="5B3A8C"/>
            </a:solidFill>
            <a:prstDash val="solid"/>
          </a:ln>
        </p:spPr>
      </p:sp>
      <p:sp>
        <p:nvSpPr>
          <p:cNvPr id="101" name="Text 99"/>
          <p:cNvSpPr/>
          <p:nvPr/>
        </p:nvSpPr>
        <p:spPr>
          <a:xfrm>
            <a:off x="804672" y="341071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2" name="Shape 100"/>
          <p:cNvSpPr/>
          <p:nvPr/>
        </p:nvSpPr>
        <p:spPr>
          <a:xfrm>
            <a:off x="1097280" y="3374136"/>
            <a:ext cx="292608" cy="292608"/>
          </a:xfrm>
          <a:prstGeom prst="ellipse">
            <a:avLst/>
          </a:prstGeom>
          <a:solidFill>
            <a:srgbClr val="7DBE6A"/>
          </a:solidFill>
          <a:ln w="12700">
            <a:solidFill>
              <a:srgbClr val="3E7F2E"/>
            </a:solidFill>
            <a:prstDash val="solid"/>
          </a:ln>
        </p:spPr>
      </p:sp>
      <p:sp>
        <p:nvSpPr>
          <p:cNvPr id="103" name="Text 101"/>
          <p:cNvSpPr/>
          <p:nvPr/>
        </p:nvSpPr>
        <p:spPr>
          <a:xfrm>
            <a:off x="1097280" y="3374136"/>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04" name="Shape 102"/>
          <p:cNvSpPr/>
          <p:nvPr/>
        </p:nvSpPr>
        <p:spPr>
          <a:xfrm>
            <a:off x="1463040" y="3410712"/>
            <a:ext cx="219456" cy="219456"/>
          </a:xfrm>
          <a:prstGeom prst="ellipse">
            <a:avLst/>
          </a:prstGeom>
          <a:solidFill>
            <a:srgbClr val="8E7CC3"/>
          </a:solidFill>
          <a:ln w="12700">
            <a:solidFill>
              <a:srgbClr val="5B3A8C"/>
            </a:solidFill>
            <a:prstDash val="solid"/>
          </a:ln>
        </p:spPr>
      </p:sp>
      <p:sp>
        <p:nvSpPr>
          <p:cNvPr id="105" name="Text 103"/>
          <p:cNvSpPr/>
          <p:nvPr/>
        </p:nvSpPr>
        <p:spPr>
          <a:xfrm>
            <a:off x="1463040" y="341071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06" name="Shape 104"/>
          <p:cNvSpPr/>
          <p:nvPr/>
        </p:nvSpPr>
        <p:spPr>
          <a:xfrm>
            <a:off x="1755648" y="3374136"/>
            <a:ext cx="292608" cy="292608"/>
          </a:xfrm>
          <a:prstGeom prst="ellipse">
            <a:avLst/>
          </a:prstGeom>
          <a:solidFill>
            <a:srgbClr val="7DBE6A"/>
          </a:solidFill>
          <a:ln w="12700">
            <a:solidFill>
              <a:srgbClr val="3E7F2E"/>
            </a:solidFill>
            <a:prstDash val="solid"/>
          </a:ln>
        </p:spPr>
      </p:sp>
      <p:sp>
        <p:nvSpPr>
          <p:cNvPr id="107" name="Text 105"/>
          <p:cNvSpPr/>
          <p:nvPr/>
        </p:nvSpPr>
        <p:spPr>
          <a:xfrm>
            <a:off x="1755648" y="3374136"/>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08" name="Shape 106"/>
          <p:cNvSpPr/>
          <p:nvPr/>
        </p:nvSpPr>
        <p:spPr>
          <a:xfrm>
            <a:off x="2121408" y="3410712"/>
            <a:ext cx="219456" cy="219456"/>
          </a:xfrm>
          <a:prstGeom prst="ellipse">
            <a:avLst/>
          </a:prstGeom>
          <a:solidFill>
            <a:srgbClr val="8E7CC3"/>
          </a:solidFill>
          <a:ln w="12700">
            <a:solidFill>
              <a:srgbClr val="5B3A8C"/>
            </a:solidFill>
            <a:prstDash val="solid"/>
          </a:ln>
        </p:spPr>
      </p:sp>
      <p:sp>
        <p:nvSpPr>
          <p:cNvPr id="109" name="Text 107"/>
          <p:cNvSpPr/>
          <p:nvPr/>
        </p:nvSpPr>
        <p:spPr>
          <a:xfrm>
            <a:off x="2121408" y="341071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10" name="Shape 108"/>
          <p:cNvSpPr/>
          <p:nvPr/>
        </p:nvSpPr>
        <p:spPr>
          <a:xfrm>
            <a:off x="768096" y="3703320"/>
            <a:ext cx="292608" cy="292608"/>
          </a:xfrm>
          <a:prstGeom prst="ellipse">
            <a:avLst/>
          </a:prstGeom>
          <a:solidFill>
            <a:srgbClr val="7DBE6A"/>
          </a:solidFill>
          <a:ln w="12700">
            <a:solidFill>
              <a:srgbClr val="3E7F2E"/>
            </a:solidFill>
            <a:prstDash val="solid"/>
          </a:ln>
        </p:spPr>
      </p:sp>
      <p:sp>
        <p:nvSpPr>
          <p:cNvPr id="111" name="Text 109"/>
          <p:cNvSpPr/>
          <p:nvPr/>
        </p:nvSpPr>
        <p:spPr>
          <a:xfrm>
            <a:off x="768096" y="3703320"/>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12" name="Shape 110"/>
          <p:cNvSpPr/>
          <p:nvPr/>
        </p:nvSpPr>
        <p:spPr>
          <a:xfrm>
            <a:off x="1133856" y="3739896"/>
            <a:ext cx="219456" cy="219456"/>
          </a:xfrm>
          <a:prstGeom prst="ellipse">
            <a:avLst/>
          </a:prstGeom>
          <a:solidFill>
            <a:srgbClr val="8E7CC3"/>
          </a:solidFill>
          <a:ln w="12700">
            <a:solidFill>
              <a:srgbClr val="5B3A8C"/>
            </a:solidFill>
            <a:prstDash val="solid"/>
          </a:ln>
        </p:spPr>
      </p:sp>
      <p:sp>
        <p:nvSpPr>
          <p:cNvPr id="113" name="Text 111"/>
          <p:cNvSpPr/>
          <p:nvPr/>
        </p:nvSpPr>
        <p:spPr>
          <a:xfrm>
            <a:off x="1133856" y="3739896"/>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14" name="Shape 112"/>
          <p:cNvSpPr/>
          <p:nvPr/>
        </p:nvSpPr>
        <p:spPr>
          <a:xfrm>
            <a:off x="1426464" y="3703320"/>
            <a:ext cx="292608" cy="292608"/>
          </a:xfrm>
          <a:prstGeom prst="ellipse">
            <a:avLst/>
          </a:prstGeom>
          <a:solidFill>
            <a:srgbClr val="7DBE6A"/>
          </a:solidFill>
          <a:ln w="12700">
            <a:solidFill>
              <a:srgbClr val="3E7F2E"/>
            </a:solidFill>
            <a:prstDash val="solid"/>
          </a:ln>
        </p:spPr>
      </p:sp>
      <p:sp>
        <p:nvSpPr>
          <p:cNvPr id="115" name="Text 113"/>
          <p:cNvSpPr/>
          <p:nvPr/>
        </p:nvSpPr>
        <p:spPr>
          <a:xfrm>
            <a:off x="1426464" y="3703320"/>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16" name="Shape 114"/>
          <p:cNvSpPr/>
          <p:nvPr/>
        </p:nvSpPr>
        <p:spPr>
          <a:xfrm>
            <a:off x="1792224" y="3739896"/>
            <a:ext cx="219456" cy="219456"/>
          </a:xfrm>
          <a:prstGeom prst="ellipse">
            <a:avLst/>
          </a:prstGeom>
          <a:solidFill>
            <a:srgbClr val="8E7CC3"/>
          </a:solidFill>
          <a:ln w="12700">
            <a:solidFill>
              <a:srgbClr val="5B3A8C"/>
            </a:solidFill>
            <a:prstDash val="solid"/>
          </a:ln>
        </p:spPr>
      </p:sp>
      <p:sp>
        <p:nvSpPr>
          <p:cNvPr id="117" name="Text 115"/>
          <p:cNvSpPr/>
          <p:nvPr/>
        </p:nvSpPr>
        <p:spPr>
          <a:xfrm>
            <a:off x="1792224" y="3739896"/>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18" name="Shape 116"/>
          <p:cNvSpPr/>
          <p:nvPr/>
        </p:nvSpPr>
        <p:spPr>
          <a:xfrm>
            <a:off x="2084832" y="3703320"/>
            <a:ext cx="292608" cy="292608"/>
          </a:xfrm>
          <a:prstGeom prst="ellipse">
            <a:avLst/>
          </a:prstGeom>
          <a:solidFill>
            <a:srgbClr val="7DBE6A"/>
          </a:solidFill>
          <a:ln w="12700">
            <a:solidFill>
              <a:srgbClr val="3E7F2E"/>
            </a:solidFill>
            <a:prstDash val="solid"/>
          </a:ln>
        </p:spPr>
      </p:sp>
      <p:sp>
        <p:nvSpPr>
          <p:cNvPr id="119" name="Text 117"/>
          <p:cNvSpPr/>
          <p:nvPr/>
        </p:nvSpPr>
        <p:spPr>
          <a:xfrm>
            <a:off x="2084832" y="3703320"/>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20" name="Shape 118"/>
          <p:cNvSpPr/>
          <p:nvPr/>
        </p:nvSpPr>
        <p:spPr>
          <a:xfrm>
            <a:off x="804672" y="4069080"/>
            <a:ext cx="219456" cy="219456"/>
          </a:xfrm>
          <a:prstGeom prst="ellipse">
            <a:avLst/>
          </a:prstGeom>
          <a:solidFill>
            <a:srgbClr val="8E7CC3"/>
          </a:solidFill>
          <a:ln w="12700">
            <a:solidFill>
              <a:srgbClr val="5B3A8C"/>
            </a:solidFill>
            <a:prstDash val="solid"/>
          </a:ln>
        </p:spPr>
      </p:sp>
      <p:sp>
        <p:nvSpPr>
          <p:cNvPr id="121" name="Text 119"/>
          <p:cNvSpPr/>
          <p:nvPr/>
        </p:nvSpPr>
        <p:spPr>
          <a:xfrm>
            <a:off x="804672" y="40690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2" name="Shape 120"/>
          <p:cNvSpPr/>
          <p:nvPr/>
        </p:nvSpPr>
        <p:spPr>
          <a:xfrm>
            <a:off x="1097280" y="4032504"/>
            <a:ext cx="292608" cy="292608"/>
          </a:xfrm>
          <a:prstGeom prst="ellipse">
            <a:avLst/>
          </a:prstGeom>
          <a:solidFill>
            <a:srgbClr val="7DBE6A"/>
          </a:solidFill>
          <a:ln w="12700">
            <a:solidFill>
              <a:srgbClr val="3E7F2E"/>
            </a:solidFill>
            <a:prstDash val="solid"/>
          </a:ln>
        </p:spPr>
      </p:sp>
      <p:sp>
        <p:nvSpPr>
          <p:cNvPr id="123" name="Text 121"/>
          <p:cNvSpPr/>
          <p:nvPr/>
        </p:nvSpPr>
        <p:spPr>
          <a:xfrm>
            <a:off x="1097280" y="4032504"/>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24" name="Shape 122"/>
          <p:cNvSpPr/>
          <p:nvPr/>
        </p:nvSpPr>
        <p:spPr>
          <a:xfrm>
            <a:off x="1463040" y="4069080"/>
            <a:ext cx="219456" cy="219456"/>
          </a:xfrm>
          <a:prstGeom prst="ellipse">
            <a:avLst/>
          </a:prstGeom>
          <a:solidFill>
            <a:srgbClr val="8E7CC3"/>
          </a:solidFill>
          <a:ln w="12700">
            <a:solidFill>
              <a:srgbClr val="5B3A8C"/>
            </a:solidFill>
            <a:prstDash val="solid"/>
          </a:ln>
        </p:spPr>
      </p:sp>
      <p:sp>
        <p:nvSpPr>
          <p:cNvPr id="125" name="Text 123"/>
          <p:cNvSpPr/>
          <p:nvPr/>
        </p:nvSpPr>
        <p:spPr>
          <a:xfrm>
            <a:off x="1463040" y="40690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6" name="Shape 124"/>
          <p:cNvSpPr/>
          <p:nvPr/>
        </p:nvSpPr>
        <p:spPr>
          <a:xfrm>
            <a:off x="1755648" y="4032504"/>
            <a:ext cx="292608" cy="292608"/>
          </a:xfrm>
          <a:prstGeom prst="ellipse">
            <a:avLst/>
          </a:prstGeom>
          <a:solidFill>
            <a:srgbClr val="7DBE6A"/>
          </a:solidFill>
          <a:ln w="12700">
            <a:solidFill>
              <a:srgbClr val="3E7F2E"/>
            </a:solidFill>
            <a:prstDash val="solid"/>
          </a:ln>
        </p:spPr>
      </p:sp>
      <p:sp>
        <p:nvSpPr>
          <p:cNvPr id="127" name="Text 125"/>
          <p:cNvSpPr/>
          <p:nvPr/>
        </p:nvSpPr>
        <p:spPr>
          <a:xfrm>
            <a:off x="1755648" y="4032504"/>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28" name="Shape 126"/>
          <p:cNvSpPr/>
          <p:nvPr/>
        </p:nvSpPr>
        <p:spPr>
          <a:xfrm>
            <a:off x="2121408" y="4069080"/>
            <a:ext cx="219456" cy="219456"/>
          </a:xfrm>
          <a:prstGeom prst="ellipse">
            <a:avLst/>
          </a:prstGeom>
          <a:solidFill>
            <a:srgbClr val="8E7CC3"/>
          </a:solidFill>
          <a:ln w="12700">
            <a:solidFill>
              <a:srgbClr val="5B3A8C"/>
            </a:solidFill>
            <a:prstDash val="solid"/>
          </a:ln>
        </p:spPr>
      </p:sp>
      <p:sp>
        <p:nvSpPr>
          <p:cNvPr id="129" name="Text 127"/>
          <p:cNvSpPr/>
          <p:nvPr/>
        </p:nvSpPr>
        <p:spPr>
          <a:xfrm>
            <a:off x="2121408" y="40690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0" name="Shape 128"/>
          <p:cNvSpPr/>
          <p:nvPr/>
        </p:nvSpPr>
        <p:spPr>
          <a:xfrm>
            <a:off x="2697480" y="3840480"/>
            <a:ext cx="502920" cy="91"/>
          </a:xfrm>
          <a:prstGeom prst="line">
            <a:avLst/>
          </a:prstGeom>
          <a:noFill/>
          <a:ln w="25400">
            <a:solidFill>
              <a:srgbClr val="2A1F3D"/>
            </a:solidFill>
            <a:prstDash val="solid"/>
            <a:tailEnd type="triangle"/>
          </a:ln>
        </p:spPr>
      </p:sp>
      <p:sp>
        <p:nvSpPr>
          <p:cNvPr id="131" name="Shape 129"/>
          <p:cNvSpPr/>
          <p:nvPr/>
        </p:nvSpPr>
        <p:spPr>
          <a:xfrm>
            <a:off x="3749040" y="3374136"/>
            <a:ext cx="292608" cy="292608"/>
          </a:xfrm>
          <a:prstGeom prst="ellipse">
            <a:avLst/>
          </a:prstGeom>
          <a:solidFill>
            <a:srgbClr val="7DBE6A"/>
          </a:solidFill>
          <a:ln w="12700">
            <a:solidFill>
              <a:srgbClr val="3E7F2E"/>
            </a:solidFill>
            <a:prstDash val="solid"/>
          </a:ln>
        </p:spPr>
      </p:sp>
      <p:sp>
        <p:nvSpPr>
          <p:cNvPr id="132" name="Text 130"/>
          <p:cNvSpPr/>
          <p:nvPr/>
        </p:nvSpPr>
        <p:spPr>
          <a:xfrm>
            <a:off x="3749040" y="3374136"/>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33" name="Shape 131"/>
          <p:cNvSpPr/>
          <p:nvPr/>
        </p:nvSpPr>
        <p:spPr>
          <a:xfrm>
            <a:off x="4114800" y="3410712"/>
            <a:ext cx="219456" cy="219456"/>
          </a:xfrm>
          <a:prstGeom prst="ellipse">
            <a:avLst/>
          </a:prstGeom>
          <a:solidFill>
            <a:srgbClr val="8E7CC3"/>
          </a:solidFill>
          <a:ln w="12700">
            <a:solidFill>
              <a:srgbClr val="5B3A8C"/>
            </a:solidFill>
            <a:prstDash val="solid"/>
          </a:ln>
        </p:spPr>
      </p:sp>
      <p:sp>
        <p:nvSpPr>
          <p:cNvPr id="134" name="Text 132"/>
          <p:cNvSpPr/>
          <p:nvPr/>
        </p:nvSpPr>
        <p:spPr>
          <a:xfrm>
            <a:off x="4114800" y="341071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5" name="Shape 133"/>
          <p:cNvSpPr/>
          <p:nvPr/>
        </p:nvSpPr>
        <p:spPr>
          <a:xfrm>
            <a:off x="4407408" y="3374136"/>
            <a:ext cx="292608" cy="292608"/>
          </a:xfrm>
          <a:prstGeom prst="ellipse">
            <a:avLst/>
          </a:prstGeom>
          <a:solidFill>
            <a:srgbClr val="7DBE6A"/>
          </a:solidFill>
          <a:ln w="12700">
            <a:solidFill>
              <a:srgbClr val="3E7F2E"/>
            </a:solidFill>
            <a:prstDash val="solid"/>
          </a:ln>
        </p:spPr>
      </p:sp>
      <p:sp>
        <p:nvSpPr>
          <p:cNvPr id="136" name="Text 134"/>
          <p:cNvSpPr/>
          <p:nvPr/>
        </p:nvSpPr>
        <p:spPr>
          <a:xfrm>
            <a:off x="4407408" y="3374136"/>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37" name="Shape 135"/>
          <p:cNvSpPr/>
          <p:nvPr/>
        </p:nvSpPr>
        <p:spPr>
          <a:xfrm>
            <a:off x="4773168" y="3410712"/>
            <a:ext cx="219456" cy="219456"/>
          </a:xfrm>
          <a:prstGeom prst="ellipse">
            <a:avLst/>
          </a:prstGeom>
          <a:solidFill>
            <a:srgbClr val="8E7CC3"/>
          </a:solidFill>
          <a:ln w="12700">
            <a:solidFill>
              <a:srgbClr val="5B3A8C"/>
            </a:solidFill>
            <a:prstDash val="solid"/>
          </a:ln>
        </p:spPr>
      </p:sp>
      <p:sp>
        <p:nvSpPr>
          <p:cNvPr id="138" name="Text 136"/>
          <p:cNvSpPr/>
          <p:nvPr/>
        </p:nvSpPr>
        <p:spPr>
          <a:xfrm>
            <a:off x="4773168" y="3410712"/>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39" name="Shape 137"/>
          <p:cNvSpPr/>
          <p:nvPr/>
        </p:nvSpPr>
        <p:spPr>
          <a:xfrm>
            <a:off x="5065776" y="3374136"/>
            <a:ext cx="292608" cy="292608"/>
          </a:xfrm>
          <a:prstGeom prst="ellipse">
            <a:avLst/>
          </a:prstGeom>
          <a:solidFill>
            <a:srgbClr val="7DBE6A"/>
          </a:solidFill>
          <a:ln w="12700">
            <a:solidFill>
              <a:srgbClr val="3E7F2E"/>
            </a:solidFill>
            <a:prstDash val="solid"/>
          </a:ln>
        </p:spPr>
      </p:sp>
      <p:sp>
        <p:nvSpPr>
          <p:cNvPr id="140" name="Text 138"/>
          <p:cNvSpPr/>
          <p:nvPr/>
        </p:nvSpPr>
        <p:spPr>
          <a:xfrm>
            <a:off x="5065776" y="3374136"/>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41" name="Shape 139"/>
          <p:cNvSpPr/>
          <p:nvPr/>
        </p:nvSpPr>
        <p:spPr>
          <a:xfrm>
            <a:off x="3419856" y="3703320"/>
            <a:ext cx="292608" cy="292608"/>
          </a:xfrm>
          <a:prstGeom prst="ellipse">
            <a:avLst/>
          </a:prstGeom>
          <a:solidFill>
            <a:srgbClr val="7DBE6A"/>
          </a:solidFill>
          <a:ln w="12700">
            <a:solidFill>
              <a:srgbClr val="3E7F2E"/>
            </a:solidFill>
            <a:prstDash val="solid"/>
          </a:ln>
        </p:spPr>
      </p:sp>
      <p:sp>
        <p:nvSpPr>
          <p:cNvPr id="142" name="Text 140"/>
          <p:cNvSpPr/>
          <p:nvPr/>
        </p:nvSpPr>
        <p:spPr>
          <a:xfrm>
            <a:off x="3419856" y="3703320"/>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43" name="Shape 141"/>
          <p:cNvSpPr/>
          <p:nvPr/>
        </p:nvSpPr>
        <p:spPr>
          <a:xfrm>
            <a:off x="3785616" y="3739896"/>
            <a:ext cx="219456" cy="219456"/>
          </a:xfrm>
          <a:prstGeom prst="ellipse">
            <a:avLst/>
          </a:prstGeom>
          <a:solidFill>
            <a:srgbClr val="8E7CC3"/>
          </a:solidFill>
          <a:ln w="12700">
            <a:solidFill>
              <a:srgbClr val="5B3A8C"/>
            </a:solidFill>
            <a:prstDash val="solid"/>
          </a:ln>
        </p:spPr>
      </p:sp>
      <p:sp>
        <p:nvSpPr>
          <p:cNvPr id="144" name="Text 142"/>
          <p:cNvSpPr/>
          <p:nvPr/>
        </p:nvSpPr>
        <p:spPr>
          <a:xfrm>
            <a:off x="3785616" y="3739896"/>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5" name="Shape 143"/>
          <p:cNvSpPr/>
          <p:nvPr/>
        </p:nvSpPr>
        <p:spPr>
          <a:xfrm>
            <a:off x="4078224" y="3703320"/>
            <a:ext cx="292608" cy="292608"/>
          </a:xfrm>
          <a:prstGeom prst="ellipse">
            <a:avLst/>
          </a:prstGeom>
          <a:solidFill>
            <a:srgbClr val="7DBE6A"/>
          </a:solidFill>
          <a:ln w="12700">
            <a:solidFill>
              <a:srgbClr val="3E7F2E"/>
            </a:solidFill>
            <a:prstDash val="solid"/>
          </a:ln>
        </p:spPr>
      </p:sp>
      <p:sp>
        <p:nvSpPr>
          <p:cNvPr id="146" name="Text 144"/>
          <p:cNvSpPr/>
          <p:nvPr/>
        </p:nvSpPr>
        <p:spPr>
          <a:xfrm>
            <a:off x="4078224" y="3703320"/>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47" name="Shape 145"/>
          <p:cNvSpPr/>
          <p:nvPr/>
        </p:nvSpPr>
        <p:spPr>
          <a:xfrm>
            <a:off x="4443984" y="3739896"/>
            <a:ext cx="219456" cy="219456"/>
          </a:xfrm>
          <a:prstGeom prst="ellipse">
            <a:avLst/>
          </a:prstGeom>
          <a:solidFill>
            <a:srgbClr val="8E7CC3"/>
          </a:solidFill>
          <a:ln w="12700">
            <a:solidFill>
              <a:srgbClr val="5B3A8C"/>
            </a:solidFill>
            <a:prstDash val="solid"/>
          </a:ln>
        </p:spPr>
      </p:sp>
      <p:sp>
        <p:nvSpPr>
          <p:cNvPr id="148" name="Text 146"/>
          <p:cNvSpPr/>
          <p:nvPr/>
        </p:nvSpPr>
        <p:spPr>
          <a:xfrm>
            <a:off x="4443984" y="3739896"/>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49" name="Shape 147"/>
          <p:cNvSpPr/>
          <p:nvPr/>
        </p:nvSpPr>
        <p:spPr>
          <a:xfrm>
            <a:off x="4736592" y="3703320"/>
            <a:ext cx="292608" cy="292608"/>
          </a:xfrm>
          <a:prstGeom prst="ellipse">
            <a:avLst/>
          </a:prstGeom>
          <a:solidFill>
            <a:srgbClr val="7DBE6A"/>
          </a:solidFill>
          <a:ln w="12700">
            <a:solidFill>
              <a:srgbClr val="3E7F2E"/>
            </a:solidFill>
            <a:prstDash val="solid"/>
          </a:ln>
        </p:spPr>
      </p:sp>
      <p:sp>
        <p:nvSpPr>
          <p:cNvPr id="150" name="Text 148"/>
          <p:cNvSpPr/>
          <p:nvPr/>
        </p:nvSpPr>
        <p:spPr>
          <a:xfrm>
            <a:off x="4736592" y="3703320"/>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1" name="Shape 149"/>
          <p:cNvSpPr/>
          <p:nvPr/>
        </p:nvSpPr>
        <p:spPr>
          <a:xfrm>
            <a:off x="3456432" y="4069080"/>
            <a:ext cx="219456" cy="219456"/>
          </a:xfrm>
          <a:prstGeom prst="ellipse">
            <a:avLst/>
          </a:prstGeom>
          <a:solidFill>
            <a:srgbClr val="8E7CC3"/>
          </a:solidFill>
          <a:ln w="12700">
            <a:solidFill>
              <a:srgbClr val="5B3A8C"/>
            </a:solidFill>
            <a:prstDash val="solid"/>
          </a:ln>
        </p:spPr>
      </p:sp>
      <p:sp>
        <p:nvSpPr>
          <p:cNvPr id="152" name="Text 150"/>
          <p:cNvSpPr/>
          <p:nvPr/>
        </p:nvSpPr>
        <p:spPr>
          <a:xfrm>
            <a:off x="3456432" y="40690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3" name="Shape 151"/>
          <p:cNvSpPr/>
          <p:nvPr/>
        </p:nvSpPr>
        <p:spPr>
          <a:xfrm>
            <a:off x="3749040" y="4032504"/>
            <a:ext cx="292608" cy="292608"/>
          </a:xfrm>
          <a:prstGeom prst="ellipse">
            <a:avLst/>
          </a:prstGeom>
          <a:solidFill>
            <a:srgbClr val="7DBE6A"/>
          </a:solidFill>
          <a:ln w="12700">
            <a:solidFill>
              <a:srgbClr val="3E7F2E"/>
            </a:solidFill>
            <a:prstDash val="solid"/>
          </a:ln>
        </p:spPr>
      </p:sp>
      <p:sp>
        <p:nvSpPr>
          <p:cNvPr id="154" name="Text 152"/>
          <p:cNvSpPr/>
          <p:nvPr/>
        </p:nvSpPr>
        <p:spPr>
          <a:xfrm>
            <a:off x="3749040" y="4032504"/>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5" name="Shape 153"/>
          <p:cNvSpPr/>
          <p:nvPr/>
        </p:nvSpPr>
        <p:spPr>
          <a:xfrm>
            <a:off x="4114800" y="4069080"/>
            <a:ext cx="219456" cy="219456"/>
          </a:xfrm>
          <a:prstGeom prst="ellipse">
            <a:avLst/>
          </a:prstGeom>
          <a:solidFill>
            <a:srgbClr val="8E7CC3"/>
          </a:solidFill>
          <a:ln w="12700">
            <a:solidFill>
              <a:srgbClr val="5B3A8C"/>
            </a:solidFill>
            <a:prstDash val="solid"/>
          </a:ln>
        </p:spPr>
      </p:sp>
      <p:sp>
        <p:nvSpPr>
          <p:cNvPr id="156" name="Text 154"/>
          <p:cNvSpPr/>
          <p:nvPr/>
        </p:nvSpPr>
        <p:spPr>
          <a:xfrm>
            <a:off x="4114800" y="40690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7" name="Shape 155"/>
          <p:cNvSpPr/>
          <p:nvPr/>
        </p:nvSpPr>
        <p:spPr>
          <a:xfrm>
            <a:off x="4407408" y="4032504"/>
            <a:ext cx="292608" cy="292608"/>
          </a:xfrm>
          <a:prstGeom prst="ellipse">
            <a:avLst/>
          </a:prstGeom>
          <a:solidFill>
            <a:srgbClr val="7DBE6A"/>
          </a:solidFill>
          <a:ln w="12700">
            <a:solidFill>
              <a:srgbClr val="3E7F2E"/>
            </a:solidFill>
            <a:prstDash val="solid"/>
          </a:ln>
        </p:spPr>
      </p:sp>
      <p:sp>
        <p:nvSpPr>
          <p:cNvPr id="158" name="Text 156"/>
          <p:cNvSpPr/>
          <p:nvPr/>
        </p:nvSpPr>
        <p:spPr>
          <a:xfrm>
            <a:off x="4407408" y="4032504"/>
            <a:ext cx="292608" cy="292608"/>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a:t>
            </a:r>
            <a:endParaRPr lang="en-US" sz="1100" dirty="0"/>
          </a:p>
        </p:txBody>
      </p:sp>
      <p:sp>
        <p:nvSpPr>
          <p:cNvPr id="159" name="Shape 157"/>
          <p:cNvSpPr/>
          <p:nvPr/>
        </p:nvSpPr>
        <p:spPr>
          <a:xfrm>
            <a:off x="4773168" y="4069080"/>
            <a:ext cx="219456" cy="219456"/>
          </a:xfrm>
          <a:prstGeom prst="ellipse">
            <a:avLst/>
          </a:prstGeom>
          <a:solidFill>
            <a:srgbClr val="8E7CC3"/>
          </a:solidFill>
          <a:ln w="12700">
            <a:solidFill>
              <a:srgbClr val="5B3A8C"/>
            </a:solidFill>
            <a:prstDash val="solid"/>
          </a:ln>
        </p:spPr>
      </p:sp>
      <p:sp>
        <p:nvSpPr>
          <p:cNvPr id="160" name="Text 158"/>
          <p:cNvSpPr/>
          <p:nvPr/>
        </p:nvSpPr>
        <p:spPr>
          <a:xfrm>
            <a:off x="4773168" y="4069080"/>
            <a:ext cx="219456" cy="21945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61" name="Shape 159"/>
          <p:cNvSpPr/>
          <p:nvPr/>
        </p:nvSpPr>
        <p:spPr>
          <a:xfrm>
            <a:off x="3822192" y="3657600"/>
            <a:ext cx="146304" cy="91440"/>
          </a:xfrm>
          <a:prstGeom prst="line">
            <a:avLst/>
          </a:prstGeom>
          <a:noFill/>
          <a:ln w="25400">
            <a:solidFill>
              <a:srgbClr val="C8414C"/>
            </a:solidFill>
            <a:prstDash val="solid"/>
          </a:ln>
        </p:spPr>
      </p:sp>
      <p:sp>
        <p:nvSpPr>
          <p:cNvPr id="162" name="Shape 160"/>
          <p:cNvSpPr/>
          <p:nvPr/>
        </p:nvSpPr>
        <p:spPr>
          <a:xfrm flipV="1">
            <a:off x="3822192" y="3657600"/>
            <a:ext cx="146304" cy="91440"/>
          </a:xfrm>
          <a:prstGeom prst="line">
            <a:avLst/>
          </a:prstGeom>
          <a:noFill/>
          <a:ln w="25400">
            <a:solidFill>
              <a:srgbClr val="C8414C"/>
            </a:solidFill>
            <a:prstDash val="solid"/>
          </a:ln>
        </p:spPr>
      </p:sp>
      <p:sp>
        <p:nvSpPr>
          <p:cNvPr id="163" name="Shape 161"/>
          <p:cNvSpPr/>
          <p:nvPr/>
        </p:nvSpPr>
        <p:spPr>
          <a:xfrm>
            <a:off x="4480560" y="3657600"/>
            <a:ext cx="146304" cy="91440"/>
          </a:xfrm>
          <a:prstGeom prst="line">
            <a:avLst/>
          </a:prstGeom>
          <a:noFill/>
          <a:ln w="25400">
            <a:solidFill>
              <a:srgbClr val="C8414C"/>
            </a:solidFill>
            <a:prstDash val="solid"/>
          </a:ln>
        </p:spPr>
      </p:sp>
      <p:sp>
        <p:nvSpPr>
          <p:cNvPr id="164" name="Shape 162"/>
          <p:cNvSpPr/>
          <p:nvPr/>
        </p:nvSpPr>
        <p:spPr>
          <a:xfrm flipV="1">
            <a:off x="4480560" y="3657600"/>
            <a:ext cx="146304" cy="91440"/>
          </a:xfrm>
          <a:prstGeom prst="line">
            <a:avLst/>
          </a:prstGeom>
          <a:noFill/>
          <a:ln w="25400">
            <a:solidFill>
              <a:srgbClr val="C8414C"/>
            </a:solidFill>
            <a:prstDash val="solid"/>
          </a:ln>
        </p:spPr>
      </p:sp>
      <p:sp>
        <p:nvSpPr>
          <p:cNvPr id="165" name="Shape 163"/>
          <p:cNvSpPr/>
          <p:nvPr/>
        </p:nvSpPr>
        <p:spPr>
          <a:xfrm>
            <a:off x="5138928" y="3657600"/>
            <a:ext cx="146304" cy="91440"/>
          </a:xfrm>
          <a:prstGeom prst="line">
            <a:avLst/>
          </a:prstGeom>
          <a:noFill/>
          <a:ln w="25400">
            <a:solidFill>
              <a:srgbClr val="C8414C"/>
            </a:solidFill>
            <a:prstDash val="solid"/>
          </a:ln>
        </p:spPr>
      </p:sp>
      <p:sp>
        <p:nvSpPr>
          <p:cNvPr id="166" name="Shape 164"/>
          <p:cNvSpPr/>
          <p:nvPr/>
        </p:nvSpPr>
        <p:spPr>
          <a:xfrm flipV="1">
            <a:off x="5138928" y="3657600"/>
            <a:ext cx="146304" cy="91440"/>
          </a:xfrm>
          <a:prstGeom prst="line">
            <a:avLst/>
          </a:prstGeom>
          <a:noFill/>
          <a:ln w="25400">
            <a:solidFill>
              <a:srgbClr val="C8414C"/>
            </a:solidFill>
            <a:prstDash val="solid"/>
          </a:ln>
        </p:spPr>
      </p:sp>
      <p:sp>
        <p:nvSpPr>
          <p:cNvPr id="167" name="Text 165"/>
          <p:cNvSpPr/>
          <p:nvPr/>
        </p:nvSpPr>
        <p:spPr>
          <a:xfrm>
            <a:off x="3429000" y="4343400"/>
            <a:ext cx="2377440" cy="219456"/>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repulsion between like charges</a:t>
            </a:r>
            <a:endParaRPr lang="en-US" sz="1000" dirty="0"/>
          </a:p>
        </p:txBody>
      </p:sp>
      <p:sp>
        <p:nvSpPr>
          <p:cNvPr id="168" name="Text 166"/>
          <p:cNvSpPr/>
          <p:nvPr/>
        </p:nvSpPr>
        <p:spPr>
          <a:xfrm>
            <a:off x="594360" y="4709160"/>
            <a:ext cx="521208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blue dots: </a:t>
            </a:r>
            <a:r>
              <a:rPr lang="en-US" sz="1000" b="1" i="1" dirty="0">
                <a:solidFill>
                  <a:srgbClr val="6B7385"/>
                </a:solidFill>
                <a:latin typeface="Calibri" pitchFamily="34" charset="0"/>
                <a:ea typeface="Calibri" pitchFamily="34" charset="-122"/>
                <a:cs typeface="Calibri" pitchFamily="34" charset="-120"/>
              </a:rPr>
              <a:t>delocalised electrons</a:t>
            </a:r>
            <a:r>
              <a:rPr lang="en-US" sz="1000" i="1" dirty="0">
                <a:solidFill>
                  <a:srgbClr val="6B7385"/>
                </a:solidFill>
                <a:latin typeface="Calibri" pitchFamily="34" charset="0"/>
                <a:ea typeface="Calibri" pitchFamily="34" charset="-122"/>
                <a:cs typeface="Calibri" pitchFamily="34" charset="-120"/>
              </a:rPr>
              <a:t>; + metal ions; Na⁺ purple, Cl⁻ green</a:t>
            </a:r>
            <a:endParaRPr lang="en-US" sz="1000" dirty="0"/>
          </a:p>
        </p:txBody>
      </p:sp>
      <p:sp>
        <p:nvSpPr>
          <p:cNvPr id="169" name="Shape 167"/>
          <p:cNvSpPr/>
          <p:nvPr/>
        </p:nvSpPr>
        <p:spPr>
          <a:xfrm>
            <a:off x="6217920" y="1188720"/>
            <a:ext cx="5562295" cy="3017520"/>
          </a:xfrm>
          <a:prstGeom prst="roundRect">
            <a:avLst>
              <a:gd name="adj" fmla="val 1818"/>
            </a:avLst>
          </a:prstGeom>
          <a:solidFill>
            <a:srgbClr val="F8F5FC"/>
          </a:solidFill>
          <a:ln w="9525">
            <a:solidFill>
              <a:srgbClr val="DDD3EC"/>
            </a:solidFill>
            <a:prstDash val="solid"/>
          </a:ln>
        </p:spPr>
      </p:sp>
      <p:sp>
        <p:nvSpPr>
          <p:cNvPr id="170" name="Text 16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Explaining the properties</a:t>
            </a:r>
            <a:endParaRPr lang="en-US" sz="1300" dirty="0"/>
          </a:p>
        </p:txBody>
      </p:sp>
      <p:sp>
        <p:nvSpPr>
          <p:cNvPr id="171" name="Text 169"/>
          <p:cNvSpPr/>
          <p:nvPr/>
        </p:nvSpPr>
        <p:spPr>
          <a:xfrm>
            <a:off x="6382512" y="1609344"/>
            <a:ext cx="5233111" cy="252374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Metals</a:t>
            </a:r>
            <a:r>
              <a:rPr lang="en-US" sz="1100" dirty="0">
                <a:solidFill>
                  <a:srgbClr val="262B3A"/>
                </a:solidFill>
                <a:latin typeface="Calibri" pitchFamily="34" charset="0"/>
                <a:ea typeface="Calibri" pitchFamily="34" charset="-122"/>
                <a:cs typeface="Calibri" pitchFamily="34" charset="-120"/>
              </a:rPr>
              <a:t>: strong attraction between + ions and the sea of delocalised electrons → high melting points.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Malleable</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ductile</a:t>
            </a:r>
            <a:r>
              <a:rPr lang="en-US" sz="1100" dirty="0">
                <a:solidFill>
                  <a:srgbClr val="262B3A"/>
                </a:solidFill>
                <a:latin typeface="Calibri" pitchFamily="34" charset="0"/>
                <a:ea typeface="Calibri" pitchFamily="34" charset="-122"/>
                <a:cs typeface="Calibri" pitchFamily="34" charset="-120"/>
              </a:rPr>
              <a:t>: layers of ions slide but the electrons still hold them, so the metal bends instead of breaking.</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Conduct</a:t>
            </a:r>
            <a:r>
              <a:rPr lang="en-US" sz="1100" dirty="0">
                <a:solidFill>
                  <a:srgbClr val="262B3A"/>
                </a:solidFill>
                <a:latin typeface="Calibri" pitchFamily="34" charset="0"/>
                <a:ea typeface="Calibri" pitchFamily="34" charset="-122"/>
                <a:cs typeface="Calibri" pitchFamily="34" charset="-120"/>
              </a:rPr>
              <a:t> electricity and heat: delocalised electrons move through the lattice.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Ionic</a:t>
            </a:r>
            <a:r>
              <a:rPr lang="en-US" sz="1100" dirty="0">
                <a:solidFill>
                  <a:srgbClr val="262B3A"/>
                </a:solidFill>
                <a:latin typeface="Calibri" pitchFamily="34" charset="0"/>
                <a:ea typeface="Calibri" pitchFamily="34" charset="-122"/>
                <a:cs typeface="Calibri" pitchFamily="34" charset="-120"/>
              </a:rPr>
              <a:t> solids: hard, high melting point, but </a:t>
            </a:r>
            <a:r>
              <a:rPr lang="en-US" sz="1100" b="1" dirty="0">
                <a:solidFill>
                  <a:srgbClr val="262B3A"/>
                </a:solidFill>
                <a:latin typeface="Calibri" pitchFamily="34" charset="0"/>
                <a:ea typeface="Calibri" pitchFamily="34" charset="-122"/>
                <a:cs typeface="Calibri" pitchFamily="34" charset="-120"/>
              </a:rPr>
              <a:t>brittle</a:t>
            </a:r>
            <a:r>
              <a:rPr lang="en-US" sz="1100" dirty="0">
                <a:solidFill>
                  <a:srgbClr val="262B3A"/>
                </a:solidFill>
                <a:latin typeface="Calibri" pitchFamily="34" charset="0"/>
                <a:ea typeface="Calibri" pitchFamily="34" charset="-122"/>
                <a:cs typeface="Calibri" pitchFamily="34" charset="-120"/>
              </a:rPr>
              <a:t>. They conduct only when </a:t>
            </a:r>
            <a:r>
              <a:rPr lang="en-US" sz="1100" b="1" dirty="0">
                <a:solidFill>
                  <a:srgbClr val="262B3A"/>
                </a:solidFill>
                <a:latin typeface="Calibri" pitchFamily="34" charset="0"/>
                <a:ea typeface="Calibri" pitchFamily="34" charset="-122"/>
                <a:cs typeface="Calibri" pitchFamily="34" charset="-120"/>
              </a:rPr>
              <a:t>molten</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dissolved</a:t>
            </a:r>
            <a:r>
              <a:rPr lang="en-US" sz="1100" dirty="0">
                <a:solidFill>
                  <a:srgbClr val="262B3A"/>
                </a:solidFill>
                <a:latin typeface="Calibri" pitchFamily="34" charset="0"/>
                <a:ea typeface="Calibri" pitchFamily="34" charset="-122"/>
                <a:cs typeface="Calibri" pitchFamily="34" charset="-120"/>
              </a:rPr>
              <a:t>, when ions can move.</a:t>
            </a:r>
            <a:endParaRPr lang="en-US" sz="1100" dirty="0"/>
          </a:p>
        </p:txBody>
      </p:sp>
      <p:sp>
        <p:nvSpPr>
          <p:cNvPr id="172" name="Shape 170"/>
          <p:cNvSpPr/>
          <p:nvPr/>
        </p:nvSpPr>
        <p:spPr>
          <a:xfrm>
            <a:off x="6217920" y="4343400"/>
            <a:ext cx="5562295" cy="1371600"/>
          </a:xfrm>
          <a:prstGeom prst="roundRect">
            <a:avLst>
              <a:gd name="adj" fmla="val 4000"/>
            </a:avLst>
          </a:prstGeom>
          <a:solidFill>
            <a:srgbClr val="FFF4E0"/>
          </a:solidFill>
          <a:ln w="9525">
            <a:solidFill>
              <a:srgbClr val="F1D9A8"/>
            </a:solidFill>
            <a:prstDash val="solid"/>
          </a:ln>
        </p:spPr>
      </p:sp>
      <p:sp>
        <p:nvSpPr>
          <p:cNvPr id="173" name="Text 171"/>
          <p:cNvSpPr/>
          <p:nvPr/>
        </p:nvSpPr>
        <p:spPr>
          <a:xfrm>
            <a:off x="6382512" y="441655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counting free electrons</a:t>
            </a:r>
            <a:endParaRPr lang="en-US" sz="1300" dirty="0"/>
          </a:p>
        </p:txBody>
      </p:sp>
      <p:sp>
        <p:nvSpPr>
          <p:cNvPr id="174" name="Text 172"/>
          <p:cNvSpPr/>
          <p:nvPr/>
        </p:nvSpPr>
        <p:spPr>
          <a:xfrm>
            <a:off x="6382512" y="4727448"/>
            <a:ext cx="5233111" cy="91440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Each magnesium atom gives 2 electrons to the sea: Mg → Mg²⁺ + 2e⁻</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Per atom   </a:t>
            </a:r>
            <a:r>
              <a:rPr lang="en-US" sz="1050" dirty="0">
                <a:solidFill>
                  <a:srgbClr val="262B3A"/>
                </a:solidFill>
                <a:latin typeface="Calibri" pitchFamily="34" charset="0"/>
                <a:ea typeface="Calibri" pitchFamily="34" charset="-122"/>
                <a:cs typeface="Calibri" pitchFamily="34" charset="-120"/>
              </a:rPr>
              <a:t>2 delocalised electrons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10 atoms   </a:t>
            </a:r>
            <a:r>
              <a:rPr lang="en-US" sz="1050" dirty="0">
                <a:solidFill>
                  <a:srgbClr val="262B3A"/>
                </a:solidFill>
                <a:latin typeface="Calibri" pitchFamily="34" charset="0"/>
                <a:ea typeface="Calibri" pitchFamily="34" charset="-122"/>
                <a:cs typeface="Calibri" pitchFamily="34" charset="-120"/>
              </a:rPr>
              <a:t>10 × 2 = 20 electrons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20</a:t>
            </a:r>
            <a:r>
              <a:rPr lang="en-US" sz="1050" b="1" dirty="0">
                <a:solidFill>
                  <a:srgbClr val="C8414C"/>
                </a:solidFill>
                <a:latin typeface="Calibri" pitchFamily="34" charset="0"/>
                <a:ea typeface="Calibri" pitchFamily="34" charset="-122"/>
                <a:cs typeface="Calibri" pitchFamily="34" charset="-120"/>
              </a:rPr>
              <a:t> delocalised electrons; the charges balance (+20 and −20)</a:t>
            </a:r>
            <a:endParaRPr lang="en-US" sz="1050" dirty="0"/>
          </a:p>
        </p:txBody>
      </p:sp>
      <p:sp>
        <p:nvSpPr>
          <p:cNvPr id="175" name="Shape 173"/>
          <p:cNvSpPr/>
          <p:nvPr/>
        </p:nvSpPr>
        <p:spPr>
          <a:xfrm>
            <a:off x="411480" y="5833872"/>
            <a:ext cx="11368735" cy="530352"/>
          </a:xfrm>
          <a:prstGeom prst="rect">
            <a:avLst/>
          </a:prstGeom>
          <a:solidFill>
            <a:srgbClr val="FFF4E0"/>
          </a:solidFill>
          <a:ln w="6350">
            <a:solidFill>
              <a:srgbClr val="F1D9A8"/>
            </a:solidFill>
            <a:prstDash val="solid"/>
          </a:ln>
        </p:spPr>
      </p:sp>
      <p:sp>
        <p:nvSpPr>
          <p:cNvPr id="176" name="Shape 174"/>
          <p:cNvSpPr/>
          <p:nvPr/>
        </p:nvSpPr>
        <p:spPr>
          <a:xfrm>
            <a:off x="411480" y="5833872"/>
            <a:ext cx="82296" cy="530352"/>
          </a:xfrm>
          <a:prstGeom prst="rect">
            <a:avLst/>
          </a:prstGeom>
          <a:solidFill>
            <a:srgbClr val="E39A2F"/>
          </a:solidFill>
          <a:ln w="12700">
            <a:solidFill>
              <a:srgbClr val="E39A2F"/>
            </a:solidFill>
            <a:prstDash val="solid"/>
          </a:ln>
        </p:spPr>
      </p:sp>
      <p:sp>
        <p:nvSpPr>
          <p:cNvPr id="177" name="Text 17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Why can copper be drawn into </a:t>
            </a:r>
            <a:r>
              <a:rPr lang="en-US" sz="1150" b="1" dirty="0">
                <a:solidFill>
                  <a:srgbClr val="262B3A"/>
                </a:solidFill>
                <a:latin typeface="Calibri" pitchFamily="34" charset="0"/>
                <a:ea typeface="Calibri" pitchFamily="34" charset="-122"/>
                <a:cs typeface="Calibri" pitchFamily="34" charset="-120"/>
              </a:rPr>
              <a:t>wires</a:t>
            </a:r>
            <a:r>
              <a:rPr lang="en-US" sz="1150" dirty="0">
                <a:solidFill>
                  <a:srgbClr val="262B3A"/>
                </a:solidFill>
                <a:latin typeface="Calibri" pitchFamily="34" charset="0"/>
                <a:ea typeface="Calibri" pitchFamily="34" charset="-122"/>
                <a:cs typeface="Calibri" pitchFamily="34" charset="-120"/>
              </a:rPr>
              <a:t> but a salt crystal </a:t>
            </a:r>
            <a:r>
              <a:rPr lang="en-US" sz="1150" b="1" dirty="0">
                <a:solidFill>
                  <a:srgbClr val="262B3A"/>
                </a:solidFill>
                <a:latin typeface="Calibri" pitchFamily="34" charset="0"/>
                <a:ea typeface="Calibri" pitchFamily="34" charset="-122"/>
                <a:cs typeface="Calibri" pitchFamily="34" charset="-120"/>
              </a:rPr>
              <a:t>shatters</a:t>
            </a:r>
            <a:r>
              <a:rPr lang="en-US" sz="1150" dirty="0">
                <a:solidFill>
                  <a:srgbClr val="262B3A"/>
                </a:solidFill>
                <a:latin typeface="Calibri" pitchFamily="34" charset="0"/>
                <a:ea typeface="Calibri" pitchFamily="34" charset="-122"/>
                <a:cs typeface="Calibri" pitchFamily="34" charset="-120"/>
              </a:rPr>
              <a:t> when hit? How many delocalised electrons come from </a:t>
            </a:r>
            <a:r>
              <a:rPr lang="en-US" sz="1150" b="1" dirty="0">
                <a:solidFill>
                  <a:srgbClr val="262B3A"/>
                </a:solidFill>
                <a:latin typeface="Calibri" pitchFamily="34" charset="0"/>
                <a:ea typeface="Calibri" pitchFamily="34" charset="-122"/>
                <a:cs typeface="Calibri" pitchFamily="34" charset="-120"/>
              </a:rPr>
              <a:t>50</a:t>
            </a:r>
            <a:r>
              <a:rPr lang="en-US" sz="1150" dirty="0">
                <a:solidFill>
                  <a:srgbClr val="262B3A"/>
                </a:solidFill>
                <a:latin typeface="Calibri" pitchFamily="34" charset="0"/>
                <a:ea typeface="Calibri" pitchFamily="34" charset="-122"/>
                <a:cs typeface="Calibri" pitchFamily="34" charset="-120"/>
              </a:rPr>
              <a:t> Al atoms (Al³⁺)?</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 C4.2.3, C4.2.4 • giant structures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15</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diamond is very </a:t>
            </a:r>
            <a:r>
              <a:rPr lang="en-US" sz="1250" b="1" dirty="0">
                <a:solidFill>
                  <a:srgbClr val="262B3A"/>
                </a:solidFill>
                <a:latin typeface="Calibri" pitchFamily="34" charset="0"/>
                <a:ea typeface="Calibri" pitchFamily="34" charset="-122"/>
                <a:cs typeface="Calibri" pitchFamily="34" charset="-120"/>
              </a:rPr>
              <a:t>hard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graphite </a:t>
            </a:r>
            <a:r>
              <a:rPr lang="en-US" sz="1250" b="1" dirty="0">
                <a:solidFill>
                  <a:srgbClr val="262B3A"/>
                </a:solidFill>
                <a:latin typeface="Calibri" pitchFamily="34" charset="0"/>
                <a:ea typeface="Calibri" pitchFamily="34" charset="-122"/>
                <a:cs typeface="Calibri" pitchFamily="34" charset="-120"/>
              </a:rPr>
              <a:t>conducts</a:t>
            </a:r>
            <a:r>
              <a:rPr lang="en-US" sz="1250" dirty="0">
                <a:solidFill>
                  <a:srgbClr val="262B3A"/>
                </a:solidFill>
                <a:latin typeface="Calibri" pitchFamily="34" charset="0"/>
                <a:ea typeface="Calibri" pitchFamily="34" charset="-122"/>
                <a:cs typeface="Calibri" pitchFamily="34" charset="-120"/>
              </a:rPr>
              <a:t> electricity but diamond does not.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metals are </a:t>
            </a:r>
            <a:r>
              <a:rPr lang="en-US" sz="1250" b="1" dirty="0">
                <a:solidFill>
                  <a:srgbClr val="262B3A"/>
                </a:solidFill>
                <a:latin typeface="Calibri" pitchFamily="34" charset="0"/>
                <a:ea typeface="Calibri" pitchFamily="34" charset="-122"/>
                <a:cs typeface="Calibri" pitchFamily="34" charset="-120"/>
              </a:rPr>
              <a:t>malleable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silicon dioxide each Si is bonded to </a:t>
            </a:r>
            <a:r>
              <a:rPr lang="en-US" sz="1250" b="1" dirty="0">
                <a:solidFill>
                  <a:srgbClr val="262B3A"/>
                </a:solidFill>
                <a:latin typeface="Calibri" pitchFamily="34" charset="0"/>
                <a:ea typeface="Calibri" pitchFamily="34" charset="-122"/>
                <a:cs typeface="Calibri" pitchFamily="34" charset="-120"/>
              </a:rPr>
              <a:t>4</a:t>
            </a:r>
            <a:r>
              <a:rPr lang="en-US" sz="1250" dirty="0">
                <a:solidFill>
                  <a:srgbClr val="262B3A"/>
                </a:solidFill>
                <a:latin typeface="Calibri" pitchFamily="34" charset="0"/>
                <a:ea typeface="Calibri" pitchFamily="34" charset="-122"/>
                <a:cs typeface="Calibri" pitchFamily="34" charset="-120"/>
              </a:rPr>
              <a:t> O and each O to </a:t>
            </a:r>
            <a:r>
              <a:rPr lang="en-US" sz="1250" b="1" dirty="0">
                <a:solidFill>
                  <a:srgbClr val="262B3A"/>
                </a:solidFill>
                <a:latin typeface="Calibri" pitchFamily="34" charset="0"/>
                <a:ea typeface="Calibri" pitchFamily="34" charset="-122"/>
                <a:cs typeface="Calibri" pitchFamily="34" charset="-120"/>
              </a:rPr>
              <a:t>2</a:t>
            </a:r>
            <a:r>
              <a:rPr lang="en-US" sz="1250" dirty="0">
                <a:solidFill>
                  <a:srgbClr val="262B3A"/>
                </a:solidFill>
                <a:latin typeface="Calibri" pitchFamily="34" charset="0"/>
                <a:ea typeface="Calibri" pitchFamily="34" charset="-122"/>
                <a:cs typeface="Calibri" pitchFamily="34" charset="-120"/>
              </a:rPr>
              <a:t> Si. Show that the formula is </a:t>
            </a:r>
            <a:r>
              <a:rPr lang="en-US" sz="1250" b="1" dirty="0">
                <a:solidFill>
                  <a:srgbClr val="262B3A"/>
                </a:solidFill>
                <a:latin typeface="Calibri" pitchFamily="34" charset="0"/>
                <a:ea typeface="Calibri" pitchFamily="34" charset="-122"/>
                <a:cs typeface="Calibri" pitchFamily="34" charset="-120"/>
              </a:rPr>
              <a:t>SiO₂</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Cross-linking slime: method</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C4.2.2 • how does the amount of cross-linker change how a polymer flows?</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apparatus: measuring cylinders, beaker, glass rod, tile on a block, ruler, stopwatch</a:t>
            </a:r>
            <a:endParaRPr lang="en-US" sz="1000" dirty="0"/>
          </a:p>
        </p:txBody>
      </p:sp>
      <p:sp>
        <p:nvSpPr>
          <p:cNvPr id="12" name="Shape 10"/>
          <p:cNvSpPr/>
          <p:nvPr/>
        </p:nvSpPr>
        <p:spPr>
          <a:xfrm>
            <a:off x="777240" y="1851660"/>
            <a:ext cx="384048" cy="1165860"/>
          </a:xfrm>
          <a:prstGeom prst="rect">
            <a:avLst/>
          </a:prstGeom>
          <a:solidFill>
            <a:srgbClr val="F4F0FA"/>
          </a:solidFill>
          <a:ln/>
        </p:spPr>
      </p:sp>
      <p:sp>
        <p:nvSpPr>
          <p:cNvPr id="13" name="Shape 11"/>
          <p:cNvSpPr/>
          <p:nvPr/>
        </p:nvSpPr>
        <p:spPr>
          <a:xfrm>
            <a:off x="777240" y="1463040"/>
            <a:ext cx="91" cy="1554480"/>
          </a:xfrm>
          <a:prstGeom prst="line">
            <a:avLst/>
          </a:prstGeom>
          <a:noFill/>
          <a:ln w="15875">
            <a:solidFill>
              <a:srgbClr val="6B7385"/>
            </a:solidFill>
            <a:prstDash val="solid"/>
          </a:ln>
        </p:spPr>
      </p:sp>
      <p:sp>
        <p:nvSpPr>
          <p:cNvPr id="14" name="Shape 12"/>
          <p:cNvSpPr/>
          <p:nvPr/>
        </p:nvSpPr>
        <p:spPr>
          <a:xfrm>
            <a:off x="1161288" y="1463040"/>
            <a:ext cx="91" cy="1554480"/>
          </a:xfrm>
          <a:prstGeom prst="line">
            <a:avLst/>
          </a:prstGeom>
          <a:noFill/>
          <a:ln w="15875">
            <a:solidFill>
              <a:srgbClr val="6B7385"/>
            </a:solidFill>
            <a:prstDash val="solid"/>
          </a:ln>
        </p:spPr>
      </p:sp>
      <p:sp>
        <p:nvSpPr>
          <p:cNvPr id="15" name="Shape 13"/>
          <p:cNvSpPr/>
          <p:nvPr/>
        </p:nvSpPr>
        <p:spPr>
          <a:xfrm>
            <a:off x="667512" y="3017520"/>
            <a:ext cx="603504" cy="64008"/>
          </a:xfrm>
          <a:prstGeom prst="rect">
            <a:avLst/>
          </a:prstGeom>
          <a:solidFill>
            <a:srgbClr val="6B7385"/>
          </a:solidFill>
          <a:ln/>
        </p:spPr>
      </p:sp>
      <p:sp>
        <p:nvSpPr>
          <p:cNvPr id="16" name="Shape 14"/>
          <p:cNvSpPr/>
          <p:nvPr/>
        </p:nvSpPr>
        <p:spPr>
          <a:xfrm>
            <a:off x="777240" y="1657350"/>
            <a:ext cx="115214" cy="91"/>
          </a:xfrm>
          <a:prstGeom prst="line">
            <a:avLst/>
          </a:prstGeom>
          <a:noFill/>
          <a:ln w="9525">
            <a:solidFill>
              <a:srgbClr val="6B7385"/>
            </a:solidFill>
            <a:prstDash val="solid"/>
          </a:ln>
        </p:spPr>
      </p:sp>
      <p:sp>
        <p:nvSpPr>
          <p:cNvPr id="17" name="Shape 15"/>
          <p:cNvSpPr/>
          <p:nvPr/>
        </p:nvSpPr>
        <p:spPr>
          <a:xfrm>
            <a:off x="777240" y="1851660"/>
            <a:ext cx="192024" cy="91"/>
          </a:xfrm>
          <a:prstGeom prst="line">
            <a:avLst/>
          </a:prstGeom>
          <a:noFill/>
          <a:ln w="9525">
            <a:solidFill>
              <a:srgbClr val="6B7385"/>
            </a:solidFill>
            <a:prstDash val="solid"/>
          </a:ln>
        </p:spPr>
      </p:sp>
      <p:sp>
        <p:nvSpPr>
          <p:cNvPr id="18" name="Shape 16"/>
          <p:cNvSpPr/>
          <p:nvPr/>
        </p:nvSpPr>
        <p:spPr>
          <a:xfrm>
            <a:off x="777240" y="2045970"/>
            <a:ext cx="115214" cy="91"/>
          </a:xfrm>
          <a:prstGeom prst="line">
            <a:avLst/>
          </a:prstGeom>
          <a:noFill/>
          <a:ln w="9525">
            <a:solidFill>
              <a:srgbClr val="6B7385"/>
            </a:solidFill>
            <a:prstDash val="solid"/>
          </a:ln>
        </p:spPr>
      </p:sp>
      <p:sp>
        <p:nvSpPr>
          <p:cNvPr id="19" name="Shape 17"/>
          <p:cNvSpPr/>
          <p:nvPr/>
        </p:nvSpPr>
        <p:spPr>
          <a:xfrm>
            <a:off x="777240" y="2240280"/>
            <a:ext cx="192024" cy="91"/>
          </a:xfrm>
          <a:prstGeom prst="line">
            <a:avLst/>
          </a:prstGeom>
          <a:noFill/>
          <a:ln w="9525">
            <a:solidFill>
              <a:srgbClr val="6B7385"/>
            </a:solidFill>
            <a:prstDash val="solid"/>
          </a:ln>
        </p:spPr>
      </p:sp>
      <p:sp>
        <p:nvSpPr>
          <p:cNvPr id="20" name="Shape 18"/>
          <p:cNvSpPr/>
          <p:nvPr/>
        </p:nvSpPr>
        <p:spPr>
          <a:xfrm>
            <a:off x="777240" y="2434590"/>
            <a:ext cx="115214" cy="91"/>
          </a:xfrm>
          <a:prstGeom prst="line">
            <a:avLst/>
          </a:prstGeom>
          <a:noFill/>
          <a:ln w="9525">
            <a:solidFill>
              <a:srgbClr val="6B7385"/>
            </a:solidFill>
            <a:prstDash val="solid"/>
          </a:ln>
        </p:spPr>
      </p:sp>
      <p:sp>
        <p:nvSpPr>
          <p:cNvPr id="21" name="Shape 19"/>
          <p:cNvSpPr/>
          <p:nvPr/>
        </p:nvSpPr>
        <p:spPr>
          <a:xfrm>
            <a:off x="777240" y="2628900"/>
            <a:ext cx="192024" cy="91"/>
          </a:xfrm>
          <a:prstGeom prst="line">
            <a:avLst/>
          </a:prstGeom>
          <a:noFill/>
          <a:ln w="9525">
            <a:solidFill>
              <a:srgbClr val="6B7385"/>
            </a:solidFill>
            <a:prstDash val="solid"/>
          </a:ln>
        </p:spPr>
      </p:sp>
      <p:sp>
        <p:nvSpPr>
          <p:cNvPr id="22" name="Shape 20"/>
          <p:cNvSpPr/>
          <p:nvPr/>
        </p:nvSpPr>
        <p:spPr>
          <a:xfrm>
            <a:off x="777240" y="2823210"/>
            <a:ext cx="115214" cy="91"/>
          </a:xfrm>
          <a:prstGeom prst="line">
            <a:avLst/>
          </a:prstGeom>
          <a:noFill/>
          <a:ln w="9525">
            <a:solidFill>
              <a:srgbClr val="6B7385"/>
            </a:solidFill>
            <a:prstDash val="solid"/>
          </a:ln>
        </p:spPr>
      </p:sp>
      <p:sp>
        <p:nvSpPr>
          <p:cNvPr id="23" name="Text 21"/>
          <p:cNvSpPr/>
          <p:nvPr/>
        </p:nvSpPr>
        <p:spPr>
          <a:xfrm>
            <a:off x="502920" y="3154680"/>
            <a:ext cx="96012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25 cm³ of 4% </a:t>
            </a:r>
            <a:r>
              <a:rPr lang="en-US" sz="1000" b="1" dirty="0">
                <a:solidFill>
                  <a:srgbClr val="262B3A"/>
                </a:solidFill>
                <a:latin typeface="Calibri" pitchFamily="34" charset="0"/>
                <a:ea typeface="Calibri" pitchFamily="34" charset="-122"/>
                <a:cs typeface="Calibri" pitchFamily="34" charset="-120"/>
              </a:rPr>
              <a:t>PVA</a:t>
            </a:r>
            <a:endParaRPr lang="en-US" sz="1000" dirty="0"/>
          </a:p>
        </p:txBody>
      </p:sp>
      <p:sp>
        <p:nvSpPr>
          <p:cNvPr id="24" name="Shape 22"/>
          <p:cNvSpPr/>
          <p:nvPr/>
        </p:nvSpPr>
        <p:spPr>
          <a:xfrm>
            <a:off x="1737360" y="2514600"/>
            <a:ext cx="256032" cy="502920"/>
          </a:xfrm>
          <a:prstGeom prst="rect">
            <a:avLst/>
          </a:prstGeom>
          <a:solidFill>
            <a:srgbClr val="DDEFF7"/>
          </a:solidFill>
          <a:ln/>
        </p:spPr>
      </p:sp>
      <p:sp>
        <p:nvSpPr>
          <p:cNvPr id="25" name="Shape 23"/>
          <p:cNvSpPr/>
          <p:nvPr/>
        </p:nvSpPr>
        <p:spPr>
          <a:xfrm>
            <a:off x="1737360" y="2011680"/>
            <a:ext cx="91" cy="1005840"/>
          </a:xfrm>
          <a:prstGeom prst="line">
            <a:avLst/>
          </a:prstGeom>
          <a:noFill/>
          <a:ln w="15875">
            <a:solidFill>
              <a:srgbClr val="6B7385"/>
            </a:solidFill>
            <a:prstDash val="solid"/>
          </a:ln>
        </p:spPr>
      </p:sp>
      <p:sp>
        <p:nvSpPr>
          <p:cNvPr id="26" name="Shape 24"/>
          <p:cNvSpPr/>
          <p:nvPr/>
        </p:nvSpPr>
        <p:spPr>
          <a:xfrm>
            <a:off x="1993392" y="2011680"/>
            <a:ext cx="91" cy="1005840"/>
          </a:xfrm>
          <a:prstGeom prst="line">
            <a:avLst/>
          </a:prstGeom>
          <a:noFill/>
          <a:ln w="15875">
            <a:solidFill>
              <a:srgbClr val="6B7385"/>
            </a:solidFill>
            <a:prstDash val="solid"/>
          </a:ln>
        </p:spPr>
      </p:sp>
      <p:sp>
        <p:nvSpPr>
          <p:cNvPr id="27" name="Shape 25"/>
          <p:cNvSpPr/>
          <p:nvPr/>
        </p:nvSpPr>
        <p:spPr>
          <a:xfrm>
            <a:off x="1627632" y="3017520"/>
            <a:ext cx="475488" cy="64008"/>
          </a:xfrm>
          <a:prstGeom prst="rect">
            <a:avLst/>
          </a:prstGeom>
          <a:solidFill>
            <a:srgbClr val="6B7385"/>
          </a:solidFill>
          <a:ln/>
        </p:spPr>
      </p:sp>
      <p:sp>
        <p:nvSpPr>
          <p:cNvPr id="28" name="Shape 26"/>
          <p:cNvSpPr/>
          <p:nvPr/>
        </p:nvSpPr>
        <p:spPr>
          <a:xfrm>
            <a:off x="1737360" y="2137410"/>
            <a:ext cx="76810" cy="91"/>
          </a:xfrm>
          <a:prstGeom prst="line">
            <a:avLst/>
          </a:prstGeom>
          <a:noFill/>
          <a:ln w="9525">
            <a:solidFill>
              <a:srgbClr val="6B7385"/>
            </a:solidFill>
            <a:prstDash val="solid"/>
          </a:ln>
        </p:spPr>
      </p:sp>
      <p:sp>
        <p:nvSpPr>
          <p:cNvPr id="29" name="Shape 27"/>
          <p:cNvSpPr/>
          <p:nvPr/>
        </p:nvSpPr>
        <p:spPr>
          <a:xfrm>
            <a:off x="1737360" y="2263140"/>
            <a:ext cx="128016" cy="91"/>
          </a:xfrm>
          <a:prstGeom prst="line">
            <a:avLst/>
          </a:prstGeom>
          <a:noFill/>
          <a:ln w="9525">
            <a:solidFill>
              <a:srgbClr val="6B7385"/>
            </a:solidFill>
            <a:prstDash val="solid"/>
          </a:ln>
        </p:spPr>
      </p:sp>
      <p:sp>
        <p:nvSpPr>
          <p:cNvPr id="30" name="Shape 28"/>
          <p:cNvSpPr/>
          <p:nvPr/>
        </p:nvSpPr>
        <p:spPr>
          <a:xfrm>
            <a:off x="1737360" y="2388870"/>
            <a:ext cx="76810" cy="91"/>
          </a:xfrm>
          <a:prstGeom prst="line">
            <a:avLst/>
          </a:prstGeom>
          <a:noFill/>
          <a:ln w="9525">
            <a:solidFill>
              <a:srgbClr val="6B7385"/>
            </a:solidFill>
            <a:prstDash val="solid"/>
          </a:ln>
        </p:spPr>
      </p:sp>
      <p:sp>
        <p:nvSpPr>
          <p:cNvPr id="31" name="Shape 29"/>
          <p:cNvSpPr/>
          <p:nvPr/>
        </p:nvSpPr>
        <p:spPr>
          <a:xfrm>
            <a:off x="1737360" y="2514600"/>
            <a:ext cx="128016" cy="91"/>
          </a:xfrm>
          <a:prstGeom prst="line">
            <a:avLst/>
          </a:prstGeom>
          <a:noFill/>
          <a:ln w="9525">
            <a:solidFill>
              <a:srgbClr val="6B7385"/>
            </a:solidFill>
            <a:prstDash val="solid"/>
          </a:ln>
        </p:spPr>
      </p:sp>
      <p:sp>
        <p:nvSpPr>
          <p:cNvPr id="32" name="Shape 30"/>
          <p:cNvSpPr/>
          <p:nvPr/>
        </p:nvSpPr>
        <p:spPr>
          <a:xfrm>
            <a:off x="1737360" y="2640330"/>
            <a:ext cx="76810" cy="91"/>
          </a:xfrm>
          <a:prstGeom prst="line">
            <a:avLst/>
          </a:prstGeom>
          <a:noFill/>
          <a:ln w="9525">
            <a:solidFill>
              <a:srgbClr val="6B7385"/>
            </a:solidFill>
            <a:prstDash val="solid"/>
          </a:ln>
        </p:spPr>
      </p:sp>
      <p:sp>
        <p:nvSpPr>
          <p:cNvPr id="33" name="Shape 31"/>
          <p:cNvSpPr/>
          <p:nvPr/>
        </p:nvSpPr>
        <p:spPr>
          <a:xfrm>
            <a:off x="1737360" y="2766060"/>
            <a:ext cx="128016" cy="91"/>
          </a:xfrm>
          <a:prstGeom prst="line">
            <a:avLst/>
          </a:prstGeom>
          <a:noFill/>
          <a:ln w="9525">
            <a:solidFill>
              <a:srgbClr val="6B7385"/>
            </a:solidFill>
            <a:prstDash val="solid"/>
          </a:ln>
        </p:spPr>
      </p:sp>
      <p:sp>
        <p:nvSpPr>
          <p:cNvPr id="34" name="Shape 32"/>
          <p:cNvSpPr/>
          <p:nvPr/>
        </p:nvSpPr>
        <p:spPr>
          <a:xfrm>
            <a:off x="1737360" y="2891790"/>
            <a:ext cx="76810" cy="91"/>
          </a:xfrm>
          <a:prstGeom prst="line">
            <a:avLst/>
          </a:prstGeom>
          <a:noFill/>
          <a:ln w="9525">
            <a:solidFill>
              <a:srgbClr val="6B7385"/>
            </a:solidFill>
            <a:prstDash val="solid"/>
          </a:ln>
        </p:spPr>
      </p:sp>
      <p:sp>
        <p:nvSpPr>
          <p:cNvPr id="35" name="Text 33"/>
          <p:cNvSpPr/>
          <p:nvPr/>
        </p:nvSpPr>
        <p:spPr>
          <a:xfrm>
            <a:off x="1417320" y="3154680"/>
            <a:ext cx="91440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x cm³ of 4% </a:t>
            </a:r>
            <a:r>
              <a:rPr lang="en-US" sz="1000" b="1" dirty="0">
                <a:solidFill>
                  <a:srgbClr val="262B3A"/>
                </a:solidFill>
                <a:latin typeface="Calibri" pitchFamily="34" charset="0"/>
                <a:ea typeface="Calibri" pitchFamily="34" charset="-122"/>
                <a:cs typeface="Calibri" pitchFamily="34" charset="-120"/>
              </a:rPr>
              <a:t>borax</a:t>
            </a:r>
            <a:endParaRPr lang="en-US" sz="1000" dirty="0"/>
          </a:p>
        </p:txBody>
      </p:sp>
      <p:sp>
        <p:nvSpPr>
          <p:cNvPr id="36" name="Shape 34"/>
          <p:cNvSpPr/>
          <p:nvPr/>
        </p:nvSpPr>
        <p:spPr>
          <a:xfrm>
            <a:off x="2606040" y="2514600"/>
            <a:ext cx="914400" cy="502920"/>
          </a:xfrm>
          <a:prstGeom prst="rect">
            <a:avLst/>
          </a:prstGeom>
          <a:solidFill>
            <a:srgbClr val="E6DDF3"/>
          </a:solidFill>
          <a:ln/>
        </p:spPr>
      </p:sp>
      <p:sp>
        <p:nvSpPr>
          <p:cNvPr id="37" name="Shape 35"/>
          <p:cNvSpPr/>
          <p:nvPr/>
        </p:nvSpPr>
        <p:spPr>
          <a:xfrm>
            <a:off x="2606040" y="2011680"/>
            <a:ext cx="91" cy="1005840"/>
          </a:xfrm>
          <a:prstGeom prst="line">
            <a:avLst/>
          </a:prstGeom>
          <a:noFill/>
          <a:ln w="19050">
            <a:solidFill>
              <a:srgbClr val="6B7385"/>
            </a:solidFill>
            <a:prstDash val="solid"/>
          </a:ln>
        </p:spPr>
      </p:sp>
      <p:sp>
        <p:nvSpPr>
          <p:cNvPr id="38" name="Shape 36"/>
          <p:cNvSpPr/>
          <p:nvPr/>
        </p:nvSpPr>
        <p:spPr>
          <a:xfrm>
            <a:off x="3520440" y="2011680"/>
            <a:ext cx="91" cy="1005840"/>
          </a:xfrm>
          <a:prstGeom prst="line">
            <a:avLst/>
          </a:prstGeom>
          <a:noFill/>
          <a:ln w="19050">
            <a:solidFill>
              <a:srgbClr val="6B7385"/>
            </a:solidFill>
            <a:prstDash val="solid"/>
          </a:ln>
        </p:spPr>
      </p:sp>
      <p:sp>
        <p:nvSpPr>
          <p:cNvPr id="39" name="Shape 37"/>
          <p:cNvSpPr/>
          <p:nvPr/>
        </p:nvSpPr>
        <p:spPr>
          <a:xfrm>
            <a:off x="2606040" y="3017520"/>
            <a:ext cx="914400" cy="91"/>
          </a:xfrm>
          <a:prstGeom prst="line">
            <a:avLst/>
          </a:prstGeom>
          <a:noFill/>
          <a:ln w="19050">
            <a:solidFill>
              <a:srgbClr val="6B7385"/>
            </a:solidFill>
            <a:prstDash val="solid"/>
          </a:ln>
        </p:spPr>
      </p:sp>
      <p:sp>
        <p:nvSpPr>
          <p:cNvPr id="40" name="Shape 38"/>
          <p:cNvSpPr/>
          <p:nvPr/>
        </p:nvSpPr>
        <p:spPr>
          <a:xfrm>
            <a:off x="2551176" y="2011680"/>
            <a:ext cx="54864" cy="54864"/>
          </a:xfrm>
          <a:prstGeom prst="line">
            <a:avLst/>
          </a:prstGeom>
          <a:noFill/>
          <a:ln w="19050">
            <a:solidFill>
              <a:srgbClr val="6B7385"/>
            </a:solidFill>
            <a:prstDash val="solid"/>
          </a:ln>
        </p:spPr>
      </p:sp>
      <p:sp>
        <p:nvSpPr>
          <p:cNvPr id="41" name="Shape 39"/>
          <p:cNvSpPr/>
          <p:nvPr/>
        </p:nvSpPr>
        <p:spPr>
          <a:xfrm>
            <a:off x="2788920" y="1600200"/>
            <a:ext cx="457200" cy="1280160"/>
          </a:xfrm>
          <a:prstGeom prst="line">
            <a:avLst/>
          </a:prstGeom>
          <a:noFill/>
          <a:ln w="31750">
            <a:solidFill>
              <a:srgbClr val="8C96A8"/>
            </a:solidFill>
            <a:prstDash val="solid"/>
          </a:ln>
        </p:spPr>
      </p:sp>
      <p:sp>
        <p:nvSpPr>
          <p:cNvPr id="42" name="Text 40"/>
          <p:cNvSpPr/>
          <p:nvPr/>
        </p:nvSpPr>
        <p:spPr>
          <a:xfrm>
            <a:off x="2423160" y="3154680"/>
            <a:ext cx="128016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stir for </a:t>
            </a:r>
            <a:r>
              <a:rPr lang="en-US" sz="1000" b="1" dirty="0">
                <a:solidFill>
                  <a:srgbClr val="262B3A"/>
                </a:solidFill>
                <a:latin typeface="Calibri" pitchFamily="34" charset="0"/>
                <a:ea typeface="Calibri" pitchFamily="34" charset="-122"/>
                <a:cs typeface="Calibri" pitchFamily="34" charset="-120"/>
              </a:rPr>
              <a:t>1 min</a:t>
            </a:r>
            <a:endParaRPr lang="en-US" sz="1000" dirty="0"/>
          </a:p>
        </p:txBody>
      </p:sp>
      <p:sp>
        <p:nvSpPr>
          <p:cNvPr id="43" name="Shape 41"/>
          <p:cNvSpPr/>
          <p:nvPr/>
        </p:nvSpPr>
        <p:spPr>
          <a:xfrm>
            <a:off x="1280160" y="1920240"/>
            <a:ext cx="1234440" cy="274320"/>
          </a:xfrm>
          <a:prstGeom prst="line">
            <a:avLst/>
          </a:prstGeom>
          <a:noFill/>
          <a:ln w="15875">
            <a:solidFill>
              <a:srgbClr val="2A1F3D"/>
            </a:solidFill>
            <a:prstDash val="solid"/>
            <a:tailEnd type="triangle"/>
          </a:ln>
        </p:spPr>
      </p:sp>
      <p:sp>
        <p:nvSpPr>
          <p:cNvPr id="44" name="Shape 42"/>
          <p:cNvSpPr/>
          <p:nvPr/>
        </p:nvSpPr>
        <p:spPr>
          <a:xfrm>
            <a:off x="2057400" y="2423160"/>
            <a:ext cx="457200" cy="45720"/>
          </a:xfrm>
          <a:prstGeom prst="line">
            <a:avLst/>
          </a:prstGeom>
          <a:noFill/>
          <a:ln w="15875">
            <a:solidFill>
              <a:srgbClr val="2A1F3D"/>
            </a:solidFill>
            <a:prstDash val="solid"/>
            <a:tailEnd type="triangle"/>
          </a:ln>
        </p:spPr>
      </p:sp>
      <p:sp>
        <p:nvSpPr>
          <p:cNvPr id="45" name="Shape 43"/>
          <p:cNvSpPr/>
          <p:nvPr/>
        </p:nvSpPr>
        <p:spPr>
          <a:xfrm>
            <a:off x="3474720" y="4297680"/>
            <a:ext cx="502920" cy="548640"/>
          </a:xfrm>
          <a:prstGeom prst="rect">
            <a:avLst/>
          </a:prstGeom>
          <a:solidFill>
            <a:srgbClr val="C99A5B"/>
          </a:solidFill>
          <a:ln w="12700">
            <a:solidFill>
              <a:srgbClr val="8A5A2B"/>
            </a:solidFill>
            <a:prstDash val="solid"/>
          </a:ln>
        </p:spPr>
      </p:sp>
      <p:sp>
        <p:nvSpPr>
          <p:cNvPr id="46" name="Shape 44"/>
          <p:cNvSpPr/>
          <p:nvPr/>
        </p:nvSpPr>
        <p:spPr>
          <a:xfrm>
            <a:off x="822960" y="4297680"/>
            <a:ext cx="3154680" cy="640080"/>
          </a:xfrm>
          <a:custGeom>
            <a:avLst/>
            <a:gdLst/>
            <a:ahLst/>
            <a:cxnLst/>
            <a:rect l="l" t="t" r="r" b="b"/>
            <a:pathLst>
              <a:path w="3154680" h="640080">
                <a:moveTo>
                  <a:pt x="0" y="548640"/>
                </a:moveTo>
                <a:lnTo>
                  <a:pt x="3154680" y="0"/>
                </a:lnTo>
                <a:lnTo>
                  <a:pt x="3154680" y="91440"/>
                </a:lnTo>
                <a:lnTo>
                  <a:pt x="0" y="640080"/>
                </a:lnTo>
                <a:close/>
              </a:path>
            </a:pathLst>
          </a:custGeom>
          <a:solidFill>
            <a:srgbClr val="FFFFFF"/>
          </a:solidFill>
          <a:ln w="15875">
            <a:solidFill>
              <a:srgbClr val="6B7385"/>
            </a:solidFill>
            <a:prstDash val="solid"/>
          </a:ln>
        </p:spPr>
      </p:sp>
      <p:sp>
        <p:nvSpPr>
          <p:cNvPr id="47" name="Text 45"/>
          <p:cNvSpPr/>
          <p:nvPr/>
        </p:nvSpPr>
        <p:spPr>
          <a:xfrm>
            <a:off x="3474720" y="4709160"/>
            <a:ext cx="50292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block</a:t>
            </a:r>
            <a:endParaRPr lang="en-US" sz="1000" dirty="0"/>
          </a:p>
        </p:txBody>
      </p:sp>
      <p:sp>
        <p:nvSpPr>
          <p:cNvPr id="48" name="Shape 46"/>
          <p:cNvSpPr/>
          <p:nvPr/>
        </p:nvSpPr>
        <p:spPr>
          <a:xfrm rot="-600000">
            <a:off x="3246120" y="4133088"/>
            <a:ext cx="411480" cy="201168"/>
          </a:xfrm>
          <a:prstGeom prst="ellipse">
            <a:avLst/>
          </a:prstGeom>
          <a:solidFill>
            <a:srgbClr val="B9A3E0"/>
          </a:solidFill>
          <a:ln w="12700">
            <a:solidFill>
              <a:srgbClr val="6A4C93"/>
            </a:solidFill>
            <a:prstDash val="solid"/>
          </a:ln>
        </p:spPr>
      </p:sp>
      <p:sp>
        <p:nvSpPr>
          <p:cNvPr id="49" name="Shape 47"/>
          <p:cNvSpPr/>
          <p:nvPr/>
        </p:nvSpPr>
        <p:spPr>
          <a:xfrm>
            <a:off x="3200400" y="4325112"/>
            <a:ext cx="91" cy="219456"/>
          </a:xfrm>
          <a:prstGeom prst="line">
            <a:avLst/>
          </a:prstGeom>
          <a:noFill/>
          <a:ln w="25400">
            <a:solidFill>
              <a:srgbClr val="C8414C"/>
            </a:solidFill>
            <a:prstDash val="solid"/>
          </a:ln>
        </p:spPr>
      </p:sp>
      <p:sp>
        <p:nvSpPr>
          <p:cNvPr id="50" name="Shape 48"/>
          <p:cNvSpPr/>
          <p:nvPr/>
        </p:nvSpPr>
        <p:spPr>
          <a:xfrm>
            <a:off x="1691640" y="4590288"/>
            <a:ext cx="91" cy="219456"/>
          </a:xfrm>
          <a:prstGeom prst="line">
            <a:avLst/>
          </a:prstGeom>
          <a:noFill/>
          <a:ln w="25400">
            <a:solidFill>
              <a:srgbClr val="C8414C"/>
            </a:solidFill>
            <a:prstDash val="solid"/>
          </a:ln>
        </p:spPr>
      </p:sp>
      <p:sp>
        <p:nvSpPr>
          <p:cNvPr id="51" name="Text 49"/>
          <p:cNvSpPr/>
          <p:nvPr/>
        </p:nvSpPr>
        <p:spPr>
          <a:xfrm>
            <a:off x="1920240" y="4224528"/>
            <a:ext cx="137160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10 cm</a:t>
            </a:r>
            <a:endParaRPr lang="en-US" sz="1000" dirty="0"/>
          </a:p>
        </p:txBody>
      </p:sp>
      <p:sp>
        <p:nvSpPr>
          <p:cNvPr id="52" name="Shape 50"/>
          <p:cNvSpPr/>
          <p:nvPr/>
        </p:nvSpPr>
        <p:spPr>
          <a:xfrm flipV="1">
            <a:off x="1737360" y="4398264"/>
            <a:ext cx="1417320" cy="246888"/>
          </a:xfrm>
          <a:prstGeom prst="line">
            <a:avLst/>
          </a:prstGeom>
          <a:noFill/>
          <a:ln w="12700">
            <a:solidFill>
              <a:srgbClr val="C8414C"/>
            </a:solidFill>
            <a:prstDash val="dash"/>
            <a:tailEnd type="triangle"/>
          </a:ln>
        </p:spPr>
      </p:sp>
      <p:sp>
        <p:nvSpPr>
          <p:cNvPr id="53" name="Shape 51"/>
          <p:cNvSpPr/>
          <p:nvPr/>
        </p:nvSpPr>
        <p:spPr>
          <a:xfrm>
            <a:off x="5074920" y="1856232"/>
            <a:ext cx="91440" cy="91440"/>
          </a:xfrm>
          <a:prstGeom prst="rect">
            <a:avLst/>
          </a:prstGeom>
          <a:solidFill>
            <a:srgbClr val="6B7385"/>
          </a:solidFill>
          <a:ln/>
        </p:spPr>
      </p:sp>
      <p:sp>
        <p:nvSpPr>
          <p:cNvPr id="54" name="Shape 52"/>
          <p:cNvSpPr/>
          <p:nvPr/>
        </p:nvSpPr>
        <p:spPr>
          <a:xfrm>
            <a:off x="4736592" y="1947672"/>
            <a:ext cx="768096" cy="768096"/>
          </a:xfrm>
          <a:prstGeom prst="ellipse">
            <a:avLst/>
          </a:prstGeom>
          <a:solidFill>
            <a:srgbClr val="FFFFFF"/>
          </a:solidFill>
          <a:ln w="19050">
            <a:solidFill>
              <a:srgbClr val="4A5568"/>
            </a:solidFill>
            <a:prstDash val="solid"/>
          </a:ln>
        </p:spPr>
      </p:sp>
      <p:sp>
        <p:nvSpPr>
          <p:cNvPr id="55" name="Shape 53"/>
          <p:cNvSpPr/>
          <p:nvPr/>
        </p:nvSpPr>
        <p:spPr>
          <a:xfrm flipV="1">
            <a:off x="5120640" y="2043684"/>
            <a:ext cx="91" cy="288036"/>
          </a:xfrm>
          <a:prstGeom prst="line">
            <a:avLst/>
          </a:prstGeom>
          <a:noFill/>
          <a:ln w="19050">
            <a:solidFill>
              <a:srgbClr val="C8414C"/>
            </a:solidFill>
            <a:prstDash val="solid"/>
          </a:ln>
        </p:spPr>
      </p:sp>
      <p:sp>
        <p:nvSpPr>
          <p:cNvPr id="56" name="Shape 54"/>
          <p:cNvSpPr/>
          <p:nvPr/>
        </p:nvSpPr>
        <p:spPr>
          <a:xfrm>
            <a:off x="5120640" y="2331720"/>
            <a:ext cx="192024" cy="76810"/>
          </a:xfrm>
          <a:prstGeom prst="line">
            <a:avLst/>
          </a:prstGeom>
          <a:noFill/>
          <a:ln w="19050">
            <a:solidFill>
              <a:srgbClr val="2A1F3D"/>
            </a:solidFill>
            <a:prstDash val="solid"/>
          </a:ln>
        </p:spPr>
      </p:sp>
      <p:sp>
        <p:nvSpPr>
          <p:cNvPr id="57" name="Text 55"/>
          <p:cNvSpPr/>
          <p:nvPr/>
        </p:nvSpPr>
        <p:spPr>
          <a:xfrm>
            <a:off x="4480560" y="2788920"/>
            <a:ext cx="1280160" cy="38404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time to flow </a:t>
            </a:r>
            <a:r>
              <a:rPr lang="en-US" sz="1000" b="1" dirty="0">
                <a:solidFill>
                  <a:srgbClr val="262B3A"/>
                </a:solidFill>
                <a:latin typeface="Calibri" pitchFamily="34" charset="0"/>
                <a:ea typeface="Calibri" pitchFamily="34" charset="-122"/>
                <a:cs typeface="Calibri" pitchFamily="34" charset="-120"/>
              </a:rPr>
              <a:t>10 cm</a:t>
            </a:r>
            <a:endParaRPr lang="en-US" sz="1000" dirty="0"/>
          </a:p>
        </p:txBody>
      </p:sp>
      <p:sp>
        <p:nvSpPr>
          <p:cNvPr id="58" name="Text 56"/>
          <p:cNvSpPr/>
          <p:nvPr/>
        </p:nvSpPr>
        <p:spPr>
          <a:xfrm>
            <a:off x="594360" y="5029200"/>
            <a:ext cx="5212080" cy="274320"/>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Repeat for 0, 1, 2, 3, 4 and 5 cm³ of borax; three trials each</a:t>
            </a:r>
            <a:endParaRPr lang="en-US" sz="1050" dirty="0"/>
          </a:p>
        </p:txBody>
      </p:sp>
      <p:sp>
        <p:nvSpPr>
          <p:cNvPr id="59" name="Shape 57"/>
          <p:cNvSpPr/>
          <p:nvPr/>
        </p:nvSpPr>
        <p:spPr>
          <a:xfrm>
            <a:off x="6217920" y="1188720"/>
            <a:ext cx="5562295" cy="3108960"/>
          </a:xfrm>
          <a:prstGeom prst="roundRect">
            <a:avLst>
              <a:gd name="adj" fmla="val 1765"/>
            </a:avLst>
          </a:prstGeom>
          <a:solidFill>
            <a:srgbClr val="F8F5FC"/>
          </a:solidFill>
          <a:ln w="9525">
            <a:solidFill>
              <a:srgbClr val="DDD3EC"/>
            </a:solidFill>
            <a:prstDash val="solid"/>
          </a:ln>
        </p:spPr>
      </p:sp>
      <p:sp>
        <p:nvSpPr>
          <p:cNvPr id="60" name="Text 5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a:t>
            </a:r>
            <a:endParaRPr lang="en-US" sz="1300" dirty="0"/>
          </a:p>
        </p:txBody>
      </p:sp>
      <p:sp>
        <p:nvSpPr>
          <p:cNvPr id="61" name="Text 59"/>
          <p:cNvSpPr/>
          <p:nvPr/>
        </p:nvSpPr>
        <p:spPr>
          <a:xfrm>
            <a:off x="6382512" y="1609344"/>
            <a:ext cx="5233111" cy="261518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Measure </a:t>
            </a:r>
            <a:r>
              <a:rPr lang="en-US" sz="1050" b="1" dirty="0">
                <a:solidFill>
                  <a:srgbClr val="262B3A"/>
                </a:solidFill>
                <a:latin typeface="Calibri" pitchFamily="34" charset="0"/>
                <a:ea typeface="Calibri" pitchFamily="34" charset="-122"/>
                <a:cs typeface="Calibri" pitchFamily="34" charset="-120"/>
              </a:rPr>
              <a:t>25 cm³</a:t>
            </a:r>
            <a:r>
              <a:rPr lang="en-US" sz="1050" dirty="0">
                <a:solidFill>
                  <a:srgbClr val="262B3A"/>
                </a:solidFill>
                <a:latin typeface="Calibri" pitchFamily="34" charset="0"/>
                <a:ea typeface="Calibri" pitchFamily="34" charset="-122"/>
                <a:cs typeface="Calibri" pitchFamily="34" charset="-120"/>
              </a:rPr>
              <a:t> of PVA solution into a beaker. Add </a:t>
            </a:r>
            <a:r>
              <a:rPr lang="en-US" sz="1050" b="1" dirty="0">
                <a:solidFill>
                  <a:srgbClr val="262B3A"/>
                </a:solidFill>
                <a:latin typeface="Calibri" pitchFamily="34" charset="0"/>
                <a:ea typeface="Calibri" pitchFamily="34" charset="-122"/>
                <a:cs typeface="Calibri" pitchFamily="34" charset="-120"/>
              </a:rPr>
              <a:t>1.0 cm³</a:t>
            </a:r>
            <a:r>
              <a:rPr lang="en-US" sz="1050" dirty="0">
                <a:solidFill>
                  <a:srgbClr val="262B3A"/>
                </a:solidFill>
                <a:latin typeface="Calibri" pitchFamily="34" charset="0"/>
                <a:ea typeface="Calibri" pitchFamily="34" charset="-122"/>
                <a:cs typeface="Calibri" pitchFamily="34" charset="-120"/>
              </a:rPr>
              <a:t> of borax solution and stir for exactly </a:t>
            </a:r>
            <a:r>
              <a:rPr lang="en-US" sz="1050" b="1" dirty="0">
                <a:solidFill>
                  <a:srgbClr val="262B3A"/>
                </a:solidFill>
                <a:latin typeface="Calibri" pitchFamily="34" charset="0"/>
                <a:ea typeface="Calibri" pitchFamily="34" charset="-122"/>
                <a:cs typeface="Calibri" pitchFamily="34" charset="-120"/>
              </a:rPr>
              <a:t>1 minute</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Put the slime at the top mark of a tile propped at a </a:t>
            </a:r>
            <a:r>
              <a:rPr lang="en-US" sz="1050" b="1" dirty="0">
                <a:solidFill>
                  <a:srgbClr val="262B3A"/>
                </a:solidFill>
                <a:latin typeface="Calibri" pitchFamily="34" charset="0"/>
                <a:ea typeface="Calibri" pitchFamily="34" charset="-122"/>
                <a:cs typeface="Calibri" pitchFamily="34" charset="-120"/>
              </a:rPr>
              <a:t>fixed angle</a:t>
            </a:r>
            <a:r>
              <a:rPr lang="en-US" sz="1050" dirty="0">
                <a:solidFill>
                  <a:srgbClr val="262B3A"/>
                </a:solidFill>
                <a:latin typeface="Calibri" pitchFamily="34" charset="0"/>
                <a:ea typeface="Calibri" pitchFamily="34" charset="-122"/>
                <a:cs typeface="Calibri" pitchFamily="34" charset="-120"/>
              </a:rPr>
              <a:t>. Time how long it takes to flow </a:t>
            </a:r>
            <a:r>
              <a:rPr lang="en-US" sz="1050" b="1" dirty="0">
                <a:solidFill>
                  <a:srgbClr val="262B3A"/>
                </a:solidFill>
                <a:latin typeface="Calibri" pitchFamily="34" charset="0"/>
                <a:ea typeface="Calibri" pitchFamily="34" charset="-122"/>
                <a:cs typeface="Calibri" pitchFamily="34" charset="-120"/>
              </a:rPr>
              <a:t>10 cm</a:t>
            </a:r>
            <a:r>
              <a:rPr lang="en-US" sz="1050" dirty="0">
                <a:solidFill>
                  <a:srgbClr val="262B3A"/>
                </a:solidFill>
                <a:latin typeface="Calibri" pitchFamily="34" charset="0"/>
                <a:ea typeface="Calibri" pitchFamily="34" charset="-122"/>
                <a:cs typeface="Calibri" pitchFamily="34" charset="-120"/>
              </a:rPr>
              <a:t>.</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Repeat with 0–5 cm³ of borax, </a:t>
            </a:r>
            <a:r>
              <a:rPr lang="en-US" sz="1050" b="1" dirty="0">
                <a:solidFill>
                  <a:srgbClr val="262B3A"/>
                </a:solidFill>
                <a:latin typeface="Calibri" pitchFamily="34" charset="0"/>
                <a:ea typeface="Calibri" pitchFamily="34" charset="-122"/>
                <a:cs typeface="Calibri" pitchFamily="34" charset="-120"/>
              </a:rPr>
              <a:t>three</a:t>
            </a:r>
            <a:r>
              <a:rPr lang="en-US" sz="1050" dirty="0">
                <a:solidFill>
                  <a:srgbClr val="262B3A"/>
                </a:solidFill>
                <a:latin typeface="Calibri" pitchFamily="34" charset="0"/>
                <a:ea typeface="Calibri" pitchFamily="34" charset="-122"/>
                <a:cs typeface="Calibri" pitchFamily="34" charset="-120"/>
              </a:rPr>
              <a:t> trials each. Calculate the </a:t>
            </a:r>
            <a:r>
              <a:rPr lang="en-US" sz="1050" b="1" dirty="0">
                <a:solidFill>
                  <a:srgbClr val="262B3A"/>
                </a:solidFill>
                <a:latin typeface="Calibri" pitchFamily="34" charset="0"/>
                <a:ea typeface="Calibri" pitchFamily="34" charset="-122"/>
                <a:cs typeface="Calibri" pitchFamily="34" charset="-120"/>
              </a:rPr>
              <a:t>mean</a:t>
            </a:r>
            <a:r>
              <a:rPr lang="en-US" sz="1050" dirty="0">
                <a:solidFill>
                  <a:srgbClr val="262B3A"/>
                </a:solidFill>
                <a:latin typeface="Calibri" pitchFamily="34" charset="0"/>
                <a:ea typeface="Calibri" pitchFamily="34" charset="-122"/>
                <a:cs typeface="Calibri" pitchFamily="34" charset="-120"/>
              </a:rPr>
              <a:t> time.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IV</a:t>
            </a:r>
            <a:r>
              <a:rPr lang="en-US" sz="1050" dirty="0">
                <a:solidFill>
                  <a:srgbClr val="262B3A"/>
                </a:solidFill>
                <a:latin typeface="Calibri" pitchFamily="34" charset="0"/>
                <a:ea typeface="Calibri" pitchFamily="34" charset="-122"/>
                <a:cs typeface="Calibri" pitchFamily="34" charset="-120"/>
              </a:rPr>
              <a:t>: volume of borax. </a:t>
            </a:r>
            <a:r>
              <a:rPr lang="en-US" sz="1050" b="1" dirty="0">
                <a:solidFill>
                  <a:srgbClr val="262B3A"/>
                </a:solidFill>
                <a:latin typeface="Calibri" pitchFamily="34" charset="0"/>
                <a:ea typeface="Calibri" pitchFamily="34" charset="-122"/>
                <a:cs typeface="Calibri" pitchFamily="34" charset="-120"/>
              </a:rPr>
              <a:t>DV</a:t>
            </a:r>
            <a:r>
              <a:rPr lang="en-US" sz="1050" dirty="0">
                <a:solidFill>
                  <a:srgbClr val="262B3A"/>
                </a:solidFill>
                <a:latin typeface="Calibri" pitchFamily="34" charset="0"/>
                <a:ea typeface="Calibri" pitchFamily="34" charset="-122"/>
                <a:cs typeface="Calibri" pitchFamily="34" charset="-120"/>
              </a:rPr>
              <a:t>: time to flow 10 cm. </a:t>
            </a:r>
            <a:r>
              <a:rPr lang="en-US" sz="1050" b="1" dirty="0">
                <a:solidFill>
                  <a:srgbClr val="262B3A"/>
                </a:solidFill>
                <a:latin typeface="Calibri" pitchFamily="34" charset="0"/>
                <a:ea typeface="Calibri" pitchFamily="34" charset="-122"/>
                <a:cs typeface="Calibri" pitchFamily="34" charset="-120"/>
              </a:rPr>
              <a:t>Control</a:t>
            </a:r>
            <a:r>
              <a:rPr lang="en-US" sz="1050" dirty="0">
                <a:solidFill>
                  <a:srgbClr val="262B3A"/>
                </a:solidFill>
                <a:latin typeface="Calibri" pitchFamily="34" charset="0"/>
                <a:ea typeface="Calibri" pitchFamily="34" charset="-122"/>
                <a:cs typeface="Calibri" pitchFamily="34" charset="-120"/>
              </a:rPr>
              <a:t>: PVA volume and concentration, tile angle, stirring time, temperature.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wear eye protection. Borax is a </a:t>
            </a:r>
            <a:r>
              <a:rPr lang="en-US" sz="1050" b="1" dirty="0">
                <a:solidFill>
                  <a:srgbClr val="262B3A"/>
                </a:solidFill>
                <a:latin typeface="Calibri" pitchFamily="34" charset="0"/>
                <a:ea typeface="Calibri" pitchFamily="34" charset="-122"/>
                <a:cs typeface="Calibri" pitchFamily="34" charset="-120"/>
              </a:rPr>
              <a:t>reproductive toxicant</a:t>
            </a:r>
            <a:r>
              <a:rPr lang="en-US" sz="1050" dirty="0">
                <a:solidFill>
                  <a:srgbClr val="262B3A"/>
                </a:solidFill>
                <a:latin typeface="Calibri" pitchFamily="34" charset="0"/>
                <a:ea typeface="Calibri" pitchFamily="34" charset="-122"/>
                <a:cs typeface="Calibri" pitchFamily="34" charset="-120"/>
              </a:rPr>
              <a:t>: the technician makes up the dilute solution; avoid skin contact; wash hands; never eat or take the slime home.</a:t>
            </a:r>
            <a:endParaRPr lang="en-US" sz="1050" dirty="0"/>
          </a:p>
        </p:txBody>
      </p:sp>
      <p:sp>
        <p:nvSpPr>
          <p:cNvPr id="62" name="Shape 60"/>
          <p:cNvSpPr/>
          <p:nvPr/>
        </p:nvSpPr>
        <p:spPr>
          <a:xfrm>
            <a:off x="6217920" y="4434840"/>
            <a:ext cx="5562295" cy="1280160"/>
          </a:xfrm>
          <a:prstGeom prst="roundRect">
            <a:avLst>
              <a:gd name="adj" fmla="val 4286"/>
            </a:avLst>
          </a:prstGeom>
          <a:solidFill>
            <a:srgbClr val="FFF4E0"/>
          </a:solidFill>
          <a:ln w="9525">
            <a:solidFill>
              <a:srgbClr val="F1D9A8"/>
            </a:solidFill>
            <a:prstDash val="solid"/>
          </a:ln>
        </p:spPr>
      </p:sp>
      <p:sp>
        <p:nvSpPr>
          <p:cNvPr id="63" name="Text 61"/>
          <p:cNvSpPr/>
          <p:nvPr/>
        </p:nvSpPr>
        <p:spPr>
          <a:xfrm>
            <a:off x="6382512" y="450799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Why does it work?</a:t>
            </a:r>
            <a:endParaRPr lang="en-US" sz="1300" dirty="0"/>
          </a:p>
        </p:txBody>
      </p:sp>
      <p:sp>
        <p:nvSpPr>
          <p:cNvPr id="64" name="Text 62"/>
          <p:cNvSpPr/>
          <p:nvPr/>
        </p:nvSpPr>
        <p:spPr>
          <a:xfrm>
            <a:off x="6382512" y="4818888"/>
            <a:ext cx="5233111" cy="8229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PVA   </a:t>
            </a:r>
            <a:r>
              <a:rPr lang="en-US" sz="1050" dirty="0">
                <a:solidFill>
                  <a:srgbClr val="262B3A"/>
                </a:solidFill>
                <a:latin typeface="Calibri" pitchFamily="34" charset="0"/>
                <a:ea typeface="Calibri" pitchFamily="34" charset="-122"/>
                <a:cs typeface="Calibri" pitchFamily="34" charset="-120"/>
              </a:rPr>
              <a:t>long polymer chains, poly(ethenol), dissolved in water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Borax   </a:t>
            </a:r>
            <a:r>
              <a:rPr lang="en-US" sz="1050" dirty="0">
                <a:solidFill>
                  <a:srgbClr val="262B3A"/>
                </a:solidFill>
                <a:latin typeface="Calibri" pitchFamily="34" charset="0"/>
                <a:ea typeface="Calibri" pitchFamily="34" charset="-122"/>
                <a:cs typeface="Calibri" pitchFamily="34" charset="-120"/>
              </a:rPr>
              <a:t>borate ions form </a:t>
            </a:r>
            <a:r>
              <a:rPr lang="en-US" sz="1050" b="1" dirty="0">
                <a:solidFill>
                  <a:srgbClr val="262B3A"/>
                </a:solidFill>
                <a:latin typeface="Calibri" pitchFamily="34" charset="0"/>
                <a:ea typeface="Calibri" pitchFamily="34" charset="-122"/>
                <a:cs typeface="Calibri" pitchFamily="34" charset="-120"/>
              </a:rPr>
              <a:t>cross-links</a:t>
            </a:r>
            <a:r>
              <a:rPr lang="en-US" sz="1050" dirty="0">
                <a:solidFill>
                  <a:srgbClr val="262B3A"/>
                </a:solidFill>
                <a:latin typeface="Calibri" pitchFamily="34" charset="0"/>
                <a:ea typeface="Calibri" pitchFamily="34" charset="-122"/>
                <a:cs typeface="Calibri" pitchFamily="34" charset="-120"/>
              </a:rPr>
              <a:t> between chains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more borax → </a:t>
            </a:r>
            <a:r>
              <a:rPr lang="en-US" sz="1050" b="1" dirty="0">
                <a:solidFill>
                  <a:srgbClr val="C8414C"/>
                </a:solidFill>
                <a:latin typeface="Calibri" pitchFamily="34" charset="0"/>
                <a:ea typeface="Calibri" pitchFamily="34" charset="-122"/>
                <a:cs typeface="Calibri" pitchFamily="34" charset="-120"/>
              </a:rPr>
              <a:t>more cross-links</a:t>
            </a:r>
            <a:r>
              <a:rPr lang="en-US" sz="1050" b="1" dirty="0">
                <a:solidFill>
                  <a:srgbClr val="C8414C"/>
                </a:solidFill>
                <a:latin typeface="Calibri" pitchFamily="34" charset="0"/>
                <a:ea typeface="Calibri" pitchFamily="34" charset="-122"/>
                <a:cs typeface="Calibri" pitchFamily="34" charset="-120"/>
              </a:rPr>
              <a:t> → chains slide less → flows </a:t>
            </a:r>
            <a:r>
              <a:rPr lang="en-US" sz="1050" b="1" dirty="0">
                <a:solidFill>
                  <a:srgbClr val="C8414C"/>
                </a:solidFill>
                <a:latin typeface="Calibri" pitchFamily="34" charset="0"/>
                <a:ea typeface="Calibri" pitchFamily="34" charset="-122"/>
                <a:cs typeface="Calibri" pitchFamily="34" charset="-120"/>
              </a:rPr>
              <a:t>more slowly</a:t>
            </a:r>
            <a:endParaRPr lang="en-US" sz="1050" dirty="0"/>
          </a:p>
        </p:txBody>
      </p:sp>
      <p:sp>
        <p:nvSpPr>
          <p:cNvPr id="65" name="Shape 63"/>
          <p:cNvSpPr/>
          <p:nvPr/>
        </p:nvSpPr>
        <p:spPr>
          <a:xfrm>
            <a:off x="411480" y="5833872"/>
            <a:ext cx="11368735" cy="530352"/>
          </a:xfrm>
          <a:prstGeom prst="rect">
            <a:avLst/>
          </a:prstGeom>
          <a:solidFill>
            <a:srgbClr val="FFF4E0"/>
          </a:solidFill>
          <a:ln w="6350">
            <a:solidFill>
              <a:srgbClr val="F1D9A8"/>
            </a:solidFill>
            <a:prstDash val="solid"/>
          </a:ln>
        </p:spPr>
      </p:sp>
      <p:sp>
        <p:nvSpPr>
          <p:cNvPr id="66" name="Shape 64"/>
          <p:cNvSpPr/>
          <p:nvPr/>
        </p:nvSpPr>
        <p:spPr>
          <a:xfrm>
            <a:off x="411480" y="5833872"/>
            <a:ext cx="82296" cy="530352"/>
          </a:xfrm>
          <a:prstGeom prst="rect">
            <a:avLst/>
          </a:prstGeom>
          <a:solidFill>
            <a:srgbClr val="E39A2F"/>
          </a:solidFill>
          <a:ln w="12700">
            <a:solidFill>
              <a:srgbClr val="E39A2F"/>
            </a:solidFill>
            <a:prstDash val="solid"/>
          </a:ln>
        </p:spPr>
      </p:sp>
      <p:sp>
        <p:nvSpPr>
          <p:cNvPr id="67" name="Text 6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independent</a:t>
            </a:r>
            <a:r>
              <a:rPr lang="en-US" sz="1150" dirty="0">
                <a:solidFill>
                  <a:srgbClr val="262B3A"/>
                </a:solidFill>
                <a:latin typeface="Calibri" pitchFamily="34" charset="0"/>
                <a:ea typeface="Calibri" pitchFamily="34" charset="-122"/>
                <a:cs typeface="Calibri" pitchFamily="34" charset="-120"/>
              </a:rPr>
              <a:t> and </a:t>
            </a:r>
            <a:r>
              <a:rPr lang="en-US" sz="1150" b="1" dirty="0">
                <a:solidFill>
                  <a:srgbClr val="262B3A"/>
                </a:solidFill>
                <a:latin typeface="Calibri" pitchFamily="34" charset="0"/>
                <a:ea typeface="Calibri" pitchFamily="34" charset="-122"/>
                <a:cs typeface="Calibri" pitchFamily="34" charset="-120"/>
              </a:rPr>
              <a:t>dependent</a:t>
            </a:r>
            <a:r>
              <a:rPr lang="en-US" sz="1150" dirty="0">
                <a:solidFill>
                  <a:srgbClr val="262B3A"/>
                </a:solidFill>
                <a:latin typeface="Calibri" pitchFamily="34" charset="0"/>
                <a:ea typeface="Calibri" pitchFamily="34" charset="-122"/>
                <a:cs typeface="Calibri" pitchFamily="34" charset="-120"/>
              </a:rPr>
              <a:t> variables. Why must the tile be at the </a:t>
            </a:r>
            <a:r>
              <a:rPr lang="en-US" sz="1150" b="1" dirty="0">
                <a:solidFill>
                  <a:srgbClr val="262B3A"/>
                </a:solidFill>
                <a:latin typeface="Calibri" pitchFamily="34" charset="0"/>
                <a:ea typeface="Calibri" pitchFamily="34" charset="-122"/>
                <a:cs typeface="Calibri" pitchFamily="34" charset="-120"/>
              </a:rPr>
              <a:t>same angle</a:t>
            </a:r>
            <a:r>
              <a:rPr lang="en-US" sz="1150" dirty="0">
                <a:solidFill>
                  <a:srgbClr val="262B3A"/>
                </a:solidFill>
                <a:latin typeface="Calibri" pitchFamily="34" charset="0"/>
                <a:ea typeface="Calibri" pitchFamily="34" charset="-122"/>
                <a:cs typeface="Calibri" pitchFamily="34" charset="-120"/>
              </a:rPr>
              <a:t> every time?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Cross-linking slime: results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C4.2.2 • means, anomalies, uncertainty and a graph</a:t>
            </a:r>
            <a:endParaRPr lang="en-US" sz="1100" dirty="0"/>
          </a:p>
        </p:txBody>
      </p:sp>
      <p:sp>
        <p:nvSpPr>
          <p:cNvPr id="6" name="Shape 4"/>
          <p:cNvSpPr/>
          <p:nvPr/>
        </p:nvSpPr>
        <p:spPr>
          <a:xfrm>
            <a:off x="9942271" y="292608"/>
            <a:ext cx="1837944"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9942271" y="292608"/>
            <a:ext cx="1837944"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SUGGESTED PRACTICAL</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Practical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of mean time against borax volume, plotted to scale; bars show the range</a:t>
            </a:r>
            <a:endParaRPr lang="en-US" sz="1000" dirty="0"/>
          </a:p>
        </p:txBody>
      </p:sp>
      <p:sp>
        <p:nvSpPr>
          <p:cNvPr id="12" name="Shape 10"/>
          <p:cNvSpPr/>
          <p:nvPr/>
        </p:nvSpPr>
        <p:spPr>
          <a:xfrm>
            <a:off x="1234440" y="1417320"/>
            <a:ext cx="4480560" cy="3246120"/>
          </a:xfrm>
          <a:prstGeom prst="rect">
            <a:avLst/>
          </a:prstGeom>
          <a:solidFill>
            <a:srgbClr val="FFFFFF"/>
          </a:solidFill>
          <a:ln/>
        </p:spPr>
      </p:sp>
      <p:sp>
        <p:nvSpPr>
          <p:cNvPr id="13" name="Shape 11"/>
          <p:cNvSpPr/>
          <p:nvPr/>
        </p:nvSpPr>
        <p:spPr>
          <a:xfrm>
            <a:off x="1234440" y="1417320"/>
            <a:ext cx="91" cy="3246120"/>
          </a:xfrm>
          <a:prstGeom prst="line">
            <a:avLst/>
          </a:prstGeom>
          <a:noFill/>
          <a:ln w="6350">
            <a:solidFill>
              <a:srgbClr val="D6CBE8"/>
            </a:solidFill>
            <a:prstDash val="solid"/>
          </a:ln>
        </p:spPr>
      </p:sp>
      <p:sp>
        <p:nvSpPr>
          <p:cNvPr id="14" name="Shape 12"/>
          <p:cNvSpPr/>
          <p:nvPr/>
        </p:nvSpPr>
        <p:spPr>
          <a:xfrm>
            <a:off x="1682496" y="1417320"/>
            <a:ext cx="91" cy="3246120"/>
          </a:xfrm>
          <a:prstGeom prst="line">
            <a:avLst/>
          </a:prstGeom>
          <a:noFill/>
          <a:ln w="6350">
            <a:solidFill>
              <a:srgbClr val="EEE9F6"/>
            </a:solidFill>
            <a:prstDash val="solid"/>
          </a:ln>
        </p:spPr>
      </p:sp>
      <p:sp>
        <p:nvSpPr>
          <p:cNvPr id="15" name="Shape 13"/>
          <p:cNvSpPr/>
          <p:nvPr/>
        </p:nvSpPr>
        <p:spPr>
          <a:xfrm>
            <a:off x="2130552" y="1417320"/>
            <a:ext cx="91" cy="3246120"/>
          </a:xfrm>
          <a:prstGeom prst="line">
            <a:avLst/>
          </a:prstGeom>
          <a:noFill/>
          <a:ln w="6350">
            <a:solidFill>
              <a:srgbClr val="D6CBE8"/>
            </a:solidFill>
            <a:prstDash val="solid"/>
          </a:ln>
        </p:spPr>
      </p:sp>
      <p:sp>
        <p:nvSpPr>
          <p:cNvPr id="16" name="Shape 14"/>
          <p:cNvSpPr/>
          <p:nvPr/>
        </p:nvSpPr>
        <p:spPr>
          <a:xfrm>
            <a:off x="2578608" y="1417320"/>
            <a:ext cx="91" cy="3246120"/>
          </a:xfrm>
          <a:prstGeom prst="line">
            <a:avLst/>
          </a:prstGeom>
          <a:noFill/>
          <a:ln w="6350">
            <a:solidFill>
              <a:srgbClr val="EEE9F6"/>
            </a:solidFill>
            <a:prstDash val="solid"/>
          </a:ln>
        </p:spPr>
      </p:sp>
      <p:sp>
        <p:nvSpPr>
          <p:cNvPr id="17" name="Shape 15"/>
          <p:cNvSpPr/>
          <p:nvPr/>
        </p:nvSpPr>
        <p:spPr>
          <a:xfrm>
            <a:off x="3026664" y="1417320"/>
            <a:ext cx="91" cy="3246120"/>
          </a:xfrm>
          <a:prstGeom prst="line">
            <a:avLst/>
          </a:prstGeom>
          <a:noFill/>
          <a:ln w="6350">
            <a:solidFill>
              <a:srgbClr val="D6CBE8"/>
            </a:solidFill>
            <a:prstDash val="solid"/>
          </a:ln>
        </p:spPr>
      </p:sp>
      <p:sp>
        <p:nvSpPr>
          <p:cNvPr id="18" name="Shape 16"/>
          <p:cNvSpPr/>
          <p:nvPr/>
        </p:nvSpPr>
        <p:spPr>
          <a:xfrm>
            <a:off x="3474720" y="1417320"/>
            <a:ext cx="91" cy="3246120"/>
          </a:xfrm>
          <a:prstGeom prst="line">
            <a:avLst/>
          </a:prstGeom>
          <a:noFill/>
          <a:ln w="6350">
            <a:solidFill>
              <a:srgbClr val="EEE9F6"/>
            </a:solidFill>
            <a:prstDash val="solid"/>
          </a:ln>
        </p:spPr>
      </p:sp>
      <p:sp>
        <p:nvSpPr>
          <p:cNvPr id="19" name="Shape 17"/>
          <p:cNvSpPr/>
          <p:nvPr/>
        </p:nvSpPr>
        <p:spPr>
          <a:xfrm>
            <a:off x="3922776" y="1417320"/>
            <a:ext cx="91" cy="3246120"/>
          </a:xfrm>
          <a:prstGeom prst="line">
            <a:avLst/>
          </a:prstGeom>
          <a:noFill/>
          <a:ln w="6350">
            <a:solidFill>
              <a:srgbClr val="D6CBE8"/>
            </a:solidFill>
            <a:prstDash val="solid"/>
          </a:ln>
        </p:spPr>
      </p:sp>
      <p:sp>
        <p:nvSpPr>
          <p:cNvPr id="20" name="Shape 18"/>
          <p:cNvSpPr/>
          <p:nvPr/>
        </p:nvSpPr>
        <p:spPr>
          <a:xfrm>
            <a:off x="4370832" y="1417320"/>
            <a:ext cx="91" cy="3246120"/>
          </a:xfrm>
          <a:prstGeom prst="line">
            <a:avLst/>
          </a:prstGeom>
          <a:noFill/>
          <a:ln w="6350">
            <a:solidFill>
              <a:srgbClr val="EEE9F6"/>
            </a:solidFill>
            <a:prstDash val="solid"/>
          </a:ln>
        </p:spPr>
      </p:sp>
      <p:sp>
        <p:nvSpPr>
          <p:cNvPr id="21" name="Shape 19"/>
          <p:cNvSpPr/>
          <p:nvPr/>
        </p:nvSpPr>
        <p:spPr>
          <a:xfrm>
            <a:off x="4818888" y="1417320"/>
            <a:ext cx="91" cy="3246120"/>
          </a:xfrm>
          <a:prstGeom prst="line">
            <a:avLst/>
          </a:prstGeom>
          <a:noFill/>
          <a:ln w="6350">
            <a:solidFill>
              <a:srgbClr val="D6CBE8"/>
            </a:solidFill>
            <a:prstDash val="solid"/>
          </a:ln>
        </p:spPr>
      </p:sp>
      <p:sp>
        <p:nvSpPr>
          <p:cNvPr id="22" name="Shape 20"/>
          <p:cNvSpPr/>
          <p:nvPr/>
        </p:nvSpPr>
        <p:spPr>
          <a:xfrm>
            <a:off x="5266944" y="1417320"/>
            <a:ext cx="91" cy="3246120"/>
          </a:xfrm>
          <a:prstGeom prst="line">
            <a:avLst/>
          </a:prstGeom>
          <a:noFill/>
          <a:ln w="6350">
            <a:solidFill>
              <a:srgbClr val="EEE9F6"/>
            </a:solidFill>
            <a:prstDash val="solid"/>
          </a:ln>
        </p:spPr>
      </p:sp>
      <p:sp>
        <p:nvSpPr>
          <p:cNvPr id="23" name="Shape 21"/>
          <p:cNvSpPr/>
          <p:nvPr/>
        </p:nvSpPr>
        <p:spPr>
          <a:xfrm>
            <a:off x="5715000" y="1417320"/>
            <a:ext cx="91" cy="3246120"/>
          </a:xfrm>
          <a:prstGeom prst="line">
            <a:avLst/>
          </a:prstGeom>
          <a:noFill/>
          <a:ln w="6350">
            <a:solidFill>
              <a:srgbClr val="D6CBE8"/>
            </a:solidFill>
            <a:prstDash val="solid"/>
          </a:ln>
        </p:spPr>
      </p:sp>
      <p:sp>
        <p:nvSpPr>
          <p:cNvPr id="24" name="Shape 22"/>
          <p:cNvSpPr/>
          <p:nvPr/>
        </p:nvSpPr>
        <p:spPr>
          <a:xfrm>
            <a:off x="1234440" y="4663440"/>
            <a:ext cx="4480560" cy="91"/>
          </a:xfrm>
          <a:prstGeom prst="line">
            <a:avLst/>
          </a:prstGeom>
          <a:noFill/>
          <a:ln w="6350">
            <a:solidFill>
              <a:srgbClr val="D6CBE8"/>
            </a:solidFill>
            <a:prstDash val="solid"/>
          </a:ln>
        </p:spPr>
      </p:sp>
      <p:sp>
        <p:nvSpPr>
          <p:cNvPr id="25" name="Shape 23"/>
          <p:cNvSpPr/>
          <p:nvPr/>
        </p:nvSpPr>
        <p:spPr>
          <a:xfrm>
            <a:off x="1234440" y="4501134"/>
            <a:ext cx="4480560" cy="91"/>
          </a:xfrm>
          <a:prstGeom prst="line">
            <a:avLst/>
          </a:prstGeom>
          <a:noFill/>
          <a:ln w="6350">
            <a:solidFill>
              <a:srgbClr val="EEE9F6"/>
            </a:solidFill>
            <a:prstDash val="solid"/>
          </a:ln>
        </p:spPr>
      </p:sp>
      <p:sp>
        <p:nvSpPr>
          <p:cNvPr id="26" name="Shape 24"/>
          <p:cNvSpPr/>
          <p:nvPr/>
        </p:nvSpPr>
        <p:spPr>
          <a:xfrm>
            <a:off x="1234440" y="4338828"/>
            <a:ext cx="4480560" cy="91"/>
          </a:xfrm>
          <a:prstGeom prst="line">
            <a:avLst/>
          </a:prstGeom>
          <a:noFill/>
          <a:ln w="6350">
            <a:solidFill>
              <a:srgbClr val="D6CBE8"/>
            </a:solidFill>
            <a:prstDash val="solid"/>
          </a:ln>
        </p:spPr>
      </p:sp>
      <p:sp>
        <p:nvSpPr>
          <p:cNvPr id="27" name="Shape 25"/>
          <p:cNvSpPr/>
          <p:nvPr/>
        </p:nvSpPr>
        <p:spPr>
          <a:xfrm>
            <a:off x="1234440" y="4176522"/>
            <a:ext cx="4480560" cy="91"/>
          </a:xfrm>
          <a:prstGeom prst="line">
            <a:avLst/>
          </a:prstGeom>
          <a:noFill/>
          <a:ln w="6350">
            <a:solidFill>
              <a:srgbClr val="EEE9F6"/>
            </a:solidFill>
            <a:prstDash val="solid"/>
          </a:ln>
        </p:spPr>
      </p:sp>
      <p:sp>
        <p:nvSpPr>
          <p:cNvPr id="28" name="Shape 26"/>
          <p:cNvSpPr/>
          <p:nvPr/>
        </p:nvSpPr>
        <p:spPr>
          <a:xfrm>
            <a:off x="1234440" y="4014216"/>
            <a:ext cx="4480560" cy="91"/>
          </a:xfrm>
          <a:prstGeom prst="line">
            <a:avLst/>
          </a:prstGeom>
          <a:noFill/>
          <a:ln w="6350">
            <a:solidFill>
              <a:srgbClr val="D6CBE8"/>
            </a:solidFill>
            <a:prstDash val="solid"/>
          </a:ln>
        </p:spPr>
      </p:sp>
      <p:sp>
        <p:nvSpPr>
          <p:cNvPr id="29" name="Shape 27"/>
          <p:cNvSpPr/>
          <p:nvPr/>
        </p:nvSpPr>
        <p:spPr>
          <a:xfrm>
            <a:off x="1234440" y="3851910"/>
            <a:ext cx="4480560" cy="91"/>
          </a:xfrm>
          <a:prstGeom prst="line">
            <a:avLst/>
          </a:prstGeom>
          <a:noFill/>
          <a:ln w="6350">
            <a:solidFill>
              <a:srgbClr val="EEE9F6"/>
            </a:solidFill>
            <a:prstDash val="solid"/>
          </a:ln>
        </p:spPr>
      </p:sp>
      <p:sp>
        <p:nvSpPr>
          <p:cNvPr id="30" name="Shape 28"/>
          <p:cNvSpPr/>
          <p:nvPr/>
        </p:nvSpPr>
        <p:spPr>
          <a:xfrm>
            <a:off x="1234440" y="3689604"/>
            <a:ext cx="4480560" cy="91"/>
          </a:xfrm>
          <a:prstGeom prst="line">
            <a:avLst/>
          </a:prstGeom>
          <a:noFill/>
          <a:ln w="6350">
            <a:solidFill>
              <a:srgbClr val="D6CBE8"/>
            </a:solidFill>
            <a:prstDash val="solid"/>
          </a:ln>
        </p:spPr>
      </p:sp>
      <p:sp>
        <p:nvSpPr>
          <p:cNvPr id="31" name="Shape 29"/>
          <p:cNvSpPr/>
          <p:nvPr/>
        </p:nvSpPr>
        <p:spPr>
          <a:xfrm>
            <a:off x="1234440" y="3527298"/>
            <a:ext cx="4480560" cy="91"/>
          </a:xfrm>
          <a:prstGeom prst="line">
            <a:avLst/>
          </a:prstGeom>
          <a:noFill/>
          <a:ln w="6350">
            <a:solidFill>
              <a:srgbClr val="EEE9F6"/>
            </a:solidFill>
            <a:prstDash val="solid"/>
          </a:ln>
        </p:spPr>
      </p:sp>
      <p:sp>
        <p:nvSpPr>
          <p:cNvPr id="32" name="Shape 30"/>
          <p:cNvSpPr/>
          <p:nvPr/>
        </p:nvSpPr>
        <p:spPr>
          <a:xfrm>
            <a:off x="1234440" y="3364992"/>
            <a:ext cx="4480560" cy="91"/>
          </a:xfrm>
          <a:prstGeom prst="line">
            <a:avLst/>
          </a:prstGeom>
          <a:noFill/>
          <a:ln w="6350">
            <a:solidFill>
              <a:srgbClr val="D6CBE8"/>
            </a:solidFill>
            <a:prstDash val="solid"/>
          </a:ln>
        </p:spPr>
      </p:sp>
      <p:sp>
        <p:nvSpPr>
          <p:cNvPr id="33" name="Shape 31"/>
          <p:cNvSpPr/>
          <p:nvPr/>
        </p:nvSpPr>
        <p:spPr>
          <a:xfrm>
            <a:off x="1234440" y="3202686"/>
            <a:ext cx="4480560" cy="91"/>
          </a:xfrm>
          <a:prstGeom prst="line">
            <a:avLst/>
          </a:prstGeom>
          <a:noFill/>
          <a:ln w="6350">
            <a:solidFill>
              <a:srgbClr val="EEE9F6"/>
            </a:solidFill>
            <a:prstDash val="solid"/>
          </a:ln>
        </p:spPr>
      </p:sp>
      <p:sp>
        <p:nvSpPr>
          <p:cNvPr id="34" name="Shape 32"/>
          <p:cNvSpPr/>
          <p:nvPr/>
        </p:nvSpPr>
        <p:spPr>
          <a:xfrm>
            <a:off x="1234440" y="3040380"/>
            <a:ext cx="4480560" cy="91"/>
          </a:xfrm>
          <a:prstGeom prst="line">
            <a:avLst/>
          </a:prstGeom>
          <a:noFill/>
          <a:ln w="6350">
            <a:solidFill>
              <a:srgbClr val="D6CBE8"/>
            </a:solidFill>
            <a:prstDash val="solid"/>
          </a:ln>
        </p:spPr>
      </p:sp>
      <p:sp>
        <p:nvSpPr>
          <p:cNvPr id="35" name="Shape 33"/>
          <p:cNvSpPr/>
          <p:nvPr/>
        </p:nvSpPr>
        <p:spPr>
          <a:xfrm>
            <a:off x="1234440" y="2878074"/>
            <a:ext cx="4480560" cy="91"/>
          </a:xfrm>
          <a:prstGeom prst="line">
            <a:avLst/>
          </a:prstGeom>
          <a:noFill/>
          <a:ln w="6350">
            <a:solidFill>
              <a:srgbClr val="EEE9F6"/>
            </a:solidFill>
            <a:prstDash val="solid"/>
          </a:ln>
        </p:spPr>
      </p:sp>
      <p:sp>
        <p:nvSpPr>
          <p:cNvPr id="36" name="Shape 34"/>
          <p:cNvSpPr/>
          <p:nvPr/>
        </p:nvSpPr>
        <p:spPr>
          <a:xfrm>
            <a:off x="1234440" y="2715768"/>
            <a:ext cx="4480560" cy="91"/>
          </a:xfrm>
          <a:prstGeom prst="line">
            <a:avLst/>
          </a:prstGeom>
          <a:noFill/>
          <a:ln w="6350">
            <a:solidFill>
              <a:srgbClr val="D6CBE8"/>
            </a:solidFill>
            <a:prstDash val="solid"/>
          </a:ln>
        </p:spPr>
      </p:sp>
      <p:sp>
        <p:nvSpPr>
          <p:cNvPr id="37" name="Shape 35"/>
          <p:cNvSpPr/>
          <p:nvPr/>
        </p:nvSpPr>
        <p:spPr>
          <a:xfrm>
            <a:off x="1234440" y="2553462"/>
            <a:ext cx="4480560" cy="91"/>
          </a:xfrm>
          <a:prstGeom prst="line">
            <a:avLst/>
          </a:prstGeom>
          <a:noFill/>
          <a:ln w="6350">
            <a:solidFill>
              <a:srgbClr val="EEE9F6"/>
            </a:solidFill>
            <a:prstDash val="solid"/>
          </a:ln>
        </p:spPr>
      </p:sp>
      <p:sp>
        <p:nvSpPr>
          <p:cNvPr id="38" name="Shape 36"/>
          <p:cNvSpPr/>
          <p:nvPr/>
        </p:nvSpPr>
        <p:spPr>
          <a:xfrm>
            <a:off x="1234440" y="2391156"/>
            <a:ext cx="4480560" cy="91"/>
          </a:xfrm>
          <a:prstGeom prst="line">
            <a:avLst/>
          </a:prstGeom>
          <a:noFill/>
          <a:ln w="6350">
            <a:solidFill>
              <a:srgbClr val="D6CBE8"/>
            </a:solidFill>
            <a:prstDash val="solid"/>
          </a:ln>
        </p:spPr>
      </p:sp>
      <p:sp>
        <p:nvSpPr>
          <p:cNvPr id="39" name="Shape 37"/>
          <p:cNvSpPr/>
          <p:nvPr/>
        </p:nvSpPr>
        <p:spPr>
          <a:xfrm>
            <a:off x="1234440" y="2228850"/>
            <a:ext cx="4480560" cy="91"/>
          </a:xfrm>
          <a:prstGeom prst="line">
            <a:avLst/>
          </a:prstGeom>
          <a:noFill/>
          <a:ln w="6350">
            <a:solidFill>
              <a:srgbClr val="EEE9F6"/>
            </a:solidFill>
            <a:prstDash val="solid"/>
          </a:ln>
        </p:spPr>
      </p:sp>
      <p:sp>
        <p:nvSpPr>
          <p:cNvPr id="40" name="Shape 38"/>
          <p:cNvSpPr/>
          <p:nvPr/>
        </p:nvSpPr>
        <p:spPr>
          <a:xfrm>
            <a:off x="1234440" y="2066544"/>
            <a:ext cx="4480560" cy="91"/>
          </a:xfrm>
          <a:prstGeom prst="line">
            <a:avLst/>
          </a:prstGeom>
          <a:noFill/>
          <a:ln w="6350">
            <a:solidFill>
              <a:srgbClr val="D6CBE8"/>
            </a:solidFill>
            <a:prstDash val="solid"/>
          </a:ln>
        </p:spPr>
      </p:sp>
      <p:sp>
        <p:nvSpPr>
          <p:cNvPr id="41" name="Shape 39"/>
          <p:cNvSpPr/>
          <p:nvPr/>
        </p:nvSpPr>
        <p:spPr>
          <a:xfrm>
            <a:off x="1234440" y="1904238"/>
            <a:ext cx="4480560" cy="91"/>
          </a:xfrm>
          <a:prstGeom prst="line">
            <a:avLst/>
          </a:prstGeom>
          <a:noFill/>
          <a:ln w="6350">
            <a:solidFill>
              <a:srgbClr val="EEE9F6"/>
            </a:solidFill>
            <a:prstDash val="solid"/>
          </a:ln>
        </p:spPr>
      </p:sp>
      <p:sp>
        <p:nvSpPr>
          <p:cNvPr id="42" name="Shape 40"/>
          <p:cNvSpPr/>
          <p:nvPr/>
        </p:nvSpPr>
        <p:spPr>
          <a:xfrm>
            <a:off x="1234440" y="1741932"/>
            <a:ext cx="4480560" cy="91"/>
          </a:xfrm>
          <a:prstGeom prst="line">
            <a:avLst/>
          </a:prstGeom>
          <a:noFill/>
          <a:ln w="6350">
            <a:solidFill>
              <a:srgbClr val="D6CBE8"/>
            </a:solidFill>
            <a:prstDash val="solid"/>
          </a:ln>
        </p:spPr>
      </p:sp>
      <p:sp>
        <p:nvSpPr>
          <p:cNvPr id="43" name="Shape 41"/>
          <p:cNvSpPr/>
          <p:nvPr/>
        </p:nvSpPr>
        <p:spPr>
          <a:xfrm>
            <a:off x="1234440" y="1579626"/>
            <a:ext cx="4480560" cy="91"/>
          </a:xfrm>
          <a:prstGeom prst="line">
            <a:avLst/>
          </a:prstGeom>
          <a:noFill/>
          <a:ln w="6350">
            <a:solidFill>
              <a:srgbClr val="EEE9F6"/>
            </a:solidFill>
            <a:prstDash val="solid"/>
          </a:ln>
        </p:spPr>
      </p:sp>
      <p:sp>
        <p:nvSpPr>
          <p:cNvPr id="44" name="Shape 42"/>
          <p:cNvSpPr/>
          <p:nvPr/>
        </p:nvSpPr>
        <p:spPr>
          <a:xfrm>
            <a:off x="1234440" y="1417320"/>
            <a:ext cx="4480560" cy="91"/>
          </a:xfrm>
          <a:prstGeom prst="line">
            <a:avLst/>
          </a:prstGeom>
          <a:noFill/>
          <a:ln w="6350">
            <a:solidFill>
              <a:srgbClr val="D6CBE8"/>
            </a:solidFill>
            <a:prstDash val="solid"/>
          </a:ln>
        </p:spPr>
      </p:sp>
      <p:sp>
        <p:nvSpPr>
          <p:cNvPr id="45" name="Shape 43"/>
          <p:cNvSpPr/>
          <p:nvPr/>
        </p:nvSpPr>
        <p:spPr>
          <a:xfrm>
            <a:off x="1234440" y="4663440"/>
            <a:ext cx="4480560" cy="91"/>
          </a:xfrm>
          <a:prstGeom prst="line">
            <a:avLst/>
          </a:prstGeom>
          <a:noFill/>
          <a:ln w="19050">
            <a:solidFill>
              <a:srgbClr val="2A1F3D"/>
            </a:solidFill>
            <a:prstDash val="solid"/>
          </a:ln>
        </p:spPr>
      </p:sp>
      <p:sp>
        <p:nvSpPr>
          <p:cNvPr id="46" name="Shape 44"/>
          <p:cNvSpPr/>
          <p:nvPr/>
        </p:nvSpPr>
        <p:spPr>
          <a:xfrm flipV="1">
            <a:off x="1234440" y="1417320"/>
            <a:ext cx="91" cy="3246120"/>
          </a:xfrm>
          <a:prstGeom prst="line">
            <a:avLst/>
          </a:prstGeom>
          <a:noFill/>
          <a:ln w="19050">
            <a:solidFill>
              <a:srgbClr val="2A1F3D"/>
            </a:solidFill>
            <a:prstDash val="solid"/>
          </a:ln>
        </p:spPr>
      </p:sp>
      <p:sp>
        <p:nvSpPr>
          <p:cNvPr id="47" name="Shape 45"/>
          <p:cNvSpPr/>
          <p:nvPr/>
        </p:nvSpPr>
        <p:spPr>
          <a:xfrm>
            <a:off x="1234440" y="4663440"/>
            <a:ext cx="91" cy="54864"/>
          </a:xfrm>
          <a:prstGeom prst="line">
            <a:avLst/>
          </a:prstGeom>
          <a:noFill/>
          <a:ln w="12700">
            <a:solidFill>
              <a:srgbClr val="2A1F3D"/>
            </a:solidFill>
            <a:prstDash val="solid"/>
          </a:ln>
        </p:spPr>
      </p:sp>
      <p:sp>
        <p:nvSpPr>
          <p:cNvPr id="48" name="Text 46"/>
          <p:cNvSpPr/>
          <p:nvPr/>
        </p:nvSpPr>
        <p:spPr>
          <a:xfrm>
            <a:off x="96012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49" name="Shape 47"/>
          <p:cNvSpPr/>
          <p:nvPr/>
        </p:nvSpPr>
        <p:spPr>
          <a:xfrm>
            <a:off x="2130552" y="4663440"/>
            <a:ext cx="91" cy="54864"/>
          </a:xfrm>
          <a:prstGeom prst="line">
            <a:avLst/>
          </a:prstGeom>
          <a:noFill/>
          <a:ln w="12700">
            <a:solidFill>
              <a:srgbClr val="2A1F3D"/>
            </a:solidFill>
            <a:prstDash val="solid"/>
          </a:ln>
        </p:spPr>
      </p:sp>
      <p:sp>
        <p:nvSpPr>
          <p:cNvPr id="50" name="Text 48"/>
          <p:cNvSpPr/>
          <p:nvPr/>
        </p:nvSpPr>
        <p:spPr>
          <a:xfrm>
            <a:off x="1856232"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51" name="Shape 49"/>
          <p:cNvSpPr/>
          <p:nvPr/>
        </p:nvSpPr>
        <p:spPr>
          <a:xfrm>
            <a:off x="3026664" y="4663440"/>
            <a:ext cx="91" cy="54864"/>
          </a:xfrm>
          <a:prstGeom prst="line">
            <a:avLst/>
          </a:prstGeom>
          <a:noFill/>
          <a:ln w="12700">
            <a:solidFill>
              <a:srgbClr val="2A1F3D"/>
            </a:solidFill>
            <a:prstDash val="solid"/>
          </a:ln>
        </p:spPr>
      </p:sp>
      <p:sp>
        <p:nvSpPr>
          <p:cNvPr id="52" name="Text 50"/>
          <p:cNvSpPr/>
          <p:nvPr/>
        </p:nvSpPr>
        <p:spPr>
          <a:xfrm>
            <a:off x="2752344"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53" name="Shape 51"/>
          <p:cNvSpPr/>
          <p:nvPr/>
        </p:nvSpPr>
        <p:spPr>
          <a:xfrm>
            <a:off x="3922776" y="4663440"/>
            <a:ext cx="91" cy="54864"/>
          </a:xfrm>
          <a:prstGeom prst="line">
            <a:avLst/>
          </a:prstGeom>
          <a:noFill/>
          <a:ln w="12700">
            <a:solidFill>
              <a:srgbClr val="2A1F3D"/>
            </a:solidFill>
            <a:prstDash val="solid"/>
          </a:ln>
        </p:spPr>
      </p:sp>
      <p:sp>
        <p:nvSpPr>
          <p:cNvPr id="54" name="Text 52"/>
          <p:cNvSpPr/>
          <p:nvPr/>
        </p:nvSpPr>
        <p:spPr>
          <a:xfrm>
            <a:off x="3648456"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55" name="Shape 53"/>
          <p:cNvSpPr/>
          <p:nvPr/>
        </p:nvSpPr>
        <p:spPr>
          <a:xfrm>
            <a:off x="4818888" y="4663440"/>
            <a:ext cx="91" cy="54864"/>
          </a:xfrm>
          <a:prstGeom prst="line">
            <a:avLst/>
          </a:prstGeom>
          <a:noFill/>
          <a:ln w="12700">
            <a:solidFill>
              <a:srgbClr val="2A1F3D"/>
            </a:solidFill>
            <a:prstDash val="solid"/>
          </a:ln>
        </p:spPr>
      </p:sp>
      <p:sp>
        <p:nvSpPr>
          <p:cNvPr id="56" name="Text 54"/>
          <p:cNvSpPr/>
          <p:nvPr/>
        </p:nvSpPr>
        <p:spPr>
          <a:xfrm>
            <a:off x="4544568"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57" name="Shape 55"/>
          <p:cNvSpPr/>
          <p:nvPr/>
        </p:nvSpPr>
        <p:spPr>
          <a:xfrm>
            <a:off x="5715000" y="4663440"/>
            <a:ext cx="91" cy="54864"/>
          </a:xfrm>
          <a:prstGeom prst="line">
            <a:avLst/>
          </a:prstGeom>
          <a:noFill/>
          <a:ln w="12700">
            <a:solidFill>
              <a:srgbClr val="2A1F3D"/>
            </a:solidFill>
            <a:prstDash val="solid"/>
          </a:ln>
        </p:spPr>
      </p:sp>
      <p:sp>
        <p:nvSpPr>
          <p:cNvPr id="58" name="Text 56"/>
          <p:cNvSpPr/>
          <p:nvPr/>
        </p:nvSpPr>
        <p:spPr>
          <a:xfrm>
            <a:off x="5440680" y="471830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59" name="Shape 57"/>
          <p:cNvSpPr/>
          <p:nvPr/>
        </p:nvSpPr>
        <p:spPr>
          <a:xfrm>
            <a:off x="1179576" y="4663440"/>
            <a:ext cx="54864" cy="91"/>
          </a:xfrm>
          <a:prstGeom prst="line">
            <a:avLst/>
          </a:prstGeom>
          <a:noFill/>
          <a:ln w="12700">
            <a:solidFill>
              <a:srgbClr val="2A1F3D"/>
            </a:solidFill>
            <a:prstDash val="solid"/>
          </a:ln>
        </p:spPr>
      </p:sp>
      <p:sp>
        <p:nvSpPr>
          <p:cNvPr id="60" name="Text 58"/>
          <p:cNvSpPr/>
          <p:nvPr/>
        </p:nvSpPr>
        <p:spPr>
          <a:xfrm>
            <a:off x="795528" y="45720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1" name="Shape 59"/>
          <p:cNvSpPr/>
          <p:nvPr/>
        </p:nvSpPr>
        <p:spPr>
          <a:xfrm>
            <a:off x="1179576" y="4338828"/>
            <a:ext cx="54864" cy="91"/>
          </a:xfrm>
          <a:prstGeom prst="line">
            <a:avLst/>
          </a:prstGeom>
          <a:noFill/>
          <a:ln w="12700">
            <a:solidFill>
              <a:srgbClr val="2A1F3D"/>
            </a:solidFill>
            <a:prstDash val="solid"/>
          </a:ln>
        </p:spPr>
      </p:sp>
      <p:sp>
        <p:nvSpPr>
          <p:cNvPr id="62" name="Text 60"/>
          <p:cNvSpPr/>
          <p:nvPr/>
        </p:nvSpPr>
        <p:spPr>
          <a:xfrm>
            <a:off x="795528" y="424738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3" name="Shape 61"/>
          <p:cNvSpPr/>
          <p:nvPr/>
        </p:nvSpPr>
        <p:spPr>
          <a:xfrm>
            <a:off x="1179576" y="4014216"/>
            <a:ext cx="54864" cy="91"/>
          </a:xfrm>
          <a:prstGeom prst="line">
            <a:avLst/>
          </a:prstGeom>
          <a:noFill/>
          <a:ln w="12700">
            <a:solidFill>
              <a:srgbClr val="2A1F3D"/>
            </a:solidFill>
            <a:prstDash val="solid"/>
          </a:ln>
        </p:spPr>
      </p:sp>
      <p:sp>
        <p:nvSpPr>
          <p:cNvPr id="64" name="Text 62"/>
          <p:cNvSpPr/>
          <p:nvPr/>
        </p:nvSpPr>
        <p:spPr>
          <a:xfrm>
            <a:off x="795528" y="392277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20</a:t>
            </a:r>
            <a:endParaRPr lang="en-US" sz="1000" dirty="0"/>
          </a:p>
        </p:txBody>
      </p:sp>
      <p:sp>
        <p:nvSpPr>
          <p:cNvPr id="65" name="Shape 63"/>
          <p:cNvSpPr/>
          <p:nvPr/>
        </p:nvSpPr>
        <p:spPr>
          <a:xfrm>
            <a:off x="1179576" y="3689604"/>
            <a:ext cx="54864" cy="91"/>
          </a:xfrm>
          <a:prstGeom prst="line">
            <a:avLst/>
          </a:prstGeom>
          <a:noFill/>
          <a:ln w="12700">
            <a:solidFill>
              <a:srgbClr val="2A1F3D"/>
            </a:solidFill>
            <a:prstDash val="solid"/>
          </a:ln>
        </p:spPr>
      </p:sp>
      <p:sp>
        <p:nvSpPr>
          <p:cNvPr id="66" name="Text 64"/>
          <p:cNvSpPr/>
          <p:nvPr/>
        </p:nvSpPr>
        <p:spPr>
          <a:xfrm>
            <a:off x="795528" y="359816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30</a:t>
            </a:r>
            <a:endParaRPr lang="en-US" sz="1000" dirty="0"/>
          </a:p>
        </p:txBody>
      </p:sp>
      <p:sp>
        <p:nvSpPr>
          <p:cNvPr id="67" name="Shape 65"/>
          <p:cNvSpPr/>
          <p:nvPr/>
        </p:nvSpPr>
        <p:spPr>
          <a:xfrm>
            <a:off x="1179576" y="3364992"/>
            <a:ext cx="54864" cy="91"/>
          </a:xfrm>
          <a:prstGeom prst="line">
            <a:avLst/>
          </a:prstGeom>
          <a:noFill/>
          <a:ln w="12700">
            <a:solidFill>
              <a:srgbClr val="2A1F3D"/>
            </a:solidFill>
            <a:prstDash val="solid"/>
          </a:ln>
        </p:spPr>
      </p:sp>
      <p:sp>
        <p:nvSpPr>
          <p:cNvPr id="68" name="Text 66"/>
          <p:cNvSpPr/>
          <p:nvPr/>
        </p:nvSpPr>
        <p:spPr>
          <a:xfrm>
            <a:off x="795528" y="327355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40</a:t>
            </a:r>
            <a:endParaRPr lang="en-US" sz="1000" dirty="0"/>
          </a:p>
        </p:txBody>
      </p:sp>
      <p:sp>
        <p:nvSpPr>
          <p:cNvPr id="69" name="Shape 67"/>
          <p:cNvSpPr/>
          <p:nvPr/>
        </p:nvSpPr>
        <p:spPr>
          <a:xfrm>
            <a:off x="1179576" y="3040380"/>
            <a:ext cx="54864" cy="91"/>
          </a:xfrm>
          <a:prstGeom prst="line">
            <a:avLst/>
          </a:prstGeom>
          <a:noFill/>
          <a:ln w="12700">
            <a:solidFill>
              <a:srgbClr val="2A1F3D"/>
            </a:solidFill>
            <a:prstDash val="solid"/>
          </a:ln>
        </p:spPr>
      </p:sp>
      <p:sp>
        <p:nvSpPr>
          <p:cNvPr id="70" name="Text 68"/>
          <p:cNvSpPr/>
          <p:nvPr/>
        </p:nvSpPr>
        <p:spPr>
          <a:xfrm>
            <a:off x="795528" y="294894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50</a:t>
            </a:r>
            <a:endParaRPr lang="en-US" sz="1000" dirty="0"/>
          </a:p>
        </p:txBody>
      </p:sp>
      <p:sp>
        <p:nvSpPr>
          <p:cNvPr id="71" name="Shape 69"/>
          <p:cNvSpPr/>
          <p:nvPr/>
        </p:nvSpPr>
        <p:spPr>
          <a:xfrm>
            <a:off x="1179576" y="2715768"/>
            <a:ext cx="54864" cy="91"/>
          </a:xfrm>
          <a:prstGeom prst="line">
            <a:avLst/>
          </a:prstGeom>
          <a:noFill/>
          <a:ln w="12700">
            <a:solidFill>
              <a:srgbClr val="2A1F3D"/>
            </a:solidFill>
            <a:prstDash val="solid"/>
          </a:ln>
        </p:spPr>
      </p:sp>
      <p:sp>
        <p:nvSpPr>
          <p:cNvPr id="72" name="Text 70"/>
          <p:cNvSpPr/>
          <p:nvPr/>
        </p:nvSpPr>
        <p:spPr>
          <a:xfrm>
            <a:off x="795528" y="2624328"/>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60</a:t>
            </a:r>
            <a:endParaRPr lang="en-US" sz="1000" dirty="0"/>
          </a:p>
        </p:txBody>
      </p:sp>
      <p:sp>
        <p:nvSpPr>
          <p:cNvPr id="73" name="Shape 71"/>
          <p:cNvSpPr/>
          <p:nvPr/>
        </p:nvSpPr>
        <p:spPr>
          <a:xfrm>
            <a:off x="1179576" y="2391156"/>
            <a:ext cx="54864" cy="91"/>
          </a:xfrm>
          <a:prstGeom prst="line">
            <a:avLst/>
          </a:prstGeom>
          <a:noFill/>
          <a:ln w="12700">
            <a:solidFill>
              <a:srgbClr val="2A1F3D"/>
            </a:solidFill>
            <a:prstDash val="solid"/>
          </a:ln>
        </p:spPr>
      </p:sp>
      <p:sp>
        <p:nvSpPr>
          <p:cNvPr id="74" name="Text 72"/>
          <p:cNvSpPr/>
          <p:nvPr/>
        </p:nvSpPr>
        <p:spPr>
          <a:xfrm>
            <a:off x="795528" y="2299716"/>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70</a:t>
            </a:r>
            <a:endParaRPr lang="en-US" sz="1000" dirty="0"/>
          </a:p>
        </p:txBody>
      </p:sp>
      <p:sp>
        <p:nvSpPr>
          <p:cNvPr id="75" name="Shape 73"/>
          <p:cNvSpPr/>
          <p:nvPr/>
        </p:nvSpPr>
        <p:spPr>
          <a:xfrm>
            <a:off x="1179576" y="2066544"/>
            <a:ext cx="54864" cy="91"/>
          </a:xfrm>
          <a:prstGeom prst="line">
            <a:avLst/>
          </a:prstGeom>
          <a:noFill/>
          <a:ln w="12700">
            <a:solidFill>
              <a:srgbClr val="2A1F3D"/>
            </a:solidFill>
            <a:prstDash val="solid"/>
          </a:ln>
        </p:spPr>
      </p:sp>
      <p:sp>
        <p:nvSpPr>
          <p:cNvPr id="76" name="Text 74"/>
          <p:cNvSpPr/>
          <p:nvPr/>
        </p:nvSpPr>
        <p:spPr>
          <a:xfrm>
            <a:off x="795528" y="1975104"/>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80</a:t>
            </a:r>
            <a:endParaRPr lang="en-US" sz="1000" dirty="0"/>
          </a:p>
        </p:txBody>
      </p:sp>
      <p:sp>
        <p:nvSpPr>
          <p:cNvPr id="77" name="Shape 75"/>
          <p:cNvSpPr/>
          <p:nvPr/>
        </p:nvSpPr>
        <p:spPr>
          <a:xfrm>
            <a:off x="1179576" y="1741932"/>
            <a:ext cx="54864" cy="91"/>
          </a:xfrm>
          <a:prstGeom prst="line">
            <a:avLst/>
          </a:prstGeom>
          <a:noFill/>
          <a:ln w="12700">
            <a:solidFill>
              <a:srgbClr val="2A1F3D"/>
            </a:solidFill>
            <a:prstDash val="solid"/>
          </a:ln>
        </p:spPr>
      </p:sp>
      <p:sp>
        <p:nvSpPr>
          <p:cNvPr id="78" name="Text 76"/>
          <p:cNvSpPr/>
          <p:nvPr/>
        </p:nvSpPr>
        <p:spPr>
          <a:xfrm>
            <a:off x="795528" y="1650492"/>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90</a:t>
            </a:r>
            <a:endParaRPr lang="en-US" sz="1000" dirty="0"/>
          </a:p>
        </p:txBody>
      </p:sp>
      <p:sp>
        <p:nvSpPr>
          <p:cNvPr id="79" name="Shape 77"/>
          <p:cNvSpPr/>
          <p:nvPr/>
        </p:nvSpPr>
        <p:spPr>
          <a:xfrm>
            <a:off x="1179576" y="1417320"/>
            <a:ext cx="54864" cy="91"/>
          </a:xfrm>
          <a:prstGeom prst="line">
            <a:avLst/>
          </a:prstGeom>
          <a:noFill/>
          <a:ln w="12700">
            <a:solidFill>
              <a:srgbClr val="2A1F3D"/>
            </a:solidFill>
            <a:prstDash val="solid"/>
          </a:ln>
        </p:spPr>
      </p:sp>
      <p:sp>
        <p:nvSpPr>
          <p:cNvPr id="80" name="Text 78"/>
          <p:cNvSpPr/>
          <p:nvPr/>
        </p:nvSpPr>
        <p:spPr>
          <a:xfrm>
            <a:off x="79552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100</a:t>
            </a:r>
            <a:endParaRPr lang="en-US" sz="1000" dirty="0"/>
          </a:p>
        </p:txBody>
      </p:sp>
      <p:sp>
        <p:nvSpPr>
          <p:cNvPr id="81" name="Text 79"/>
          <p:cNvSpPr/>
          <p:nvPr/>
        </p:nvSpPr>
        <p:spPr>
          <a:xfrm>
            <a:off x="1234440" y="4910328"/>
            <a:ext cx="448056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Volume of borax solution / cm³</a:t>
            </a:r>
            <a:endParaRPr lang="en-US" sz="1050" dirty="0"/>
          </a:p>
        </p:txBody>
      </p:sp>
      <p:sp>
        <p:nvSpPr>
          <p:cNvPr id="82" name="Text 80"/>
          <p:cNvSpPr/>
          <p:nvPr/>
        </p:nvSpPr>
        <p:spPr>
          <a:xfrm rot="16200000">
            <a:off x="-955548" y="2912364"/>
            <a:ext cx="32461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Mean time to flow 10 cm / s</a:t>
            </a:r>
            <a:endParaRPr lang="en-US" sz="1050" dirty="0"/>
          </a:p>
        </p:txBody>
      </p:sp>
      <p:sp>
        <p:nvSpPr>
          <p:cNvPr id="83" name="Shape 81"/>
          <p:cNvSpPr/>
          <p:nvPr/>
        </p:nvSpPr>
        <p:spPr>
          <a:xfrm flipV="1">
            <a:off x="1234440" y="4555220"/>
            <a:ext cx="112014" cy="27067"/>
          </a:xfrm>
          <a:prstGeom prst="line">
            <a:avLst/>
          </a:prstGeom>
          <a:noFill/>
          <a:ln w="25400">
            <a:solidFill>
              <a:srgbClr val="6A3FA0"/>
            </a:solidFill>
            <a:prstDash val="solid"/>
          </a:ln>
        </p:spPr>
      </p:sp>
      <p:sp>
        <p:nvSpPr>
          <p:cNvPr id="84" name="Shape 82"/>
          <p:cNvSpPr/>
          <p:nvPr/>
        </p:nvSpPr>
        <p:spPr>
          <a:xfrm flipV="1">
            <a:off x="1346454" y="4526016"/>
            <a:ext cx="112014" cy="29204"/>
          </a:xfrm>
          <a:prstGeom prst="line">
            <a:avLst/>
          </a:prstGeom>
          <a:noFill/>
          <a:ln w="25400">
            <a:solidFill>
              <a:srgbClr val="6A3FA0"/>
            </a:solidFill>
            <a:prstDash val="solid"/>
          </a:ln>
        </p:spPr>
      </p:sp>
      <p:sp>
        <p:nvSpPr>
          <p:cNvPr id="85" name="Shape 83"/>
          <p:cNvSpPr/>
          <p:nvPr/>
        </p:nvSpPr>
        <p:spPr>
          <a:xfrm flipV="1">
            <a:off x="1458468" y="4494674"/>
            <a:ext cx="112014" cy="31342"/>
          </a:xfrm>
          <a:prstGeom prst="line">
            <a:avLst/>
          </a:prstGeom>
          <a:noFill/>
          <a:ln w="25400">
            <a:solidFill>
              <a:srgbClr val="6A3FA0"/>
            </a:solidFill>
            <a:prstDash val="solid"/>
          </a:ln>
        </p:spPr>
      </p:sp>
      <p:sp>
        <p:nvSpPr>
          <p:cNvPr id="86" name="Shape 84"/>
          <p:cNvSpPr/>
          <p:nvPr/>
        </p:nvSpPr>
        <p:spPr>
          <a:xfrm flipV="1">
            <a:off x="1570482" y="4461195"/>
            <a:ext cx="112014" cy="33479"/>
          </a:xfrm>
          <a:prstGeom prst="line">
            <a:avLst/>
          </a:prstGeom>
          <a:noFill/>
          <a:ln w="25400">
            <a:solidFill>
              <a:srgbClr val="6A3FA0"/>
            </a:solidFill>
            <a:prstDash val="solid"/>
          </a:ln>
        </p:spPr>
      </p:sp>
      <p:sp>
        <p:nvSpPr>
          <p:cNvPr id="87" name="Shape 85"/>
          <p:cNvSpPr/>
          <p:nvPr/>
        </p:nvSpPr>
        <p:spPr>
          <a:xfrm flipV="1">
            <a:off x="1682496" y="4425578"/>
            <a:ext cx="112014" cy="35617"/>
          </a:xfrm>
          <a:prstGeom prst="line">
            <a:avLst/>
          </a:prstGeom>
          <a:noFill/>
          <a:ln w="25400">
            <a:solidFill>
              <a:srgbClr val="6A3FA0"/>
            </a:solidFill>
            <a:prstDash val="solid"/>
          </a:ln>
        </p:spPr>
      </p:sp>
      <p:sp>
        <p:nvSpPr>
          <p:cNvPr id="88" name="Shape 86"/>
          <p:cNvSpPr/>
          <p:nvPr/>
        </p:nvSpPr>
        <p:spPr>
          <a:xfrm flipV="1">
            <a:off x="1794510" y="4387824"/>
            <a:ext cx="112014" cy="37754"/>
          </a:xfrm>
          <a:prstGeom prst="line">
            <a:avLst/>
          </a:prstGeom>
          <a:noFill/>
          <a:ln w="25400">
            <a:solidFill>
              <a:srgbClr val="6A3FA0"/>
            </a:solidFill>
            <a:prstDash val="solid"/>
          </a:ln>
        </p:spPr>
      </p:sp>
      <p:sp>
        <p:nvSpPr>
          <p:cNvPr id="89" name="Shape 87"/>
          <p:cNvSpPr/>
          <p:nvPr/>
        </p:nvSpPr>
        <p:spPr>
          <a:xfrm flipV="1">
            <a:off x="1906524" y="4347932"/>
            <a:ext cx="112014" cy="39892"/>
          </a:xfrm>
          <a:prstGeom prst="line">
            <a:avLst/>
          </a:prstGeom>
          <a:noFill/>
          <a:ln w="25400">
            <a:solidFill>
              <a:srgbClr val="6A3FA0"/>
            </a:solidFill>
            <a:prstDash val="solid"/>
          </a:ln>
        </p:spPr>
      </p:sp>
      <p:sp>
        <p:nvSpPr>
          <p:cNvPr id="90" name="Shape 88"/>
          <p:cNvSpPr/>
          <p:nvPr/>
        </p:nvSpPr>
        <p:spPr>
          <a:xfrm flipV="1">
            <a:off x="2018538" y="4305903"/>
            <a:ext cx="112014" cy="42029"/>
          </a:xfrm>
          <a:prstGeom prst="line">
            <a:avLst/>
          </a:prstGeom>
          <a:noFill/>
          <a:ln w="25400">
            <a:solidFill>
              <a:srgbClr val="6A3FA0"/>
            </a:solidFill>
            <a:prstDash val="solid"/>
          </a:ln>
        </p:spPr>
      </p:sp>
      <p:sp>
        <p:nvSpPr>
          <p:cNvPr id="91" name="Shape 89"/>
          <p:cNvSpPr/>
          <p:nvPr/>
        </p:nvSpPr>
        <p:spPr>
          <a:xfrm flipV="1">
            <a:off x="2130552" y="4261736"/>
            <a:ext cx="112014" cy="44167"/>
          </a:xfrm>
          <a:prstGeom prst="line">
            <a:avLst/>
          </a:prstGeom>
          <a:noFill/>
          <a:ln w="25400">
            <a:solidFill>
              <a:srgbClr val="6A3FA0"/>
            </a:solidFill>
            <a:prstDash val="solid"/>
          </a:ln>
        </p:spPr>
      </p:sp>
      <p:sp>
        <p:nvSpPr>
          <p:cNvPr id="92" name="Shape 90"/>
          <p:cNvSpPr/>
          <p:nvPr/>
        </p:nvSpPr>
        <p:spPr>
          <a:xfrm flipV="1">
            <a:off x="2242566" y="4215432"/>
            <a:ext cx="112014" cy="46304"/>
          </a:xfrm>
          <a:prstGeom prst="line">
            <a:avLst/>
          </a:prstGeom>
          <a:noFill/>
          <a:ln w="25400">
            <a:solidFill>
              <a:srgbClr val="6A3FA0"/>
            </a:solidFill>
            <a:prstDash val="solid"/>
          </a:ln>
        </p:spPr>
      </p:sp>
      <p:sp>
        <p:nvSpPr>
          <p:cNvPr id="93" name="Shape 91"/>
          <p:cNvSpPr/>
          <p:nvPr/>
        </p:nvSpPr>
        <p:spPr>
          <a:xfrm flipV="1">
            <a:off x="2354580" y="4166990"/>
            <a:ext cx="112014" cy="48442"/>
          </a:xfrm>
          <a:prstGeom prst="line">
            <a:avLst/>
          </a:prstGeom>
          <a:noFill/>
          <a:ln w="25400">
            <a:solidFill>
              <a:srgbClr val="6A3FA0"/>
            </a:solidFill>
            <a:prstDash val="solid"/>
          </a:ln>
        </p:spPr>
      </p:sp>
      <p:sp>
        <p:nvSpPr>
          <p:cNvPr id="94" name="Shape 92"/>
          <p:cNvSpPr/>
          <p:nvPr/>
        </p:nvSpPr>
        <p:spPr>
          <a:xfrm flipV="1">
            <a:off x="2466594" y="4116411"/>
            <a:ext cx="112014" cy="50579"/>
          </a:xfrm>
          <a:prstGeom prst="line">
            <a:avLst/>
          </a:prstGeom>
          <a:noFill/>
          <a:ln w="25400">
            <a:solidFill>
              <a:srgbClr val="6A3FA0"/>
            </a:solidFill>
            <a:prstDash val="solid"/>
          </a:ln>
        </p:spPr>
      </p:sp>
      <p:sp>
        <p:nvSpPr>
          <p:cNvPr id="95" name="Shape 93"/>
          <p:cNvSpPr/>
          <p:nvPr/>
        </p:nvSpPr>
        <p:spPr>
          <a:xfrm flipV="1">
            <a:off x="2578608" y="4063694"/>
            <a:ext cx="112014" cy="52717"/>
          </a:xfrm>
          <a:prstGeom prst="line">
            <a:avLst/>
          </a:prstGeom>
          <a:noFill/>
          <a:ln w="25400">
            <a:solidFill>
              <a:srgbClr val="6A3FA0"/>
            </a:solidFill>
            <a:prstDash val="solid"/>
          </a:ln>
        </p:spPr>
      </p:sp>
      <p:sp>
        <p:nvSpPr>
          <p:cNvPr id="96" name="Shape 94"/>
          <p:cNvSpPr/>
          <p:nvPr/>
        </p:nvSpPr>
        <p:spPr>
          <a:xfrm flipV="1">
            <a:off x="2690622" y="4008840"/>
            <a:ext cx="112014" cy="54854"/>
          </a:xfrm>
          <a:prstGeom prst="line">
            <a:avLst/>
          </a:prstGeom>
          <a:noFill/>
          <a:ln w="25400">
            <a:solidFill>
              <a:srgbClr val="6A3FA0"/>
            </a:solidFill>
            <a:prstDash val="solid"/>
          </a:ln>
        </p:spPr>
      </p:sp>
      <p:sp>
        <p:nvSpPr>
          <p:cNvPr id="97" name="Shape 95"/>
          <p:cNvSpPr/>
          <p:nvPr/>
        </p:nvSpPr>
        <p:spPr>
          <a:xfrm flipV="1">
            <a:off x="2802636" y="3951848"/>
            <a:ext cx="112014" cy="56992"/>
          </a:xfrm>
          <a:prstGeom prst="line">
            <a:avLst/>
          </a:prstGeom>
          <a:noFill/>
          <a:ln w="25400">
            <a:solidFill>
              <a:srgbClr val="6A3FA0"/>
            </a:solidFill>
            <a:prstDash val="solid"/>
          </a:ln>
        </p:spPr>
      </p:sp>
      <p:sp>
        <p:nvSpPr>
          <p:cNvPr id="98" name="Shape 96"/>
          <p:cNvSpPr/>
          <p:nvPr/>
        </p:nvSpPr>
        <p:spPr>
          <a:xfrm flipV="1">
            <a:off x="2914650" y="3892718"/>
            <a:ext cx="112014" cy="59129"/>
          </a:xfrm>
          <a:prstGeom prst="line">
            <a:avLst/>
          </a:prstGeom>
          <a:noFill/>
          <a:ln w="25400">
            <a:solidFill>
              <a:srgbClr val="6A3FA0"/>
            </a:solidFill>
            <a:prstDash val="solid"/>
          </a:ln>
        </p:spPr>
      </p:sp>
      <p:sp>
        <p:nvSpPr>
          <p:cNvPr id="99" name="Shape 97"/>
          <p:cNvSpPr/>
          <p:nvPr/>
        </p:nvSpPr>
        <p:spPr>
          <a:xfrm flipV="1">
            <a:off x="3026664" y="3831451"/>
            <a:ext cx="112014" cy="61267"/>
          </a:xfrm>
          <a:prstGeom prst="line">
            <a:avLst/>
          </a:prstGeom>
          <a:noFill/>
          <a:ln w="25400">
            <a:solidFill>
              <a:srgbClr val="6A3FA0"/>
            </a:solidFill>
            <a:prstDash val="solid"/>
          </a:ln>
        </p:spPr>
      </p:sp>
      <p:sp>
        <p:nvSpPr>
          <p:cNvPr id="100" name="Shape 98"/>
          <p:cNvSpPr/>
          <p:nvPr/>
        </p:nvSpPr>
        <p:spPr>
          <a:xfrm flipV="1">
            <a:off x="3138678" y="3768047"/>
            <a:ext cx="112014" cy="63404"/>
          </a:xfrm>
          <a:prstGeom prst="line">
            <a:avLst/>
          </a:prstGeom>
          <a:noFill/>
          <a:ln w="25400">
            <a:solidFill>
              <a:srgbClr val="6A3FA0"/>
            </a:solidFill>
            <a:prstDash val="solid"/>
          </a:ln>
        </p:spPr>
      </p:sp>
      <p:sp>
        <p:nvSpPr>
          <p:cNvPr id="101" name="Shape 99"/>
          <p:cNvSpPr/>
          <p:nvPr/>
        </p:nvSpPr>
        <p:spPr>
          <a:xfrm flipV="1">
            <a:off x="3250692" y="3702505"/>
            <a:ext cx="112014" cy="65542"/>
          </a:xfrm>
          <a:prstGeom prst="line">
            <a:avLst/>
          </a:prstGeom>
          <a:noFill/>
          <a:ln w="25400">
            <a:solidFill>
              <a:srgbClr val="6A3FA0"/>
            </a:solidFill>
            <a:prstDash val="solid"/>
          </a:ln>
        </p:spPr>
      </p:sp>
      <p:sp>
        <p:nvSpPr>
          <p:cNvPr id="102" name="Shape 100"/>
          <p:cNvSpPr/>
          <p:nvPr/>
        </p:nvSpPr>
        <p:spPr>
          <a:xfrm flipV="1">
            <a:off x="3362706" y="3634826"/>
            <a:ext cx="112014" cy="67679"/>
          </a:xfrm>
          <a:prstGeom prst="line">
            <a:avLst/>
          </a:prstGeom>
          <a:noFill/>
          <a:ln w="25400">
            <a:solidFill>
              <a:srgbClr val="6A3FA0"/>
            </a:solidFill>
            <a:prstDash val="solid"/>
          </a:ln>
        </p:spPr>
      </p:sp>
      <p:sp>
        <p:nvSpPr>
          <p:cNvPr id="103" name="Shape 101"/>
          <p:cNvSpPr/>
          <p:nvPr/>
        </p:nvSpPr>
        <p:spPr>
          <a:xfrm flipV="1">
            <a:off x="3474720" y="3565009"/>
            <a:ext cx="112014" cy="69817"/>
          </a:xfrm>
          <a:prstGeom prst="line">
            <a:avLst/>
          </a:prstGeom>
          <a:noFill/>
          <a:ln w="25400">
            <a:solidFill>
              <a:srgbClr val="6A3FA0"/>
            </a:solidFill>
            <a:prstDash val="solid"/>
          </a:ln>
        </p:spPr>
      </p:sp>
      <p:sp>
        <p:nvSpPr>
          <p:cNvPr id="104" name="Shape 102"/>
          <p:cNvSpPr/>
          <p:nvPr/>
        </p:nvSpPr>
        <p:spPr>
          <a:xfrm flipV="1">
            <a:off x="3586734" y="3493054"/>
            <a:ext cx="112014" cy="71954"/>
          </a:xfrm>
          <a:prstGeom prst="line">
            <a:avLst/>
          </a:prstGeom>
          <a:noFill/>
          <a:ln w="25400">
            <a:solidFill>
              <a:srgbClr val="6A3FA0"/>
            </a:solidFill>
            <a:prstDash val="solid"/>
          </a:ln>
        </p:spPr>
      </p:sp>
      <p:sp>
        <p:nvSpPr>
          <p:cNvPr id="105" name="Shape 103"/>
          <p:cNvSpPr/>
          <p:nvPr/>
        </p:nvSpPr>
        <p:spPr>
          <a:xfrm flipV="1">
            <a:off x="3698748" y="3418962"/>
            <a:ext cx="112014" cy="74092"/>
          </a:xfrm>
          <a:prstGeom prst="line">
            <a:avLst/>
          </a:prstGeom>
          <a:noFill/>
          <a:ln w="25400">
            <a:solidFill>
              <a:srgbClr val="6A3FA0"/>
            </a:solidFill>
            <a:prstDash val="solid"/>
          </a:ln>
        </p:spPr>
      </p:sp>
      <p:sp>
        <p:nvSpPr>
          <p:cNvPr id="106" name="Shape 104"/>
          <p:cNvSpPr/>
          <p:nvPr/>
        </p:nvSpPr>
        <p:spPr>
          <a:xfrm flipV="1">
            <a:off x="3810762" y="3342733"/>
            <a:ext cx="112014" cy="76229"/>
          </a:xfrm>
          <a:prstGeom prst="line">
            <a:avLst/>
          </a:prstGeom>
          <a:noFill/>
          <a:ln w="25400">
            <a:solidFill>
              <a:srgbClr val="6A3FA0"/>
            </a:solidFill>
            <a:prstDash val="solid"/>
          </a:ln>
        </p:spPr>
      </p:sp>
      <p:sp>
        <p:nvSpPr>
          <p:cNvPr id="107" name="Shape 105"/>
          <p:cNvSpPr/>
          <p:nvPr/>
        </p:nvSpPr>
        <p:spPr>
          <a:xfrm flipV="1">
            <a:off x="3922776" y="3264366"/>
            <a:ext cx="112014" cy="78367"/>
          </a:xfrm>
          <a:prstGeom prst="line">
            <a:avLst/>
          </a:prstGeom>
          <a:noFill/>
          <a:ln w="25400">
            <a:solidFill>
              <a:srgbClr val="6A3FA0"/>
            </a:solidFill>
            <a:prstDash val="solid"/>
          </a:ln>
        </p:spPr>
      </p:sp>
      <p:sp>
        <p:nvSpPr>
          <p:cNvPr id="108" name="Shape 106"/>
          <p:cNvSpPr/>
          <p:nvPr/>
        </p:nvSpPr>
        <p:spPr>
          <a:xfrm flipV="1">
            <a:off x="4034790" y="3183861"/>
            <a:ext cx="112014" cy="80505"/>
          </a:xfrm>
          <a:prstGeom prst="line">
            <a:avLst/>
          </a:prstGeom>
          <a:noFill/>
          <a:ln w="25400">
            <a:solidFill>
              <a:srgbClr val="6A3FA0"/>
            </a:solidFill>
            <a:prstDash val="solid"/>
          </a:ln>
        </p:spPr>
      </p:sp>
      <p:sp>
        <p:nvSpPr>
          <p:cNvPr id="109" name="Shape 107"/>
          <p:cNvSpPr/>
          <p:nvPr/>
        </p:nvSpPr>
        <p:spPr>
          <a:xfrm flipV="1">
            <a:off x="4146804" y="3101219"/>
            <a:ext cx="112014" cy="82642"/>
          </a:xfrm>
          <a:prstGeom prst="line">
            <a:avLst/>
          </a:prstGeom>
          <a:noFill/>
          <a:ln w="25400">
            <a:solidFill>
              <a:srgbClr val="6A3FA0"/>
            </a:solidFill>
            <a:prstDash val="solid"/>
          </a:ln>
        </p:spPr>
      </p:sp>
      <p:sp>
        <p:nvSpPr>
          <p:cNvPr id="110" name="Shape 108"/>
          <p:cNvSpPr/>
          <p:nvPr/>
        </p:nvSpPr>
        <p:spPr>
          <a:xfrm flipV="1">
            <a:off x="4258818" y="3016440"/>
            <a:ext cx="112014" cy="84780"/>
          </a:xfrm>
          <a:prstGeom prst="line">
            <a:avLst/>
          </a:prstGeom>
          <a:noFill/>
          <a:ln w="25400">
            <a:solidFill>
              <a:srgbClr val="6A3FA0"/>
            </a:solidFill>
            <a:prstDash val="solid"/>
          </a:ln>
        </p:spPr>
      </p:sp>
      <p:sp>
        <p:nvSpPr>
          <p:cNvPr id="111" name="Shape 109"/>
          <p:cNvSpPr/>
          <p:nvPr/>
        </p:nvSpPr>
        <p:spPr>
          <a:xfrm flipV="1">
            <a:off x="4370832" y="2929523"/>
            <a:ext cx="112014" cy="86917"/>
          </a:xfrm>
          <a:prstGeom prst="line">
            <a:avLst/>
          </a:prstGeom>
          <a:noFill/>
          <a:ln w="25400">
            <a:solidFill>
              <a:srgbClr val="6A3FA0"/>
            </a:solidFill>
            <a:prstDash val="solid"/>
          </a:ln>
        </p:spPr>
      </p:sp>
      <p:sp>
        <p:nvSpPr>
          <p:cNvPr id="112" name="Shape 110"/>
          <p:cNvSpPr/>
          <p:nvPr/>
        </p:nvSpPr>
        <p:spPr>
          <a:xfrm flipV="1">
            <a:off x="4482846" y="2840468"/>
            <a:ext cx="112014" cy="89055"/>
          </a:xfrm>
          <a:prstGeom prst="line">
            <a:avLst/>
          </a:prstGeom>
          <a:noFill/>
          <a:ln w="25400">
            <a:solidFill>
              <a:srgbClr val="6A3FA0"/>
            </a:solidFill>
            <a:prstDash val="solid"/>
          </a:ln>
        </p:spPr>
      </p:sp>
      <p:sp>
        <p:nvSpPr>
          <p:cNvPr id="113" name="Shape 111"/>
          <p:cNvSpPr/>
          <p:nvPr/>
        </p:nvSpPr>
        <p:spPr>
          <a:xfrm flipV="1">
            <a:off x="4594860" y="2749276"/>
            <a:ext cx="112014" cy="91192"/>
          </a:xfrm>
          <a:prstGeom prst="line">
            <a:avLst/>
          </a:prstGeom>
          <a:noFill/>
          <a:ln w="25400">
            <a:solidFill>
              <a:srgbClr val="6A3FA0"/>
            </a:solidFill>
            <a:prstDash val="solid"/>
          </a:ln>
        </p:spPr>
      </p:sp>
      <p:sp>
        <p:nvSpPr>
          <p:cNvPr id="114" name="Shape 112"/>
          <p:cNvSpPr/>
          <p:nvPr/>
        </p:nvSpPr>
        <p:spPr>
          <a:xfrm flipV="1">
            <a:off x="4706874" y="2655947"/>
            <a:ext cx="112014" cy="93330"/>
          </a:xfrm>
          <a:prstGeom prst="line">
            <a:avLst/>
          </a:prstGeom>
          <a:noFill/>
          <a:ln w="25400">
            <a:solidFill>
              <a:srgbClr val="6A3FA0"/>
            </a:solidFill>
            <a:prstDash val="solid"/>
          </a:ln>
        </p:spPr>
      </p:sp>
      <p:sp>
        <p:nvSpPr>
          <p:cNvPr id="115" name="Shape 113"/>
          <p:cNvSpPr/>
          <p:nvPr/>
        </p:nvSpPr>
        <p:spPr>
          <a:xfrm flipV="1">
            <a:off x="4818888" y="2560480"/>
            <a:ext cx="112014" cy="95467"/>
          </a:xfrm>
          <a:prstGeom prst="line">
            <a:avLst/>
          </a:prstGeom>
          <a:noFill/>
          <a:ln w="25400">
            <a:solidFill>
              <a:srgbClr val="6A3FA0"/>
            </a:solidFill>
            <a:prstDash val="solid"/>
          </a:ln>
        </p:spPr>
      </p:sp>
      <p:sp>
        <p:nvSpPr>
          <p:cNvPr id="116" name="Shape 114"/>
          <p:cNvSpPr/>
          <p:nvPr/>
        </p:nvSpPr>
        <p:spPr>
          <a:xfrm flipV="1">
            <a:off x="4930902" y="2462875"/>
            <a:ext cx="112014" cy="97605"/>
          </a:xfrm>
          <a:prstGeom prst="line">
            <a:avLst/>
          </a:prstGeom>
          <a:noFill/>
          <a:ln w="25400">
            <a:solidFill>
              <a:srgbClr val="6A3FA0"/>
            </a:solidFill>
            <a:prstDash val="solid"/>
          </a:ln>
        </p:spPr>
      </p:sp>
      <p:sp>
        <p:nvSpPr>
          <p:cNvPr id="117" name="Shape 115"/>
          <p:cNvSpPr/>
          <p:nvPr/>
        </p:nvSpPr>
        <p:spPr>
          <a:xfrm flipV="1">
            <a:off x="5042916" y="2363133"/>
            <a:ext cx="112014" cy="99742"/>
          </a:xfrm>
          <a:prstGeom prst="line">
            <a:avLst/>
          </a:prstGeom>
          <a:noFill/>
          <a:ln w="25400">
            <a:solidFill>
              <a:srgbClr val="6A3FA0"/>
            </a:solidFill>
            <a:prstDash val="solid"/>
          </a:ln>
        </p:spPr>
      </p:sp>
      <p:sp>
        <p:nvSpPr>
          <p:cNvPr id="118" name="Shape 116"/>
          <p:cNvSpPr/>
          <p:nvPr/>
        </p:nvSpPr>
        <p:spPr>
          <a:xfrm flipV="1">
            <a:off x="5154930" y="2261253"/>
            <a:ext cx="112014" cy="101880"/>
          </a:xfrm>
          <a:prstGeom prst="line">
            <a:avLst/>
          </a:prstGeom>
          <a:noFill/>
          <a:ln w="25400">
            <a:solidFill>
              <a:srgbClr val="6A3FA0"/>
            </a:solidFill>
            <a:prstDash val="solid"/>
          </a:ln>
        </p:spPr>
      </p:sp>
      <p:sp>
        <p:nvSpPr>
          <p:cNvPr id="119" name="Shape 117"/>
          <p:cNvSpPr/>
          <p:nvPr/>
        </p:nvSpPr>
        <p:spPr>
          <a:xfrm flipV="1">
            <a:off x="5266944" y="2157236"/>
            <a:ext cx="112014" cy="104017"/>
          </a:xfrm>
          <a:prstGeom prst="line">
            <a:avLst/>
          </a:prstGeom>
          <a:noFill/>
          <a:ln w="25400">
            <a:solidFill>
              <a:srgbClr val="6A3FA0"/>
            </a:solidFill>
            <a:prstDash val="solid"/>
          </a:ln>
        </p:spPr>
      </p:sp>
      <p:sp>
        <p:nvSpPr>
          <p:cNvPr id="120" name="Shape 118"/>
          <p:cNvSpPr/>
          <p:nvPr/>
        </p:nvSpPr>
        <p:spPr>
          <a:xfrm flipV="1">
            <a:off x="5378958" y="2051081"/>
            <a:ext cx="112014" cy="106155"/>
          </a:xfrm>
          <a:prstGeom prst="line">
            <a:avLst/>
          </a:prstGeom>
          <a:noFill/>
          <a:ln w="25400">
            <a:solidFill>
              <a:srgbClr val="6A3FA0"/>
            </a:solidFill>
            <a:prstDash val="solid"/>
          </a:ln>
        </p:spPr>
      </p:sp>
      <p:sp>
        <p:nvSpPr>
          <p:cNvPr id="121" name="Shape 119"/>
          <p:cNvSpPr/>
          <p:nvPr/>
        </p:nvSpPr>
        <p:spPr>
          <a:xfrm flipV="1">
            <a:off x="5490972" y="1942789"/>
            <a:ext cx="112014" cy="108292"/>
          </a:xfrm>
          <a:prstGeom prst="line">
            <a:avLst/>
          </a:prstGeom>
          <a:noFill/>
          <a:ln w="25400">
            <a:solidFill>
              <a:srgbClr val="6A3FA0"/>
            </a:solidFill>
            <a:prstDash val="solid"/>
          </a:ln>
        </p:spPr>
      </p:sp>
      <p:sp>
        <p:nvSpPr>
          <p:cNvPr id="122" name="Shape 120"/>
          <p:cNvSpPr/>
          <p:nvPr/>
        </p:nvSpPr>
        <p:spPr>
          <a:xfrm flipV="1">
            <a:off x="5602986" y="1832360"/>
            <a:ext cx="112014" cy="110430"/>
          </a:xfrm>
          <a:prstGeom prst="line">
            <a:avLst/>
          </a:prstGeom>
          <a:noFill/>
          <a:ln w="25400">
            <a:solidFill>
              <a:srgbClr val="6A3FA0"/>
            </a:solidFill>
            <a:prstDash val="solid"/>
          </a:ln>
        </p:spPr>
      </p:sp>
      <p:sp>
        <p:nvSpPr>
          <p:cNvPr id="123" name="Shape 121"/>
          <p:cNvSpPr/>
          <p:nvPr/>
        </p:nvSpPr>
        <p:spPr>
          <a:xfrm>
            <a:off x="1234440" y="4533595"/>
            <a:ext cx="91" cy="64922"/>
          </a:xfrm>
          <a:prstGeom prst="line">
            <a:avLst/>
          </a:prstGeom>
          <a:noFill/>
          <a:ln w="15875">
            <a:solidFill>
              <a:srgbClr val="2A1F3D"/>
            </a:solidFill>
            <a:prstDash val="solid"/>
          </a:ln>
        </p:spPr>
      </p:sp>
      <p:sp>
        <p:nvSpPr>
          <p:cNvPr id="124" name="Shape 122"/>
          <p:cNvSpPr/>
          <p:nvPr/>
        </p:nvSpPr>
        <p:spPr>
          <a:xfrm>
            <a:off x="1170432" y="4533595"/>
            <a:ext cx="128016" cy="91"/>
          </a:xfrm>
          <a:prstGeom prst="line">
            <a:avLst/>
          </a:prstGeom>
          <a:noFill/>
          <a:ln w="15875">
            <a:solidFill>
              <a:srgbClr val="2A1F3D"/>
            </a:solidFill>
            <a:prstDash val="solid"/>
          </a:ln>
        </p:spPr>
      </p:sp>
      <p:sp>
        <p:nvSpPr>
          <p:cNvPr id="125" name="Shape 123"/>
          <p:cNvSpPr/>
          <p:nvPr/>
        </p:nvSpPr>
        <p:spPr>
          <a:xfrm>
            <a:off x="1170432" y="4598518"/>
            <a:ext cx="128016" cy="91"/>
          </a:xfrm>
          <a:prstGeom prst="line">
            <a:avLst/>
          </a:prstGeom>
          <a:noFill/>
          <a:ln w="15875">
            <a:solidFill>
              <a:srgbClr val="2A1F3D"/>
            </a:solidFill>
            <a:prstDash val="solid"/>
          </a:ln>
        </p:spPr>
      </p:sp>
      <p:sp>
        <p:nvSpPr>
          <p:cNvPr id="126" name="Shape 124"/>
          <p:cNvSpPr/>
          <p:nvPr/>
        </p:nvSpPr>
        <p:spPr>
          <a:xfrm>
            <a:off x="2130552" y="4306367"/>
            <a:ext cx="91" cy="64922"/>
          </a:xfrm>
          <a:prstGeom prst="line">
            <a:avLst/>
          </a:prstGeom>
          <a:noFill/>
          <a:ln w="15875">
            <a:solidFill>
              <a:srgbClr val="2A1F3D"/>
            </a:solidFill>
            <a:prstDash val="solid"/>
          </a:ln>
        </p:spPr>
      </p:sp>
      <p:sp>
        <p:nvSpPr>
          <p:cNvPr id="127" name="Shape 125"/>
          <p:cNvSpPr/>
          <p:nvPr/>
        </p:nvSpPr>
        <p:spPr>
          <a:xfrm>
            <a:off x="2066544" y="4306367"/>
            <a:ext cx="128016" cy="91"/>
          </a:xfrm>
          <a:prstGeom prst="line">
            <a:avLst/>
          </a:prstGeom>
          <a:noFill/>
          <a:ln w="15875">
            <a:solidFill>
              <a:srgbClr val="2A1F3D"/>
            </a:solidFill>
            <a:prstDash val="solid"/>
          </a:ln>
        </p:spPr>
      </p:sp>
      <p:sp>
        <p:nvSpPr>
          <p:cNvPr id="128" name="Shape 126"/>
          <p:cNvSpPr/>
          <p:nvPr/>
        </p:nvSpPr>
        <p:spPr>
          <a:xfrm>
            <a:off x="2066544" y="4371289"/>
            <a:ext cx="128016" cy="91"/>
          </a:xfrm>
          <a:prstGeom prst="line">
            <a:avLst/>
          </a:prstGeom>
          <a:noFill/>
          <a:ln w="15875">
            <a:solidFill>
              <a:srgbClr val="2A1F3D"/>
            </a:solidFill>
            <a:prstDash val="solid"/>
          </a:ln>
        </p:spPr>
      </p:sp>
      <p:sp>
        <p:nvSpPr>
          <p:cNvPr id="129" name="Shape 127"/>
          <p:cNvSpPr/>
          <p:nvPr/>
        </p:nvSpPr>
        <p:spPr>
          <a:xfrm>
            <a:off x="3026664" y="3819449"/>
            <a:ext cx="91" cy="129845"/>
          </a:xfrm>
          <a:prstGeom prst="line">
            <a:avLst/>
          </a:prstGeom>
          <a:noFill/>
          <a:ln w="15875">
            <a:solidFill>
              <a:srgbClr val="2A1F3D"/>
            </a:solidFill>
            <a:prstDash val="solid"/>
          </a:ln>
        </p:spPr>
      </p:sp>
      <p:sp>
        <p:nvSpPr>
          <p:cNvPr id="130" name="Shape 128"/>
          <p:cNvSpPr/>
          <p:nvPr/>
        </p:nvSpPr>
        <p:spPr>
          <a:xfrm>
            <a:off x="2962656" y="3819449"/>
            <a:ext cx="128016" cy="91"/>
          </a:xfrm>
          <a:prstGeom prst="line">
            <a:avLst/>
          </a:prstGeom>
          <a:noFill/>
          <a:ln w="15875">
            <a:solidFill>
              <a:srgbClr val="2A1F3D"/>
            </a:solidFill>
            <a:prstDash val="solid"/>
          </a:ln>
        </p:spPr>
      </p:sp>
      <p:sp>
        <p:nvSpPr>
          <p:cNvPr id="131" name="Shape 129"/>
          <p:cNvSpPr/>
          <p:nvPr/>
        </p:nvSpPr>
        <p:spPr>
          <a:xfrm>
            <a:off x="2962656" y="3949294"/>
            <a:ext cx="128016" cy="91"/>
          </a:xfrm>
          <a:prstGeom prst="line">
            <a:avLst/>
          </a:prstGeom>
          <a:noFill/>
          <a:ln w="15875">
            <a:solidFill>
              <a:srgbClr val="2A1F3D"/>
            </a:solidFill>
            <a:prstDash val="solid"/>
          </a:ln>
        </p:spPr>
      </p:sp>
      <p:sp>
        <p:nvSpPr>
          <p:cNvPr id="132" name="Shape 130"/>
          <p:cNvSpPr/>
          <p:nvPr/>
        </p:nvSpPr>
        <p:spPr>
          <a:xfrm>
            <a:off x="3922776" y="3235147"/>
            <a:ext cx="91" cy="194767"/>
          </a:xfrm>
          <a:prstGeom prst="line">
            <a:avLst/>
          </a:prstGeom>
          <a:noFill/>
          <a:ln w="15875">
            <a:solidFill>
              <a:srgbClr val="2A1F3D"/>
            </a:solidFill>
            <a:prstDash val="solid"/>
          </a:ln>
        </p:spPr>
      </p:sp>
      <p:sp>
        <p:nvSpPr>
          <p:cNvPr id="133" name="Shape 131"/>
          <p:cNvSpPr/>
          <p:nvPr/>
        </p:nvSpPr>
        <p:spPr>
          <a:xfrm>
            <a:off x="3858768" y="3235147"/>
            <a:ext cx="128016" cy="91"/>
          </a:xfrm>
          <a:prstGeom prst="line">
            <a:avLst/>
          </a:prstGeom>
          <a:noFill/>
          <a:ln w="15875">
            <a:solidFill>
              <a:srgbClr val="2A1F3D"/>
            </a:solidFill>
            <a:prstDash val="solid"/>
          </a:ln>
        </p:spPr>
      </p:sp>
      <p:sp>
        <p:nvSpPr>
          <p:cNvPr id="134" name="Shape 132"/>
          <p:cNvSpPr/>
          <p:nvPr/>
        </p:nvSpPr>
        <p:spPr>
          <a:xfrm>
            <a:off x="3858768" y="3429914"/>
            <a:ext cx="128016" cy="91"/>
          </a:xfrm>
          <a:prstGeom prst="line">
            <a:avLst/>
          </a:prstGeom>
          <a:noFill/>
          <a:ln w="15875">
            <a:solidFill>
              <a:srgbClr val="2A1F3D"/>
            </a:solidFill>
            <a:prstDash val="solid"/>
          </a:ln>
        </p:spPr>
      </p:sp>
      <p:sp>
        <p:nvSpPr>
          <p:cNvPr id="135" name="Shape 133"/>
          <p:cNvSpPr/>
          <p:nvPr/>
        </p:nvSpPr>
        <p:spPr>
          <a:xfrm>
            <a:off x="4818888" y="2618384"/>
            <a:ext cx="91" cy="64922"/>
          </a:xfrm>
          <a:prstGeom prst="line">
            <a:avLst/>
          </a:prstGeom>
          <a:noFill/>
          <a:ln w="15875">
            <a:solidFill>
              <a:srgbClr val="2A1F3D"/>
            </a:solidFill>
            <a:prstDash val="solid"/>
          </a:ln>
        </p:spPr>
      </p:sp>
      <p:sp>
        <p:nvSpPr>
          <p:cNvPr id="136" name="Shape 134"/>
          <p:cNvSpPr/>
          <p:nvPr/>
        </p:nvSpPr>
        <p:spPr>
          <a:xfrm>
            <a:off x="4754880" y="2618384"/>
            <a:ext cx="128016" cy="91"/>
          </a:xfrm>
          <a:prstGeom prst="line">
            <a:avLst/>
          </a:prstGeom>
          <a:noFill/>
          <a:ln w="15875">
            <a:solidFill>
              <a:srgbClr val="2A1F3D"/>
            </a:solidFill>
            <a:prstDash val="solid"/>
          </a:ln>
        </p:spPr>
      </p:sp>
      <p:sp>
        <p:nvSpPr>
          <p:cNvPr id="137" name="Shape 135"/>
          <p:cNvSpPr/>
          <p:nvPr/>
        </p:nvSpPr>
        <p:spPr>
          <a:xfrm>
            <a:off x="4754880" y="2683307"/>
            <a:ext cx="128016" cy="91"/>
          </a:xfrm>
          <a:prstGeom prst="line">
            <a:avLst/>
          </a:prstGeom>
          <a:noFill/>
          <a:ln w="15875">
            <a:solidFill>
              <a:srgbClr val="2A1F3D"/>
            </a:solidFill>
            <a:prstDash val="solid"/>
          </a:ln>
        </p:spPr>
      </p:sp>
      <p:sp>
        <p:nvSpPr>
          <p:cNvPr id="138" name="Shape 136"/>
          <p:cNvSpPr/>
          <p:nvPr/>
        </p:nvSpPr>
        <p:spPr>
          <a:xfrm>
            <a:off x="5715000" y="1774393"/>
            <a:ext cx="91" cy="129845"/>
          </a:xfrm>
          <a:prstGeom prst="line">
            <a:avLst/>
          </a:prstGeom>
          <a:noFill/>
          <a:ln w="15875">
            <a:solidFill>
              <a:srgbClr val="2A1F3D"/>
            </a:solidFill>
            <a:prstDash val="solid"/>
          </a:ln>
        </p:spPr>
      </p:sp>
      <p:sp>
        <p:nvSpPr>
          <p:cNvPr id="139" name="Shape 137"/>
          <p:cNvSpPr/>
          <p:nvPr/>
        </p:nvSpPr>
        <p:spPr>
          <a:xfrm>
            <a:off x="5650992" y="1774393"/>
            <a:ext cx="128016" cy="91"/>
          </a:xfrm>
          <a:prstGeom prst="line">
            <a:avLst/>
          </a:prstGeom>
          <a:noFill/>
          <a:ln w="15875">
            <a:solidFill>
              <a:srgbClr val="2A1F3D"/>
            </a:solidFill>
            <a:prstDash val="solid"/>
          </a:ln>
        </p:spPr>
      </p:sp>
      <p:sp>
        <p:nvSpPr>
          <p:cNvPr id="140" name="Shape 138"/>
          <p:cNvSpPr/>
          <p:nvPr/>
        </p:nvSpPr>
        <p:spPr>
          <a:xfrm>
            <a:off x="5650992" y="1904238"/>
            <a:ext cx="128016" cy="91"/>
          </a:xfrm>
          <a:prstGeom prst="line">
            <a:avLst/>
          </a:prstGeom>
          <a:noFill/>
          <a:ln w="15875">
            <a:solidFill>
              <a:srgbClr val="2A1F3D"/>
            </a:solidFill>
            <a:prstDash val="solid"/>
          </a:ln>
        </p:spPr>
      </p:sp>
      <p:sp>
        <p:nvSpPr>
          <p:cNvPr id="141" name="Shape 139"/>
          <p:cNvSpPr/>
          <p:nvPr/>
        </p:nvSpPr>
        <p:spPr>
          <a:xfrm>
            <a:off x="1188720" y="4520336"/>
            <a:ext cx="91440" cy="91440"/>
          </a:xfrm>
          <a:prstGeom prst="line">
            <a:avLst/>
          </a:prstGeom>
          <a:noFill/>
          <a:ln w="15875">
            <a:solidFill>
              <a:srgbClr val="C8414C"/>
            </a:solidFill>
            <a:prstDash val="solid"/>
          </a:ln>
        </p:spPr>
      </p:sp>
      <p:sp>
        <p:nvSpPr>
          <p:cNvPr id="142" name="Shape 140"/>
          <p:cNvSpPr/>
          <p:nvPr/>
        </p:nvSpPr>
        <p:spPr>
          <a:xfrm flipV="1">
            <a:off x="1188720" y="4520336"/>
            <a:ext cx="91440" cy="91440"/>
          </a:xfrm>
          <a:prstGeom prst="line">
            <a:avLst/>
          </a:prstGeom>
          <a:noFill/>
          <a:ln w="15875">
            <a:solidFill>
              <a:srgbClr val="C8414C"/>
            </a:solidFill>
            <a:prstDash val="solid"/>
          </a:ln>
        </p:spPr>
      </p:sp>
      <p:sp>
        <p:nvSpPr>
          <p:cNvPr id="143" name="Shape 141"/>
          <p:cNvSpPr/>
          <p:nvPr/>
        </p:nvSpPr>
        <p:spPr>
          <a:xfrm>
            <a:off x="2084832" y="4293108"/>
            <a:ext cx="91440" cy="91440"/>
          </a:xfrm>
          <a:prstGeom prst="line">
            <a:avLst/>
          </a:prstGeom>
          <a:noFill/>
          <a:ln w="15875">
            <a:solidFill>
              <a:srgbClr val="C8414C"/>
            </a:solidFill>
            <a:prstDash val="solid"/>
          </a:ln>
        </p:spPr>
      </p:sp>
      <p:sp>
        <p:nvSpPr>
          <p:cNvPr id="144" name="Shape 142"/>
          <p:cNvSpPr/>
          <p:nvPr/>
        </p:nvSpPr>
        <p:spPr>
          <a:xfrm flipV="1">
            <a:off x="2084832" y="4293108"/>
            <a:ext cx="91440" cy="91440"/>
          </a:xfrm>
          <a:prstGeom prst="line">
            <a:avLst/>
          </a:prstGeom>
          <a:noFill/>
          <a:ln w="15875">
            <a:solidFill>
              <a:srgbClr val="C8414C"/>
            </a:solidFill>
            <a:prstDash val="solid"/>
          </a:ln>
        </p:spPr>
      </p:sp>
      <p:sp>
        <p:nvSpPr>
          <p:cNvPr id="145" name="Shape 143"/>
          <p:cNvSpPr/>
          <p:nvPr/>
        </p:nvSpPr>
        <p:spPr>
          <a:xfrm>
            <a:off x="2980944" y="3838651"/>
            <a:ext cx="91440" cy="91440"/>
          </a:xfrm>
          <a:prstGeom prst="line">
            <a:avLst/>
          </a:prstGeom>
          <a:noFill/>
          <a:ln w="15875">
            <a:solidFill>
              <a:srgbClr val="C8414C"/>
            </a:solidFill>
            <a:prstDash val="solid"/>
          </a:ln>
        </p:spPr>
      </p:sp>
      <p:sp>
        <p:nvSpPr>
          <p:cNvPr id="146" name="Shape 144"/>
          <p:cNvSpPr/>
          <p:nvPr/>
        </p:nvSpPr>
        <p:spPr>
          <a:xfrm flipV="1">
            <a:off x="2980944" y="3838651"/>
            <a:ext cx="91440" cy="91440"/>
          </a:xfrm>
          <a:prstGeom prst="line">
            <a:avLst/>
          </a:prstGeom>
          <a:noFill/>
          <a:ln w="15875">
            <a:solidFill>
              <a:srgbClr val="C8414C"/>
            </a:solidFill>
            <a:prstDash val="solid"/>
          </a:ln>
        </p:spPr>
      </p:sp>
      <p:sp>
        <p:nvSpPr>
          <p:cNvPr id="147" name="Shape 145"/>
          <p:cNvSpPr/>
          <p:nvPr/>
        </p:nvSpPr>
        <p:spPr>
          <a:xfrm>
            <a:off x="3877056" y="3286811"/>
            <a:ext cx="91440" cy="91440"/>
          </a:xfrm>
          <a:prstGeom prst="line">
            <a:avLst/>
          </a:prstGeom>
          <a:noFill/>
          <a:ln w="15875">
            <a:solidFill>
              <a:srgbClr val="C8414C"/>
            </a:solidFill>
            <a:prstDash val="solid"/>
          </a:ln>
        </p:spPr>
      </p:sp>
      <p:sp>
        <p:nvSpPr>
          <p:cNvPr id="148" name="Shape 146"/>
          <p:cNvSpPr/>
          <p:nvPr/>
        </p:nvSpPr>
        <p:spPr>
          <a:xfrm flipV="1">
            <a:off x="3877056" y="3286811"/>
            <a:ext cx="91440" cy="91440"/>
          </a:xfrm>
          <a:prstGeom prst="line">
            <a:avLst/>
          </a:prstGeom>
          <a:noFill/>
          <a:ln w="15875">
            <a:solidFill>
              <a:srgbClr val="C8414C"/>
            </a:solidFill>
            <a:prstDash val="solid"/>
          </a:ln>
        </p:spPr>
      </p:sp>
      <p:sp>
        <p:nvSpPr>
          <p:cNvPr id="149" name="Shape 147"/>
          <p:cNvSpPr/>
          <p:nvPr/>
        </p:nvSpPr>
        <p:spPr>
          <a:xfrm>
            <a:off x="4773168" y="2605126"/>
            <a:ext cx="91440" cy="91440"/>
          </a:xfrm>
          <a:prstGeom prst="line">
            <a:avLst/>
          </a:prstGeom>
          <a:noFill/>
          <a:ln w="15875">
            <a:solidFill>
              <a:srgbClr val="C8414C"/>
            </a:solidFill>
            <a:prstDash val="solid"/>
          </a:ln>
        </p:spPr>
      </p:sp>
      <p:sp>
        <p:nvSpPr>
          <p:cNvPr id="150" name="Shape 148"/>
          <p:cNvSpPr/>
          <p:nvPr/>
        </p:nvSpPr>
        <p:spPr>
          <a:xfrm flipV="1">
            <a:off x="4773168" y="2605126"/>
            <a:ext cx="91440" cy="91440"/>
          </a:xfrm>
          <a:prstGeom prst="line">
            <a:avLst/>
          </a:prstGeom>
          <a:noFill/>
          <a:ln w="15875">
            <a:solidFill>
              <a:srgbClr val="C8414C"/>
            </a:solidFill>
            <a:prstDash val="solid"/>
          </a:ln>
        </p:spPr>
      </p:sp>
      <p:sp>
        <p:nvSpPr>
          <p:cNvPr id="151" name="Shape 149"/>
          <p:cNvSpPr/>
          <p:nvPr/>
        </p:nvSpPr>
        <p:spPr>
          <a:xfrm>
            <a:off x="5669280" y="1793596"/>
            <a:ext cx="91440" cy="91440"/>
          </a:xfrm>
          <a:prstGeom prst="line">
            <a:avLst/>
          </a:prstGeom>
          <a:noFill/>
          <a:ln w="15875">
            <a:solidFill>
              <a:srgbClr val="C8414C"/>
            </a:solidFill>
            <a:prstDash val="solid"/>
          </a:ln>
        </p:spPr>
      </p:sp>
      <p:sp>
        <p:nvSpPr>
          <p:cNvPr id="152" name="Shape 150"/>
          <p:cNvSpPr/>
          <p:nvPr/>
        </p:nvSpPr>
        <p:spPr>
          <a:xfrm flipV="1">
            <a:off x="5669280" y="1793596"/>
            <a:ext cx="91440" cy="91440"/>
          </a:xfrm>
          <a:prstGeom prst="line">
            <a:avLst/>
          </a:prstGeom>
          <a:noFill/>
          <a:ln w="15875">
            <a:solidFill>
              <a:srgbClr val="C8414C"/>
            </a:solidFill>
            <a:prstDash val="solid"/>
          </a:ln>
        </p:spPr>
      </p:sp>
      <p:sp>
        <p:nvSpPr>
          <p:cNvPr id="153" name="Shape 151"/>
          <p:cNvSpPr/>
          <p:nvPr/>
        </p:nvSpPr>
        <p:spPr>
          <a:xfrm>
            <a:off x="4736592" y="1724558"/>
            <a:ext cx="164592" cy="164592"/>
          </a:xfrm>
          <a:prstGeom prst="ellipse">
            <a:avLst/>
          </a:prstGeom>
          <a:ln w="19050">
            <a:solidFill>
              <a:srgbClr val="B8730A"/>
            </a:solidFill>
            <a:prstDash val="solid"/>
          </a:ln>
        </p:spPr>
      </p:sp>
      <p:sp>
        <p:nvSpPr>
          <p:cNvPr id="154" name="Text 152"/>
          <p:cNvSpPr/>
          <p:nvPr/>
        </p:nvSpPr>
        <p:spPr>
          <a:xfrm>
            <a:off x="3218688" y="1697126"/>
            <a:ext cx="1463040" cy="201168"/>
          </a:xfrm>
          <a:prstGeom prst="rect">
            <a:avLst/>
          </a:prstGeom>
          <a:noFill/>
          <a:ln/>
        </p:spPr>
        <p:txBody>
          <a:bodyPr wrap="square" lIns="0" tIns="0" rIns="0" bIns="0" rtlCol="0" anchor="ctr"/>
          <a:lstStyle/>
          <a:p>
            <a:pPr algn="r" indent="0" marL="0">
              <a:buNone/>
            </a:pPr>
            <a:r>
              <a:rPr lang="en-US" sz="1000" b="1" dirty="0">
                <a:solidFill>
                  <a:srgbClr val="B8730A"/>
                </a:solidFill>
                <a:latin typeface="Calibri" pitchFamily="34" charset="0"/>
                <a:ea typeface="Calibri" pitchFamily="34" charset="-122"/>
                <a:cs typeface="Calibri" pitchFamily="34" charset="-120"/>
              </a:rPr>
              <a:t>anomaly 88 s (not used)</a:t>
            </a:r>
            <a:endParaRPr lang="en-US" sz="1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17920" y="1188720"/>
          <a:ext cx="5559552" cy="914400"/>
        </p:xfrm>
        <a:graphic>
          <a:graphicData uri="http://schemas.openxmlformats.org/drawingml/2006/table">
            <a:tbl>
              <a:tblPr/>
              <a:tblGrid>
                <a:gridCol w="1170432"/>
                <a:gridCol w="1097280"/>
                <a:gridCol w="1097280"/>
                <a:gridCol w="1097280"/>
                <a:gridCol w="1097280"/>
              </a:tblGrid>
              <a:tr h="219456">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Borax / cm³</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Trial 1 / 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Trial 2 / 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Trial 3 / 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Mean / s</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2A1F3D"/>
                    </a:solidFill>
                  </a:tcPr>
                </a:tc>
              </a:tr>
              <a:tr h="21945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1945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1945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22</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26</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24</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1945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44</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38</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41</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r h="21945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61</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B8730A"/>
                          </a:solidFill>
                          <a:latin typeface="Calibri" pitchFamily="34" charset="0"/>
                          <a:ea typeface="Calibri" pitchFamily="34" charset="-122"/>
                          <a:cs typeface="Calibri" pitchFamily="34" charset="-120"/>
                        </a:rPr>
                        <a:t>88</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63</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62</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8F5FC"/>
                    </a:solidFill>
                  </a:tcPr>
                </a:tc>
              </a:tr>
              <a:tr h="219456">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85</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89</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62B3A"/>
                          </a:solidFill>
                          <a:latin typeface="Calibri" pitchFamily="34" charset="0"/>
                          <a:ea typeface="Calibri" pitchFamily="34" charset="-122"/>
                          <a:cs typeface="Calibri" pitchFamily="34" charset="-120"/>
                        </a:rPr>
                        <a:t>87</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262B3A"/>
                          </a:solidFill>
                          <a:latin typeface="Calibri" pitchFamily="34" charset="0"/>
                          <a:ea typeface="Calibri" pitchFamily="34" charset="-122"/>
                          <a:cs typeface="Calibri" pitchFamily="34" charset="-120"/>
                        </a:rPr>
                        <a:t>87</a:t>
                      </a:r>
                      <a:endParaRPr lang="en-US" sz="1050" dirty="0">
                        <a:latin typeface="Calibri" charset="0"/>
                        <a:ea typeface="Calibri" charset="0"/>
                        <a:cs typeface="Calibri" charset="0"/>
                      </a:endParaRPr>
                    </a:p>
                  </a:txBody>
                  <a:tcPr marL="91440" marR="91440" marT="45720" marB="45720" anchor="ctr">
                    <a:lnL w="9525" cap="flat" cmpd="sng" algn="ctr">
                      <a:solidFill>
                        <a:srgbClr val="DDD3EC"/>
                      </a:solidFill>
                      <a:prstDash val="solid"/>
                      <a:round/>
                      <a:headEnd type="none" w="med" len="med"/>
                      <a:tailEnd type="none" w="med" len="med"/>
                    </a:lnL>
                    <a:lnR w="9525" cap="flat" cmpd="sng" algn="ctr">
                      <a:solidFill>
                        <a:srgbClr val="DDD3EC"/>
                      </a:solidFill>
                      <a:prstDash val="solid"/>
                      <a:round/>
                      <a:headEnd type="none" w="med" len="med"/>
                      <a:tailEnd type="none" w="med" len="med"/>
                    </a:lnR>
                    <a:lnT w="9525" cap="flat" cmpd="sng" algn="ctr">
                      <a:solidFill>
                        <a:srgbClr val="DDD3EC"/>
                      </a:solidFill>
                      <a:prstDash val="solid"/>
                      <a:round/>
                      <a:headEnd type="none" w="med" len="med"/>
                      <a:tailEnd type="none" w="med" len="med"/>
                    </a:lnT>
                    <a:lnB w="9525" cap="flat" cmpd="sng" algn="ctr">
                      <a:solidFill>
                        <a:srgbClr val="DDD3EC"/>
                      </a:solidFill>
                      <a:prstDash val="solid"/>
                      <a:round/>
                      <a:headEnd type="none" w="med" len="med"/>
                      <a:tailEnd type="none" w="med" len="med"/>
                    </a:lnB>
                    <a:solidFill>
                      <a:srgbClr val="FFFFFF"/>
                    </a:solidFill>
                  </a:tcPr>
                </a:tc>
              </a:tr>
            </a:tbl>
          </a:graphicData>
        </a:graphic>
      </p:graphicFrame>
      <p:sp>
        <p:nvSpPr>
          <p:cNvPr id="156" name="Shape 153"/>
          <p:cNvSpPr/>
          <p:nvPr/>
        </p:nvSpPr>
        <p:spPr>
          <a:xfrm>
            <a:off x="6217920" y="2880360"/>
            <a:ext cx="5559552" cy="1508760"/>
          </a:xfrm>
          <a:prstGeom prst="roundRect">
            <a:avLst>
              <a:gd name="adj" fmla="val 3636"/>
            </a:avLst>
          </a:prstGeom>
          <a:solidFill>
            <a:srgbClr val="FFF4E0"/>
          </a:solidFill>
          <a:ln w="9525">
            <a:solidFill>
              <a:srgbClr val="F1D9A8"/>
            </a:solidFill>
            <a:prstDash val="solid"/>
          </a:ln>
        </p:spPr>
      </p:sp>
      <p:sp>
        <p:nvSpPr>
          <p:cNvPr id="157" name="Text 154"/>
          <p:cNvSpPr/>
          <p:nvPr/>
        </p:nvSpPr>
        <p:spPr>
          <a:xfrm>
            <a:off x="6382512" y="2953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mean and uncertainty</a:t>
            </a:r>
            <a:endParaRPr lang="en-US" sz="1300" dirty="0"/>
          </a:p>
        </p:txBody>
      </p:sp>
      <p:sp>
        <p:nvSpPr>
          <p:cNvPr id="158" name="Text 155"/>
          <p:cNvSpPr/>
          <p:nvPr/>
        </p:nvSpPr>
        <p:spPr>
          <a:xfrm>
            <a:off x="6382512" y="3264408"/>
            <a:ext cx="5230368" cy="1051560"/>
          </a:xfrm>
          <a:prstGeom prst="rect">
            <a:avLst/>
          </a:prstGeom>
          <a:noFill/>
          <a:ln/>
        </p:spPr>
        <p:txBody>
          <a:bodyPr wrap="square" lIns="0" tIns="0" rIns="0" bIns="0" rtlCol="0" anchor="t"/>
          <a:lstStyle/>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4 cm³ mean   </a:t>
            </a:r>
            <a:r>
              <a:rPr lang="en-US" sz="1050" dirty="0">
                <a:solidFill>
                  <a:srgbClr val="262B3A"/>
                </a:solidFill>
                <a:latin typeface="Calibri" pitchFamily="34" charset="0"/>
                <a:ea typeface="Calibri" pitchFamily="34" charset="-122"/>
                <a:cs typeface="Calibri" pitchFamily="34" charset="-120"/>
              </a:rPr>
              <a:t>88 s is anomalous: (61 + 63) ÷ 2 = </a:t>
            </a:r>
            <a:r>
              <a:rPr lang="en-US" sz="1050" b="1" dirty="0">
                <a:solidFill>
                  <a:srgbClr val="262B3A"/>
                </a:solidFill>
                <a:latin typeface="Calibri" pitchFamily="34" charset="0"/>
                <a:ea typeface="Calibri" pitchFamily="34" charset="-122"/>
                <a:cs typeface="Calibri" pitchFamily="34" charset="-120"/>
              </a:rPr>
              <a:t>62 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5 cm³ range   </a:t>
            </a:r>
            <a:r>
              <a:rPr lang="en-US" sz="1050" dirty="0">
                <a:solidFill>
                  <a:srgbClr val="262B3A"/>
                </a:solidFill>
                <a:latin typeface="Calibri" pitchFamily="34" charset="0"/>
                <a:ea typeface="Calibri" pitchFamily="34" charset="-122"/>
                <a:cs typeface="Calibri" pitchFamily="34" charset="-120"/>
              </a:rPr>
              <a:t>(89 − 85) ÷ 2 = ±2 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87 ± 2 s, a 2.3% uncertainty</a:t>
            </a:r>
            <a:endParaRPr lang="en-US" sz="1050" dirty="0"/>
          </a:p>
        </p:txBody>
      </p:sp>
      <p:sp>
        <p:nvSpPr>
          <p:cNvPr id="159" name="Shape 156"/>
          <p:cNvSpPr/>
          <p:nvPr/>
        </p:nvSpPr>
        <p:spPr>
          <a:xfrm>
            <a:off x="6217920" y="4526280"/>
            <a:ext cx="5559552" cy="1188720"/>
          </a:xfrm>
          <a:prstGeom prst="roundRect">
            <a:avLst>
              <a:gd name="adj" fmla="val 4615"/>
            </a:avLst>
          </a:prstGeom>
          <a:solidFill>
            <a:srgbClr val="F8F5FC"/>
          </a:solidFill>
          <a:ln w="9525">
            <a:solidFill>
              <a:srgbClr val="DDD3EC"/>
            </a:solidFill>
            <a:prstDash val="solid"/>
          </a:ln>
        </p:spPr>
      </p:sp>
      <p:sp>
        <p:nvSpPr>
          <p:cNvPr id="160" name="Text 157"/>
          <p:cNvSpPr/>
          <p:nvPr/>
        </p:nvSpPr>
        <p:spPr>
          <a:xfrm>
            <a:off x="6382512" y="461772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161" name="Text 158"/>
          <p:cNvSpPr/>
          <p:nvPr/>
        </p:nvSpPr>
        <p:spPr>
          <a:xfrm>
            <a:off x="6382512" y="4946904"/>
            <a:ext cx="5230368" cy="69494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More borax → longer flow time: more </a:t>
            </a:r>
            <a:r>
              <a:rPr lang="en-US" sz="1050" b="1" dirty="0">
                <a:solidFill>
                  <a:srgbClr val="262B3A"/>
                </a:solidFill>
                <a:latin typeface="Calibri" pitchFamily="34" charset="0"/>
                <a:ea typeface="Calibri" pitchFamily="34" charset="-122"/>
                <a:cs typeface="Calibri" pitchFamily="34" charset="-120"/>
              </a:rPr>
              <a:t>cross-links</a:t>
            </a:r>
            <a:r>
              <a:rPr lang="en-US" sz="1050" dirty="0">
                <a:solidFill>
                  <a:srgbClr val="262B3A"/>
                </a:solidFill>
                <a:latin typeface="Calibri" pitchFamily="34" charset="0"/>
                <a:ea typeface="Calibri" pitchFamily="34" charset="-122"/>
                <a:cs typeface="Calibri" pitchFamily="34" charset="-120"/>
              </a:rPr>
              <a:t> stop chains sliding. The curve gets steeper.</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Errors: judging when the slime reaches the line; slime sticks to the beaker. Improve: video it; use a fixed mass.</a:t>
            </a:r>
            <a:endParaRPr lang="en-US" sz="1050" dirty="0"/>
          </a:p>
        </p:txBody>
      </p:sp>
      <p:sp>
        <p:nvSpPr>
          <p:cNvPr id="162" name="Shape 159"/>
          <p:cNvSpPr/>
          <p:nvPr/>
        </p:nvSpPr>
        <p:spPr>
          <a:xfrm>
            <a:off x="411480" y="5833872"/>
            <a:ext cx="11368735" cy="530352"/>
          </a:xfrm>
          <a:prstGeom prst="rect">
            <a:avLst/>
          </a:prstGeom>
          <a:solidFill>
            <a:srgbClr val="FFF4E0"/>
          </a:solidFill>
          <a:ln w="6350">
            <a:solidFill>
              <a:srgbClr val="F1D9A8"/>
            </a:solidFill>
            <a:prstDash val="solid"/>
          </a:ln>
        </p:spPr>
      </p:sp>
      <p:sp>
        <p:nvSpPr>
          <p:cNvPr id="163" name="Shape 160"/>
          <p:cNvSpPr/>
          <p:nvPr/>
        </p:nvSpPr>
        <p:spPr>
          <a:xfrm>
            <a:off x="411480" y="5833872"/>
            <a:ext cx="82296" cy="530352"/>
          </a:xfrm>
          <a:prstGeom prst="rect">
            <a:avLst/>
          </a:prstGeom>
          <a:solidFill>
            <a:srgbClr val="E39A2F"/>
          </a:solidFill>
          <a:ln w="12700">
            <a:solidFill>
              <a:srgbClr val="E39A2F"/>
            </a:solidFill>
            <a:prstDash val="solid"/>
          </a:ln>
        </p:spPr>
      </p:sp>
      <p:sp>
        <p:nvSpPr>
          <p:cNvPr id="164" name="Text 16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to estimate the flow time for </a:t>
            </a:r>
            <a:r>
              <a:rPr lang="en-US" sz="1150" b="1" dirty="0">
                <a:solidFill>
                  <a:srgbClr val="262B3A"/>
                </a:solidFill>
                <a:latin typeface="Calibri" pitchFamily="34" charset="0"/>
                <a:ea typeface="Calibri" pitchFamily="34" charset="-122"/>
                <a:cs typeface="Calibri" pitchFamily="34" charset="-120"/>
              </a:rPr>
              <a:t>2.5 cm³</a:t>
            </a:r>
            <a:r>
              <a:rPr lang="en-US" sz="1150" dirty="0">
                <a:solidFill>
                  <a:srgbClr val="262B3A"/>
                </a:solidFill>
                <a:latin typeface="Calibri" pitchFamily="34" charset="0"/>
                <a:ea typeface="Calibri" pitchFamily="34" charset="-122"/>
                <a:cs typeface="Calibri" pitchFamily="34" charset="-120"/>
              </a:rPr>
              <a:t> of borax. Suggest </a:t>
            </a:r>
            <a:r>
              <a:rPr lang="en-US" sz="1150" b="1" dirty="0">
                <a:solidFill>
                  <a:srgbClr val="262B3A"/>
                </a:solidFill>
                <a:latin typeface="Calibri" pitchFamily="34" charset="0"/>
                <a:ea typeface="Calibri" pitchFamily="34" charset="-122"/>
                <a:cs typeface="Calibri" pitchFamily="34" charset="-120"/>
              </a:rPr>
              <a:t>why</a:t>
            </a:r>
            <a:r>
              <a:rPr lang="en-US" sz="1150" dirty="0">
                <a:solidFill>
                  <a:srgbClr val="262B3A"/>
                </a:solidFill>
                <a:latin typeface="Calibri" pitchFamily="34" charset="0"/>
                <a:ea typeface="Calibri" pitchFamily="34" charset="-122"/>
                <a:cs typeface="Calibri" pitchFamily="34" charset="-120"/>
              </a:rPr>
              <a:t> trial 2 at 4 cm³ might be anomalous.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C4.2.2 • practical skills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Three flow times were </a:t>
            </a:r>
            <a:r>
              <a:rPr lang="en-US" sz="1250" b="1" dirty="0">
                <a:solidFill>
                  <a:srgbClr val="262B3A"/>
                </a:solidFill>
                <a:latin typeface="Calibri" pitchFamily="34" charset="0"/>
                <a:ea typeface="Calibri" pitchFamily="34" charset="-122"/>
                <a:cs typeface="Calibri" pitchFamily="34" charset="-120"/>
              </a:rPr>
              <a:t>38 s</a:t>
            </a:r>
            <a:r>
              <a:rPr lang="en-US" sz="1250" dirty="0">
                <a:solidFill>
                  <a:srgbClr val="262B3A"/>
                </a:solidFill>
                <a:latin typeface="Calibri" pitchFamily="34" charset="0"/>
                <a:ea typeface="Calibri" pitchFamily="34" charset="-122"/>
                <a:cs typeface="Calibri" pitchFamily="34" charset="-120"/>
              </a:rPr>
              <a:t>, </a:t>
            </a:r>
            <a:r>
              <a:rPr lang="en-US" sz="1250" b="1" dirty="0">
                <a:solidFill>
                  <a:srgbClr val="262B3A"/>
                </a:solidFill>
                <a:latin typeface="Calibri" pitchFamily="34" charset="0"/>
                <a:ea typeface="Calibri" pitchFamily="34" charset="-122"/>
                <a:cs typeface="Calibri" pitchFamily="34" charset="-120"/>
              </a:rPr>
              <a:t>42 s</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40 s</a:t>
            </a:r>
            <a:r>
              <a:rPr lang="en-US" sz="1250" dirty="0">
                <a:solidFill>
                  <a:srgbClr val="262B3A"/>
                </a:solidFill>
                <a:latin typeface="Calibri" pitchFamily="34" charset="0"/>
                <a:ea typeface="Calibri" pitchFamily="34" charset="-122"/>
                <a:cs typeface="Calibri" pitchFamily="34" charset="-120"/>
              </a:rPr>
              <a:t>. Calculate the mean.</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same three results to state the uncertainty in the mean.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 fourth result was </a:t>
            </a:r>
            <a:r>
              <a:rPr lang="en-US" sz="1250" b="1" dirty="0">
                <a:solidFill>
                  <a:srgbClr val="262B3A"/>
                </a:solidFill>
                <a:latin typeface="Calibri" pitchFamily="34" charset="0"/>
                <a:ea typeface="Calibri" pitchFamily="34" charset="-122"/>
                <a:cs typeface="Calibri" pitchFamily="34" charset="-120"/>
              </a:rPr>
              <a:t>65 s</a:t>
            </a:r>
            <a:r>
              <a:rPr lang="en-US" sz="1250" dirty="0">
                <a:solidFill>
                  <a:srgbClr val="262B3A"/>
                </a:solidFill>
                <a:latin typeface="Calibri" pitchFamily="34" charset="0"/>
                <a:ea typeface="Calibri" pitchFamily="34" charset="-122"/>
                <a:cs typeface="Calibri" pitchFamily="34" charset="-120"/>
              </a:rPr>
              <a:t>. What should the student do with it, and why?</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adding </a:t>
            </a:r>
            <a:r>
              <a:rPr lang="en-US" sz="1250" b="1" dirty="0">
                <a:solidFill>
                  <a:srgbClr val="262B3A"/>
                </a:solidFill>
                <a:latin typeface="Calibri" pitchFamily="34" charset="0"/>
                <a:ea typeface="Calibri" pitchFamily="34" charset="-122"/>
                <a:cs typeface="Calibri" pitchFamily="34" charset="-120"/>
              </a:rPr>
              <a:t>more borax</a:t>
            </a:r>
            <a:r>
              <a:rPr lang="en-US" sz="1250" dirty="0">
                <a:solidFill>
                  <a:srgbClr val="262B3A"/>
                </a:solidFill>
                <a:latin typeface="Calibri" pitchFamily="34" charset="0"/>
                <a:ea typeface="Calibri" pitchFamily="34" charset="-122"/>
                <a:cs typeface="Calibri" pitchFamily="34" charset="-120"/>
              </a:rPr>
              <a:t> makes the slime flow more slowly.</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C4.2 How do bonding and structure affect properties of materials?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19</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Bulk property</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property of a large piece of material (e.g. hardness); single atoms do not have it.</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Covalent bond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shared pair of electrons between two atoms; strong.</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Intermolecular forces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Weak forces between molecules; overcome when simple molecules melt or boil.</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Simple molecular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Small molecules: strong bonds inside, weak forces between; low m.p.</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Giant covalent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huge network of atoms all joined by covalent bonds, e.g. diamond, SiO₂.</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Ionic lattice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Giant structure of + and − ions held by strong electrostatic attraction.</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Metallic bonding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Attraction between + metal ions and a sea of delocalised electrons.</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Delocalised electrons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Electrons free to move through a structure; they carry charge.</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Polymer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very long molecule made of many repeat units joined by covalent bonds.</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Repeat unit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The section of a polymer chain that repeats, e.g. –CH₂–CH₂–.</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Cross-link</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covalent bond joining two polymer chains; stops chains sliding.</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Thermosoftening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polymer without cross-links: softens when heated and can be reshaped.</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Thermosetting</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cross-linked polymer: does not soften when heated; chars instead.</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Diamond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Carbon, each atom bonded to 4 others in 3D: very hard, does not conduct.</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Graphite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Carbon in layers, each atom bonded to 3: soft, slippery, conducts.</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Malleable vs brittle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Malleable: can be hammered into shape (metals). Brittle: shatters (ionic).</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C4.2.1–C4.2.4 • answer every part • 13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20</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tests four solids. </a:t>
            </a:r>
            <a:r>
              <a:rPr lang="en-US" sz="1200" b="1" i="1" dirty="0">
                <a:solidFill>
                  <a:srgbClr val="262B3A"/>
                </a:solidFill>
                <a:latin typeface="Calibri" pitchFamily="34" charset="0"/>
                <a:ea typeface="Calibri" pitchFamily="34" charset="-122"/>
                <a:cs typeface="Calibri" pitchFamily="34" charset="-120"/>
              </a:rPr>
              <a:t>A</a:t>
            </a:r>
            <a:r>
              <a:rPr lang="en-US" sz="1200" i="1" dirty="0">
                <a:solidFill>
                  <a:srgbClr val="262B3A"/>
                </a:solidFill>
                <a:latin typeface="Calibri" pitchFamily="34" charset="0"/>
                <a:ea typeface="Calibri" pitchFamily="34" charset="-122"/>
                <a:cs typeface="Calibri" pitchFamily="34" charset="-120"/>
              </a:rPr>
              <a:t> melts at </a:t>
            </a:r>
            <a:r>
              <a:rPr lang="en-US" sz="1200" b="1" i="1" dirty="0">
                <a:solidFill>
                  <a:srgbClr val="262B3A"/>
                </a:solidFill>
                <a:latin typeface="Calibri" pitchFamily="34" charset="0"/>
                <a:ea typeface="Calibri" pitchFamily="34" charset="-122"/>
                <a:cs typeface="Calibri" pitchFamily="34" charset="-120"/>
              </a:rPr>
              <a:t>3550 °C</a:t>
            </a:r>
            <a:r>
              <a:rPr lang="en-US" sz="1200" i="1" dirty="0">
                <a:solidFill>
                  <a:srgbClr val="262B3A"/>
                </a:solidFill>
                <a:latin typeface="Calibri" pitchFamily="34" charset="0"/>
                <a:ea typeface="Calibri" pitchFamily="34" charset="-122"/>
                <a:cs typeface="Calibri" pitchFamily="34" charset="-120"/>
              </a:rPr>
              <a:t> and does not conduct. </a:t>
            </a:r>
            <a:r>
              <a:rPr lang="en-US" sz="1200" b="1" i="1" dirty="0">
                <a:solidFill>
                  <a:srgbClr val="262B3A"/>
                </a:solidFill>
                <a:latin typeface="Calibri" pitchFamily="34" charset="0"/>
                <a:ea typeface="Calibri" pitchFamily="34" charset="-122"/>
                <a:cs typeface="Calibri" pitchFamily="34" charset="-120"/>
              </a:rPr>
              <a:t>B</a:t>
            </a:r>
            <a:r>
              <a:rPr lang="en-US" sz="1200" i="1" dirty="0">
                <a:solidFill>
                  <a:srgbClr val="262B3A"/>
                </a:solidFill>
                <a:latin typeface="Calibri" pitchFamily="34" charset="0"/>
                <a:ea typeface="Calibri" pitchFamily="34" charset="-122"/>
                <a:cs typeface="Calibri" pitchFamily="34" charset="-120"/>
              </a:rPr>
              <a:t> melts at </a:t>
            </a:r>
            <a:r>
              <a:rPr lang="en-US" sz="1200" b="1" i="1" dirty="0">
                <a:solidFill>
                  <a:srgbClr val="262B3A"/>
                </a:solidFill>
                <a:latin typeface="Calibri" pitchFamily="34" charset="0"/>
                <a:ea typeface="Calibri" pitchFamily="34" charset="-122"/>
                <a:cs typeface="Calibri" pitchFamily="34" charset="-120"/>
              </a:rPr>
              <a:t>−7 °C</a:t>
            </a:r>
            <a:r>
              <a:rPr lang="en-US" sz="1200" i="1" dirty="0">
                <a:solidFill>
                  <a:srgbClr val="262B3A"/>
                </a:solidFill>
                <a:latin typeface="Calibri" pitchFamily="34" charset="0"/>
                <a:ea typeface="Calibri" pitchFamily="34" charset="-122"/>
                <a:cs typeface="Calibri" pitchFamily="34" charset="-120"/>
              </a:rPr>
              <a:t> and does not conduct. </a:t>
            </a:r>
            <a:r>
              <a:rPr lang="en-US" sz="1200" b="1" i="1" dirty="0">
                <a:solidFill>
                  <a:srgbClr val="262B3A"/>
                </a:solidFill>
                <a:latin typeface="Calibri" pitchFamily="34" charset="0"/>
                <a:ea typeface="Calibri" pitchFamily="34" charset="-122"/>
                <a:cs typeface="Calibri" pitchFamily="34" charset="-120"/>
              </a:rPr>
              <a:t>C</a:t>
            </a:r>
            <a:r>
              <a:rPr lang="en-US" sz="1200" i="1" dirty="0">
                <a:solidFill>
                  <a:srgbClr val="262B3A"/>
                </a:solidFill>
                <a:latin typeface="Calibri" pitchFamily="34" charset="0"/>
                <a:ea typeface="Calibri" pitchFamily="34" charset="-122"/>
                <a:cs typeface="Calibri" pitchFamily="34" charset="-120"/>
              </a:rPr>
              <a:t> melts at </a:t>
            </a:r>
            <a:r>
              <a:rPr lang="en-US" sz="1200" b="1" i="1" dirty="0">
                <a:solidFill>
                  <a:srgbClr val="262B3A"/>
                </a:solidFill>
                <a:latin typeface="Calibri" pitchFamily="34" charset="0"/>
                <a:ea typeface="Calibri" pitchFamily="34" charset="-122"/>
                <a:cs typeface="Calibri" pitchFamily="34" charset="-120"/>
              </a:rPr>
              <a:t>1085 °C</a:t>
            </a:r>
            <a:r>
              <a:rPr lang="en-US" sz="1200" i="1" dirty="0">
                <a:solidFill>
                  <a:srgbClr val="262B3A"/>
                </a:solidFill>
                <a:latin typeface="Calibri" pitchFamily="34" charset="0"/>
                <a:ea typeface="Calibri" pitchFamily="34" charset="-122"/>
                <a:cs typeface="Calibri" pitchFamily="34" charset="-120"/>
              </a:rPr>
              <a:t> and conducts when solid. </a:t>
            </a:r>
            <a:r>
              <a:rPr lang="en-US" sz="1200" b="1" i="1" dirty="0">
                <a:solidFill>
                  <a:srgbClr val="262B3A"/>
                </a:solidFill>
                <a:latin typeface="Calibri" pitchFamily="34" charset="0"/>
                <a:ea typeface="Calibri" pitchFamily="34" charset="-122"/>
                <a:cs typeface="Calibri" pitchFamily="34" charset="-120"/>
              </a:rPr>
              <a:t>D</a:t>
            </a:r>
            <a:r>
              <a:rPr lang="en-US" sz="1200" i="1" dirty="0">
                <a:solidFill>
                  <a:srgbClr val="262B3A"/>
                </a:solidFill>
                <a:latin typeface="Calibri" pitchFamily="34" charset="0"/>
                <a:ea typeface="Calibri" pitchFamily="34" charset="-122"/>
                <a:cs typeface="Calibri" pitchFamily="34" charset="-120"/>
              </a:rPr>
              <a:t> melts at </a:t>
            </a:r>
            <a:r>
              <a:rPr lang="en-US" sz="1200" b="1" i="1" dirty="0">
                <a:solidFill>
                  <a:srgbClr val="262B3A"/>
                </a:solidFill>
                <a:latin typeface="Calibri" pitchFamily="34" charset="0"/>
                <a:ea typeface="Calibri" pitchFamily="34" charset="-122"/>
                <a:cs typeface="Calibri" pitchFamily="34" charset="-120"/>
              </a:rPr>
              <a:t>801 °C</a:t>
            </a:r>
            <a:r>
              <a:rPr lang="en-US" sz="1200" i="1" dirty="0">
                <a:solidFill>
                  <a:srgbClr val="262B3A"/>
                </a:solidFill>
                <a:latin typeface="Calibri" pitchFamily="34" charset="0"/>
                <a:ea typeface="Calibri" pitchFamily="34" charset="-122"/>
                <a:cs typeface="Calibri" pitchFamily="34" charset="-120"/>
              </a:rPr>
              <a:t> and conducts only when molten or dissolved.</a:t>
            </a:r>
            <a:endParaRPr lang="en-US" sz="1200" dirty="0"/>
          </a:p>
        </p:txBody>
      </p:sp>
      <p:sp>
        <p:nvSpPr>
          <p:cNvPr id="9" name="Shape 7"/>
          <p:cNvSpPr/>
          <p:nvPr/>
        </p:nvSpPr>
        <p:spPr>
          <a:xfrm>
            <a:off x="411480" y="1719072"/>
            <a:ext cx="5570068" cy="1418070"/>
          </a:xfrm>
          <a:prstGeom prst="roundRect">
            <a:avLst>
              <a:gd name="adj" fmla="val 3224"/>
            </a:avLst>
          </a:prstGeom>
          <a:solidFill>
            <a:srgbClr val="F8F5FC"/>
          </a:solidFill>
          <a:ln w="9525">
            <a:solidFill>
              <a:srgbClr val="DDD3EC"/>
            </a:solidFill>
            <a:prstDash val="solid"/>
          </a:ln>
        </p:spPr>
      </p:sp>
      <p:sp>
        <p:nvSpPr>
          <p:cNvPr id="10" name="Text 8"/>
          <p:cNvSpPr/>
          <p:nvPr/>
        </p:nvSpPr>
        <p:spPr>
          <a:xfrm>
            <a:off x="548640" y="1792224"/>
            <a:ext cx="5295748" cy="1052310"/>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Which solid, </a:t>
            </a:r>
            <a:r>
              <a:rPr lang="en-US" sz="1200" b="1" dirty="0">
                <a:solidFill>
                  <a:srgbClr val="262B3A"/>
                </a:solidFill>
                <a:latin typeface="Calibri" pitchFamily="34" charset="0"/>
                <a:ea typeface="Calibri" pitchFamily="34" charset="-122"/>
                <a:cs typeface="Calibri" pitchFamily="34" charset="-120"/>
              </a:rPr>
              <a:t>A</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B</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C</a:t>
            </a:r>
            <a:r>
              <a:rPr lang="en-US" sz="1200" dirty="0">
                <a:solidFill>
                  <a:srgbClr val="262B3A"/>
                </a:solidFill>
                <a:latin typeface="Calibri" pitchFamily="34" charset="0"/>
                <a:ea typeface="Calibri" pitchFamily="34" charset="-122"/>
                <a:cs typeface="Calibri" pitchFamily="34" charset="-120"/>
              </a:rPr>
              <a:t> or </a:t>
            </a:r>
            <a:r>
              <a:rPr lang="en-US" sz="1200" b="1" dirty="0">
                <a:solidFill>
                  <a:srgbClr val="262B3A"/>
                </a:solidFill>
                <a:latin typeface="Calibri" pitchFamily="34" charset="0"/>
                <a:ea typeface="Calibri" pitchFamily="34" charset="-122"/>
                <a:cs typeface="Calibri" pitchFamily="34" charset="-120"/>
              </a:rPr>
              <a:t>D</a:t>
            </a:r>
            <a:r>
              <a:rPr lang="en-US" sz="1200" dirty="0">
                <a:solidFill>
                  <a:srgbClr val="262B3A"/>
                </a:solidFill>
                <a:latin typeface="Calibri" pitchFamily="34" charset="0"/>
                <a:ea typeface="Calibri" pitchFamily="34" charset="-122"/>
                <a:cs typeface="Calibri" pitchFamily="34" charset="-120"/>
              </a:rPr>
              <a:t>, has a </a:t>
            </a:r>
            <a:r>
              <a:rPr lang="en-US" sz="1200" b="1" dirty="0">
                <a:solidFill>
                  <a:srgbClr val="262B3A"/>
                </a:solidFill>
                <a:latin typeface="Calibri" pitchFamily="34" charset="0"/>
                <a:ea typeface="Calibri" pitchFamily="34" charset="-122"/>
                <a:cs typeface="Calibri" pitchFamily="34" charset="-120"/>
              </a:rPr>
              <a:t>giant covalent</a:t>
            </a:r>
            <a:r>
              <a:rPr lang="en-US" sz="1200" dirty="0">
                <a:solidFill>
                  <a:srgbClr val="262B3A"/>
                </a:solidFill>
                <a:latin typeface="Calibri" pitchFamily="34" charset="0"/>
                <a:ea typeface="Calibri" pitchFamily="34" charset="-122"/>
                <a:cs typeface="Calibri" pitchFamily="34" charset="-120"/>
              </a:rPr>
              <a:t> structure and which is </a:t>
            </a:r>
            <a:r>
              <a:rPr lang="en-US" sz="1200" b="1" dirty="0">
                <a:solidFill>
                  <a:srgbClr val="262B3A"/>
                </a:solidFill>
                <a:latin typeface="Calibri" pitchFamily="34" charset="0"/>
                <a:ea typeface="Calibri" pitchFamily="34" charset="-122"/>
                <a:cs typeface="Calibri" pitchFamily="34" charset="-120"/>
              </a:rPr>
              <a:t>simple molecular</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11" name="Text 9"/>
          <p:cNvSpPr/>
          <p:nvPr/>
        </p:nvSpPr>
        <p:spPr>
          <a:xfrm>
            <a:off x="4518508" y="282624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246870"/>
            <a:ext cx="5570068" cy="1418070"/>
          </a:xfrm>
          <a:prstGeom prst="roundRect">
            <a:avLst>
              <a:gd name="adj" fmla="val 3224"/>
            </a:avLst>
          </a:prstGeom>
          <a:solidFill>
            <a:srgbClr val="FFFFFF"/>
          </a:solidFill>
          <a:ln w="9525">
            <a:solidFill>
              <a:srgbClr val="DDD3EC"/>
            </a:solidFill>
            <a:prstDash val="solid"/>
          </a:ln>
        </p:spPr>
      </p:sp>
      <p:sp>
        <p:nvSpPr>
          <p:cNvPr id="13" name="Text 11"/>
          <p:cNvSpPr/>
          <p:nvPr/>
        </p:nvSpPr>
        <p:spPr>
          <a:xfrm>
            <a:off x="548640" y="3320022"/>
            <a:ext cx="5295748" cy="1052310"/>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B</a:t>
            </a:r>
            <a:r>
              <a:rPr lang="en-US" sz="1200" dirty="0">
                <a:solidFill>
                  <a:srgbClr val="262B3A"/>
                </a:solidFill>
                <a:latin typeface="Calibri" pitchFamily="34" charset="0"/>
                <a:ea typeface="Calibri" pitchFamily="34" charset="-122"/>
                <a:cs typeface="Calibri" pitchFamily="34" charset="-120"/>
              </a:rPr>
              <a:t> has a low melting point.</a:t>
            </a:r>
            <a:endParaRPr lang="en-US" sz="1200" dirty="0"/>
          </a:p>
        </p:txBody>
      </p:sp>
      <p:sp>
        <p:nvSpPr>
          <p:cNvPr id="14" name="Text 12"/>
          <p:cNvSpPr/>
          <p:nvPr/>
        </p:nvSpPr>
        <p:spPr>
          <a:xfrm>
            <a:off x="4518508" y="435404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4774667"/>
            <a:ext cx="5570068" cy="1488973"/>
          </a:xfrm>
          <a:prstGeom prst="roundRect">
            <a:avLst>
              <a:gd name="adj" fmla="val 3071"/>
            </a:avLst>
          </a:prstGeom>
          <a:solidFill>
            <a:srgbClr val="F8F5FC"/>
          </a:solidFill>
          <a:ln w="9525">
            <a:solidFill>
              <a:srgbClr val="DDD3EC"/>
            </a:solidFill>
            <a:prstDash val="solid"/>
          </a:ln>
        </p:spPr>
      </p:sp>
      <p:sp>
        <p:nvSpPr>
          <p:cNvPr id="16" name="Text 14"/>
          <p:cNvSpPr/>
          <p:nvPr/>
        </p:nvSpPr>
        <p:spPr>
          <a:xfrm>
            <a:off x="548640" y="4847819"/>
            <a:ext cx="5295748" cy="1123213"/>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C</a:t>
            </a:r>
            <a:r>
              <a:rPr lang="en-US" sz="1200" dirty="0">
                <a:solidFill>
                  <a:srgbClr val="262B3A"/>
                </a:solidFill>
                <a:latin typeface="Calibri" pitchFamily="34" charset="0"/>
                <a:ea typeface="Calibri" pitchFamily="34" charset="-122"/>
                <a:cs typeface="Calibri" pitchFamily="34" charset="-120"/>
              </a:rPr>
              <a:t> conducts electricity when solid.</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6210148" y="1719072"/>
            <a:ext cx="5570068" cy="1351597"/>
          </a:xfrm>
          <a:prstGeom prst="roundRect">
            <a:avLst>
              <a:gd name="adj" fmla="val 3383"/>
            </a:avLst>
          </a:prstGeom>
          <a:solidFill>
            <a:srgbClr val="F8F5FC"/>
          </a:solidFill>
          <a:ln w="9525">
            <a:solidFill>
              <a:srgbClr val="DDD3EC"/>
            </a:solidFill>
            <a:prstDash val="solid"/>
          </a:ln>
        </p:spPr>
      </p:sp>
      <p:sp>
        <p:nvSpPr>
          <p:cNvPr id="19" name="Text 17"/>
          <p:cNvSpPr/>
          <p:nvPr/>
        </p:nvSpPr>
        <p:spPr>
          <a:xfrm>
            <a:off x="6347308" y="1792224"/>
            <a:ext cx="5295748" cy="9858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b="1" dirty="0">
                <a:solidFill>
                  <a:srgbClr val="262B3A"/>
                </a:solidFill>
                <a:latin typeface="Calibri" pitchFamily="34" charset="0"/>
                <a:ea typeface="Calibri" pitchFamily="34" charset="-122"/>
                <a:cs typeface="Calibri" pitchFamily="34" charset="-120"/>
              </a:rPr>
              <a:t>D</a:t>
            </a:r>
            <a:r>
              <a:rPr lang="en-US" sz="1200" dirty="0">
                <a:solidFill>
                  <a:srgbClr val="262B3A"/>
                </a:solidFill>
                <a:latin typeface="Calibri" pitchFamily="34" charset="0"/>
                <a:ea typeface="Calibri" pitchFamily="34" charset="-122"/>
                <a:cs typeface="Calibri" pitchFamily="34" charset="-120"/>
              </a:rPr>
              <a:t> is brittle. Explain why it shatters when hit with a hammer.</a:t>
            </a:r>
            <a:endParaRPr lang="en-US" sz="1200" dirty="0"/>
          </a:p>
        </p:txBody>
      </p:sp>
      <p:sp>
        <p:nvSpPr>
          <p:cNvPr id="20" name="Text 18"/>
          <p:cNvSpPr/>
          <p:nvPr/>
        </p:nvSpPr>
        <p:spPr>
          <a:xfrm>
            <a:off x="10317175" y="2759773"/>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3180397"/>
            <a:ext cx="5570068" cy="1351597"/>
          </a:xfrm>
          <a:prstGeom prst="roundRect">
            <a:avLst>
              <a:gd name="adj" fmla="val 3383"/>
            </a:avLst>
          </a:prstGeom>
          <a:solidFill>
            <a:srgbClr val="FFFFFF"/>
          </a:solidFill>
          <a:ln w="9525">
            <a:solidFill>
              <a:srgbClr val="DDD3EC"/>
            </a:solidFill>
            <a:prstDash val="solid"/>
          </a:ln>
        </p:spPr>
      </p:sp>
      <p:sp>
        <p:nvSpPr>
          <p:cNvPr id="22" name="Text 20"/>
          <p:cNvSpPr/>
          <p:nvPr/>
        </p:nvSpPr>
        <p:spPr>
          <a:xfrm>
            <a:off x="6347308" y="3253549"/>
            <a:ext cx="5295748" cy="98583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Calculate the difference between the melting points of </a:t>
            </a:r>
            <a:r>
              <a:rPr lang="en-US" sz="1200" b="1" dirty="0">
                <a:solidFill>
                  <a:srgbClr val="262B3A"/>
                </a:solidFill>
                <a:latin typeface="Calibri" pitchFamily="34" charset="0"/>
                <a:ea typeface="Calibri" pitchFamily="34" charset="-122"/>
                <a:cs typeface="Calibri" pitchFamily="34" charset="-120"/>
              </a:rPr>
              <a:t>A</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B</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10317175" y="422109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4641723"/>
            <a:ext cx="5570068" cy="1621917"/>
          </a:xfrm>
          <a:prstGeom prst="roundRect">
            <a:avLst>
              <a:gd name="adj" fmla="val 2819"/>
            </a:avLst>
          </a:prstGeom>
          <a:solidFill>
            <a:srgbClr val="F8F5FC"/>
          </a:solidFill>
          <a:ln w="9525">
            <a:solidFill>
              <a:srgbClr val="DDD3EC"/>
            </a:solidFill>
            <a:prstDash val="solid"/>
          </a:ln>
        </p:spPr>
      </p:sp>
      <p:sp>
        <p:nvSpPr>
          <p:cNvPr id="25" name="Text 23"/>
          <p:cNvSpPr/>
          <p:nvPr/>
        </p:nvSpPr>
        <p:spPr>
          <a:xfrm>
            <a:off x="6347308" y="4714875"/>
            <a:ext cx="5295748" cy="1256157"/>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A pan handle must not soften when hot. Explain why a </a:t>
            </a:r>
            <a:r>
              <a:rPr lang="en-US" sz="1200" b="1" dirty="0">
                <a:solidFill>
                  <a:srgbClr val="262B3A"/>
                </a:solidFill>
                <a:latin typeface="Calibri" pitchFamily="34" charset="0"/>
                <a:ea typeface="Calibri" pitchFamily="34" charset="-122"/>
                <a:cs typeface="Calibri" pitchFamily="34" charset="-120"/>
              </a:rPr>
              <a:t>thermosetting</a:t>
            </a:r>
            <a:r>
              <a:rPr lang="en-US" sz="1200" dirty="0">
                <a:solidFill>
                  <a:srgbClr val="262B3A"/>
                </a:solidFill>
                <a:latin typeface="Calibri" pitchFamily="34" charset="0"/>
                <a:ea typeface="Calibri" pitchFamily="34" charset="-122"/>
                <a:cs typeface="Calibri" pitchFamily="34" charset="-120"/>
              </a:rPr>
              <a:t> polymer is used, not a thermosoftening one.</a:t>
            </a:r>
            <a:endParaRPr lang="en-US" sz="1200" dirty="0"/>
          </a:p>
        </p:txBody>
      </p:sp>
      <p:sp>
        <p:nvSpPr>
          <p:cNvPr id="26" name="Text 24"/>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7" name="Text 25"/>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C4.2 Bonding and properties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C4.2 How do bonding and structure affect properties of materials?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22</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All questions are for both tiers.</a:t>
            </a:r>
            <a:endParaRPr lang="en-US" sz="1150" dirty="0"/>
          </a:p>
        </p:txBody>
      </p:sp>
      <p:sp>
        <p:nvSpPr>
          <p:cNvPr id="9" name="Shape 7"/>
          <p:cNvSpPr/>
          <p:nvPr/>
        </p:nvSpPr>
        <p:spPr>
          <a:xfrm>
            <a:off x="411480" y="1517904"/>
            <a:ext cx="5570068" cy="1079653"/>
          </a:xfrm>
          <a:prstGeom prst="roundRect">
            <a:avLst>
              <a:gd name="adj" fmla="val 4235"/>
            </a:avLst>
          </a:prstGeom>
          <a:solidFill>
            <a:srgbClr val="F8F5FC"/>
          </a:solidFill>
          <a:ln w="9525">
            <a:solidFill>
              <a:srgbClr val="DDD3EC"/>
            </a:solidFill>
            <a:prstDash val="solid"/>
          </a:ln>
        </p:spPr>
      </p:sp>
      <p:sp>
        <p:nvSpPr>
          <p:cNvPr id="10" name="Text 8"/>
          <p:cNvSpPr/>
          <p:nvPr/>
        </p:nvSpPr>
        <p:spPr>
          <a:xfrm>
            <a:off x="548640" y="1591056"/>
            <a:ext cx="5295748" cy="73218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type of bond that joins the atoms </a:t>
            </a:r>
            <a:r>
              <a:rPr lang="en-US" sz="1150" b="1" dirty="0">
                <a:solidFill>
                  <a:srgbClr val="262B3A"/>
                </a:solidFill>
                <a:latin typeface="Calibri" pitchFamily="34" charset="0"/>
                <a:ea typeface="Calibri" pitchFamily="34" charset="-122"/>
                <a:cs typeface="Calibri" pitchFamily="34" charset="-120"/>
              </a:rPr>
              <a:t>along</a:t>
            </a:r>
            <a:r>
              <a:rPr lang="en-US" sz="1150" dirty="0">
                <a:solidFill>
                  <a:srgbClr val="262B3A"/>
                </a:solidFill>
                <a:latin typeface="Calibri" pitchFamily="34" charset="0"/>
                <a:ea typeface="Calibri" pitchFamily="34" charset="-122"/>
                <a:cs typeface="Calibri" pitchFamily="34" charset="-120"/>
              </a:rPr>
              <a:t> a polymer chain.</a:t>
            </a:r>
            <a:endParaRPr lang="en-US" sz="1150" dirty="0"/>
          </a:p>
        </p:txBody>
      </p:sp>
      <p:sp>
        <p:nvSpPr>
          <p:cNvPr id="11" name="Text 9"/>
          <p:cNvSpPr/>
          <p:nvPr/>
        </p:nvSpPr>
        <p:spPr>
          <a:xfrm>
            <a:off x="4518508" y="230494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07285"/>
            <a:ext cx="5570068" cy="1079653"/>
          </a:xfrm>
          <a:prstGeom prst="roundRect">
            <a:avLst>
              <a:gd name="adj" fmla="val 4235"/>
            </a:avLst>
          </a:prstGeom>
          <a:solidFill>
            <a:srgbClr val="F8F5FC"/>
          </a:solidFill>
          <a:ln w="9525">
            <a:solidFill>
              <a:srgbClr val="DDD3EC"/>
            </a:solidFill>
            <a:prstDash val="solid"/>
          </a:ln>
        </p:spPr>
      </p:sp>
      <p:sp>
        <p:nvSpPr>
          <p:cNvPr id="13" name="Text 11"/>
          <p:cNvSpPr/>
          <p:nvPr/>
        </p:nvSpPr>
        <p:spPr>
          <a:xfrm>
            <a:off x="548640" y="2780437"/>
            <a:ext cx="5295748" cy="73218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Explain why poly(ethene)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conduct electricity.</a:t>
            </a:r>
            <a:endParaRPr lang="en-US" sz="1150" dirty="0"/>
          </a:p>
        </p:txBody>
      </p:sp>
      <p:sp>
        <p:nvSpPr>
          <p:cNvPr id="14" name="Text 12"/>
          <p:cNvSpPr/>
          <p:nvPr/>
        </p:nvSpPr>
        <p:spPr>
          <a:xfrm>
            <a:off x="4518508" y="349433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896666"/>
            <a:ext cx="5570068" cy="1241601"/>
          </a:xfrm>
          <a:prstGeom prst="roundRect">
            <a:avLst>
              <a:gd name="adj" fmla="val 3682"/>
            </a:avLst>
          </a:prstGeom>
          <a:solidFill>
            <a:srgbClr val="F8F5FC"/>
          </a:solidFill>
          <a:ln w="9525">
            <a:solidFill>
              <a:srgbClr val="DDD3EC"/>
            </a:solidFill>
            <a:prstDash val="solid"/>
          </a:ln>
        </p:spPr>
      </p:sp>
      <p:sp>
        <p:nvSpPr>
          <p:cNvPr id="16" name="Text 14"/>
          <p:cNvSpPr/>
          <p:nvPr/>
        </p:nvSpPr>
        <p:spPr>
          <a:xfrm>
            <a:off x="548640" y="3969818"/>
            <a:ext cx="5295748" cy="89412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Poly(propene) has the repeat unit </a:t>
            </a:r>
            <a:r>
              <a:rPr lang="en-US" sz="1150" b="1" dirty="0">
                <a:solidFill>
                  <a:srgbClr val="262B3A"/>
                </a:solidFill>
                <a:latin typeface="Calibri" pitchFamily="34" charset="0"/>
                <a:ea typeface="Calibri" pitchFamily="34" charset="-122"/>
                <a:cs typeface="Calibri" pitchFamily="34" charset="-120"/>
              </a:rPr>
              <a:t>C₃H₆</a:t>
            </a:r>
            <a:r>
              <a:rPr lang="en-US" sz="1150" dirty="0">
                <a:solidFill>
                  <a:srgbClr val="262B3A"/>
                </a:solidFill>
                <a:latin typeface="Calibri" pitchFamily="34" charset="0"/>
                <a:ea typeface="Calibri" pitchFamily="34" charset="-122"/>
                <a:cs typeface="Calibri" pitchFamily="34" charset="-120"/>
              </a:rPr>
              <a:t>. Calculate Mr for a chain of </a:t>
            </a:r>
            <a:r>
              <a:rPr lang="en-US" sz="1150" b="1" dirty="0">
                <a:solidFill>
                  <a:srgbClr val="262B3A"/>
                </a:solidFill>
                <a:latin typeface="Calibri" pitchFamily="34" charset="0"/>
                <a:ea typeface="Calibri" pitchFamily="34" charset="-122"/>
                <a:cs typeface="Calibri" pitchFamily="34" charset="-120"/>
              </a:rPr>
              <a:t>3000</a:t>
            </a:r>
            <a:r>
              <a:rPr lang="en-US" sz="1150" dirty="0">
                <a:solidFill>
                  <a:srgbClr val="262B3A"/>
                </a:solidFill>
                <a:latin typeface="Calibri" pitchFamily="34" charset="0"/>
                <a:ea typeface="Calibri" pitchFamily="34" charset="-122"/>
                <a:cs typeface="Calibri" pitchFamily="34" charset="-120"/>
              </a:rPr>
              <a:t> repeat units. (C = 12, H = 1)</a:t>
            </a:r>
            <a:endParaRPr lang="en-US" sz="1150" dirty="0"/>
          </a:p>
        </p:txBody>
      </p:sp>
      <p:sp>
        <p:nvSpPr>
          <p:cNvPr id="17" name="Text 15"/>
          <p:cNvSpPr/>
          <p:nvPr/>
        </p:nvSpPr>
        <p:spPr>
          <a:xfrm>
            <a:off x="4518508" y="4845659"/>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47995"/>
            <a:ext cx="5570068" cy="1079653"/>
          </a:xfrm>
          <a:prstGeom prst="roundRect">
            <a:avLst>
              <a:gd name="adj" fmla="val 4235"/>
            </a:avLst>
          </a:prstGeom>
          <a:solidFill>
            <a:srgbClr val="F8F5FC"/>
          </a:solidFill>
          <a:ln w="9525">
            <a:solidFill>
              <a:srgbClr val="DDD3EC"/>
            </a:solidFill>
            <a:prstDash val="solid"/>
          </a:ln>
        </p:spPr>
      </p:sp>
      <p:sp>
        <p:nvSpPr>
          <p:cNvPr id="19" name="Text 17"/>
          <p:cNvSpPr/>
          <p:nvPr/>
        </p:nvSpPr>
        <p:spPr>
          <a:xfrm>
            <a:off x="548640" y="5321147"/>
            <a:ext cx="5295748" cy="732181"/>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Explain why polymers with </a:t>
            </a:r>
            <a:r>
              <a:rPr lang="en-US" sz="1150" b="1" dirty="0">
                <a:solidFill>
                  <a:srgbClr val="262B3A"/>
                </a:solidFill>
                <a:latin typeface="Calibri" pitchFamily="34" charset="0"/>
                <a:ea typeface="Calibri" pitchFamily="34" charset="-122"/>
                <a:cs typeface="Calibri" pitchFamily="34" charset="-120"/>
              </a:rPr>
              <a:t>longer</a:t>
            </a:r>
            <a:r>
              <a:rPr lang="en-US" sz="1150" dirty="0">
                <a:solidFill>
                  <a:srgbClr val="262B3A"/>
                </a:solidFill>
                <a:latin typeface="Calibri" pitchFamily="34" charset="0"/>
                <a:ea typeface="Calibri" pitchFamily="34" charset="-122"/>
                <a:cs typeface="Calibri" pitchFamily="34" charset="-120"/>
              </a:rPr>
              <a:t> chains have higher melting points.</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997889"/>
          </a:xfrm>
          <a:prstGeom prst="roundRect">
            <a:avLst>
              <a:gd name="adj" fmla="val 4582"/>
            </a:avLst>
          </a:prstGeom>
          <a:solidFill>
            <a:srgbClr val="F8F5FC"/>
          </a:solidFill>
          <a:ln w="9525">
            <a:solidFill>
              <a:srgbClr val="DDD3EC"/>
            </a:solidFill>
            <a:prstDash val="solid"/>
          </a:ln>
        </p:spPr>
      </p:sp>
      <p:sp>
        <p:nvSpPr>
          <p:cNvPr id="22" name="Text 20"/>
          <p:cNvSpPr/>
          <p:nvPr/>
        </p:nvSpPr>
        <p:spPr>
          <a:xfrm>
            <a:off x="6347308" y="1591056"/>
            <a:ext cx="5295748" cy="650417"/>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Explain why aluminium is a good material for </a:t>
            </a:r>
            <a:r>
              <a:rPr lang="en-US" sz="1150" b="1" dirty="0">
                <a:solidFill>
                  <a:srgbClr val="262B3A"/>
                </a:solidFill>
                <a:latin typeface="Calibri" pitchFamily="34" charset="0"/>
                <a:ea typeface="Calibri" pitchFamily="34" charset="-122"/>
                <a:cs typeface="Calibri" pitchFamily="34" charset="-120"/>
              </a:rPr>
              <a:t>saucepans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3" name="Text 21"/>
          <p:cNvSpPr/>
          <p:nvPr/>
        </p:nvSpPr>
        <p:spPr>
          <a:xfrm>
            <a:off x="10317175" y="2223185"/>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6210148" y="2625521"/>
            <a:ext cx="5570068" cy="997889"/>
          </a:xfrm>
          <a:prstGeom prst="roundRect">
            <a:avLst>
              <a:gd name="adj" fmla="val 4582"/>
            </a:avLst>
          </a:prstGeom>
          <a:solidFill>
            <a:srgbClr val="F8F5FC"/>
          </a:solidFill>
          <a:ln w="9525">
            <a:solidFill>
              <a:srgbClr val="DDD3EC"/>
            </a:solidFill>
            <a:prstDash val="solid"/>
          </a:ln>
        </p:spPr>
      </p:sp>
      <p:sp>
        <p:nvSpPr>
          <p:cNvPr id="25" name="Text 23"/>
          <p:cNvSpPr/>
          <p:nvPr/>
        </p:nvSpPr>
        <p:spPr>
          <a:xfrm>
            <a:off x="6347308" y="2698673"/>
            <a:ext cx="5295748" cy="650417"/>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Silicon burns in oxygen to make solid silicon dioxide. Write a balanced equation with </a:t>
            </a:r>
            <a:r>
              <a:rPr lang="en-US" sz="1150" b="1" dirty="0">
                <a:solidFill>
                  <a:srgbClr val="262B3A"/>
                </a:solidFill>
                <a:latin typeface="Calibri" pitchFamily="34" charset="0"/>
                <a:ea typeface="Calibri" pitchFamily="34" charset="-122"/>
                <a:cs typeface="Calibri" pitchFamily="34" charset="-120"/>
              </a:rPr>
              <a:t>state symbols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6" name="Text 24"/>
          <p:cNvSpPr/>
          <p:nvPr/>
        </p:nvSpPr>
        <p:spPr>
          <a:xfrm>
            <a:off x="10317175" y="3330801"/>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7" name="Shape 25"/>
          <p:cNvSpPr/>
          <p:nvPr/>
        </p:nvSpPr>
        <p:spPr>
          <a:xfrm>
            <a:off x="6210148" y="3733137"/>
            <a:ext cx="5570068" cy="2594511"/>
          </a:xfrm>
          <a:prstGeom prst="roundRect">
            <a:avLst>
              <a:gd name="adj" fmla="val 1762"/>
            </a:avLst>
          </a:prstGeom>
          <a:solidFill>
            <a:srgbClr val="FFF4E0"/>
          </a:solidFill>
          <a:ln w="9525">
            <a:solidFill>
              <a:srgbClr val="F1D9A8"/>
            </a:solidFill>
            <a:prstDash val="solid"/>
          </a:ln>
        </p:spPr>
      </p:sp>
      <p:sp>
        <p:nvSpPr>
          <p:cNvPr id="28" name="Text 26"/>
          <p:cNvSpPr/>
          <p:nvPr/>
        </p:nvSpPr>
        <p:spPr>
          <a:xfrm>
            <a:off x="6347308" y="3806289"/>
            <a:ext cx="5295748" cy="224703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Diamond and graphite are both made only of </a:t>
            </a:r>
            <a:r>
              <a:rPr lang="en-US" sz="1150" b="1" dirty="0">
                <a:solidFill>
                  <a:srgbClr val="262B3A"/>
                </a:solidFill>
                <a:latin typeface="Calibri" pitchFamily="34" charset="0"/>
                <a:ea typeface="Calibri" pitchFamily="34" charset="-122"/>
                <a:cs typeface="Calibri" pitchFamily="34" charset="-120"/>
              </a:rPr>
              <a:t>carbon</a:t>
            </a:r>
            <a:r>
              <a:rPr lang="en-US" sz="1150" dirty="0">
                <a:solidFill>
                  <a:srgbClr val="262B3A"/>
                </a:solidFill>
                <a:latin typeface="Calibri" pitchFamily="34" charset="0"/>
                <a:ea typeface="Calibri" pitchFamily="34" charset="-122"/>
                <a:cs typeface="Calibri" pitchFamily="34" charset="-120"/>
              </a:rPr>
              <a:t> atoms. Explain why they have </a:t>
            </a:r>
            <a:r>
              <a:rPr lang="en-US" sz="1150" b="1" dirty="0">
                <a:solidFill>
                  <a:srgbClr val="262B3A"/>
                </a:solidFill>
                <a:latin typeface="Calibri" pitchFamily="34" charset="0"/>
                <a:ea typeface="Calibri" pitchFamily="34" charset="-122"/>
                <a:cs typeface="Calibri" pitchFamily="34" charset="-120"/>
              </a:rPr>
              <a:t>different properties and uses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9" name="Text 27"/>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C4.2 How do bonding and structure affect properties of materials?</dc:title>
  <dc:subject>PptxGenJS Presentation</dc:subject>
  <dc:creator>GCSE Chemistry</dc:creator>
  <cp:lastModifiedBy>GCSE Chemistry</cp:lastModifiedBy>
  <cp:revision>1</cp:revision>
  <dcterms:created xsi:type="dcterms:W3CDTF">2026-10-31T15:33:56Z</dcterms:created>
  <dcterms:modified xsi:type="dcterms:W3CDTF">2026-10-31T15:33:56Z</dcterms:modified>
</cp:coreProperties>
</file>