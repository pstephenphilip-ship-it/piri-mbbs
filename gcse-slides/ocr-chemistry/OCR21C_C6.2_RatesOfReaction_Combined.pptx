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C6.2 How do chemists control the rate of reactions? is Part 2 of 3 in J260 Chapter C6 Making useful chemicals (C6.1 What useful products can be made from acids?; C6.2 this deck; C6.3 What factors affect the yield of chemical reactions?). J258 (separate) has a fourth sub-topic, C6.4 How are chemicals made on an industrial scale?, which is separate science only.
The sub-topic code is the same in J258 and J260 (C6.2). The OCR scheme of work gives 11 h separate / 9.5 h combined. Statement codes C6.2.1 and C6.2.9 are quoted for Combined Science B by an RSC lesson plan; the other codes follow the J258 order (see SPEC_C6_2.md for confidence).
Relative atomic masses are used to 1 decimal place (Mg 24.3, C 12.0, O 16.0), as on the OCR periodic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Statements (J260 C6.2 = J258 C6.2; see SPEC_C6_2.md for confidence):
C6.2.1 describe the effect on rate of reaction of changes in temperature, concentration, pressure, and surface area (wording and Combined Science B code quoted by search extracts and an RSC lesson plan: HIGH)
C6.2.2 explain the effects on rates of reaction of changes in temperature, concentration and pressure in terms of frequency and energy of collision between particles (wording HIGH, code MEDIUM)
C6.2.3 explain the effects on rates of reaction of changes in the size of the pieces of a reacting solid in terms of surface area to volume ratio (wording HIGH, listed third in OCR-B notes)
C6.2.4 describe the characteristics of catalysts and their effects on rates of reaction (wording and code HIGH from a search extract)
C6.2.5 identify catalysts in reactions (UNVERIFIED wording and code)
C6.2.6 explain catalytic action in terms of activation energy (MEDIUM; one extract places activation energy at C6.2.6)
C6.2.7 recall that enzymes act as catalysts in biological systems (UNVERIFIED code)
C6.2.8 suggest practical methods for determining the rate of a given reaction (UNVERIFIED wording; PAG C5)
C6.2.9 interpret graphs of reaction conditions versus rate (code and wording quoted by an RSC lesson plan for Combined Science B: HIGH)
C6.2.10 calculate rates of reaction from graphs, including mean rate; HT: gradient of a tangent to a curve as the rate at a given time (wording UNVERIFIED; HT marker follows the DfE subject content, where the tangent is Higher only)
The only HT content in this deck is the tangent method and rates in mol/s (the mole is HT in J260 C5.2).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J260 Chapter C6 has three sub-topics: C6.1 acids, C6.2 rates, C6.3 yield (docbrown.info combined page; SPEC_C6_1.md reached the same list). J258 C6.4 "How are chemicals made on an industrial scale?" is separate science only (OCR C6 scheme of work extract).
Teaching time: 11 h separate / 9.5 h combined. No J258 C6.2 statement could be confirmed as separate-only, so the 1.5 h difference is most likely extra practical time (J258 PAG 8 rates is a fuller practical) and depth. This deck teaches only the statements listed on the objectives slide (see SPEC_C6_2.md).
Overlap control: acids, neutralisation and salts are C6.1 (one starter question only). Reversible reactions, equilibrium and yield (and the Haber process) are C6.3 and are NOT taught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Any two: carbon monoxide; nitrogen oxides (nitrogen monoxide); unburnt hydrocarbons. (C1; catalytic converters return on slide 13: 2CO + 2NO → 2CO₂ + N₂, atom-balanced in node.)
2. Gas: particles far apart, moving fast in random directions; liquid: particles close together (touching), moving around each other more slowly.
3. Mg(s) + 2HCl(aq) → MgCl₂(aq) + H₂(g) (atom balance asserted in node).
4. Breaking a lump into small pieces exposes more surface but the volume stays the same, so surface area ÷ volume increases (C4.3).
5. Carbon dioxide gas is produced and escapes from the open flask, so its mass is lost from the balance (C5.2).
6. Magnesium chloride (C6.1, recap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Hydrogen is very light, so the mass change (about 0.003 g) is smaller than a 0.01 g balance can detect; measure the volume of gas instead (gas syringe or collection over water).
Check asserted in node: 0.040 ÷ 24.3 × 2.0 = 0.0033 g H₂ (2 s.f.). Equations atom-balanced in node: 2H₂O₂ → 2H₂O + O₂; Mg + 2HCl → MgCl₂ + H₂; CaCO₃ + 2HCl → CaCl₂ + H₂O + CO₂; Na₂S₂O₃ + 2HCl → 2NaCl + H₂O + SO₂ + S.
Method notes: CO₂ is slightly soluble in water, so collecting it over water gives slightly low volumes; a gas syringe avoids this. Method C works well for CO₂ (heavy gas, Mr 44.0). PAG C5 (slides 16–18) uses methods A and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0.87 g ÷ 30 s = 0.029 g/s. Over 0–300 s: 2.19 ÷ 300 = 0.0073 g/s, which is smaller, because the reaction slows down as the reactants are used up (the later part of the graph is almost flat).
Illustrative data from m = 2.20(1 − e^(−t/60)), rounded to 0.01 g and asserted in node: 0 s 0 g; 30 s 0.87 g; 60 s 1.39 g; 90 s 1.71 g; 120 s 1.9 g; 180 s 2.09 g; 240 s 2.16 g; 300 s 2.19 g.
HT: 1.39 g CO₂ = 1.39 ÷ 44.0 = 0.0316 mol, so the mean rate over 60 s = 5.3 × 10⁻⁴ mol/s (2 s.f.).
Common errors: reading the time axis wrongly; giving no unit; using the final mass when asked for an early interval.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40 ÷ 20 = 2.0 cm³/s. This is about 2.7 times the rate at 20 s (0.74 cm³/s): the reaction is fastest at the start.
HT ONLY (C6.2.10; the tangent method is Higher-only in the DfE subject content; J260 wording UNVERIFIED). Asserted in node: curve V = 40(1 − e^(−0.050t)); exact tangent at 20 s has gradient 0.736 cm³/s and passes through (0, 10.6) and (40, 40.0); (40.0 − 10.6) ÷ 40 = 0.735 → 0.74 cm³/s. The exact initial gradient is 2.0 cm³/s. Accept answers in the range 0.65–0.85 cm³/s from a hand-drawn tangent.
GRADE 7–9 STRETCH: use a mirror (normal) method or a ruler held so the angles either side of the point look equal; longer tangent = smaller reading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1 (total 8 marks)
Q1 [2]: Gas syringe (1); upturned measuring cylinder / burette over water (in a trough) (1). Also needs a stopclock (not a volume measure).
Q2 [2]: 48 ÷ 60 (1); = 0.80 cm³/s (1; unit needed).
Q3 [2]: Fastest at the start / steepest, then slows / gets less steep (1); flat because a reactant is used up so the reaction has stopped / no more gas is made (1).
Q4 [2]: (44 − 12) ÷ (50 − 10) = 32 ÷ 40 (1); = 0.80 cm³/s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Lumps: curve C (smaller surface area, slower, less steep). Powder: curve A (larger surface area, faster, steeper). All three level off at the same volume because the same mass of limiting marble is used with excess acid.
Curves plotted to scale from V = 40(1 − e^(−kt)) with k = 0.060, 0.030 and 0.015 per second (all level off at 40 cm³; C reaches 38 cm³ by 200 s). Note for teachers: a catalyst also gives curve A (slide 13), but catalysts are taught separately (C6.2.4).
Why pressure only for gases: increasing pressure squashes gas particles into a smaller volume; solids and liquids hardly compress.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Higher pressure: the same number of gas particles in a smaller volume (closer together), so they collide more often: more successful collisions per second. Temperature: particles also have more energy, so a greater proportion of collisions have energy ≥ the activation energy; this energy effect is larger than the small increase in collision frequency.
C6.2.2 (wording HIGH, code MEDIUM). Particle positions are generated in node (seeded, no overlaps): 6 particles in the low-concentration box, 14 in the high-concentration box, 6 with doubled arrow length for high temperature.
Common errors: "particles collide more" without "per second" / more frequently; saying that higher concentration gives particles more energy (it does not); confusing pressure with force.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Before: SA 6 × 16 = 96 cm², V = 64 cm³, SA:V = 1.5. After: SA 8 × 24 = 192 cm², V = 64 cm³, SA:V = 3. Flour dust has a huge SA:V, so it burns extremely fast in air (an explosion) if ignited.
All SA, V and ratios asserted in node. For powder of 0.1 mm grains (0.01 cm), SA:V = 600; for 1 mm grains (0.1 cm), SA:V = 60. SA:V is a ratio with units of 1/cm; at GCSE it is usually written as a ratio, e.g. 6 : 1.
Link to C4.3: nanoparticles have very high SA:V, which is why they make good catalysts (recap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2 (total 8 marks)
Q1 [2]: More acid particles in the same volume (1); so more frequent collisions / more successful collisions per second (1).
Q2 [2]: Particles move faster so collide more often / more frequent collisions (1); more collisions have energy ≥ activation energy / more energetic collisions (1).
Q3 [2]: SA = 6 × 3 × 3 = 54 cm² and V = 27 cm³ (1); 54 ÷ 27 = 2 (or 2 : 1) (1).
Q4 [2]: Powder has a larger surface area to volume ratio so more frequent collisions (1); same mass / amount of calcium carbonate (limiting), so the same amount of product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Copper(II) oxide is acting as a catalyst: it speeds up the decomposition but its mass is unchanged, so it was not used up. (To be sure it is chemically unchanged, test that the recovered solid still speeds up a fresh sample.)
C6.2.4 (wording and code HIGH from a search extract); C6.2.5 identify catalysts (UNVERIFIED). Equations atom-balanced in node: 2H₂O₂ → 2H₂O + O₂; 2CO + 2NO → 2CO₂ + N₂. Graph to scale: V = 40(1 − e^(−kt)), k = 0.060 and 0.008 per second; both curves head to the same final 40 cm³ (same amount of H₂O₂); the uncatalysed curve is still rising at 120 s.
CLEAPSS-style hazards for the demo: hydrogen peroxide below 5% ("10 volume" is about 3%) is LOW HAZARD, but wear eye protection; at higher concentrations it is IRRITANT/CORROSIVE. Manganese(IV) oxide is HARMFUL if swallowed or inhaled: use a spatula tip, avoid raising dust. Copper(II) oxide is HARMFUL and DANGEROUS TO THE ENVIRONMENT: do not pour down the sink.
Overlap: the iron catalyst in the Haber process belongs to C6.3 and is not used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100 − 40 = 60 kJ released (exothermic); the catalyst does not change it, because the reactants and products have the same energies. The enzymes lower the activation energy for breaking down stains, so the reaction is fast enough at a low temperature (saving energy; enzymes would also be denatured at high temperatures: biology link, not needed here).
C6.2.6 (code MEDIUM), C6.2.7 (code UNVERIFIED). Values asserted in node: Ea 80, catalysed Ea 40 (ratio 0.5), energy released 60. The profile curves are generated in node and their peak heights checked (180 and 140 within 1.5 kJ).
Possible J258-only depth NOT taught: detailed roles of enzymes in DNA replication, protein synthesis and digestion (one extract lists these under a later J258 statement, "C6.2.12", which could not be confirmed for J260). Lock and key and denaturing belong to Biology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3 (total 8 marks)
Q1 [2]: Any two: speeds up / increases the rate of a reaction (1); is not used up / chemically unchanged / same mass at the end (1); only a small amount needed / can be reused / specific to a reaction (1).
Q2 [2]: Yes (1); it increased the rate and its mass is unchanged / it was not used up (1).
Q3 [2]: Provides an alternative pathway / route with a lower activation energy (1); so more collisions have enough energy / more successful collisions per second (1).
Q4 [2]: Biological catalysts / catalysts in living things (made of protein) (1); e.g. amylase: starch → sugars / catalase: hydrogen peroxide → water + oxygen / protease: proteins → amino acids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Gas made before the bung is in escapes, so the volumes would be too low (and the start time would be wrong). The same length (mass) of Mg is a control variable: it is the limiting reactant, so it fixes the total volume of gas and the surface area, keeping the test fair.
PAG C5 Measuring rates of reaction (OCR "example set of combined science practicals"; the separate-science equivalent is J258 PAG 8). Worked example (HT moles, asserted in node): 0.050 dm³ × 0.50 mol/dm³ = 0.025 mol HCl; 0.040 ÷ 24.3 = 0.00165 mol Mg needs 2 × 0.00165 = 0.0033 mol HCl. Teacher check only: 0.00165 mol H₂ × 24 000 cm³/mol = 40 cm³ at RTP (molar gas volume is not in J260).
CLEAPSS-style hazards: hydrochloric acid below 2.0 mol/dm³ LOW HAZARD (wear eye protection; 2–6.5 mol/dm³ IRRITANT); magnesium ribbon FLAMMABLE (Hazcard 59A); hydrogen EXTREMELY FLAMMABLE (no naked flames; small volumes only); magnesium chloride solution low hazard. Do not let the syringe plunger be pushed out: use a 100 cm³ syringe and no more than about 0.05 g Mg.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About 28 s with 1.0 mol/dm³ and about 55 s with 0.50 mol/dm³ (accept ±3 s). Both level off at 40 cm³ because the same mass of Mg is used and it is the limiting reactant (acid in excess), so the same amount of hydrogen forms.
Illustrative data from V = 40(1 − e^(−kt)), k = 0.050 /s (1.0 mol/dm³) and 0.025 /s (0.50 mol/dm³), rounded to 1 cm³ and asserted in node: 1.0: 0, 16, 25, 31, 35, 38, 39, 40, 40; 0.50: 0, 9, 16, 21, 25, 31, 35, 37, 38 (the recorded 21 cm³ at 40 s is the anomaly; expected 25 cm³). Mean rates asserted: 25 ÷ 20 = 1.25 → 1.3 cm³/s; 16 ÷ 20 = 0.80 cm³/s. Exact times to 30 cm³: ln 4 ÷ k = 27.7 s and 55.5 s.
HT: initial gradients = 40k = 2.0 and 1.0 cm³/s. Mean rates over 20 s give a ratio of only 1.6 because the faster reaction is already slowing; initial rates show the true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36 s is anomalous (the others are 27 s and 29 s). Mean = (27 + 29) ÷ 2 = 28 s (including 36 s would give 30.7 s). At 45 °C the curve reads about 49, so time ≈ 1000 ÷ 49 ≈ 20 s (accept 18–22 s).
Equation (atom balance asserted in node): Na₂S₂O₃(aq) + 2HCl(aq) → 2NaCl(aq) + H₂O(l) + SO₂(g) + S(s); the sulfur precipitate hides the cross. Data asserted in node: means 98, 52, 28, 15 s; 1000 ÷ t = 10.2, 19.2, 35.7, 66.7. The curve is an exponential fit (within 3% of every point). Rate roughly doubles for each 10 °C rise (19.2 ÷ 10.2 = 1.9).
CLEAPSS-style hazards: sodium thiosulfate solution LOW HAZARD; hydrochloric acid 1.0 mol/dm³ LOW HAZARD; sulfur dioxide gas TOXIC and can trigger asthma: use dilute solutions and small volumes, good ventilation, do not heat thiosulfate above 50 °C, pour away into a sink with plenty of water (or neutralise with sodium carbonate) straight after each run. Eye protection.
GRADE 7–9 STRETCH: 1000 ÷ t is used because rate is inversely proportional to the time for the same amount of sulfur to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4 (total 8 marks)
Q1 [2]: IV: concentration of the acid (1); control: any one of length / mass of magnesium, volume of acid, temperature (1).
Q2 [2]: The same mass / amount of magnesium is used (1); magnesium is the limiting reactant / acid in excess, so the same amount of hydrogen is made (1).
Q3 [2]: 36 s is anomalous (1); (27 + 29) ÷ 2 = 28 s (1).
Q4 [2]: Error: judging the moment the cross disappears is subjective / temperature falls during the run / timing reaction (1); improvement: same person, same cross and lighting / use a light sensor and data logger / water bath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60 ÷ 50 = 1.2 cm³/s. 1000 ÷ 20 = 50 (relative rate, per second ×1000).
These relationships are not on the J260 equation sheet (that sheet covers physics), so students recall them. The SA:V formula for a cube links to C4.3 (nanoparticles) and Biology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cover-and-recall activity. The tangent is Higher tier only. Yield, reversible reactions and equilibrium terms belong to C6.3 and are not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full question (total 13 marks)
(a) [2]: CaCO₃ + 2HCl → CaCl₂ + H₂O + CO₂ (formulae and balancing) (1); state symbols (s), (aq), (aq), (l), (g) (1).
(b) [1]: Lets the CO₂ escape (so mass is lost and can be measured) but stops acid spray / liquid escaping (1).
(c) [2]: 0.85 ÷ 60 (1); = 0.014 g/s (accept 0.0142 g/s; unit needed) (1).
(d) [2]: (1.10 − 0.30) ÷ (80 − 0) = 0.80 ÷ 80 (1); = 0.010 g/s (1).
(e) [3]: Rate faster / steeper curve (1); powder has a larger surface area to volume ratio, so more frequent collisions (1); total mass of CO₂ the same because the same mass of (limiting) calcium carbonate is used (1).
(f) [3]: Particles have more (kinetic) energy / move faster (1); collide more frequently (1); a greater proportion of collisions have energy ≥ the activation energy / more successful collisions per second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homework (total 17 marks)
1 [1]: A substance that speeds up / increases the rate of a reaction without being used up / is chemically unchanged at the end (1).
2 [2]: Any two: increase the temperature / heat the acid (1); use more concentrated acid (1); use zinc powder / smaller pieces (1).
3 [2]: 6 and 12 (both needed) (1); the 0.5 cm cubes (larger SA:V) (1).
4 [2]: 60 ÷ 50 (1); = 1.2 cm³/s (1).
5 [2]: (22 − 4) ÷ 30 = 18 ÷ 30 (1); = 0.60 cm³/s (1).
6 [2]: Activation energy 150 − 90 = 60 kJ (1); energy released 90 − 30 = 60 kJ (1).
7 [6]: OCR level-of-response mark scheme (6 marks). Read the whole answer, decide the level from the content descriptor, then the mark within the level from the quality of the line of reasoning. Use the indicative scientific points below.
Level 3 (5–6 marks): Describes a clear, workable method that would give valid rates (including how the gas is measured over time and the control variables) AND explains the expected effect of concentration using the frequency of collisions. There is a well-developed line of reasoning which is clear and logically structured. The information presented is relevant and substantiated.
Level 2 (3–4 marks): Describes a method that measures gas volume or mass over time AND states the expected effect of concentration, with a partial explanation. There is a line of reasoning presented with some structure. The information presented is relevant and supported by some evidence.
Level 1 (1–2 marks): Simple statements, e.g. "time how long it takes" or "stronger acid reacts faster". There is an attempt at a logical structure with a line of reasoning. The information is in the most part relevant.
0 marks: no response or no response worthy of credit.
Indicative scientific points may include:
 • Apparatus: conical flask, bung and delivery tube, gas syringe (or upturned measuring cylinder in a trough of water), stopclock, measuring cylinder.
 • Method: measure a fixed volume of acid (e.g. 50 cm³); add a fixed length / mass of magnesium ribbon; insert bung quickly; start the clock; read the gas volume every 10 s until no more gas.
 • Vary the concentration (e.g. 0.25, 0.50, 0.75, 1.0 mol/dm³); keep temperature, volume of acid and length of Mg the same; repeat each concentration and calculate means.
 • Results: plot volume of gas against time for each concentration; compare the gradients / mean rates over the first 20 s (HT: tangents at t = 0 for initial rates).
 • Safety: eye protection; hydrogen is extremely flammable, so no flames; dilute acid low hazard.
 • Expected result: higher concentration gives a steeper curve / faster rate; same final volume (Mg limiting).
 • Explanation: more acid particles in the same volume, so more frequent collisions with the magnesium surface, so more successful collisions per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1A47"/>
        </a:solidFill>
      </p:bgPr>
    </p:bg>
    <p:spTree>
      <p:nvGrpSpPr>
        <p:cNvPr id="1" name=""/>
        <p:cNvGrpSpPr/>
        <p:nvPr/>
      </p:nvGrpSpPr>
      <p:grpSpPr>
        <a:xfrm>
          <a:off x="0" y="0"/>
          <a:ext cx="0" cy="0"/>
          <a:chOff x="0" y="0"/>
          <a:chExt cx="0" cy="0"/>
        </a:xfrm>
      </p:grpSpPr>
      <p:sp>
        <p:nvSpPr>
          <p:cNvPr id="2" name="Shape 0"/>
          <p:cNvSpPr/>
          <p:nvPr/>
        </p:nvSpPr>
        <p:spPr>
          <a:xfrm>
            <a:off x="7589520" y="-1463040"/>
            <a:ext cx="6035040" cy="6035040"/>
          </a:xfrm>
          <a:prstGeom prst="ellipse">
            <a:avLst/>
          </a:prstGeom>
          <a:solidFill>
            <a:srgbClr val="5B3A8C"/>
          </a:solidFill>
          <a:ln w="12700">
            <a:solidFill>
              <a:srgbClr val="5B3A8C"/>
            </a:solidFill>
            <a:prstDash val="solid"/>
          </a:ln>
        </p:spPr>
      </p:sp>
      <p:sp>
        <p:nvSpPr>
          <p:cNvPr id="3" name="Shape 1"/>
          <p:cNvSpPr/>
          <p:nvPr/>
        </p:nvSpPr>
        <p:spPr>
          <a:xfrm>
            <a:off x="9326880" y="2377440"/>
            <a:ext cx="4937760" cy="4937760"/>
          </a:xfrm>
          <a:prstGeom prst="ellipse">
            <a:avLst/>
          </a:prstGeom>
          <a:solidFill>
            <a:srgbClr val="7A52B3">
              <a:alpha val="85000"/>
            </a:srgbClr>
          </a:solidFill>
          <a:ln w="12700">
            <a:solidFill>
              <a:srgbClr val="7A52B3"/>
            </a:solidFill>
            <a:prstDash val="solid"/>
          </a:ln>
        </p:spPr>
      </p:sp>
      <p:sp>
        <p:nvSpPr>
          <p:cNvPr id="4" name="Shape 2"/>
          <p:cNvSpPr/>
          <p:nvPr/>
        </p:nvSpPr>
        <p:spPr>
          <a:xfrm>
            <a:off x="0" y="0"/>
            <a:ext cx="164592" cy="6858000"/>
          </a:xfrm>
          <a:prstGeom prst="rect">
            <a:avLst/>
          </a:prstGeom>
          <a:solidFill>
            <a:srgbClr val="7A52B3"/>
          </a:solidFill>
          <a:ln w="12700">
            <a:solidFill>
              <a:srgbClr val="7A52B3"/>
            </a:solidFill>
            <a:prstDash val="solid"/>
          </a:ln>
        </p:spPr>
      </p:sp>
      <p:sp>
        <p:nvSpPr>
          <p:cNvPr id="5" name="Text 3"/>
          <p:cNvSpPr/>
          <p:nvPr/>
        </p:nvSpPr>
        <p:spPr>
          <a:xfrm>
            <a:off x="731520" y="822960"/>
            <a:ext cx="8686800" cy="320040"/>
          </a:xfrm>
          <a:prstGeom prst="rect">
            <a:avLst/>
          </a:prstGeom>
          <a:noFill/>
          <a:ln/>
        </p:spPr>
        <p:txBody>
          <a:bodyPr wrap="square" lIns="0" tIns="0" rIns="0" bIns="0" rtlCol="0" anchor="ctr"/>
          <a:lstStyle/>
          <a:p>
            <a:pPr indent="0" marL="0">
              <a:buNone/>
            </a:pPr>
            <a:r>
              <a:rPr lang="en-US" sz="1300" b="1" spc="400" kern="0" dirty="0">
                <a:solidFill>
                  <a:srgbClr val="CDB8F0"/>
                </a:solidFill>
                <a:latin typeface="Calibri" pitchFamily="34" charset="0"/>
                <a:ea typeface="Calibri" pitchFamily="34" charset="-122"/>
                <a:cs typeface="Calibri" pitchFamily="34" charset="-120"/>
              </a:rPr>
              <a:t>OCR GCSE COMBINED SCIENCE B (TWENTY FIRST CENTURY)</a:t>
            </a:r>
            <a:endParaRPr lang="en-US" sz="1300" dirty="0"/>
          </a:p>
        </p:txBody>
      </p:sp>
      <p:sp>
        <p:nvSpPr>
          <p:cNvPr id="6" name="Text 4"/>
          <p:cNvSpPr/>
          <p:nvPr/>
        </p:nvSpPr>
        <p:spPr>
          <a:xfrm>
            <a:off x="731520" y="1325880"/>
            <a:ext cx="9601200" cy="100584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C6.2  Rates of reaction</a:t>
            </a:r>
            <a:endParaRPr lang="en-US" sz="4000" dirty="0"/>
          </a:p>
        </p:txBody>
      </p:sp>
      <p:sp>
        <p:nvSpPr>
          <p:cNvPr id="7" name="Text 5"/>
          <p:cNvSpPr/>
          <p:nvPr/>
        </p:nvSpPr>
        <p:spPr>
          <a:xfrm>
            <a:off x="731520" y="2377440"/>
            <a:ext cx="7863840" cy="457200"/>
          </a:xfrm>
          <a:prstGeom prst="rect">
            <a:avLst/>
          </a:prstGeom>
          <a:noFill/>
          <a:ln/>
        </p:spPr>
        <p:txBody>
          <a:bodyPr wrap="square" lIns="0" tIns="0" rIns="0" bIns="0" rtlCol="0" anchor="ctr"/>
          <a:lstStyle/>
          <a:p>
            <a:pPr indent="0" marL="0">
              <a:buNone/>
            </a:pPr>
            <a:r>
              <a:rPr lang="en-US" sz="1800" i="1" dirty="0">
                <a:solidFill>
                  <a:srgbClr val="DCCDF3"/>
                </a:solidFill>
                <a:latin typeface="Georgia" pitchFamily="34" charset="0"/>
                <a:ea typeface="Georgia" pitchFamily="34" charset="-122"/>
                <a:cs typeface="Georgia" pitchFamily="34" charset="-120"/>
              </a:rPr>
              <a:t>How do chemists control the rate of reactions?</a:t>
            </a:r>
            <a:endParaRPr lang="en-US" sz="1800" dirty="0"/>
          </a:p>
        </p:txBody>
      </p:sp>
      <p:sp>
        <p:nvSpPr>
          <p:cNvPr id="8" name="Shape 6"/>
          <p:cNvSpPr/>
          <p:nvPr/>
        </p:nvSpPr>
        <p:spPr>
          <a:xfrm>
            <a:off x="731520" y="3017520"/>
            <a:ext cx="2011680" cy="0"/>
          </a:xfrm>
          <a:prstGeom prst="line">
            <a:avLst/>
          </a:prstGeom>
          <a:noFill/>
          <a:ln w="31750">
            <a:solidFill>
              <a:srgbClr val="F5A742"/>
            </a:solidFill>
            <a:prstDash val="solid"/>
          </a:ln>
        </p:spPr>
      </p:sp>
      <p:sp>
        <p:nvSpPr>
          <p:cNvPr id="9" name="Text 7"/>
          <p:cNvSpPr/>
          <p:nvPr/>
        </p:nvSpPr>
        <p:spPr>
          <a:xfrm>
            <a:off x="731520" y="3154680"/>
            <a:ext cx="8046720" cy="365760"/>
          </a:xfrm>
          <a:prstGeom prst="rect">
            <a:avLst/>
          </a:prstGeom>
          <a:noFill/>
          <a:ln/>
        </p:spPr>
        <p:txBody>
          <a:bodyPr wrap="square" lIns="0" tIns="0" rIns="0" bIns="0" rtlCol="0" anchor="ctr"/>
          <a:lstStyle/>
          <a:p>
            <a:pPr indent="0" marL="0">
              <a:buNone/>
            </a:pPr>
            <a:r>
              <a:rPr lang="en-US" sz="1300" dirty="0">
                <a:solidFill>
                  <a:srgbClr val="E4DAF5"/>
                </a:solidFill>
                <a:latin typeface="Calibri" pitchFamily="34" charset="0"/>
                <a:ea typeface="Calibri" pitchFamily="34" charset="-122"/>
                <a:cs typeface="Calibri" pitchFamily="34" charset="-120"/>
              </a:rPr>
              <a:t>Rate of reaction  •  Collision theory  •  Surface area to volume  •  Catalyst  •  Activation energy</a:t>
            </a:r>
            <a:endParaRPr lang="en-US" sz="1300" dirty="0"/>
          </a:p>
        </p:txBody>
      </p:sp>
      <p:sp>
        <p:nvSpPr>
          <p:cNvPr id="10" name="Shape 8"/>
          <p:cNvSpPr/>
          <p:nvPr/>
        </p:nvSpPr>
        <p:spPr>
          <a:xfrm>
            <a:off x="731520" y="3886200"/>
            <a:ext cx="457200" cy="457200"/>
          </a:xfrm>
          <a:prstGeom prst="ellipse">
            <a:avLst/>
          </a:prstGeom>
          <a:solidFill>
            <a:srgbClr val="7A52B3"/>
          </a:solidFill>
          <a:ln w="12700">
            <a:solidFill>
              <a:srgbClr val="CDB8F0"/>
            </a:solidFill>
            <a:prstDash val="solid"/>
          </a:ln>
        </p:spPr>
      </p:sp>
      <p:sp>
        <p:nvSpPr>
          <p:cNvPr id="11" name="Text 9"/>
          <p:cNvSpPr/>
          <p:nvPr/>
        </p:nvSpPr>
        <p:spPr>
          <a:xfrm>
            <a:off x="731520" y="3886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1371600" y="3886200"/>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Specification C6.2.1–C6.2.10 • measuring rates, collision theory, surface area, catalysts, enzymes</a:t>
            </a:r>
            <a:endParaRPr lang="en-US" sz="1400" dirty="0"/>
          </a:p>
        </p:txBody>
      </p:sp>
      <p:sp>
        <p:nvSpPr>
          <p:cNvPr id="13" name="Shape 11"/>
          <p:cNvSpPr/>
          <p:nvPr/>
        </p:nvSpPr>
        <p:spPr>
          <a:xfrm>
            <a:off x="731520" y="4507992"/>
            <a:ext cx="457200" cy="457200"/>
          </a:xfrm>
          <a:prstGeom prst="ellipse">
            <a:avLst/>
          </a:prstGeom>
          <a:solidFill>
            <a:srgbClr val="7A52B3"/>
          </a:solidFill>
          <a:ln w="12700">
            <a:solidFill>
              <a:srgbClr val="CDB8F0"/>
            </a:solidFill>
            <a:prstDash val="solid"/>
          </a:ln>
        </p:spPr>
      </p:sp>
      <p:sp>
        <p:nvSpPr>
          <p:cNvPr id="14" name="Text 12"/>
          <p:cNvSpPr/>
          <p:nvPr/>
        </p:nvSpPr>
        <p:spPr>
          <a:xfrm>
            <a:off x="731520" y="45079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a:t>
            </a:r>
            <a:endParaRPr lang="en-US" sz="1500" dirty="0"/>
          </a:p>
        </p:txBody>
      </p:sp>
      <p:sp>
        <p:nvSpPr>
          <p:cNvPr id="15" name="Text 13"/>
          <p:cNvSpPr/>
          <p:nvPr/>
        </p:nvSpPr>
        <p:spPr>
          <a:xfrm>
            <a:off x="1371600" y="4507992"/>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Higher &amp; Foundation in one deck • tangents to curves and rates in mol/s marked HT</a:t>
            </a:r>
            <a:endParaRPr lang="en-US" sz="1400" dirty="0"/>
          </a:p>
        </p:txBody>
      </p:sp>
      <p:sp>
        <p:nvSpPr>
          <p:cNvPr id="16" name="Shape 14"/>
          <p:cNvSpPr/>
          <p:nvPr/>
        </p:nvSpPr>
        <p:spPr>
          <a:xfrm>
            <a:off x="731520" y="5129784"/>
            <a:ext cx="457200" cy="457200"/>
          </a:xfrm>
          <a:prstGeom prst="ellipse">
            <a:avLst/>
          </a:prstGeom>
          <a:solidFill>
            <a:srgbClr val="7A52B3"/>
          </a:solidFill>
          <a:ln w="12700">
            <a:solidFill>
              <a:srgbClr val="CDB8F0"/>
            </a:solidFill>
            <a:prstDash val="solid"/>
          </a:ln>
        </p:spPr>
      </p:sp>
      <p:sp>
        <p:nvSpPr>
          <p:cNvPr id="17" name="Text 15"/>
          <p:cNvSpPr/>
          <p:nvPr/>
        </p:nvSpPr>
        <p:spPr>
          <a:xfrm>
            <a:off x="731520" y="51297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8" name="Text 16"/>
          <p:cNvSpPr/>
          <p:nvPr/>
        </p:nvSpPr>
        <p:spPr>
          <a:xfrm>
            <a:off x="1371600" y="5129784"/>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PAG C5 Measuring rates of reaction: gas syringe and disappearing cross • data verified</a:t>
            </a:r>
            <a:endParaRPr lang="en-US" sz="1400" dirty="0"/>
          </a:p>
        </p:txBody>
      </p:sp>
      <p:sp>
        <p:nvSpPr>
          <p:cNvPr id="19" name="Shape 17"/>
          <p:cNvSpPr/>
          <p:nvPr/>
        </p:nvSpPr>
        <p:spPr>
          <a:xfrm>
            <a:off x="731520" y="5769864"/>
            <a:ext cx="4800600" cy="365760"/>
          </a:xfrm>
          <a:prstGeom prst="roundRect">
            <a:avLst>
              <a:gd name="adj" fmla="val 50000"/>
            </a:avLst>
          </a:prstGeom>
          <a:solidFill>
            <a:srgbClr val="22133A"/>
          </a:solidFill>
          <a:ln w="15875">
            <a:solidFill>
              <a:srgbClr val="F5A742"/>
            </a:solidFill>
            <a:prstDash val="solid"/>
          </a:ln>
        </p:spPr>
      </p:sp>
      <p:sp>
        <p:nvSpPr>
          <p:cNvPr id="20" name="Text 18"/>
          <p:cNvSpPr/>
          <p:nvPr/>
        </p:nvSpPr>
        <p:spPr>
          <a:xfrm>
            <a:off x="731520" y="5769864"/>
            <a:ext cx="4800600" cy="365760"/>
          </a:xfrm>
          <a:prstGeom prst="rect">
            <a:avLst/>
          </a:prstGeom>
          <a:noFill/>
          <a:ln/>
        </p:spPr>
        <p:txBody>
          <a:bodyPr wrap="square" lIns="0" tIns="0" rIns="0" bIns="0" rtlCol="0" anchor="ctr"/>
          <a:lstStyle/>
          <a:p>
            <a:pPr algn="ctr" indent="0" marL="0">
              <a:buNone/>
            </a:pPr>
            <a:r>
              <a:rPr lang="en-US" sz="1200" b="1" dirty="0">
                <a:solidFill>
                  <a:srgbClr val="F5A742"/>
                </a:solidFill>
                <a:latin typeface="Calibri" pitchFamily="34" charset="0"/>
                <a:ea typeface="Calibri" pitchFamily="34" charset="-122"/>
                <a:cs typeface="Calibri" pitchFamily="34" charset="-120"/>
              </a:rPr>
              <a:t>Part 2 of 3 in Chapter C6: Making useful chemicals</a:t>
            </a:r>
            <a:endParaRPr lang="en-US" sz="1200" dirty="0"/>
          </a:p>
        </p:txBody>
      </p:sp>
      <p:sp>
        <p:nvSpPr>
          <p:cNvPr id="21" name="Text 19"/>
          <p:cNvSpPr/>
          <p:nvPr/>
        </p:nvSpPr>
        <p:spPr>
          <a:xfrm>
            <a:off x="731520" y="6172200"/>
            <a:ext cx="8229600" cy="274320"/>
          </a:xfrm>
          <a:prstGeom prst="rect">
            <a:avLst/>
          </a:prstGeom>
          <a:noFill/>
          <a:ln/>
        </p:spPr>
        <p:txBody>
          <a:bodyPr wrap="square" lIns="0" tIns="0" rIns="0" bIns="0" rtlCol="0" anchor="ctr"/>
          <a:lstStyle/>
          <a:p>
            <a:pPr indent="0" marL="0">
              <a:buNone/>
            </a:pPr>
            <a:r>
              <a:rPr lang="en-US" sz="1000" i="1" dirty="0">
                <a:solidFill>
                  <a:srgbClr val="DDD0F2"/>
                </a:solidFill>
                <a:latin typeface="Calibri" pitchFamily="34" charset="0"/>
                <a:ea typeface="Calibri" pitchFamily="34" charset="-122"/>
                <a:cs typeface="Calibri" pitchFamily="34" charset="-120"/>
              </a:rPr>
              <a:t>OCR J260 Combined Science B • C6.2 how do chemists control the rate of reactions • teacher deck • mark schemes in the notes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Learning objectives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C6.2.1–C6.2.10 • by the end of this sub-topic you can…</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C6.2 How do chemists control the rate of reactions?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Objectives  |  2</a:t>
            </a:r>
            <a:endParaRPr lang="en-US" sz="1000" dirty="0"/>
          </a:p>
        </p:txBody>
      </p:sp>
      <p:sp>
        <p:nvSpPr>
          <p:cNvPr id="8" name="Shape 6"/>
          <p:cNvSpPr/>
          <p:nvPr/>
        </p:nvSpPr>
        <p:spPr>
          <a:xfrm>
            <a:off x="502920" y="1325880"/>
            <a:ext cx="457200" cy="457200"/>
          </a:xfrm>
          <a:prstGeom prst="ellipse">
            <a:avLst/>
          </a:prstGeom>
          <a:solidFill>
            <a:srgbClr val="6A3FA0"/>
          </a:solidFill>
          <a:ln w="12700">
            <a:solidFill>
              <a:srgbClr val="6A3FA0"/>
            </a:solidFill>
            <a:prstDash val="solid"/>
          </a:ln>
        </p:spPr>
      </p:sp>
      <p:sp>
        <p:nvSpPr>
          <p:cNvPr id="9" name="Text 7"/>
          <p:cNvSpPr/>
          <p:nvPr/>
        </p:nvSpPr>
        <p:spPr>
          <a:xfrm>
            <a:off x="50292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0" name="Text 8"/>
          <p:cNvSpPr/>
          <p:nvPr/>
        </p:nvSpPr>
        <p:spPr>
          <a:xfrm>
            <a:off x="1097280" y="128016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C6.2.1   </a:t>
            </a:r>
            <a:r>
              <a:rPr lang="en-US" sz="1200" dirty="0">
                <a:solidFill>
                  <a:srgbClr val="262B3A"/>
                </a:solidFill>
                <a:latin typeface="Calibri" pitchFamily="34" charset="0"/>
                <a:ea typeface="Calibri" pitchFamily="34" charset="-122"/>
                <a:cs typeface="Calibri" pitchFamily="34" charset="-120"/>
              </a:rPr>
              <a:t>Describe the effect of </a:t>
            </a:r>
            <a:r>
              <a:rPr lang="en-US" sz="1200" b="1" dirty="0">
                <a:solidFill>
                  <a:srgbClr val="262B3A"/>
                </a:solidFill>
                <a:latin typeface="Calibri" pitchFamily="34" charset="0"/>
                <a:ea typeface="Calibri" pitchFamily="34" charset="-122"/>
                <a:cs typeface="Calibri" pitchFamily="34" charset="-120"/>
              </a:rPr>
              <a:t>temperature</a:t>
            </a:r>
            <a:r>
              <a:rPr lang="en-US" sz="1200" dirty="0">
                <a:solidFill>
                  <a:srgbClr val="262B3A"/>
                </a:solidFill>
                <a:latin typeface="Calibri" pitchFamily="34" charset="0"/>
                <a:ea typeface="Calibri" pitchFamily="34" charset="-122"/>
                <a:cs typeface="Calibri" pitchFamily="34" charset="-120"/>
              </a:rPr>
              <a:t>, </a:t>
            </a:r>
            <a:r>
              <a:rPr lang="en-US" sz="1200" b="1" dirty="0">
                <a:solidFill>
                  <a:srgbClr val="262B3A"/>
                </a:solidFill>
                <a:latin typeface="Calibri" pitchFamily="34" charset="0"/>
                <a:ea typeface="Calibri" pitchFamily="34" charset="-122"/>
                <a:cs typeface="Calibri" pitchFamily="34" charset="-120"/>
              </a:rPr>
              <a:t>concentration</a:t>
            </a:r>
            <a:r>
              <a:rPr lang="en-US" sz="1200" dirty="0">
                <a:solidFill>
                  <a:srgbClr val="262B3A"/>
                </a:solidFill>
                <a:latin typeface="Calibri" pitchFamily="34" charset="0"/>
                <a:ea typeface="Calibri" pitchFamily="34" charset="-122"/>
                <a:cs typeface="Calibri" pitchFamily="34" charset="-120"/>
              </a:rPr>
              <a:t>, </a:t>
            </a:r>
            <a:r>
              <a:rPr lang="en-US" sz="1200" b="1" dirty="0">
                <a:solidFill>
                  <a:srgbClr val="262B3A"/>
                </a:solidFill>
                <a:latin typeface="Calibri" pitchFamily="34" charset="0"/>
                <a:ea typeface="Calibri" pitchFamily="34" charset="-122"/>
                <a:cs typeface="Calibri" pitchFamily="34" charset="-120"/>
              </a:rPr>
              <a:t>pressure</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surface area</a:t>
            </a:r>
            <a:r>
              <a:rPr lang="en-US" sz="1200" dirty="0">
                <a:solidFill>
                  <a:srgbClr val="262B3A"/>
                </a:solidFill>
                <a:latin typeface="Calibri" pitchFamily="34" charset="0"/>
                <a:ea typeface="Calibri" pitchFamily="34" charset="-122"/>
                <a:cs typeface="Calibri" pitchFamily="34" charset="-120"/>
              </a:rPr>
              <a:t> on rate.</a:t>
            </a:r>
            <a:endParaRPr lang="en-US" sz="1100" dirty="0"/>
          </a:p>
        </p:txBody>
      </p:sp>
      <p:sp>
        <p:nvSpPr>
          <p:cNvPr id="11" name="Shape 9"/>
          <p:cNvSpPr/>
          <p:nvPr/>
        </p:nvSpPr>
        <p:spPr>
          <a:xfrm>
            <a:off x="502920" y="2194560"/>
            <a:ext cx="457200" cy="457200"/>
          </a:xfrm>
          <a:prstGeom prst="ellipse">
            <a:avLst/>
          </a:prstGeom>
          <a:solidFill>
            <a:srgbClr val="6A3FA0"/>
          </a:solidFill>
          <a:ln w="12700">
            <a:solidFill>
              <a:srgbClr val="6A3FA0"/>
            </a:solidFill>
            <a:prstDash val="solid"/>
          </a:ln>
        </p:spPr>
      </p:sp>
      <p:sp>
        <p:nvSpPr>
          <p:cNvPr id="12" name="Text 10"/>
          <p:cNvSpPr/>
          <p:nvPr/>
        </p:nvSpPr>
        <p:spPr>
          <a:xfrm>
            <a:off x="50292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1097280" y="214884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C6.2.2   </a:t>
            </a:r>
            <a:r>
              <a:rPr lang="en-US" sz="1200" dirty="0">
                <a:solidFill>
                  <a:srgbClr val="262B3A"/>
                </a:solidFill>
                <a:latin typeface="Calibri" pitchFamily="34" charset="0"/>
                <a:ea typeface="Calibri" pitchFamily="34" charset="-122"/>
                <a:cs typeface="Calibri" pitchFamily="34" charset="-120"/>
              </a:rPr>
              <a:t>Explain these effects using the </a:t>
            </a:r>
            <a:r>
              <a:rPr lang="en-US" sz="1200" b="1" dirty="0">
                <a:solidFill>
                  <a:srgbClr val="262B3A"/>
                </a:solidFill>
                <a:latin typeface="Calibri" pitchFamily="34" charset="0"/>
                <a:ea typeface="Calibri" pitchFamily="34" charset="-122"/>
                <a:cs typeface="Calibri" pitchFamily="34" charset="-120"/>
              </a:rPr>
              <a:t>frequency</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energy</a:t>
            </a:r>
            <a:r>
              <a:rPr lang="en-US" sz="1200" dirty="0">
                <a:solidFill>
                  <a:srgbClr val="262B3A"/>
                </a:solidFill>
                <a:latin typeface="Calibri" pitchFamily="34" charset="0"/>
                <a:ea typeface="Calibri" pitchFamily="34" charset="-122"/>
                <a:cs typeface="Calibri" pitchFamily="34" charset="-120"/>
              </a:rPr>
              <a:t> of </a:t>
            </a:r>
            <a:r>
              <a:rPr lang="en-US" sz="1200" b="1" dirty="0">
                <a:solidFill>
                  <a:srgbClr val="262B3A"/>
                </a:solidFill>
                <a:latin typeface="Calibri" pitchFamily="34" charset="0"/>
                <a:ea typeface="Calibri" pitchFamily="34" charset="-122"/>
                <a:cs typeface="Calibri" pitchFamily="34" charset="-120"/>
              </a:rPr>
              <a:t>collisions</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14" name="Shape 12"/>
          <p:cNvSpPr/>
          <p:nvPr/>
        </p:nvSpPr>
        <p:spPr>
          <a:xfrm>
            <a:off x="502920" y="3063240"/>
            <a:ext cx="457200" cy="457200"/>
          </a:xfrm>
          <a:prstGeom prst="ellipse">
            <a:avLst/>
          </a:prstGeom>
          <a:solidFill>
            <a:srgbClr val="6A3FA0"/>
          </a:solidFill>
          <a:ln w="12700">
            <a:solidFill>
              <a:srgbClr val="6A3FA0"/>
            </a:solidFill>
            <a:prstDash val="solid"/>
          </a:ln>
        </p:spPr>
      </p:sp>
      <p:sp>
        <p:nvSpPr>
          <p:cNvPr id="15" name="Text 13"/>
          <p:cNvSpPr/>
          <p:nvPr/>
        </p:nvSpPr>
        <p:spPr>
          <a:xfrm>
            <a:off x="50292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6" name="Text 14"/>
          <p:cNvSpPr/>
          <p:nvPr/>
        </p:nvSpPr>
        <p:spPr>
          <a:xfrm>
            <a:off x="1097280" y="301752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C6.2.3   </a:t>
            </a:r>
            <a:r>
              <a:rPr lang="en-US" sz="1200" dirty="0">
                <a:solidFill>
                  <a:srgbClr val="262B3A"/>
                </a:solidFill>
                <a:latin typeface="Calibri" pitchFamily="34" charset="0"/>
                <a:ea typeface="Calibri" pitchFamily="34" charset="-122"/>
                <a:cs typeface="Calibri" pitchFamily="34" charset="-120"/>
              </a:rPr>
              <a:t>Explain the effect of </a:t>
            </a:r>
            <a:r>
              <a:rPr lang="en-US" sz="1200" b="1" dirty="0">
                <a:solidFill>
                  <a:srgbClr val="262B3A"/>
                </a:solidFill>
                <a:latin typeface="Calibri" pitchFamily="34" charset="0"/>
                <a:ea typeface="Calibri" pitchFamily="34" charset="-122"/>
                <a:cs typeface="Calibri" pitchFamily="34" charset="-120"/>
              </a:rPr>
              <a:t>piece size</a:t>
            </a:r>
            <a:r>
              <a:rPr lang="en-US" sz="1200" dirty="0">
                <a:solidFill>
                  <a:srgbClr val="262B3A"/>
                </a:solidFill>
                <a:latin typeface="Calibri" pitchFamily="34" charset="0"/>
                <a:ea typeface="Calibri" pitchFamily="34" charset="-122"/>
                <a:cs typeface="Calibri" pitchFamily="34" charset="-120"/>
              </a:rPr>
              <a:t> using </a:t>
            </a:r>
            <a:r>
              <a:rPr lang="en-US" sz="1200" b="1" dirty="0">
                <a:solidFill>
                  <a:srgbClr val="262B3A"/>
                </a:solidFill>
                <a:latin typeface="Calibri" pitchFamily="34" charset="0"/>
                <a:ea typeface="Calibri" pitchFamily="34" charset="-122"/>
                <a:cs typeface="Calibri" pitchFamily="34" charset="-120"/>
              </a:rPr>
              <a:t>surface area to volume ratio</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17" name="Shape 15"/>
          <p:cNvSpPr/>
          <p:nvPr/>
        </p:nvSpPr>
        <p:spPr>
          <a:xfrm>
            <a:off x="502920" y="3931920"/>
            <a:ext cx="457200" cy="457200"/>
          </a:xfrm>
          <a:prstGeom prst="ellipse">
            <a:avLst/>
          </a:prstGeom>
          <a:solidFill>
            <a:srgbClr val="6A3FA0"/>
          </a:solidFill>
          <a:ln w="12700">
            <a:solidFill>
              <a:srgbClr val="6A3FA0"/>
            </a:solidFill>
            <a:prstDash val="solid"/>
          </a:ln>
        </p:spPr>
      </p:sp>
      <p:sp>
        <p:nvSpPr>
          <p:cNvPr id="18" name="Text 16"/>
          <p:cNvSpPr/>
          <p:nvPr/>
        </p:nvSpPr>
        <p:spPr>
          <a:xfrm>
            <a:off x="50292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19" name="Text 17"/>
          <p:cNvSpPr/>
          <p:nvPr/>
        </p:nvSpPr>
        <p:spPr>
          <a:xfrm>
            <a:off x="1097280" y="388620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C6.2.4   </a:t>
            </a:r>
            <a:r>
              <a:rPr lang="en-US" sz="1200" dirty="0">
                <a:solidFill>
                  <a:srgbClr val="262B3A"/>
                </a:solidFill>
                <a:latin typeface="Calibri" pitchFamily="34" charset="0"/>
                <a:ea typeface="Calibri" pitchFamily="34" charset="-122"/>
                <a:cs typeface="Calibri" pitchFamily="34" charset="-120"/>
              </a:rPr>
              <a:t>Describe the </a:t>
            </a:r>
            <a:r>
              <a:rPr lang="en-US" sz="1200" b="1" dirty="0">
                <a:solidFill>
                  <a:srgbClr val="262B3A"/>
                </a:solidFill>
                <a:latin typeface="Calibri" pitchFamily="34" charset="0"/>
                <a:ea typeface="Calibri" pitchFamily="34" charset="-122"/>
                <a:cs typeface="Calibri" pitchFamily="34" charset="-120"/>
              </a:rPr>
              <a:t>characteristics of catalysts</a:t>
            </a:r>
            <a:r>
              <a:rPr lang="en-US" sz="1200" dirty="0">
                <a:solidFill>
                  <a:srgbClr val="262B3A"/>
                </a:solidFill>
                <a:latin typeface="Calibri" pitchFamily="34" charset="0"/>
                <a:ea typeface="Calibri" pitchFamily="34" charset="-122"/>
                <a:cs typeface="Calibri" pitchFamily="34" charset="-120"/>
              </a:rPr>
              <a:t> and their effect on rate.</a:t>
            </a:r>
            <a:endParaRPr lang="en-US" sz="1100" dirty="0"/>
          </a:p>
        </p:txBody>
      </p:sp>
      <p:sp>
        <p:nvSpPr>
          <p:cNvPr id="20" name="Shape 18"/>
          <p:cNvSpPr/>
          <p:nvPr/>
        </p:nvSpPr>
        <p:spPr>
          <a:xfrm>
            <a:off x="502920" y="4800600"/>
            <a:ext cx="457200" cy="457200"/>
          </a:xfrm>
          <a:prstGeom prst="ellipse">
            <a:avLst/>
          </a:prstGeom>
          <a:solidFill>
            <a:srgbClr val="6A3FA0"/>
          </a:solidFill>
          <a:ln w="12700">
            <a:solidFill>
              <a:srgbClr val="6A3FA0"/>
            </a:solidFill>
            <a:prstDash val="solid"/>
          </a:ln>
        </p:spPr>
      </p:sp>
      <p:sp>
        <p:nvSpPr>
          <p:cNvPr id="21" name="Text 19"/>
          <p:cNvSpPr/>
          <p:nvPr/>
        </p:nvSpPr>
        <p:spPr>
          <a:xfrm>
            <a:off x="502920" y="48006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22" name="Text 20"/>
          <p:cNvSpPr/>
          <p:nvPr/>
        </p:nvSpPr>
        <p:spPr>
          <a:xfrm>
            <a:off x="1097280" y="475488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C6.2.5   </a:t>
            </a:r>
            <a:r>
              <a:rPr lang="en-US" sz="1200" b="1" dirty="0">
                <a:solidFill>
                  <a:srgbClr val="262B3A"/>
                </a:solidFill>
                <a:latin typeface="Calibri" pitchFamily="34" charset="0"/>
                <a:ea typeface="Calibri" pitchFamily="34" charset="-122"/>
                <a:cs typeface="Calibri" pitchFamily="34" charset="-120"/>
              </a:rPr>
              <a:t>Identify catalysts</a:t>
            </a:r>
            <a:r>
              <a:rPr lang="en-US" sz="1200" dirty="0">
                <a:solidFill>
                  <a:srgbClr val="262B3A"/>
                </a:solidFill>
                <a:latin typeface="Calibri" pitchFamily="34" charset="0"/>
                <a:ea typeface="Calibri" pitchFamily="34" charset="-122"/>
                <a:cs typeface="Calibri" pitchFamily="34" charset="-120"/>
              </a:rPr>
              <a:t> in reactions.</a:t>
            </a:r>
            <a:endParaRPr lang="en-US" sz="1100" dirty="0"/>
          </a:p>
        </p:txBody>
      </p:sp>
      <p:sp>
        <p:nvSpPr>
          <p:cNvPr id="23" name="Shape 21"/>
          <p:cNvSpPr/>
          <p:nvPr/>
        </p:nvSpPr>
        <p:spPr>
          <a:xfrm>
            <a:off x="6263640" y="1325880"/>
            <a:ext cx="457200" cy="457200"/>
          </a:xfrm>
          <a:prstGeom prst="ellipse">
            <a:avLst/>
          </a:prstGeom>
          <a:solidFill>
            <a:srgbClr val="6A3FA0"/>
          </a:solidFill>
          <a:ln w="12700">
            <a:solidFill>
              <a:srgbClr val="6A3FA0"/>
            </a:solidFill>
            <a:prstDash val="solid"/>
          </a:ln>
        </p:spPr>
      </p:sp>
      <p:sp>
        <p:nvSpPr>
          <p:cNvPr id="24" name="Text 22"/>
          <p:cNvSpPr/>
          <p:nvPr/>
        </p:nvSpPr>
        <p:spPr>
          <a:xfrm>
            <a:off x="626364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6</a:t>
            </a:r>
            <a:endParaRPr lang="en-US" sz="1600" dirty="0"/>
          </a:p>
        </p:txBody>
      </p:sp>
      <p:sp>
        <p:nvSpPr>
          <p:cNvPr id="25" name="Text 23"/>
          <p:cNvSpPr/>
          <p:nvPr/>
        </p:nvSpPr>
        <p:spPr>
          <a:xfrm>
            <a:off x="6858000" y="128016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C6.2.6   </a:t>
            </a:r>
            <a:r>
              <a:rPr lang="en-US" sz="1200" dirty="0">
                <a:solidFill>
                  <a:srgbClr val="262B3A"/>
                </a:solidFill>
                <a:latin typeface="Calibri" pitchFamily="34" charset="0"/>
                <a:ea typeface="Calibri" pitchFamily="34" charset="-122"/>
                <a:cs typeface="Calibri" pitchFamily="34" charset="-120"/>
              </a:rPr>
              <a:t>Explain </a:t>
            </a:r>
            <a:r>
              <a:rPr lang="en-US" sz="1200" b="1" dirty="0">
                <a:solidFill>
                  <a:srgbClr val="262B3A"/>
                </a:solidFill>
                <a:latin typeface="Calibri" pitchFamily="34" charset="0"/>
                <a:ea typeface="Calibri" pitchFamily="34" charset="-122"/>
                <a:cs typeface="Calibri" pitchFamily="34" charset="-120"/>
              </a:rPr>
              <a:t>catalytic action</a:t>
            </a:r>
            <a:r>
              <a:rPr lang="en-US" sz="1200" dirty="0">
                <a:solidFill>
                  <a:srgbClr val="262B3A"/>
                </a:solidFill>
                <a:latin typeface="Calibri" pitchFamily="34" charset="0"/>
                <a:ea typeface="Calibri" pitchFamily="34" charset="-122"/>
                <a:cs typeface="Calibri" pitchFamily="34" charset="-120"/>
              </a:rPr>
              <a:t> using </a:t>
            </a:r>
            <a:r>
              <a:rPr lang="en-US" sz="1200" b="1" dirty="0">
                <a:solidFill>
                  <a:srgbClr val="262B3A"/>
                </a:solidFill>
                <a:latin typeface="Calibri" pitchFamily="34" charset="0"/>
                <a:ea typeface="Calibri" pitchFamily="34" charset="-122"/>
                <a:cs typeface="Calibri" pitchFamily="34" charset="-120"/>
              </a:rPr>
              <a:t>activation energy</a:t>
            </a:r>
            <a:r>
              <a:rPr lang="en-US" sz="1200" dirty="0">
                <a:solidFill>
                  <a:srgbClr val="262B3A"/>
                </a:solidFill>
                <a:latin typeface="Calibri" pitchFamily="34" charset="0"/>
                <a:ea typeface="Calibri" pitchFamily="34" charset="-122"/>
                <a:cs typeface="Calibri" pitchFamily="34" charset="-120"/>
              </a:rPr>
              <a:t> and reaction profiles.</a:t>
            </a:r>
            <a:endParaRPr lang="en-US" sz="1100" dirty="0"/>
          </a:p>
        </p:txBody>
      </p:sp>
      <p:sp>
        <p:nvSpPr>
          <p:cNvPr id="26" name="Shape 24"/>
          <p:cNvSpPr/>
          <p:nvPr/>
        </p:nvSpPr>
        <p:spPr>
          <a:xfrm>
            <a:off x="6263640" y="2194560"/>
            <a:ext cx="457200" cy="457200"/>
          </a:xfrm>
          <a:prstGeom prst="ellipse">
            <a:avLst/>
          </a:prstGeom>
          <a:solidFill>
            <a:srgbClr val="6A3FA0"/>
          </a:solidFill>
          <a:ln w="12700">
            <a:solidFill>
              <a:srgbClr val="6A3FA0"/>
            </a:solidFill>
            <a:prstDash val="solid"/>
          </a:ln>
        </p:spPr>
      </p:sp>
      <p:sp>
        <p:nvSpPr>
          <p:cNvPr id="27" name="Text 25"/>
          <p:cNvSpPr/>
          <p:nvPr/>
        </p:nvSpPr>
        <p:spPr>
          <a:xfrm>
            <a:off x="626364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7</a:t>
            </a:r>
            <a:endParaRPr lang="en-US" sz="1600" dirty="0"/>
          </a:p>
        </p:txBody>
      </p:sp>
      <p:sp>
        <p:nvSpPr>
          <p:cNvPr id="28" name="Text 26"/>
          <p:cNvSpPr/>
          <p:nvPr/>
        </p:nvSpPr>
        <p:spPr>
          <a:xfrm>
            <a:off x="6858000" y="214884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C6.2.7   </a:t>
            </a:r>
            <a:r>
              <a:rPr lang="en-US" sz="1200" dirty="0">
                <a:solidFill>
                  <a:srgbClr val="262B3A"/>
                </a:solidFill>
                <a:latin typeface="Calibri" pitchFamily="34" charset="0"/>
                <a:ea typeface="Calibri" pitchFamily="34" charset="-122"/>
                <a:cs typeface="Calibri" pitchFamily="34" charset="-120"/>
              </a:rPr>
              <a:t>Recall that </a:t>
            </a:r>
            <a:r>
              <a:rPr lang="en-US" sz="1200" b="1" dirty="0">
                <a:solidFill>
                  <a:srgbClr val="262B3A"/>
                </a:solidFill>
                <a:latin typeface="Calibri" pitchFamily="34" charset="0"/>
                <a:ea typeface="Calibri" pitchFamily="34" charset="-122"/>
                <a:cs typeface="Calibri" pitchFamily="34" charset="-120"/>
              </a:rPr>
              <a:t>enzymes</a:t>
            </a:r>
            <a:r>
              <a:rPr lang="en-US" sz="1200" dirty="0">
                <a:solidFill>
                  <a:srgbClr val="262B3A"/>
                </a:solidFill>
                <a:latin typeface="Calibri" pitchFamily="34" charset="0"/>
                <a:ea typeface="Calibri" pitchFamily="34" charset="-122"/>
                <a:cs typeface="Calibri" pitchFamily="34" charset="-120"/>
              </a:rPr>
              <a:t> are </a:t>
            </a:r>
            <a:r>
              <a:rPr lang="en-US" sz="1200" b="1" dirty="0">
                <a:solidFill>
                  <a:srgbClr val="262B3A"/>
                </a:solidFill>
                <a:latin typeface="Calibri" pitchFamily="34" charset="0"/>
                <a:ea typeface="Calibri" pitchFamily="34" charset="-122"/>
                <a:cs typeface="Calibri" pitchFamily="34" charset="-120"/>
              </a:rPr>
              <a:t>catalysts</a:t>
            </a:r>
            <a:r>
              <a:rPr lang="en-US" sz="1200" dirty="0">
                <a:solidFill>
                  <a:srgbClr val="262B3A"/>
                </a:solidFill>
                <a:latin typeface="Calibri" pitchFamily="34" charset="0"/>
                <a:ea typeface="Calibri" pitchFamily="34" charset="-122"/>
                <a:cs typeface="Calibri" pitchFamily="34" charset="-120"/>
              </a:rPr>
              <a:t> in biological systems.</a:t>
            </a:r>
            <a:endParaRPr lang="en-US" sz="1100" dirty="0"/>
          </a:p>
        </p:txBody>
      </p:sp>
      <p:sp>
        <p:nvSpPr>
          <p:cNvPr id="29" name="Shape 27"/>
          <p:cNvSpPr/>
          <p:nvPr/>
        </p:nvSpPr>
        <p:spPr>
          <a:xfrm>
            <a:off x="6263640" y="3063240"/>
            <a:ext cx="457200" cy="457200"/>
          </a:xfrm>
          <a:prstGeom prst="ellipse">
            <a:avLst/>
          </a:prstGeom>
          <a:solidFill>
            <a:srgbClr val="6A3FA0"/>
          </a:solidFill>
          <a:ln w="12700">
            <a:solidFill>
              <a:srgbClr val="6A3FA0"/>
            </a:solidFill>
            <a:prstDash val="solid"/>
          </a:ln>
        </p:spPr>
      </p:sp>
      <p:sp>
        <p:nvSpPr>
          <p:cNvPr id="30" name="Text 28"/>
          <p:cNvSpPr/>
          <p:nvPr/>
        </p:nvSpPr>
        <p:spPr>
          <a:xfrm>
            <a:off x="626364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8</a:t>
            </a:r>
            <a:endParaRPr lang="en-US" sz="1600" dirty="0"/>
          </a:p>
        </p:txBody>
      </p:sp>
      <p:sp>
        <p:nvSpPr>
          <p:cNvPr id="31" name="Text 29"/>
          <p:cNvSpPr/>
          <p:nvPr/>
        </p:nvSpPr>
        <p:spPr>
          <a:xfrm>
            <a:off x="6858000" y="301752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C6.2.8   </a:t>
            </a:r>
            <a:r>
              <a:rPr lang="en-US" sz="1200" dirty="0">
                <a:solidFill>
                  <a:srgbClr val="262B3A"/>
                </a:solidFill>
                <a:latin typeface="Calibri" pitchFamily="34" charset="0"/>
                <a:ea typeface="Calibri" pitchFamily="34" charset="-122"/>
                <a:cs typeface="Calibri" pitchFamily="34" charset="-120"/>
              </a:rPr>
              <a:t>Suggest </a:t>
            </a:r>
            <a:r>
              <a:rPr lang="en-US" sz="1200" b="1" dirty="0">
                <a:solidFill>
                  <a:srgbClr val="262B3A"/>
                </a:solidFill>
                <a:latin typeface="Calibri" pitchFamily="34" charset="0"/>
                <a:ea typeface="Calibri" pitchFamily="34" charset="-122"/>
                <a:cs typeface="Calibri" pitchFamily="34" charset="-120"/>
              </a:rPr>
              <a:t>practical methods</a:t>
            </a:r>
            <a:r>
              <a:rPr lang="en-US" sz="1200" dirty="0">
                <a:solidFill>
                  <a:srgbClr val="262B3A"/>
                </a:solidFill>
                <a:latin typeface="Calibri" pitchFamily="34" charset="0"/>
                <a:ea typeface="Calibri" pitchFamily="34" charset="-122"/>
                <a:cs typeface="Calibri" pitchFamily="34" charset="-120"/>
              </a:rPr>
              <a:t> to measure the rate of a reaction (PAG C5).</a:t>
            </a:r>
            <a:endParaRPr lang="en-US" sz="1100" dirty="0"/>
          </a:p>
        </p:txBody>
      </p:sp>
      <p:sp>
        <p:nvSpPr>
          <p:cNvPr id="32" name="Shape 30"/>
          <p:cNvSpPr/>
          <p:nvPr/>
        </p:nvSpPr>
        <p:spPr>
          <a:xfrm>
            <a:off x="6263640" y="3931920"/>
            <a:ext cx="457200" cy="457200"/>
          </a:xfrm>
          <a:prstGeom prst="ellipse">
            <a:avLst/>
          </a:prstGeom>
          <a:solidFill>
            <a:srgbClr val="6A3FA0"/>
          </a:solidFill>
          <a:ln w="12700">
            <a:solidFill>
              <a:srgbClr val="6A3FA0"/>
            </a:solidFill>
            <a:prstDash val="solid"/>
          </a:ln>
        </p:spPr>
      </p:sp>
      <p:sp>
        <p:nvSpPr>
          <p:cNvPr id="33" name="Text 31"/>
          <p:cNvSpPr/>
          <p:nvPr/>
        </p:nvSpPr>
        <p:spPr>
          <a:xfrm>
            <a:off x="626364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9</a:t>
            </a:r>
            <a:endParaRPr lang="en-US" sz="1600" dirty="0"/>
          </a:p>
        </p:txBody>
      </p:sp>
      <p:sp>
        <p:nvSpPr>
          <p:cNvPr id="34" name="Text 32"/>
          <p:cNvSpPr/>
          <p:nvPr/>
        </p:nvSpPr>
        <p:spPr>
          <a:xfrm>
            <a:off x="6858000" y="388620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C6.2.9   </a:t>
            </a:r>
            <a:r>
              <a:rPr lang="en-US" sz="1200" b="1" dirty="0">
                <a:solidFill>
                  <a:srgbClr val="262B3A"/>
                </a:solidFill>
                <a:latin typeface="Calibri" pitchFamily="34" charset="0"/>
                <a:ea typeface="Calibri" pitchFamily="34" charset="-122"/>
                <a:cs typeface="Calibri" pitchFamily="34" charset="-120"/>
              </a:rPr>
              <a:t>Interpret graphs</a:t>
            </a:r>
            <a:r>
              <a:rPr lang="en-US" sz="1200" dirty="0">
                <a:solidFill>
                  <a:srgbClr val="262B3A"/>
                </a:solidFill>
                <a:latin typeface="Calibri" pitchFamily="34" charset="0"/>
                <a:ea typeface="Calibri" pitchFamily="34" charset="-122"/>
                <a:cs typeface="Calibri" pitchFamily="34" charset="-120"/>
              </a:rPr>
              <a:t> of reaction conditions and rate.</a:t>
            </a:r>
            <a:endParaRPr lang="en-US" sz="1100" dirty="0"/>
          </a:p>
        </p:txBody>
      </p:sp>
      <p:sp>
        <p:nvSpPr>
          <p:cNvPr id="35" name="Shape 33"/>
          <p:cNvSpPr/>
          <p:nvPr/>
        </p:nvSpPr>
        <p:spPr>
          <a:xfrm>
            <a:off x="6263640" y="4800600"/>
            <a:ext cx="457200" cy="457200"/>
          </a:xfrm>
          <a:prstGeom prst="ellipse">
            <a:avLst/>
          </a:prstGeom>
          <a:solidFill>
            <a:srgbClr val="6A3FA0"/>
          </a:solidFill>
          <a:ln w="12700">
            <a:solidFill>
              <a:srgbClr val="6A3FA0"/>
            </a:solidFill>
            <a:prstDash val="solid"/>
          </a:ln>
        </p:spPr>
      </p:sp>
      <p:sp>
        <p:nvSpPr>
          <p:cNvPr id="36" name="Text 34"/>
          <p:cNvSpPr/>
          <p:nvPr/>
        </p:nvSpPr>
        <p:spPr>
          <a:xfrm>
            <a:off x="6263640" y="48006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10</a:t>
            </a:r>
            <a:endParaRPr lang="en-US" sz="1600" dirty="0"/>
          </a:p>
        </p:txBody>
      </p:sp>
      <p:sp>
        <p:nvSpPr>
          <p:cNvPr id="37" name="Text 35"/>
          <p:cNvSpPr/>
          <p:nvPr/>
        </p:nvSpPr>
        <p:spPr>
          <a:xfrm>
            <a:off x="6858000" y="475488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C6.2.10   </a:t>
            </a:r>
            <a:r>
              <a:rPr lang="en-US" sz="1200" dirty="0">
                <a:solidFill>
                  <a:srgbClr val="262B3A"/>
                </a:solidFill>
                <a:latin typeface="Calibri" pitchFamily="34" charset="0"/>
                <a:ea typeface="Calibri" pitchFamily="34" charset="-122"/>
                <a:cs typeface="Calibri" pitchFamily="34" charset="-120"/>
              </a:rPr>
              <a:t>Calculate </a:t>
            </a:r>
            <a:r>
              <a:rPr lang="en-US" sz="1200" b="1" dirty="0">
                <a:solidFill>
                  <a:srgbClr val="262B3A"/>
                </a:solidFill>
                <a:latin typeface="Calibri" pitchFamily="34" charset="0"/>
                <a:ea typeface="Calibri" pitchFamily="34" charset="-122"/>
                <a:cs typeface="Calibri" pitchFamily="34" charset="-120"/>
              </a:rPr>
              <a:t>mean rates</a:t>
            </a:r>
            <a:r>
              <a:rPr lang="en-US" sz="1200" dirty="0">
                <a:solidFill>
                  <a:srgbClr val="262B3A"/>
                </a:solidFill>
                <a:latin typeface="Calibri" pitchFamily="34" charset="0"/>
                <a:ea typeface="Calibri" pitchFamily="34" charset="-122"/>
                <a:cs typeface="Calibri" pitchFamily="34" charset="-120"/>
              </a:rPr>
              <a:t>; use the </a:t>
            </a:r>
            <a:r>
              <a:rPr lang="en-US" sz="1200" b="1" dirty="0">
                <a:solidFill>
                  <a:srgbClr val="262B3A"/>
                </a:solidFill>
                <a:latin typeface="Calibri" pitchFamily="34" charset="0"/>
                <a:ea typeface="Calibri" pitchFamily="34" charset="-122"/>
                <a:cs typeface="Calibri" pitchFamily="34" charset="-120"/>
              </a:rPr>
              <a:t>gradient of a tangent</a:t>
            </a:r>
            <a:r>
              <a:rPr lang="en-US" sz="1200" dirty="0">
                <a:solidFill>
                  <a:srgbClr val="262B3A"/>
                </a:solidFill>
                <a:latin typeface="Calibri" pitchFamily="34" charset="0"/>
                <a:ea typeface="Calibri" pitchFamily="34" charset="-122"/>
                <a:cs typeface="Calibri" pitchFamily="34" charset="-120"/>
              </a:rPr>
              <a:t> for rate at a time.</a:t>
            </a:r>
            <a:endParaRPr lang="en-US" sz="1100" dirty="0"/>
          </a:p>
        </p:txBody>
      </p:sp>
      <p:sp>
        <p:nvSpPr>
          <p:cNvPr id="38" name="Shape 36"/>
          <p:cNvSpPr/>
          <p:nvPr/>
        </p:nvSpPr>
        <p:spPr>
          <a:xfrm>
            <a:off x="11018520" y="5239512"/>
            <a:ext cx="411480" cy="274320"/>
          </a:xfrm>
          <a:prstGeom prst="roundRect">
            <a:avLst>
              <a:gd name="adj" fmla="val 50000"/>
            </a:avLst>
          </a:prstGeom>
          <a:solidFill>
            <a:srgbClr val="C8414C"/>
          </a:solidFill>
          <a:ln w="12700">
            <a:solidFill>
              <a:srgbClr val="C8414C"/>
            </a:solidFill>
            <a:prstDash val="solid"/>
          </a:ln>
        </p:spPr>
      </p:sp>
      <p:sp>
        <p:nvSpPr>
          <p:cNvPr id="39" name="Text 37"/>
          <p:cNvSpPr/>
          <p:nvPr/>
        </p:nvSpPr>
        <p:spPr>
          <a:xfrm>
            <a:off x="11018520" y="523951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Where this fits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Chapter C6 Making useful chemicals • C6.2 is Part 2 of 3 in Combined Science B</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C6.2 How do chemists control the rate of reactions?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Context  |  3</a:t>
            </a:r>
            <a:endParaRPr lang="en-US" sz="1000" dirty="0"/>
          </a:p>
        </p:txBody>
      </p:sp>
      <p:sp>
        <p:nvSpPr>
          <p:cNvPr id="8" name="Shape 6"/>
          <p:cNvSpPr/>
          <p:nvPr/>
        </p:nvSpPr>
        <p:spPr>
          <a:xfrm>
            <a:off x="411480" y="1234440"/>
            <a:ext cx="2103120" cy="685800"/>
          </a:xfrm>
          <a:prstGeom prst="roundRect">
            <a:avLst>
              <a:gd name="adj" fmla="val 8000"/>
            </a:avLst>
          </a:prstGeom>
          <a:solidFill>
            <a:srgbClr val="2A1F3D"/>
          </a:solidFill>
          <a:ln/>
        </p:spPr>
      </p:sp>
      <p:sp>
        <p:nvSpPr>
          <p:cNvPr id="9" name="Text 7"/>
          <p:cNvSpPr/>
          <p:nvPr/>
        </p:nvSpPr>
        <p:spPr>
          <a:xfrm>
            <a:off x="411480" y="1234440"/>
            <a:ext cx="210312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C6.2</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Rates of reaction</a:t>
            </a:r>
            <a:endParaRPr lang="en-US" sz="1100" dirty="0"/>
          </a:p>
        </p:txBody>
      </p:sp>
      <p:sp>
        <p:nvSpPr>
          <p:cNvPr id="10" name="Shape 8"/>
          <p:cNvSpPr/>
          <p:nvPr/>
        </p:nvSpPr>
        <p:spPr>
          <a:xfrm>
            <a:off x="914400" y="1920240"/>
            <a:ext cx="91" cy="3758184"/>
          </a:xfrm>
          <a:prstGeom prst="line">
            <a:avLst/>
          </a:prstGeom>
          <a:noFill/>
          <a:ln w="19050">
            <a:solidFill>
              <a:srgbClr val="6A3FA0"/>
            </a:solidFill>
            <a:prstDash val="solid"/>
          </a:ln>
        </p:spPr>
      </p:sp>
      <p:sp>
        <p:nvSpPr>
          <p:cNvPr id="11" name="Shape 9"/>
          <p:cNvSpPr/>
          <p:nvPr/>
        </p:nvSpPr>
        <p:spPr>
          <a:xfrm>
            <a:off x="914400" y="2386584"/>
            <a:ext cx="411480" cy="91"/>
          </a:xfrm>
          <a:prstGeom prst="line">
            <a:avLst/>
          </a:prstGeom>
          <a:noFill/>
          <a:ln w="19050">
            <a:solidFill>
              <a:srgbClr val="6A3FA0"/>
            </a:solidFill>
            <a:prstDash val="solid"/>
          </a:ln>
        </p:spPr>
      </p:sp>
      <p:sp>
        <p:nvSpPr>
          <p:cNvPr id="12" name="Shape 10"/>
          <p:cNvSpPr/>
          <p:nvPr/>
        </p:nvSpPr>
        <p:spPr>
          <a:xfrm>
            <a:off x="1325880" y="2103120"/>
            <a:ext cx="5120640" cy="566928"/>
          </a:xfrm>
          <a:prstGeom prst="roundRect">
            <a:avLst>
              <a:gd name="adj" fmla="val 8065"/>
            </a:avLst>
          </a:prstGeom>
          <a:solidFill>
            <a:srgbClr val="F8F5FC"/>
          </a:solidFill>
          <a:ln w="12700">
            <a:solidFill>
              <a:srgbClr val="DDD3EC"/>
            </a:solidFill>
            <a:prstDash val="solid"/>
          </a:ln>
        </p:spPr>
      </p:sp>
      <p:sp>
        <p:nvSpPr>
          <p:cNvPr id="13" name="Text 11"/>
          <p:cNvSpPr/>
          <p:nvPr/>
        </p:nvSpPr>
        <p:spPr>
          <a:xfrm>
            <a:off x="1463040" y="2103120"/>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C6.2.8–10   </a:t>
            </a:r>
            <a:r>
              <a:rPr lang="en-US" sz="1100" dirty="0">
                <a:solidFill>
                  <a:srgbClr val="262B3A"/>
                </a:solidFill>
                <a:latin typeface="Calibri" pitchFamily="34" charset="0"/>
                <a:ea typeface="Calibri" pitchFamily="34" charset="-122"/>
                <a:cs typeface="Calibri" pitchFamily="34" charset="-120"/>
              </a:rPr>
              <a:t>Measuring rates: methods, graphs, mean rate, tangents</a:t>
            </a:r>
            <a:endParaRPr lang="en-US" sz="1100" dirty="0"/>
          </a:p>
        </p:txBody>
      </p:sp>
      <p:sp>
        <p:nvSpPr>
          <p:cNvPr id="14" name="Shape 12"/>
          <p:cNvSpPr/>
          <p:nvPr/>
        </p:nvSpPr>
        <p:spPr>
          <a:xfrm>
            <a:off x="5257800" y="2249424"/>
            <a:ext cx="1097280" cy="274320"/>
          </a:xfrm>
          <a:prstGeom prst="roundRect">
            <a:avLst>
              <a:gd name="adj" fmla="val 50000"/>
            </a:avLst>
          </a:prstGeom>
          <a:solidFill>
            <a:srgbClr val="6A3FA0"/>
          </a:solidFill>
          <a:ln w="12700">
            <a:solidFill>
              <a:srgbClr val="6A3FA0"/>
            </a:solidFill>
            <a:prstDash val="solid"/>
          </a:ln>
        </p:spPr>
      </p:sp>
      <p:sp>
        <p:nvSpPr>
          <p:cNvPr id="15" name="Text 13"/>
          <p:cNvSpPr/>
          <p:nvPr/>
        </p:nvSpPr>
        <p:spPr>
          <a:xfrm>
            <a:off x="5257800" y="224942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 HT</a:t>
            </a:r>
            <a:endParaRPr lang="en-US" sz="1000" dirty="0"/>
          </a:p>
        </p:txBody>
      </p:sp>
      <p:sp>
        <p:nvSpPr>
          <p:cNvPr id="16" name="Shape 14"/>
          <p:cNvSpPr/>
          <p:nvPr/>
        </p:nvSpPr>
        <p:spPr>
          <a:xfrm>
            <a:off x="914400" y="3044952"/>
            <a:ext cx="411480" cy="91"/>
          </a:xfrm>
          <a:prstGeom prst="line">
            <a:avLst/>
          </a:prstGeom>
          <a:noFill/>
          <a:ln w="19050">
            <a:solidFill>
              <a:srgbClr val="6A3FA0"/>
            </a:solidFill>
            <a:prstDash val="solid"/>
          </a:ln>
        </p:spPr>
      </p:sp>
      <p:sp>
        <p:nvSpPr>
          <p:cNvPr id="17" name="Shape 15"/>
          <p:cNvSpPr/>
          <p:nvPr/>
        </p:nvSpPr>
        <p:spPr>
          <a:xfrm>
            <a:off x="1325880" y="2761488"/>
            <a:ext cx="5120640" cy="566928"/>
          </a:xfrm>
          <a:prstGeom prst="roundRect">
            <a:avLst>
              <a:gd name="adj" fmla="val 8065"/>
            </a:avLst>
          </a:prstGeom>
          <a:solidFill>
            <a:srgbClr val="F8F5FC"/>
          </a:solidFill>
          <a:ln w="12700">
            <a:solidFill>
              <a:srgbClr val="DDD3EC"/>
            </a:solidFill>
            <a:prstDash val="solid"/>
          </a:ln>
        </p:spPr>
      </p:sp>
      <p:sp>
        <p:nvSpPr>
          <p:cNvPr id="18" name="Text 16"/>
          <p:cNvSpPr/>
          <p:nvPr/>
        </p:nvSpPr>
        <p:spPr>
          <a:xfrm>
            <a:off x="1463040" y="2761488"/>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C6.2.1–2   </a:t>
            </a:r>
            <a:r>
              <a:rPr lang="en-US" sz="1100" dirty="0">
                <a:solidFill>
                  <a:srgbClr val="262B3A"/>
                </a:solidFill>
                <a:latin typeface="Calibri" pitchFamily="34" charset="0"/>
                <a:ea typeface="Calibri" pitchFamily="34" charset="-122"/>
                <a:cs typeface="Calibri" pitchFamily="34" charset="-120"/>
              </a:rPr>
              <a:t>Temperature, concentration, pressure: collision theory</a:t>
            </a:r>
            <a:endParaRPr lang="en-US" sz="1100" dirty="0"/>
          </a:p>
        </p:txBody>
      </p:sp>
      <p:sp>
        <p:nvSpPr>
          <p:cNvPr id="19" name="Shape 17"/>
          <p:cNvSpPr/>
          <p:nvPr/>
        </p:nvSpPr>
        <p:spPr>
          <a:xfrm>
            <a:off x="5257800" y="2907792"/>
            <a:ext cx="1097280" cy="274320"/>
          </a:xfrm>
          <a:prstGeom prst="roundRect">
            <a:avLst>
              <a:gd name="adj" fmla="val 50000"/>
            </a:avLst>
          </a:prstGeom>
          <a:solidFill>
            <a:srgbClr val="6A3FA0"/>
          </a:solidFill>
          <a:ln w="12700">
            <a:solidFill>
              <a:srgbClr val="6A3FA0"/>
            </a:solidFill>
            <a:prstDash val="solid"/>
          </a:ln>
        </p:spPr>
      </p:sp>
      <p:sp>
        <p:nvSpPr>
          <p:cNvPr id="20" name="Text 18"/>
          <p:cNvSpPr/>
          <p:nvPr/>
        </p:nvSpPr>
        <p:spPr>
          <a:xfrm>
            <a:off x="5257800" y="2907792"/>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1" name="Shape 19"/>
          <p:cNvSpPr/>
          <p:nvPr/>
        </p:nvSpPr>
        <p:spPr>
          <a:xfrm>
            <a:off x="914400" y="3703320"/>
            <a:ext cx="411480" cy="91"/>
          </a:xfrm>
          <a:prstGeom prst="line">
            <a:avLst/>
          </a:prstGeom>
          <a:noFill/>
          <a:ln w="19050">
            <a:solidFill>
              <a:srgbClr val="6A3FA0"/>
            </a:solidFill>
            <a:prstDash val="solid"/>
          </a:ln>
        </p:spPr>
      </p:sp>
      <p:sp>
        <p:nvSpPr>
          <p:cNvPr id="22" name="Shape 20"/>
          <p:cNvSpPr/>
          <p:nvPr/>
        </p:nvSpPr>
        <p:spPr>
          <a:xfrm>
            <a:off x="1325880" y="3419856"/>
            <a:ext cx="5120640" cy="566928"/>
          </a:xfrm>
          <a:prstGeom prst="roundRect">
            <a:avLst>
              <a:gd name="adj" fmla="val 8065"/>
            </a:avLst>
          </a:prstGeom>
          <a:solidFill>
            <a:srgbClr val="F8F5FC"/>
          </a:solidFill>
          <a:ln w="12700">
            <a:solidFill>
              <a:srgbClr val="DDD3EC"/>
            </a:solidFill>
            <a:prstDash val="solid"/>
          </a:ln>
        </p:spPr>
      </p:sp>
      <p:sp>
        <p:nvSpPr>
          <p:cNvPr id="23" name="Text 21"/>
          <p:cNvSpPr/>
          <p:nvPr/>
        </p:nvSpPr>
        <p:spPr>
          <a:xfrm>
            <a:off x="1463040" y="3419856"/>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C6.2.3   </a:t>
            </a:r>
            <a:r>
              <a:rPr lang="en-US" sz="1100" dirty="0">
                <a:solidFill>
                  <a:srgbClr val="262B3A"/>
                </a:solidFill>
                <a:latin typeface="Calibri" pitchFamily="34" charset="0"/>
                <a:ea typeface="Calibri" pitchFamily="34" charset="-122"/>
                <a:cs typeface="Calibri" pitchFamily="34" charset="-120"/>
              </a:rPr>
              <a:t>Piece size and surface area to volume ratio</a:t>
            </a:r>
            <a:endParaRPr lang="en-US" sz="1100" dirty="0"/>
          </a:p>
        </p:txBody>
      </p:sp>
      <p:sp>
        <p:nvSpPr>
          <p:cNvPr id="24" name="Shape 22"/>
          <p:cNvSpPr/>
          <p:nvPr/>
        </p:nvSpPr>
        <p:spPr>
          <a:xfrm>
            <a:off x="5257800" y="3566160"/>
            <a:ext cx="1097280" cy="274320"/>
          </a:xfrm>
          <a:prstGeom prst="roundRect">
            <a:avLst>
              <a:gd name="adj" fmla="val 50000"/>
            </a:avLst>
          </a:prstGeom>
          <a:solidFill>
            <a:srgbClr val="6A3FA0"/>
          </a:solidFill>
          <a:ln w="12700">
            <a:solidFill>
              <a:srgbClr val="6A3FA0"/>
            </a:solidFill>
            <a:prstDash val="solid"/>
          </a:ln>
        </p:spPr>
      </p:sp>
      <p:sp>
        <p:nvSpPr>
          <p:cNvPr id="25" name="Text 23"/>
          <p:cNvSpPr/>
          <p:nvPr/>
        </p:nvSpPr>
        <p:spPr>
          <a:xfrm>
            <a:off x="5257800" y="3566160"/>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6" name="Shape 24"/>
          <p:cNvSpPr/>
          <p:nvPr/>
        </p:nvSpPr>
        <p:spPr>
          <a:xfrm>
            <a:off x="914400" y="4361688"/>
            <a:ext cx="411480" cy="91"/>
          </a:xfrm>
          <a:prstGeom prst="line">
            <a:avLst/>
          </a:prstGeom>
          <a:noFill/>
          <a:ln w="19050">
            <a:solidFill>
              <a:srgbClr val="6A3FA0"/>
            </a:solidFill>
            <a:prstDash val="solid"/>
          </a:ln>
        </p:spPr>
      </p:sp>
      <p:sp>
        <p:nvSpPr>
          <p:cNvPr id="27" name="Shape 25"/>
          <p:cNvSpPr/>
          <p:nvPr/>
        </p:nvSpPr>
        <p:spPr>
          <a:xfrm>
            <a:off x="1325880" y="4078224"/>
            <a:ext cx="5120640" cy="566928"/>
          </a:xfrm>
          <a:prstGeom prst="roundRect">
            <a:avLst>
              <a:gd name="adj" fmla="val 8065"/>
            </a:avLst>
          </a:prstGeom>
          <a:solidFill>
            <a:srgbClr val="F8F5FC"/>
          </a:solidFill>
          <a:ln w="12700">
            <a:solidFill>
              <a:srgbClr val="DDD3EC"/>
            </a:solidFill>
            <a:prstDash val="solid"/>
          </a:ln>
        </p:spPr>
      </p:sp>
      <p:sp>
        <p:nvSpPr>
          <p:cNvPr id="28" name="Text 26"/>
          <p:cNvSpPr/>
          <p:nvPr/>
        </p:nvSpPr>
        <p:spPr>
          <a:xfrm>
            <a:off x="1463040" y="4078224"/>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C6.2.4–5   </a:t>
            </a:r>
            <a:r>
              <a:rPr lang="en-US" sz="1100" dirty="0">
                <a:solidFill>
                  <a:srgbClr val="262B3A"/>
                </a:solidFill>
                <a:latin typeface="Calibri" pitchFamily="34" charset="0"/>
                <a:ea typeface="Calibri" pitchFamily="34" charset="-122"/>
                <a:cs typeface="Calibri" pitchFamily="34" charset="-120"/>
              </a:rPr>
              <a:t>Catalysts: what they do and how to identify them</a:t>
            </a:r>
            <a:endParaRPr lang="en-US" sz="1100" dirty="0"/>
          </a:p>
        </p:txBody>
      </p:sp>
      <p:sp>
        <p:nvSpPr>
          <p:cNvPr id="29" name="Shape 27"/>
          <p:cNvSpPr/>
          <p:nvPr/>
        </p:nvSpPr>
        <p:spPr>
          <a:xfrm>
            <a:off x="5257800" y="4224528"/>
            <a:ext cx="1097280" cy="274320"/>
          </a:xfrm>
          <a:prstGeom prst="roundRect">
            <a:avLst>
              <a:gd name="adj" fmla="val 50000"/>
            </a:avLst>
          </a:prstGeom>
          <a:solidFill>
            <a:srgbClr val="6A3FA0"/>
          </a:solidFill>
          <a:ln w="12700">
            <a:solidFill>
              <a:srgbClr val="6A3FA0"/>
            </a:solidFill>
            <a:prstDash val="solid"/>
          </a:ln>
        </p:spPr>
      </p:sp>
      <p:sp>
        <p:nvSpPr>
          <p:cNvPr id="30" name="Text 28"/>
          <p:cNvSpPr/>
          <p:nvPr/>
        </p:nvSpPr>
        <p:spPr>
          <a:xfrm>
            <a:off x="5257800" y="422452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31" name="Shape 29"/>
          <p:cNvSpPr/>
          <p:nvPr/>
        </p:nvSpPr>
        <p:spPr>
          <a:xfrm>
            <a:off x="914400" y="5020056"/>
            <a:ext cx="411480" cy="91"/>
          </a:xfrm>
          <a:prstGeom prst="line">
            <a:avLst/>
          </a:prstGeom>
          <a:noFill/>
          <a:ln w="19050">
            <a:solidFill>
              <a:srgbClr val="6A3FA0"/>
            </a:solidFill>
            <a:prstDash val="solid"/>
          </a:ln>
        </p:spPr>
      </p:sp>
      <p:sp>
        <p:nvSpPr>
          <p:cNvPr id="32" name="Shape 30"/>
          <p:cNvSpPr/>
          <p:nvPr/>
        </p:nvSpPr>
        <p:spPr>
          <a:xfrm>
            <a:off x="1325880" y="4736592"/>
            <a:ext cx="5120640" cy="566928"/>
          </a:xfrm>
          <a:prstGeom prst="roundRect">
            <a:avLst>
              <a:gd name="adj" fmla="val 8065"/>
            </a:avLst>
          </a:prstGeom>
          <a:solidFill>
            <a:srgbClr val="F8F5FC"/>
          </a:solidFill>
          <a:ln w="12700">
            <a:solidFill>
              <a:srgbClr val="DDD3EC"/>
            </a:solidFill>
            <a:prstDash val="solid"/>
          </a:ln>
        </p:spPr>
      </p:sp>
      <p:sp>
        <p:nvSpPr>
          <p:cNvPr id="33" name="Text 31"/>
          <p:cNvSpPr/>
          <p:nvPr/>
        </p:nvSpPr>
        <p:spPr>
          <a:xfrm>
            <a:off x="1463040" y="4736592"/>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C6.2.6–7   </a:t>
            </a:r>
            <a:r>
              <a:rPr lang="en-US" sz="1100" dirty="0">
                <a:solidFill>
                  <a:srgbClr val="262B3A"/>
                </a:solidFill>
                <a:latin typeface="Calibri" pitchFamily="34" charset="0"/>
                <a:ea typeface="Calibri" pitchFamily="34" charset="-122"/>
                <a:cs typeface="Calibri" pitchFamily="34" charset="-120"/>
              </a:rPr>
              <a:t>Activation energy, reaction profiles and enzymes</a:t>
            </a:r>
            <a:endParaRPr lang="en-US" sz="1100" dirty="0"/>
          </a:p>
        </p:txBody>
      </p:sp>
      <p:sp>
        <p:nvSpPr>
          <p:cNvPr id="34" name="Shape 32"/>
          <p:cNvSpPr/>
          <p:nvPr/>
        </p:nvSpPr>
        <p:spPr>
          <a:xfrm>
            <a:off x="5257800" y="4882896"/>
            <a:ext cx="1097280" cy="274320"/>
          </a:xfrm>
          <a:prstGeom prst="roundRect">
            <a:avLst>
              <a:gd name="adj" fmla="val 50000"/>
            </a:avLst>
          </a:prstGeom>
          <a:solidFill>
            <a:srgbClr val="6A3FA0"/>
          </a:solidFill>
          <a:ln w="12700">
            <a:solidFill>
              <a:srgbClr val="6A3FA0"/>
            </a:solidFill>
            <a:prstDash val="solid"/>
          </a:ln>
        </p:spPr>
      </p:sp>
      <p:sp>
        <p:nvSpPr>
          <p:cNvPr id="35" name="Text 33"/>
          <p:cNvSpPr/>
          <p:nvPr/>
        </p:nvSpPr>
        <p:spPr>
          <a:xfrm>
            <a:off x="5257800" y="4882896"/>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36" name="Shape 34"/>
          <p:cNvSpPr/>
          <p:nvPr/>
        </p:nvSpPr>
        <p:spPr>
          <a:xfrm>
            <a:off x="914400" y="5678424"/>
            <a:ext cx="411480" cy="91"/>
          </a:xfrm>
          <a:prstGeom prst="line">
            <a:avLst/>
          </a:prstGeom>
          <a:noFill/>
          <a:ln w="19050">
            <a:solidFill>
              <a:srgbClr val="6A3FA0"/>
            </a:solidFill>
            <a:prstDash val="solid"/>
          </a:ln>
        </p:spPr>
      </p:sp>
      <p:sp>
        <p:nvSpPr>
          <p:cNvPr id="37" name="Shape 35"/>
          <p:cNvSpPr/>
          <p:nvPr/>
        </p:nvSpPr>
        <p:spPr>
          <a:xfrm>
            <a:off x="1325880" y="5394960"/>
            <a:ext cx="5120640" cy="566928"/>
          </a:xfrm>
          <a:prstGeom prst="roundRect">
            <a:avLst>
              <a:gd name="adj" fmla="val 8065"/>
            </a:avLst>
          </a:prstGeom>
          <a:solidFill>
            <a:srgbClr val="F8F5FC"/>
          </a:solidFill>
          <a:ln w="12700">
            <a:solidFill>
              <a:srgbClr val="DDD3EC"/>
            </a:solidFill>
            <a:prstDash val="solid"/>
          </a:ln>
        </p:spPr>
      </p:sp>
      <p:sp>
        <p:nvSpPr>
          <p:cNvPr id="38" name="Text 36"/>
          <p:cNvSpPr/>
          <p:nvPr/>
        </p:nvSpPr>
        <p:spPr>
          <a:xfrm>
            <a:off x="1463040" y="5394960"/>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PAG C5   </a:t>
            </a:r>
            <a:r>
              <a:rPr lang="en-US" sz="1100" dirty="0">
                <a:solidFill>
                  <a:srgbClr val="262B3A"/>
                </a:solidFill>
                <a:latin typeface="Calibri" pitchFamily="34" charset="0"/>
                <a:ea typeface="Calibri" pitchFamily="34" charset="-122"/>
                <a:cs typeface="Calibri" pitchFamily="34" charset="-120"/>
              </a:rPr>
              <a:t>Measuring rates: gas syringe and disappearing cross</a:t>
            </a:r>
            <a:endParaRPr lang="en-US" sz="1100" dirty="0"/>
          </a:p>
        </p:txBody>
      </p:sp>
      <p:sp>
        <p:nvSpPr>
          <p:cNvPr id="39" name="Shape 37"/>
          <p:cNvSpPr/>
          <p:nvPr/>
        </p:nvSpPr>
        <p:spPr>
          <a:xfrm>
            <a:off x="5257800" y="5541264"/>
            <a:ext cx="1097280" cy="274320"/>
          </a:xfrm>
          <a:prstGeom prst="roundRect">
            <a:avLst>
              <a:gd name="adj" fmla="val 50000"/>
            </a:avLst>
          </a:prstGeom>
          <a:solidFill>
            <a:srgbClr val="B8730A"/>
          </a:solidFill>
          <a:ln w="12700">
            <a:solidFill>
              <a:srgbClr val="B8730A"/>
            </a:solidFill>
            <a:prstDash val="solid"/>
          </a:ln>
        </p:spPr>
      </p:sp>
      <p:sp>
        <p:nvSpPr>
          <p:cNvPr id="40" name="Text 38"/>
          <p:cNvSpPr/>
          <p:nvPr/>
        </p:nvSpPr>
        <p:spPr>
          <a:xfrm>
            <a:off x="5257800" y="554126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1" name="Text 39"/>
          <p:cNvSpPr/>
          <p:nvPr/>
        </p:nvSpPr>
        <p:spPr>
          <a:xfrm>
            <a:off x="411480" y="6053328"/>
            <a:ext cx="603504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Earlier links: C1 particle model, catalytic converters • C3 equations • C4.3 SA:V • C5.2 mass changes</a:t>
            </a:r>
            <a:endParaRPr lang="en-US" sz="1050" dirty="0"/>
          </a:p>
        </p:txBody>
      </p:sp>
      <p:sp>
        <p:nvSpPr>
          <p:cNvPr id="42" name="Shape 40"/>
          <p:cNvSpPr/>
          <p:nvPr/>
        </p:nvSpPr>
        <p:spPr>
          <a:xfrm>
            <a:off x="6720840" y="1234440"/>
            <a:ext cx="5056632" cy="2514600"/>
          </a:xfrm>
          <a:prstGeom prst="roundRect">
            <a:avLst>
              <a:gd name="adj" fmla="val 2182"/>
            </a:avLst>
          </a:prstGeom>
          <a:solidFill>
            <a:srgbClr val="2E1A47"/>
          </a:solidFill>
          <a:ln/>
        </p:spPr>
      </p:sp>
      <p:sp>
        <p:nvSpPr>
          <p:cNvPr id="43" name="Text 41"/>
          <p:cNvSpPr/>
          <p:nvPr/>
        </p:nvSpPr>
        <p:spPr>
          <a:xfrm>
            <a:off x="6903720" y="1325880"/>
            <a:ext cx="4709160" cy="2331720"/>
          </a:xfrm>
          <a:prstGeom prst="rect">
            <a:avLst/>
          </a:prstGeom>
          <a:noFill/>
          <a:ln/>
        </p:spPr>
        <p:txBody>
          <a:bodyPr wrap="square" lIns="0" tIns="0" rIns="0" bIns="0" rtlCol="0" anchor="t"/>
          <a:lstStyle/>
          <a:p>
            <a:pPr indent="0" marL="0">
              <a:buNone/>
            </a:pPr>
            <a:r>
              <a:rPr lang="en-US" sz="1500" b="1" dirty="0">
                <a:solidFill>
                  <a:srgbClr val="FFFFFF"/>
                </a:solidFill>
                <a:latin typeface="Georgia" pitchFamily="34" charset="0"/>
                <a:ea typeface="Georgia" pitchFamily="34" charset="-122"/>
                <a:cs typeface="Georgia" pitchFamily="34" charset="-120"/>
              </a:rPr>
              <a:t>Chapter C6 in J260</a:t>
            </a:r>
            <a:endParaRPr lang="en-US" sz="1500" dirty="0"/>
          </a:p>
          <a:p>
            <a:pPr marL="152400" indent="-152400">
              <a:spcAft>
                <a:spcPts val="200"/>
              </a:spcAft>
              <a:buSzPct val="100000"/>
              <a:buChar char="▪"/>
            </a:pPr>
            <a:r>
              <a:rPr lang="en-US" sz="1100" dirty="0">
                <a:solidFill>
                  <a:srgbClr val="E9E0F7"/>
                </a:solidFill>
                <a:latin typeface="Calibri" pitchFamily="34" charset="0"/>
                <a:ea typeface="Calibri" pitchFamily="34" charset="-122"/>
                <a:cs typeface="Calibri" pitchFamily="34" charset="-120"/>
              </a:rPr>
              <a:t>C6.1 What useful products can be made from acids?</a:t>
            </a:r>
            <a:endParaRPr lang="en-US" sz="1500" dirty="0"/>
          </a:p>
          <a:p>
            <a:pPr marL="152400" indent="-152400">
              <a:spcAft>
                <a:spcPts val="200"/>
              </a:spcAft>
              <a:buSzPct val="100000"/>
              <a:buChar char="▪"/>
            </a:pPr>
            <a:r>
              <a:rPr lang="en-US" sz="1100" b="1" dirty="0">
                <a:solidFill>
                  <a:srgbClr val="E9E0F7"/>
                </a:solidFill>
                <a:latin typeface="Calibri" pitchFamily="34" charset="0"/>
                <a:ea typeface="Calibri" pitchFamily="34" charset="-122"/>
                <a:cs typeface="Calibri" pitchFamily="34" charset="-120"/>
              </a:rPr>
              <a:t>C6.2 How do chemists control the rate of reactions?</a:t>
            </a:r>
            <a:r>
              <a:rPr lang="en-US" sz="1100" dirty="0">
                <a:solidFill>
                  <a:srgbClr val="E9E0F7"/>
                </a:solidFill>
                <a:latin typeface="Calibri" pitchFamily="34" charset="0"/>
                <a:ea typeface="Calibri" pitchFamily="34" charset="-122"/>
                <a:cs typeface="Calibri" pitchFamily="34" charset="-120"/>
              </a:rPr>
              <a:t> (this deck)</a:t>
            </a:r>
            <a:endParaRPr lang="en-US" sz="1500" dirty="0"/>
          </a:p>
          <a:p>
            <a:pPr marL="152400" indent="-152400">
              <a:spcAft>
                <a:spcPts val="200"/>
              </a:spcAft>
              <a:buSzPct val="100000"/>
              <a:buChar char="▪"/>
            </a:pPr>
            <a:r>
              <a:rPr lang="en-US" sz="1100" dirty="0">
                <a:solidFill>
                  <a:srgbClr val="E9E0F7"/>
                </a:solidFill>
                <a:latin typeface="Calibri" pitchFamily="34" charset="0"/>
                <a:ea typeface="Calibri" pitchFamily="34" charset="-122"/>
                <a:cs typeface="Calibri" pitchFamily="34" charset="-120"/>
              </a:rPr>
              <a:t>C6.3 What factors affect the yield of chemical reactions?</a:t>
            </a:r>
            <a:endParaRPr lang="en-US" sz="1500" dirty="0"/>
          </a:p>
          <a:p>
            <a:pPr marL="152400" indent="-152400">
              <a:spcAft>
                <a:spcPts val="200"/>
              </a:spcAft>
              <a:buSzPct val="100000"/>
              <a:buChar char="▪"/>
            </a:pPr>
            <a:r>
              <a:rPr lang="en-US" sz="1100" dirty="0">
                <a:solidFill>
                  <a:srgbClr val="E9E0F7"/>
                </a:solidFill>
                <a:latin typeface="Calibri" pitchFamily="34" charset="0"/>
                <a:ea typeface="Calibri" pitchFamily="34" charset="-122"/>
                <a:cs typeface="Calibri" pitchFamily="34" charset="-120"/>
              </a:rPr>
              <a:t>J258 (separate) adds C6.4 on making chemicals on an </a:t>
            </a:r>
            <a:r>
              <a:rPr lang="en-US" sz="1100" b="1" dirty="0">
                <a:solidFill>
                  <a:srgbClr val="E9E0F7"/>
                </a:solidFill>
                <a:latin typeface="Calibri" pitchFamily="34" charset="0"/>
                <a:ea typeface="Calibri" pitchFamily="34" charset="-122"/>
                <a:cs typeface="Calibri" pitchFamily="34" charset="-120"/>
              </a:rPr>
              <a:t>industrial scale</a:t>
            </a:r>
            <a:r>
              <a:rPr lang="en-US" sz="1100" dirty="0">
                <a:solidFill>
                  <a:srgbClr val="E9E0F7"/>
                </a:solidFill>
                <a:latin typeface="Calibri" pitchFamily="34" charset="0"/>
                <a:ea typeface="Calibri" pitchFamily="34" charset="-122"/>
                <a:cs typeface="Calibri" pitchFamily="34" charset="-120"/>
              </a:rPr>
              <a:t>.</a:t>
            </a:r>
            <a:endParaRPr lang="en-US" sz="1500" dirty="0"/>
          </a:p>
          <a:p>
            <a:pPr marL="152400" indent="-152400">
              <a:spcAft>
                <a:spcPts val="200"/>
              </a:spcAft>
              <a:buSzPct val="100000"/>
              <a:buChar char="▪"/>
            </a:pPr>
            <a:r>
              <a:rPr lang="en-US" sz="1100" dirty="0">
                <a:solidFill>
                  <a:srgbClr val="E9E0F7"/>
                </a:solidFill>
                <a:latin typeface="Calibri" pitchFamily="34" charset="0"/>
                <a:ea typeface="Calibri" pitchFamily="34" charset="-122"/>
                <a:cs typeface="Calibri" pitchFamily="34" charset="-120"/>
              </a:rPr>
              <a:t>Reversible reactions and </a:t>
            </a:r>
            <a:r>
              <a:rPr lang="en-US" sz="1100" b="1" dirty="0">
                <a:solidFill>
                  <a:srgbClr val="E9E0F7"/>
                </a:solidFill>
                <a:latin typeface="Calibri" pitchFamily="34" charset="0"/>
                <a:ea typeface="Calibri" pitchFamily="34" charset="-122"/>
                <a:cs typeface="Calibri" pitchFamily="34" charset="-120"/>
              </a:rPr>
              <a:t>yield</a:t>
            </a:r>
            <a:r>
              <a:rPr lang="en-US" sz="1100" dirty="0">
                <a:solidFill>
                  <a:srgbClr val="E9E0F7"/>
                </a:solidFill>
                <a:latin typeface="Calibri" pitchFamily="34" charset="0"/>
                <a:ea typeface="Calibri" pitchFamily="34" charset="-122"/>
                <a:cs typeface="Calibri" pitchFamily="34" charset="-120"/>
              </a:rPr>
              <a:t> come next, in </a:t>
            </a:r>
            <a:r>
              <a:rPr lang="en-US" sz="1100" b="1" dirty="0">
                <a:solidFill>
                  <a:srgbClr val="E9E0F7"/>
                </a:solidFill>
                <a:latin typeface="Calibri" pitchFamily="34" charset="0"/>
                <a:ea typeface="Calibri" pitchFamily="34" charset="-122"/>
                <a:cs typeface="Calibri" pitchFamily="34" charset="-120"/>
              </a:rPr>
              <a:t>C6.3</a:t>
            </a:r>
            <a:r>
              <a:rPr lang="en-US" sz="1100" dirty="0">
                <a:solidFill>
                  <a:srgbClr val="E9E0F7"/>
                </a:solidFill>
                <a:latin typeface="Calibri" pitchFamily="34" charset="0"/>
                <a:ea typeface="Calibri" pitchFamily="34" charset="-122"/>
                <a:cs typeface="Calibri" pitchFamily="34" charset="-120"/>
              </a:rPr>
              <a:t>.</a:t>
            </a:r>
            <a:endParaRPr lang="en-US" sz="1500" dirty="0"/>
          </a:p>
        </p:txBody>
      </p:sp>
      <p:sp>
        <p:nvSpPr>
          <p:cNvPr id="44" name="Shape 42"/>
          <p:cNvSpPr/>
          <p:nvPr/>
        </p:nvSpPr>
        <p:spPr>
          <a:xfrm>
            <a:off x="6720840" y="3886200"/>
            <a:ext cx="5056632" cy="2377440"/>
          </a:xfrm>
          <a:prstGeom prst="roundRect">
            <a:avLst>
              <a:gd name="adj" fmla="val 2308"/>
            </a:avLst>
          </a:prstGeom>
          <a:solidFill>
            <a:srgbClr val="FFF4E0"/>
          </a:solidFill>
          <a:ln w="12700">
            <a:solidFill>
              <a:srgbClr val="F1D9A8"/>
            </a:solidFill>
            <a:prstDash val="solid"/>
          </a:ln>
        </p:spPr>
      </p:sp>
      <p:sp>
        <p:nvSpPr>
          <p:cNvPr id="45" name="Text 43"/>
          <p:cNvSpPr/>
          <p:nvPr/>
        </p:nvSpPr>
        <p:spPr>
          <a:xfrm>
            <a:off x="6903720" y="3977640"/>
            <a:ext cx="4709160" cy="2194560"/>
          </a:xfrm>
          <a:prstGeom prst="rect">
            <a:avLst/>
          </a:prstGeom>
          <a:noFill/>
          <a:ln/>
        </p:spPr>
        <p:txBody>
          <a:bodyPr wrap="square" lIns="0" tIns="0" rIns="0" bIns="0" rtlCol="0" anchor="t"/>
          <a:lstStyle/>
          <a:p>
            <a:pPr indent="0" marL="0">
              <a:buNone/>
            </a:pPr>
            <a:r>
              <a:rPr lang="en-US" sz="1500" b="1" dirty="0">
                <a:solidFill>
                  <a:srgbClr val="B8730A"/>
                </a:solidFill>
                <a:latin typeface="Georgia" pitchFamily="34" charset="0"/>
                <a:ea typeface="Georgia" pitchFamily="34" charset="-122"/>
                <a:cs typeface="Georgia" pitchFamily="34" charset="-120"/>
              </a:rPr>
              <a:t>One deck for both tiers</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Slides with the red </a:t>
            </a:r>
            <a:r>
              <a:rPr lang="en-US" sz="1100" b="1" dirty="0">
                <a:solidFill>
                  <a:srgbClr val="262B3A"/>
                </a:solidFill>
                <a:latin typeface="Calibri" pitchFamily="34" charset="0"/>
                <a:ea typeface="Calibri" pitchFamily="34" charset="-122"/>
                <a:cs typeface="Calibri" pitchFamily="34" charset="-120"/>
              </a:rPr>
              <a:t>HT</a:t>
            </a:r>
            <a:r>
              <a:rPr lang="en-US" sz="1100" dirty="0">
                <a:solidFill>
                  <a:srgbClr val="262B3A"/>
                </a:solidFill>
                <a:latin typeface="Calibri" pitchFamily="34" charset="0"/>
                <a:ea typeface="Calibri" pitchFamily="34" charset="-122"/>
                <a:cs typeface="Calibri" pitchFamily="34" charset="-120"/>
              </a:rPr>
              <a:t> pill (</a:t>
            </a:r>
            <a:r>
              <a:rPr lang="en-US" sz="1100" b="1" dirty="0">
                <a:solidFill>
                  <a:srgbClr val="262B3A"/>
                </a:solidFill>
                <a:latin typeface="Calibri" pitchFamily="34" charset="0"/>
                <a:ea typeface="Calibri" pitchFamily="34" charset="-122"/>
                <a:cs typeface="Calibri" pitchFamily="34" charset="-120"/>
              </a:rPr>
              <a:t>tangents</a:t>
            </a:r>
            <a:r>
              <a:rPr lang="en-US" sz="1100" dirty="0">
                <a:solidFill>
                  <a:srgbClr val="262B3A"/>
                </a:solidFill>
                <a:latin typeface="Calibri" pitchFamily="34" charset="0"/>
                <a:ea typeface="Calibri" pitchFamily="34" charset="-122"/>
                <a:cs typeface="Calibri" pitchFamily="34" charset="-120"/>
              </a:rPr>
              <a:t> to curves; rates in </a:t>
            </a:r>
            <a:r>
              <a:rPr lang="en-US" sz="1100" b="1" dirty="0">
                <a:solidFill>
                  <a:srgbClr val="262B3A"/>
                </a:solidFill>
                <a:latin typeface="Calibri" pitchFamily="34" charset="0"/>
                <a:ea typeface="Calibri" pitchFamily="34" charset="-122"/>
                <a:cs typeface="Calibri" pitchFamily="34" charset="-120"/>
              </a:rPr>
              <a:t>mol/s</a:t>
            </a:r>
            <a:r>
              <a:rPr lang="en-US" sz="1100" dirty="0">
                <a:solidFill>
                  <a:srgbClr val="262B3A"/>
                </a:solidFill>
                <a:latin typeface="Calibri" pitchFamily="34" charset="0"/>
                <a:ea typeface="Calibri" pitchFamily="34" charset="-122"/>
                <a:cs typeface="Calibri" pitchFamily="34" charset="-120"/>
              </a:rPr>
              <a:t>) are for Higher tier only.</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Everyone: factors, </a:t>
            </a:r>
            <a:r>
              <a:rPr lang="en-US" sz="1100" b="1" dirty="0">
                <a:solidFill>
                  <a:srgbClr val="262B3A"/>
                </a:solidFill>
                <a:latin typeface="Calibri" pitchFamily="34" charset="0"/>
                <a:ea typeface="Calibri" pitchFamily="34" charset="-122"/>
                <a:cs typeface="Calibri" pitchFamily="34" charset="-120"/>
              </a:rPr>
              <a:t>collision theory</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SA:V</a:t>
            </a:r>
            <a:r>
              <a:rPr lang="en-US" sz="1100" dirty="0">
                <a:solidFill>
                  <a:srgbClr val="262B3A"/>
                </a:solidFill>
                <a:latin typeface="Calibri" pitchFamily="34" charset="0"/>
                <a:ea typeface="Calibri" pitchFamily="34" charset="-122"/>
                <a:cs typeface="Calibri" pitchFamily="34" charset="-120"/>
              </a:rPr>
              <a:t>, catalysts, </a:t>
            </a:r>
            <a:r>
              <a:rPr lang="en-US" sz="1100" b="1" dirty="0">
                <a:solidFill>
                  <a:srgbClr val="262B3A"/>
                </a:solidFill>
                <a:latin typeface="Calibri" pitchFamily="34" charset="0"/>
                <a:ea typeface="Calibri" pitchFamily="34" charset="-122"/>
                <a:cs typeface="Calibri" pitchFamily="34" charset="-120"/>
              </a:rPr>
              <a:t>mean rate</a:t>
            </a:r>
            <a:r>
              <a:rPr lang="en-US" sz="1100" dirty="0">
                <a:solidFill>
                  <a:srgbClr val="262B3A"/>
                </a:solidFill>
                <a:latin typeface="Calibri" pitchFamily="34" charset="0"/>
                <a:ea typeface="Calibri" pitchFamily="34" charset="-122"/>
                <a:cs typeface="Calibri" pitchFamily="34" charset="-120"/>
              </a:rPr>
              <a:t> from a graph.</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Maths: </a:t>
            </a:r>
            <a:r>
              <a:rPr lang="en-US" sz="1100" b="1" dirty="0">
                <a:solidFill>
                  <a:srgbClr val="262B3A"/>
                </a:solidFill>
                <a:latin typeface="Calibri" pitchFamily="34" charset="0"/>
                <a:ea typeface="Calibri" pitchFamily="34" charset="-122"/>
                <a:cs typeface="Calibri" pitchFamily="34" charset="-120"/>
              </a:rPr>
              <a:t>gradients</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reciprocals</a:t>
            </a:r>
            <a:r>
              <a:rPr lang="en-US" sz="1100" dirty="0">
                <a:solidFill>
                  <a:srgbClr val="262B3A"/>
                </a:solidFill>
                <a:latin typeface="Calibri" pitchFamily="34" charset="0"/>
                <a:ea typeface="Calibri" pitchFamily="34" charset="-122"/>
                <a:cs typeface="Calibri" pitchFamily="34" charset="-120"/>
              </a:rPr>
              <a:t> (1/t), plotting </a:t>
            </a:r>
            <a:r>
              <a:rPr lang="en-US" sz="1100" b="1" dirty="0">
                <a:solidFill>
                  <a:srgbClr val="262B3A"/>
                </a:solidFill>
                <a:latin typeface="Calibri" pitchFamily="34" charset="0"/>
                <a:ea typeface="Calibri" pitchFamily="34" charset="-122"/>
                <a:cs typeface="Calibri" pitchFamily="34" charset="-120"/>
              </a:rPr>
              <a:t>graphs</a:t>
            </a:r>
            <a:r>
              <a:rPr lang="en-US" sz="1100" dirty="0">
                <a:solidFill>
                  <a:srgbClr val="262B3A"/>
                </a:solidFill>
                <a:latin typeface="Calibri" pitchFamily="34" charset="0"/>
                <a:ea typeface="Calibri" pitchFamily="34" charset="-122"/>
                <a:cs typeface="Calibri" pitchFamily="34" charset="-120"/>
              </a:rPr>
              <a:t>, units such as </a:t>
            </a:r>
            <a:r>
              <a:rPr lang="en-US" sz="1100" b="1" dirty="0">
                <a:solidFill>
                  <a:srgbClr val="262B3A"/>
                </a:solidFill>
                <a:latin typeface="Calibri" pitchFamily="34" charset="0"/>
                <a:ea typeface="Calibri" pitchFamily="34" charset="-122"/>
                <a:cs typeface="Calibri" pitchFamily="34" charset="-120"/>
              </a:rPr>
              <a:t>cm³/s</a:t>
            </a:r>
            <a:r>
              <a:rPr lang="en-US" sz="1100" dirty="0">
                <a:solidFill>
                  <a:srgbClr val="262B3A"/>
                </a:solidFill>
                <a:latin typeface="Calibri" pitchFamily="34" charset="0"/>
                <a:ea typeface="Calibri" pitchFamily="34" charset="-122"/>
                <a:cs typeface="Calibri" pitchFamily="34" charset="-120"/>
              </a:rPr>
              <a:t>.</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Practical: </a:t>
            </a:r>
            <a:r>
              <a:rPr lang="en-US" sz="1100" b="1" dirty="0">
                <a:solidFill>
                  <a:srgbClr val="262B3A"/>
                </a:solidFill>
                <a:latin typeface="Calibri" pitchFamily="34" charset="0"/>
                <a:ea typeface="Calibri" pitchFamily="34" charset="-122"/>
                <a:cs typeface="Calibri" pitchFamily="34" charset="-120"/>
              </a:rPr>
              <a:t>PAG C5</a:t>
            </a:r>
            <a:r>
              <a:rPr lang="en-US" sz="1100" dirty="0">
                <a:solidFill>
                  <a:srgbClr val="262B3A"/>
                </a:solidFill>
                <a:latin typeface="Calibri" pitchFamily="34" charset="0"/>
                <a:ea typeface="Calibri" pitchFamily="34" charset="-122"/>
                <a:cs typeface="Calibri" pitchFamily="34" charset="-120"/>
              </a:rPr>
              <a:t> Measuring rates of reaction (two methods).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Retrieval starter</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Recall from C1–C5 and C6.1 • 6 minutes • no notes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C6.2 How do chemists control the rate of reactions?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Starter  |  4</a:t>
            </a:r>
            <a:endParaRPr lang="en-US" sz="1000" dirty="0"/>
          </a:p>
        </p:txBody>
      </p:sp>
      <p:sp>
        <p:nvSpPr>
          <p:cNvPr id="8" name="Shape 6"/>
          <p:cNvSpPr/>
          <p:nvPr/>
        </p:nvSpPr>
        <p:spPr>
          <a:xfrm>
            <a:off x="411480" y="1234440"/>
            <a:ext cx="3657600" cy="2011680"/>
          </a:xfrm>
          <a:prstGeom prst="roundRect">
            <a:avLst>
              <a:gd name="adj" fmla="val 2727"/>
            </a:avLst>
          </a:prstGeom>
          <a:solidFill>
            <a:srgbClr val="F8F5FC"/>
          </a:solidFill>
          <a:ln w="9525">
            <a:solidFill>
              <a:srgbClr val="DDD3EC"/>
            </a:solidFill>
            <a:prstDash val="solid"/>
          </a:ln>
        </p:spPr>
      </p:sp>
      <p:sp>
        <p:nvSpPr>
          <p:cNvPr id="9" name="Shape 7"/>
          <p:cNvSpPr/>
          <p:nvPr/>
        </p:nvSpPr>
        <p:spPr>
          <a:xfrm>
            <a:off x="548640" y="1371600"/>
            <a:ext cx="438912" cy="438912"/>
          </a:xfrm>
          <a:prstGeom prst="ellipse">
            <a:avLst/>
          </a:prstGeom>
          <a:solidFill>
            <a:srgbClr val="6A3FA0"/>
          </a:solidFill>
          <a:ln w="12700">
            <a:solidFill>
              <a:srgbClr val="6A3FA0"/>
            </a:solidFill>
            <a:prstDash val="solid"/>
          </a:ln>
        </p:spPr>
      </p:sp>
      <p:sp>
        <p:nvSpPr>
          <p:cNvPr id="10" name="Text 8"/>
          <p:cNvSpPr/>
          <p:nvPr/>
        </p:nvSpPr>
        <p:spPr>
          <a:xfrm>
            <a:off x="54864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1" name="Text 9"/>
          <p:cNvSpPr/>
          <p:nvPr/>
        </p:nvSpPr>
        <p:spPr>
          <a:xfrm>
            <a:off x="1097280" y="141732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C1 • air quality</a:t>
            </a:r>
            <a:endParaRPr lang="en-US" sz="1050" dirty="0"/>
          </a:p>
        </p:txBody>
      </p:sp>
      <p:sp>
        <p:nvSpPr>
          <p:cNvPr id="12" name="Text 10"/>
          <p:cNvSpPr/>
          <p:nvPr/>
        </p:nvSpPr>
        <p:spPr>
          <a:xfrm>
            <a:off x="59436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a:t>
            </a:r>
            <a:r>
              <a:rPr lang="en-US" sz="1250" b="1" dirty="0">
                <a:solidFill>
                  <a:srgbClr val="262B3A"/>
                </a:solidFill>
                <a:latin typeface="Calibri" pitchFamily="34" charset="0"/>
                <a:ea typeface="Calibri" pitchFamily="34" charset="-122"/>
                <a:cs typeface="Calibri" pitchFamily="34" charset="-120"/>
              </a:rPr>
              <a:t>catalytic converter</a:t>
            </a:r>
            <a:r>
              <a:rPr lang="en-US" sz="1250" dirty="0">
                <a:solidFill>
                  <a:srgbClr val="262B3A"/>
                </a:solidFill>
                <a:latin typeface="Calibri" pitchFamily="34" charset="0"/>
                <a:ea typeface="Calibri" pitchFamily="34" charset="-122"/>
                <a:cs typeface="Calibri" pitchFamily="34" charset="-120"/>
              </a:rPr>
              <a:t> cleans car exhaust. Name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pollutant gases that it removes.</a:t>
            </a:r>
            <a:endParaRPr lang="en-US" sz="1250" dirty="0"/>
          </a:p>
        </p:txBody>
      </p:sp>
      <p:sp>
        <p:nvSpPr>
          <p:cNvPr id="13" name="Shape 11"/>
          <p:cNvSpPr/>
          <p:nvPr/>
        </p:nvSpPr>
        <p:spPr>
          <a:xfrm>
            <a:off x="4251960" y="1234440"/>
            <a:ext cx="3657600" cy="2011680"/>
          </a:xfrm>
          <a:prstGeom prst="roundRect">
            <a:avLst>
              <a:gd name="adj" fmla="val 2727"/>
            </a:avLst>
          </a:prstGeom>
          <a:solidFill>
            <a:srgbClr val="F8F5FC"/>
          </a:solidFill>
          <a:ln w="9525">
            <a:solidFill>
              <a:srgbClr val="DDD3EC"/>
            </a:solidFill>
            <a:prstDash val="solid"/>
          </a:ln>
        </p:spPr>
      </p:sp>
      <p:sp>
        <p:nvSpPr>
          <p:cNvPr id="14" name="Shape 12"/>
          <p:cNvSpPr/>
          <p:nvPr/>
        </p:nvSpPr>
        <p:spPr>
          <a:xfrm>
            <a:off x="4389120" y="1371600"/>
            <a:ext cx="438912" cy="438912"/>
          </a:xfrm>
          <a:prstGeom prst="ellipse">
            <a:avLst/>
          </a:prstGeom>
          <a:solidFill>
            <a:srgbClr val="6A3FA0"/>
          </a:solidFill>
          <a:ln w="12700">
            <a:solidFill>
              <a:srgbClr val="6A3FA0"/>
            </a:solidFill>
            <a:prstDash val="solid"/>
          </a:ln>
        </p:spPr>
      </p:sp>
      <p:sp>
        <p:nvSpPr>
          <p:cNvPr id="15" name="Text 13"/>
          <p:cNvSpPr/>
          <p:nvPr/>
        </p:nvSpPr>
        <p:spPr>
          <a:xfrm>
            <a:off x="438912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6" name="Text 14"/>
          <p:cNvSpPr/>
          <p:nvPr/>
        </p:nvSpPr>
        <p:spPr>
          <a:xfrm>
            <a:off x="4937760" y="141732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C1/C2 • particle model</a:t>
            </a:r>
            <a:endParaRPr lang="en-US" sz="1050" dirty="0"/>
          </a:p>
        </p:txBody>
      </p:sp>
      <p:sp>
        <p:nvSpPr>
          <p:cNvPr id="17" name="Text 15"/>
          <p:cNvSpPr/>
          <p:nvPr/>
        </p:nvSpPr>
        <p:spPr>
          <a:xfrm>
            <a:off x="443484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Compare the </a:t>
            </a:r>
            <a:r>
              <a:rPr lang="en-US" sz="1250" b="1" dirty="0">
                <a:solidFill>
                  <a:srgbClr val="262B3A"/>
                </a:solidFill>
                <a:latin typeface="Calibri" pitchFamily="34" charset="0"/>
                <a:ea typeface="Calibri" pitchFamily="34" charset="-122"/>
                <a:cs typeface="Calibri" pitchFamily="34" charset="-120"/>
              </a:rPr>
              <a:t>spacing</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movement</a:t>
            </a:r>
            <a:r>
              <a:rPr lang="en-US" sz="1250" dirty="0">
                <a:solidFill>
                  <a:srgbClr val="262B3A"/>
                </a:solidFill>
                <a:latin typeface="Calibri" pitchFamily="34" charset="0"/>
                <a:ea typeface="Calibri" pitchFamily="34" charset="-122"/>
                <a:cs typeface="Calibri" pitchFamily="34" charset="-120"/>
              </a:rPr>
              <a:t> of particles in a </a:t>
            </a:r>
            <a:r>
              <a:rPr lang="en-US" sz="1250" b="1" dirty="0">
                <a:solidFill>
                  <a:srgbClr val="262B3A"/>
                </a:solidFill>
                <a:latin typeface="Calibri" pitchFamily="34" charset="0"/>
                <a:ea typeface="Calibri" pitchFamily="34" charset="-122"/>
                <a:cs typeface="Calibri" pitchFamily="34" charset="-120"/>
              </a:rPr>
              <a:t>gas</a:t>
            </a:r>
            <a:r>
              <a:rPr lang="en-US" sz="1250" dirty="0">
                <a:solidFill>
                  <a:srgbClr val="262B3A"/>
                </a:solidFill>
                <a:latin typeface="Calibri" pitchFamily="34" charset="0"/>
                <a:ea typeface="Calibri" pitchFamily="34" charset="-122"/>
                <a:cs typeface="Calibri" pitchFamily="34" charset="-120"/>
              </a:rPr>
              <a:t> and in a </a:t>
            </a:r>
            <a:r>
              <a:rPr lang="en-US" sz="1250" b="1" dirty="0">
                <a:solidFill>
                  <a:srgbClr val="262B3A"/>
                </a:solidFill>
                <a:latin typeface="Calibri" pitchFamily="34" charset="0"/>
                <a:ea typeface="Calibri" pitchFamily="34" charset="-122"/>
                <a:cs typeface="Calibri" pitchFamily="34" charset="-120"/>
              </a:rPr>
              <a:t>liquid</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8" name="Shape 16"/>
          <p:cNvSpPr/>
          <p:nvPr/>
        </p:nvSpPr>
        <p:spPr>
          <a:xfrm>
            <a:off x="8092440" y="1234440"/>
            <a:ext cx="3657600" cy="2011680"/>
          </a:xfrm>
          <a:prstGeom prst="roundRect">
            <a:avLst>
              <a:gd name="adj" fmla="val 2727"/>
            </a:avLst>
          </a:prstGeom>
          <a:solidFill>
            <a:srgbClr val="F8F5FC"/>
          </a:solidFill>
          <a:ln w="9525">
            <a:solidFill>
              <a:srgbClr val="DDD3EC"/>
            </a:solidFill>
            <a:prstDash val="solid"/>
          </a:ln>
        </p:spPr>
      </p:sp>
      <p:sp>
        <p:nvSpPr>
          <p:cNvPr id="19" name="Shape 17"/>
          <p:cNvSpPr/>
          <p:nvPr/>
        </p:nvSpPr>
        <p:spPr>
          <a:xfrm>
            <a:off x="8229600" y="1371600"/>
            <a:ext cx="438912" cy="438912"/>
          </a:xfrm>
          <a:prstGeom prst="ellipse">
            <a:avLst/>
          </a:prstGeom>
          <a:solidFill>
            <a:srgbClr val="6A3FA0"/>
          </a:solidFill>
          <a:ln w="12700">
            <a:solidFill>
              <a:srgbClr val="6A3FA0"/>
            </a:solidFill>
            <a:prstDash val="solid"/>
          </a:ln>
        </p:spPr>
      </p:sp>
      <p:sp>
        <p:nvSpPr>
          <p:cNvPr id="20" name="Text 18"/>
          <p:cNvSpPr/>
          <p:nvPr/>
        </p:nvSpPr>
        <p:spPr>
          <a:xfrm>
            <a:off x="822960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1" name="Text 19"/>
          <p:cNvSpPr/>
          <p:nvPr/>
        </p:nvSpPr>
        <p:spPr>
          <a:xfrm>
            <a:off x="8778240" y="141732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C3 • equations</a:t>
            </a:r>
            <a:endParaRPr lang="en-US" sz="1050" dirty="0"/>
          </a:p>
        </p:txBody>
      </p:sp>
      <p:sp>
        <p:nvSpPr>
          <p:cNvPr id="22" name="Text 20"/>
          <p:cNvSpPr/>
          <p:nvPr/>
        </p:nvSpPr>
        <p:spPr>
          <a:xfrm>
            <a:off x="827532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Balance and add state symbols: </a:t>
            </a:r>
            <a:r>
              <a:rPr lang="en-US" sz="1250" b="1" dirty="0">
                <a:solidFill>
                  <a:srgbClr val="262B3A"/>
                </a:solidFill>
                <a:latin typeface="Calibri" pitchFamily="34" charset="0"/>
                <a:ea typeface="Calibri" pitchFamily="34" charset="-122"/>
                <a:cs typeface="Calibri" pitchFamily="34" charset="-120"/>
              </a:rPr>
              <a:t>Mg + HCl → MgCl₂ + H₂</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3" name="Shape 21"/>
          <p:cNvSpPr/>
          <p:nvPr/>
        </p:nvSpPr>
        <p:spPr>
          <a:xfrm>
            <a:off x="411480" y="3429000"/>
            <a:ext cx="3657600" cy="2011680"/>
          </a:xfrm>
          <a:prstGeom prst="roundRect">
            <a:avLst>
              <a:gd name="adj" fmla="val 2727"/>
            </a:avLst>
          </a:prstGeom>
          <a:solidFill>
            <a:srgbClr val="F8F5FC"/>
          </a:solidFill>
          <a:ln w="9525">
            <a:solidFill>
              <a:srgbClr val="DDD3EC"/>
            </a:solidFill>
            <a:prstDash val="solid"/>
          </a:ln>
        </p:spPr>
      </p:sp>
      <p:sp>
        <p:nvSpPr>
          <p:cNvPr id="24" name="Shape 22"/>
          <p:cNvSpPr/>
          <p:nvPr/>
        </p:nvSpPr>
        <p:spPr>
          <a:xfrm>
            <a:off x="548640" y="3566160"/>
            <a:ext cx="438912" cy="438912"/>
          </a:xfrm>
          <a:prstGeom prst="ellipse">
            <a:avLst/>
          </a:prstGeom>
          <a:solidFill>
            <a:srgbClr val="6A3FA0"/>
          </a:solidFill>
          <a:ln w="12700">
            <a:solidFill>
              <a:srgbClr val="6A3FA0"/>
            </a:solidFill>
            <a:prstDash val="solid"/>
          </a:ln>
        </p:spPr>
      </p:sp>
      <p:sp>
        <p:nvSpPr>
          <p:cNvPr id="25" name="Text 23"/>
          <p:cNvSpPr/>
          <p:nvPr/>
        </p:nvSpPr>
        <p:spPr>
          <a:xfrm>
            <a:off x="54864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6" name="Text 24"/>
          <p:cNvSpPr/>
          <p:nvPr/>
        </p:nvSpPr>
        <p:spPr>
          <a:xfrm>
            <a:off x="1097280" y="361188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C4.3 • nanoparticles</a:t>
            </a:r>
            <a:endParaRPr lang="en-US" sz="1050" dirty="0"/>
          </a:p>
        </p:txBody>
      </p:sp>
      <p:sp>
        <p:nvSpPr>
          <p:cNvPr id="27" name="Text 25"/>
          <p:cNvSpPr/>
          <p:nvPr/>
        </p:nvSpPr>
        <p:spPr>
          <a:xfrm>
            <a:off x="59436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Why does a </a:t>
            </a:r>
            <a:r>
              <a:rPr lang="en-US" sz="1250" b="1" dirty="0">
                <a:solidFill>
                  <a:srgbClr val="262B3A"/>
                </a:solidFill>
                <a:latin typeface="Calibri" pitchFamily="34" charset="0"/>
                <a:ea typeface="Calibri" pitchFamily="34" charset="-122"/>
                <a:cs typeface="Calibri" pitchFamily="34" charset="-120"/>
              </a:rPr>
              <a:t>powder</a:t>
            </a:r>
            <a:r>
              <a:rPr lang="en-US" sz="1250" dirty="0">
                <a:solidFill>
                  <a:srgbClr val="262B3A"/>
                </a:solidFill>
                <a:latin typeface="Calibri" pitchFamily="34" charset="0"/>
                <a:ea typeface="Calibri" pitchFamily="34" charset="-122"/>
                <a:cs typeface="Calibri" pitchFamily="34" charset="-120"/>
              </a:rPr>
              <a:t> have a larger </a:t>
            </a:r>
            <a:r>
              <a:rPr lang="en-US" sz="1250" b="1" dirty="0">
                <a:solidFill>
                  <a:srgbClr val="262B3A"/>
                </a:solidFill>
                <a:latin typeface="Calibri" pitchFamily="34" charset="0"/>
                <a:ea typeface="Calibri" pitchFamily="34" charset="-122"/>
                <a:cs typeface="Calibri" pitchFamily="34" charset="-120"/>
              </a:rPr>
              <a:t>surface area to volume ratio</a:t>
            </a:r>
            <a:r>
              <a:rPr lang="en-US" sz="1250" dirty="0">
                <a:solidFill>
                  <a:srgbClr val="262B3A"/>
                </a:solidFill>
                <a:latin typeface="Calibri" pitchFamily="34" charset="0"/>
                <a:ea typeface="Calibri" pitchFamily="34" charset="-122"/>
                <a:cs typeface="Calibri" pitchFamily="34" charset="-120"/>
              </a:rPr>
              <a:t> than a lump?</a:t>
            </a:r>
            <a:endParaRPr lang="en-US" sz="1250" dirty="0"/>
          </a:p>
        </p:txBody>
      </p:sp>
      <p:sp>
        <p:nvSpPr>
          <p:cNvPr id="28" name="Shape 26"/>
          <p:cNvSpPr/>
          <p:nvPr/>
        </p:nvSpPr>
        <p:spPr>
          <a:xfrm>
            <a:off x="4251960" y="3429000"/>
            <a:ext cx="3657600" cy="2011680"/>
          </a:xfrm>
          <a:prstGeom prst="roundRect">
            <a:avLst>
              <a:gd name="adj" fmla="val 2727"/>
            </a:avLst>
          </a:prstGeom>
          <a:solidFill>
            <a:srgbClr val="F8F5FC"/>
          </a:solidFill>
          <a:ln w="9525">
            <a:solidFill>
              <a:srgbClr val="DDD3EC"/>
            </a:solidFill>
            <a:prstDash val="solid"/>
          </a:ln>
        </p:spPr>
      </p:sp>
      <p:sp>
        <p:nvSpPr>
          <p:cNvPr id="29" name="Shape 27"/>
          <p:cNvSpPr/>
          <p:nvPr/>
        </p:nvSpPr>
        <p:spPr>
          <a:xfrm>
            <a:off x="4389120" y="3566160"/>
            <a:ext cx="438912" cy="438912"/>
          </a:xfrm>
          <a:prstGeom prst="ellipse">
            <a:avLst/>
          </a:prstGeom>
          <a:solidFill>
            <a:srgbClr val="6A3FA0"/>
          </a:solidFill>
          <a:ln w="12700">
            <a:solidFill>
              <a:srgbClr val="6A3FA0"/>
            </a:solidFill>
            <a:prstDash val="solid"/>
          </a:ln>
        </p:spPr>
      </p:sp>
      <p:sp>
        <p:nvSpPr>
          <p:cNvPr id="30" name="Text 28"/>
          <p:cNvSpPr/>
          <p:nvPr/>
        </p:nvSpPr>
        <p:spPr>
          <a:xfrm>
            <a:off x="438912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31" name="Text 29"/>
          <p:cNvSpPr/>
          <p:nvPr/>
        </p:nvSpPr>
        <p:spPr>
          <a:xfrm>
            <a:off x="4937760" y="361188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C5.2 • mass changes</a:t>
            </a:r>
            <a:endParaRPr lang="en-US" sz="1050" dirty="0"/>
          </a:p>
        </p:txBody>
      </p:sp>
      <p:sp>
        <p:nvSpPr>
          <p:cNvPr id="32" name="Text 30"/>
          <p:cNvSpPr/>
          <p:nvPr/>
        </p:nvSpPr>
        <p:spPr>
          <a:xfrm>
            <a:off x="443484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Marble chips react with acid in an </a:t>
            </a:r>
            <a:r>
              <a:rPr lang="en-US" sz="1250" b="1" dirty="0">
                <a:solidFill>
                  <a:srgbClr val="262B3A"/>
                </a:solidFill>
                <a:latin typeface="Calibri" pitchFamily="34" charset="0"/>
                <a:ea typeface="Calibri" pitchFamily="34" charset="-122"/>
                <a:cs typeface="Calibri" pitchFamily="34" charset="-120"/>
              </a:rPr>
              <a:t>open</a:t>
            </a:r>
            <a:r>
              <a:rPr lang="en-US" sz="1250" dirty="0">
                <a:solidFill>
                  <a:srgbClr val="262B3A"/>
                </a:solidFill>
                <a:latin typeface="Calibri" pitchFamily="34" charset="0"/>
                <a:ea typeface="Calibri" pitchFamily="34" charset="-122"/>
                <a:cs typeface="Calibri" pitchFamily="34" charset="-120"/>
              </a:rPr>
              <a:t> flask on a balance. Why does the reading </a:t>
            </a:r>
            <a:r>
              <a:rPr lang="en-US" sz="1250" b="1" dirty="0">
                <a:solidFill>
                  <a:srgbClr val="262B3A"/>
                </a:solidFill>
                <a:latin typeface="Calibri" pitchFamily="34" charset="0"/>
                <a:ea typeface="Calibri" pitchFamily="34" charset="-122"/>
                <a:cs typeface="Calibri" pitchFamily="34" charset="-120"/>
              </a:rPr>
              <a:t>fall</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33" name="Shape 31"/>
          <p:cNvSpPr/>
          <p:nvPr/>
        </p:nvSpPr>
        <p:spPr>
          <a:xfrm>
            <a:off x="8092440" y="3429000"/>
            <a:ext cx="3657600" cy="2011680"/>
          </a:xfrm>
          <a:prstGeom prst="roundRect">
            <a:avLst>
              <a:gd name="adj" fmla="val 2727"/>
            </a:avLst>
          </a:prstGeom>
          <a:solidFill>
            <a:srgbClr val="F8F5FC"/>
          </a:solidFill>
          <a:ln w="9525">
            <a:solidFill>
              <a:srgbClr val="DDD3EC"/>
            </a:solidFill>
            <a:prstDash val="solid"/>
          </a:ln>
        </p:spPr>
      </p:sp>
      <p:sp>
        <p:nvSpPr>
          <p:cNvPr id="34" name="Shape 32"/>
          <p:cNvSpPr/>
          <p:nvPr/>
        </p:nvSpPr>
        <p:spPr>
          <a:xfrm>
            <a:off x="8229600" y="3566160"/>
            <a:ext cx="438912" cy="438912"/>
          </a:xfrm>
          <a:prstGeom prst="ellipse">
            <a:avLst/>
          </a:prstGeom>
          <a:solidFill>
            <a:srgbClr val="6A3FA0"/>
          </a:solidFill>
          <a:ln w="12700">
            <a:solidFill>
              <a:srgbClr val="6A3FA0"/>
            </a:solidFill>
            <a:prstDash val="solid"/>
          </a:ln>
        </p:spPr>
      </p:sp>
      <p:sp>
        <p:nvSpPr>
          <p:cNvPr id="35" name="Text 33"/>
          <p:cNvSpPr/>
          <p:nvPr/>
        </p:nvSpPr>
        <p:spPr>
          <a:xfrm>
            <a:off x="822960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36" name="Text 34"/>
          <p:cNvSpPr/>
          <p:nvPr/>
        </p:nvSpPr>
        <p:spPr>
          <a:xfrm>
            <a:off x="8778240" y="361188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C6.1 • acids</a:t>
            </a:r>
            <a:endParaRPr lang="en-US" sz="1050" dirty="0"/>
          </a:p>
        </p:txBody>
      </p:sp>
      <p:sp>
        <p:nvSpPr>
          <p:cNvPr id="37" name="Text 35"/>
          <p:cNvSpPr/>
          <p:nvPr/>
        </p:nvSpPr>
        <p:spPr>
          <a:xfrm>
            <a:off x="827532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a:t>
            </a:r>
            <a:r>
              <a:rPr lang="en-US" sz="1250" b="1" dirty="0">
                <a:solidFill>
                  <a:srgbClr val="262B3A"/>
                </a:solidFill>
                <a:latin typeface="Calibri" pitchFamily="34" charset="0"/>
                <a:ea typeface="Calibri" pitchFamily="34" charset="-122"/>
                <a:cs typeface="Calibri" pitchFamily="34" charset="-120"/>
              </a:rPr>
              <a:t>salt</a:t>
            </a:r>
            <a:r>
              <a:rPr lang="en-US" sz="1250" dirty="0">
                <a:solidFill>
                  <a:srgbClr val="262B3A"/>
                </a:solidFill>
                <a:latin typeface="Calibri" pitchFamily="34" charset="0"/>
                <a:ea typeface="Calibri" pitchFamily="34" charset="-122"/>
                <a:cs typeface="Calibri" pitchFamily="34" charset="-120"/>
              </a:rPr>
              <a:t> formed when magnesium reacts with </a:t>
            </a:r>
            <a:r>
              <a:rPr lang="en-US" sz="1250" b="1" dirty="0">
                <a:solidFill>
                  <a:srgbClr val="262B3A"/>
                </a:solidFill>
                <a:latin typeface="Calibri" pitchFamily="34" charset="0"/>
                <a:ea typeface="Calibri" pitchFamily="34" charset="-122"/>
                <a:cs typeface="Calibri" pitchFamily="34" charset="-120"/>
              </a:rPr>
              <a:t>hydrochloric acid</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38" name="Shape 36"/>
          <p:cNvSpPr/>
          <p:nvPr/>
        </p:nvSpPr>
        <p:spPr>
          <a:xfrm>
            <a:off x="411480" y="5715000"/>
            <a:ext cx="11368735" cy="548640"/>
          </a:xfrm>
          <a:prstGeom prst="rect">
            <a:avLst/>
          </a:prstGeom>
          <a:solidFill>
            <a:srgbClr val="F1ECF8"/>
          </a:solidFill>
          <a:ln w="12700">
            <a:solidFill>
              <a:srgbClr val="DDD3EC"/>
            </a:solidFill>
            <a:prstDash val="solid"/>
          </a:ln>
        </p:spPr>
      </p:sp>
      <p:sp>
        <p:nvSpPr>
          <p:cNvPr id="39" name="Text 37"/>
          <p:cNvSpPr/>
          <p:nvPr/>
        </p:nvSpPr>
        <p:spPr>
          <a:xfrm>
            <a:off x="640080" y="5715000"/>
            <a:ext cx="10911535" cy="548640"/>
          </a:xfrm>
          <a:prstGeom prst="rect">
            <a:avLst/>
          </a:prstGeom>
          <a:noFill/>
          <a:ln/>
        </p:spPr>
        <p:txBody>
          <a:bodyPr wrap="square" lIns="0" tIns="0" rIns="0" bIns="0" rtlCol="0" anchor="ctr"/>
          <a:lstStyle/>
          <a:p>
            <a:pPr indent="0" marL="0">
              <a:buNone/>
            </a:pPr>
            <a:r>
              <a:rPr lang="en-US" sz="1200" b="1" dirty="0">
                <a:solidFill>
                  <a:srgbClr val="6A3FA0"/>
                </a:solidFill>
                <a:latin typeface="Calibri" pitchFamily="34" charset="0"/>
                <a:ea typeface="Calibri" pitchFamily="34" charset="-122"/>
                <a:cs typeface="Calibri" pitchFamily="34" charset="-120"/>
              </a:rPr>
              <a:t>Self-mark   </a:t>
            </a:r>
            <a:r>
              <a:rPr lang="en-US" sz="1200" dirty="0">
                <a:solidFill>
                  <a:srgbClr val="262B3A"/>
                </a:solidFill>
                <a:latin typeface="Calibri" pitchFamily="34" charset="0"/>
                <a:ea typeface="Calibri" pitchFamily="34" charset="-122"/>
                <a:cs typeface="Calibri" pitchFamily="34" charset="-120"/>
              </a:rPr>
              <a:t>Swap and mark from the answers.  6/6 secure  •  4–5 nearly there  •  0–3 revisit the topic notes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Measuring the rate of a reaction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C6.2.8 • suggest practical methods for determining the rate of a given reaction</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C6.2 How do chemists control the rate of reactions?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C6.2.8  |  5</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four ways to follow a reaction; not to scale</a:t>
            </a:r>
            <a:endParaRPr lang="en-US" sz="1000" dirty="0"/>
          </a:p>
        </p:txBody>
      </p:sp>
      <p:sp>
        <p:nvSpPr>
          <p:cNvPr id="10" name="Text 8"/>
          <p:cNvSpPr/>
          <p:nvPr/>
        </p:nvSpPr>
        <p:spPr>
          <a:xfrm>
            <a:off x="548640" y="1280160"/>
            <a:ext cx="2651760" cy="237744"/>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A</a:t>
            </a:r>
            <a:r>
              <a:rPr lang="en-US" sz="1050" dirty="0">
                <a:solidFill>
                  <a:srgbClr val="262B3A"/>
                </a:solidFill>
                <a:latin typeface="Calibri" pitchFamily="34" charset="0"/>
                <a:ea typeface="Calibri" pitchFamily="34" charset="-122"/>
                <a:cs typeface="Calibri" pitchFamily="34" charset="-120"/>
              </a:rPr>
              <a:t> Gas syringe: </a:t>
            </a:r>
            <a:r>
              <a:rPr lang="en-US" sz="1050" b="1" dirty="0">
                <a:solidFill>
                  <a:srgbClr val="262B3A"/>
                </a:solidFill>
                <a:latin typeface="Calibri" pitchFamily="34" charset="0"/>
                <a:ea typeface="Calibri" pitchFamily="34" charset="-122"/>
                <a:cs typeface="Calibri" pitchFamily="34" charset="-120"/>
              </a:rPr>
              <a:t>volume</a:t>
            </a:r>
            <a:r>
              <a:rPr lang="en-US" sz="1050" dirty="0">
                <a:solidFill>
                  <a:srgbClr val="262B3A"/>
                </a:solidFill>
                <a:latin typeface="Calibri" pitchFamily="34" charset="0"/>
                <a:ea typeface="Calibri" pitchFamily="34" charset="-122"/>
                <a:cs typeface="Calibri" pitchFamily="34" charset="-120"/>
              </a:rPr>
              <a:t> of gas</a:t>
            </a:r>
            <a:endParaRPr lang="en-US" sz="1050" dirty="0"/>
          </a:p>
        </p:txBody>
      </p:sp>
      <p:sp>
        <p:nvSpPr>
          <p:cNvPr id="11" name="Shape 9"/>
          <p:cNvSpPr/>
          <p:nvPr/>
        </p:nvSpPr>
        <p:spPr>
          <a:xfrm>
            <a:off x="571500" y="2103120"/>
            <a:ext cx="777240" cy="868680"/>
          </a:xfrm>
          <a:custGeom>
            <a:avLst/>
            <a:gdLst/>
            <a:ahLst/>
            <a:cxnLst/>
            <a:rect l="l" t="t" r="r" b="b"/>
            <a:pathLst>
              <a:path w="777240" h="868680">
                <a:moveTo>
                  <a:pt x="287579" y="0"/>
                </a:moveTo>
                <a:lnTo>
                  <a:pt x="489661" y="0"/>
                </a:lnTo>
                <a:lnTo>
                  <a:pt x="489661" y="260604"/>
                </a:lnTo>
                <a:lnTo>
                  <a:pt x="777240" y="868680"/>
                </a:lnTo>
                <a:lnTo>
                  <a:pt x="0" y="868680"/>
                </a:lnTo>
                <a:lnTo>
                  <a:pt x="287579" y="260604"/>
                </a:lnTo>
                <a:close/>
              </a:path>
            </a:pathLst>
          </a:custGeom>
          <a:solidFill>
            <a:srgbClr val="EEF5FB"/>
          </a:solidFill>
          <a:ln/>
        </p:spPr>
      </p:sp>
      <p:sp>
        <p:nvSpPr>
          <p:cNvPr id="12" name="Shape 10"/>
          <p:cNvSpPr/>
          <p:nvPr/>
        </p:nvSpPr>
        <p:spPr>
          <a:xfrm>
            <a:off x="571500" y="2728570"/>
            <a:ext cx="777240" cy="243230"/>
          </a:xfrm>
          <a:custGeom>
            <a:avLst/>
            <a:gdLst/>
            <a:ahLst/>
            <a:cxnLst/>
            <a:rect l="l" t="t" r="r" b="b"/>
            <a:pathLst>
              <a:path w="777240" h="243230">
                <a:moveTo>
                  <a:pt x="115032" y="0"/>
                </a:moveTo>
                <a:lnTo>
                  <a:pt x="662208" y="0"/>
                </a:lnTo>
                <a:lnTo>
                  <a:pt x="777240" y="243230"/>
                </a:lnTo>
                <a:lnTo>
                  <a:pt x="0" y="243230"/>
                </a:lnTo>
                <a:close/>
              </a:path>
            </a:pathLst>
          </a:custGeom>
          <a:solidFill>
            <a:srgbClr val="DCEBF8"/>
          </a:solidFill>
          <a:ln/>
        </p:spPr>
      </p:sp>
      <p:sp>
        <p:nvSpPr>
          <p:cNvPr id="13" name="Shape 11"/>
          <p:cNvSpPr/>
          <p:nvPr/>
        </p:nvSpPr>
        <p:spPr>
          <a:xfrm>
            <a:off x="715061" y="2756002"/>
            <a:ext cx="54864" cy="54864"/>
          </a:xfrm>
          <a:prstGeom prst="ellipse">
            <a:avLst/>
          </a:prstGeom>
          <a:solidFill>
            <a:srgbClr val="FFFFFF"/>
          </a:solidFill>
          <a:ln w="6350">
            <a:solidFill>
              <a:srgbClr val="5B9BD5"/>
            </a:solidFill>
            <a:prstDash val="solid"/>
          </a:ln>
        </p:spPr>
      </p:sp>
      <p:sp>
        <p:nvSpPr>
          <p:cNvPr id="14" name="Shape 12"/>
          <p:cNvSpPr/>
          <p:nvPr/>
        </p:nvSpPr>
        <p:spPr>
          <a:xfrm>
            <a:off x="992041" y="2825235"/>
            <a:ext cx="54864" cy="54864"/>
          </a:xfrm>
          <a:prstGeom prst="ellipse">
            <a:avLst/>
          </a:prstGeom>
          <a:solidFill>
            <a:srgbClr val="FFFFFF"/>
          </a:solidFill>
          <a:ln w="6350">
            <a:solidFill>
              <a:srgbClr val="5B9BD5"/>
            </a:solidFill>
            <a:prstDash val="solid"/>
          </a:ln>
        </p:spPr>
      </p:sp>
      <p:sp>
        <p:nvSpPr>
          <p:cNvPr id="15" name="Shape 13"/>
          <p:cNvSpPr/>
          <p:nvPr/>
        </p:nvSpPr>
        <p:spPr>
          <a:xfrm>
            <a:off x="833767" y="2797541"/>
            <a:ext cx="54864" cy="54864"/>
          </a:xfrm>
          <a:prstGeom prst="ellipse">
            <a:avLst/>
          </a:prstGeom>
          <a:solidFill>
            <a:srgbClr val="FFFFFF"/>
          </a:solidFill>
          <a:ln w="6350">
            <a:solidFill>
              <a:srgbClr val="5B9BD5"/>
            </a:solidFill>
            <a:prstDash val="solid"/>
          </a:ln>
        </p:spPr>
      </p:sp>
      <p:sp>
        <p:nvSpPr>
          <p:cNvPr id="16" name="Shape 14"/>
          <p:cNvSpPr/>
          <p:nvPr/>
        </p:nvSpPr>
        <p:spPr>
          <a:xfrm>
            <a:off x="1110747" y="2769848"/>
            <a:ext cx="54864" cy="54864"/>
          </a:xfrm>
          <a:prstGeom prst="ellipse">
            <a:avLst/>
          </a:prstGeom>
          <a:solidFill>
            <a:srgbClr val="FFFFFF"/>
          </a:solidFill>
          <a:ln w="6350">
            <a:solidFill>
              <a:srgbClr val="5B9BD5"/>
            </a:solidFill>
            <a:prstDash val="solid"/>
          </a:ln>
        </p:spPr>
      </p:sp>
      <p:sp>
        <p:nvSpPr>
          <p:cNvPr id="17" name="Shape 15"/>
          <p:cNvSpPr/>
          <p:nvPr/>
        </p:nvSpPr>
        <p:spPr>
          <a:xfrm>
            <a:off x="952472" y="2839081"/>
            <a:ext cx="54864" cy="54864"/>
          </a:xfrm>
          <a:prstGeom prst="ellipse">
            <a:avLst/>
          </a:prstGeom>
          <a:solidFill>
            <a:srgbClr val="FFFFFF"/>
          </a:solidFill>
          <a:ln w="6350">
            <a:solidFill>
              <a:srgbClr val="5B9BD5"/>
            </a:solidFill>
            <a:prstDash val="solid"/>
          </a:ln>
        </p:spPr>
      </p:sp>
      <p:sp>
        <p:nvSpPr>
          <p:cNvPr id="18" name="Shape 16"/>
          <p:cNvSpPr/>
          <p:nvPr/>
        </p:nvSpPr>
        <p:spPr>
          <a:xfrm>
            <a:off x="571500" y="2103120"/>
            <a:ext cx="777240" cy="868680"/>
          </a:xfrm>
          <a:custGeom>
            <a:avLst/>
            <a:gdLst/>
            <a:ahLst/>
            <a:cxnLst/>
            <a:rect l="l" t="t" r="r" b="b"/>
            <a:pathLst>
              <a:path w="777240" h="868680">
                <a:moveTo>
                  <a:pt x="287579" y="0"/>
                </a:moveTo>
                <a:lnTo>
                  <a:pt x="489661" y="0"/>
                </a:lnTo>
                <a:lnTo>
                  <a:pt x="489661" y="260604"/>
                </a:lnTo>
                <a:lnTo>
                  <a:pt x="777240" y="868680"/>
                </a:lnTo>
                <a:lnTo>
                  <a:pt x="0" y="868680"/>
                </a:lnTo>
                <a:lnTo>
                  <a:pt x="287579" y="260604"/>
                </a:lnTo>
                <a:close/>
              </a:path>
            </a:pathLst>
          </a:custGeom>
          <a:ln w="19050">
            <a:solidFill>
              <a:srgbClr val="2A1F3D"/>
            </a:solidFill>
            <a:prstDash val="solid"/>
          </a:ln>
        </p:spPr>
      </p:sp>
      <p:sp>
        <p:nvSpPr>
          <p:cNvPr id="19" name="Shape 17"/>
          <p:cNvSpPr/>
          <p:nvPr/>
        </p:nvSpPr>
        <p:spPr>
          <a:xfrm>
            <a:off x="822503" y="1993392"/>
            <a:ext cx="275234" cy="182880"/>
          </a:xfrm>
          <a:prstGeom prst="rect">
            <a:avLst/>
          </a:prstGeom>
          <a:solidFill>
            <a:srgbClr val="8C6A4A"/>
          </a:solidFill>
          <a:ln w="9525">
            <a:solidFill>
              <a:srgbClr val="5A4030"/>
            </a:solidFill>
            <a:prstDash val="solid"/>
          </a:ln>
        </p:spPr>
      </p:sp>
      <p:sp>
        <p:nvSpPr>
          <p:cNvPr id="20" name="Shape 18"/>
          <p:cNvSpPr/>
          <p:nvPr/>
        </p:nvSpPr>
        <p:spPr>
          <a:xfrm flipV="1">
            <a:off x="960120" y="1783080"/>
            <a:ext cx="91" cy="210312"/>
          </a:xfrm>
          <a:prstGeom prst="line">
            <a:avLst/>
          </a:prstGeom>
          <a:noFill/>
          <a:ln w="19050">
            <a:solidFill>
              <a:srgbClr val="2A1F3D"/>
            </a:solidFill>
            <a:prstDash val="solid"/>
          </a:ln>
        </p:spPr>
      </p:sp>
      <p:sp>
        <p:nvSpPr>
          <p:cNvPr id="21" name="Shape 19"/>
          <p:cNvSpPr/>
          <p:nvPr/>
        </p:nvSpPr>
        <p:spPr>
          <a:xfrm>
            <a:off x="960120" y="1783080"/>
            <a:ext cx="502920" cy="91"/>
          </a:xfrm>
          <a:prstGeom prst="line">
            <a:avLst/>
          </a:prstGeom>
          <a:noFill/>
          <a:ln w="19050">
            <a:solidFill>
              <a:srgbClr val="2A1F3D"/>
            </a:solidFill>
            <a:prstDash val="solid"/>
          </a:ln>
        </p:spPr>
      </p:sp>
      <p:sp>
        <p:nvSpPr>
          <p:cNvPr id="22" name="Shape 20"/>
          <p:cNvSpPr/>
          <p:nvPr/>
        </p:nvSpPr>
        <p:spPr>
          <a:xfrm>
            <a:off x="1463040" y="1746504"/>
            <a:ext cx="109728" cy="73152"/>
          </a:xfrm>
          <a:prstGeom prst="rect">
            <a:avLst/>
          </a:prstGeom>
          <a:solidFill>
            <a:srgbClr val="EEF5FB"/>
          </a:solidFill>
          <a:ln w="12700">
            <a:solidFill>
              <a:srgbClr val="2A1F3D"/>
            </a:solidFill>
            <a:prstDash val="solid"/>
          </a:ln>
        </p:spPr>
      </p:sp>
      <p:sp>
        <p:nvSpPr>
          <p:cNvPr id="23" name="Shape 21"/>
          <p:cNvSpPr/>
          <p:nvPr/>
        </p:nvSpPr>
        <p:spPr>
          <a:xfrm>
            <a:off x="1572768" y="1664208"/>
            <a:ext cx="1280160" cy="237744"/>
          </a:xfrm>
          <a:prstGeom prst="rect">
            <a:avLst/>
          </a:prstGeom>
          <a:solidFill>
            <a:srgbClr val="EEF5FB"/>
          </a:solidFill>
          <a:ln w="15875">
            <a:solidFill>
              <a:srgbClr val="2A1F3D"/>
            </a:solidFill>
            <a:prstDash val="solid"/>
          </a:ln>
        </p:spPr>
      </p:sp>
      <p:sp>
        <p:nvSpPr>
          <p:cNvPr id="24" name="Shape 22"/>
          <p:cNvSpPr/>
          <p:nvPr/>
        </p:nvSpPr>
        <p:spPr>
          <a:xfrm>
            <a:off x="1581912" y="1682496"/>
            <a:ext cx="539130" cy="201168"/>
          </a:xfrm>
          <a:prstGeom prst="rect">
            <a:avLst/>
          </a:prstGeom>
          <a:solidFill>
            <a:srgbClr val="E3F1E3"/>
          </a:solidFill>
          <a:ln/>
        </p:spPr>
      </p:sp>
      <p:sp>
        <p:nvSpPr>
          <p:cNvPr id="25" name="Shape 23"/>
          <p:cNvSpPr/>
          <p:nvPr/>
        </p:nvSpPr>
        <p:spPr>
          <a:xfrm>
            <a:off x="2121042" y="1682496"/>
            <a:ext cx="64008" cy="201168"/>
          </a:xfrm>
          <a:prstGeom prst="rect">
            <a:avLst/>
          </a:prstGeom>
          <a:solidFill>
            <a:srgbClr val="9AA3B0"/>
          </a:solidFill>
          <a:ln w="9525">
            <a:solidFill>
              <a:srgbClr val="4A5568"/>
            </a:solidFill>
            <a:prstDash val="solid"/>
          </a:ln>
        </p:spPr>
      </p:sp>
      <p:sp>
        <p:nvSpPr>
          <p:cNvPr id="26" name="Shape 24"/>
          <p:cNvSpPr/>
          <p:nvPr/>
        </p:nvSpPr>
        <p:spPr>
          <a:xfrm>
            <a:off x="2185050" y="1783080"/>
            <a:ext cx="896478" cy="91"/>
          </a:xfrm>
          <a:prstGeom prst="line">
            <a:avLst/>
          </a:prstGeom>
          <a:noFill/>
          <a:ln w="25400">
            <a:solidFill>
              <a:srgbClr val="4A5568"/>
            </a:solidFill>
            <a:prstDash val="solid"/>
          </a:ln>
        </p:spPr>
      </p:sp>
      <p:sp>
        <p:nvSpPr>
          <p:cNvPr id="27" name="Shape 25"/>
          <p:cNvSpPr/>
          <p:nvPr/>
        </p:nvSpPr>
        <p:spPr>
          <a:xfrm>
            <a:off x="3081528" y="1676095"/>
            <a:ext cx="45720" cy="213970"/>
          </a:xfrm>
          <a:prstGeom prst="rect">
            <a:avLst/>
          </a:prstGeom>
          <a:solidFill>
            <a:srgbClr val="4A5568"/>
          </a:solidFill>
          <a:ln/>
        </p:spPr>
      </p:sp>
      <p:sp>
        <p:nvSpPr>
          <p:cNvPr id="28" name="Shape 26"/>
          <p:cNvSpPr/>
          <p:nvPr/>
        </p:nvSpPr>
        <p:spPr>
          <a:xfrm>
            <a:off x="1591056" y="1664208"/>
            <a:ext cx="91" cy="100584"/>
          </a:xfrm>
          <a:prstGeom prst="line">
            <a:avLst/>
          </a:prstGeom>
          <a:noFill/>
          <a:ln w="9525">
            <a:solidFill>
              <a:srgbClr val="2A1F3D"/>
            </a:solidFill>
            <a:prstDash val="solid"/>
          </a:ln>
        </p:spPr>
      </p:sp>
      <p:sp>
        <p:nvSpPr>
          <p:cNvPr id="29" name="Shape 27"/>
          <p:cNvSpPr/>
          <p:nvPr/>
        </p:nvSpPr>
        <p:spPr>
          <a:xfrm>
            <a:off x="1708831" y="1664208"/>
            <a:ext cx="91" cy="54864"/>
          </a:xfrm>
          <a:prstGeom prst="line">
            <a:avLst/>
          </a:prstGeom>
          <a:noFill/>
          <a:ln w="9525">
            <a:solidFill>
              <a:srgbClr val="2A1F3D"/>
            </a:solidFill>
            <a:prstDash val="solid"/>
          </a:ln>
        </p:spPr>
      </p:sp>
      <p:sp>
        <p:nvSpPr>
          <p:cNvPr id="30" name="Shape 28"/>
          <p:cNvSpPr/>
          <p:nvPr/>
        </p:nvSpPr>
        <p:spPr>
          <a:xfrm>
            <a:off x="1826605" y="1664208"/>
            <a:ext cx="91" cy="54864"/>
          </a:xfrm>
          <a:prstGeom prst="line">
            <a:avLst/>
          </a:prstGeom>
          <a:noFill/>
          <a:ln w="9525">
            <a:solidFill>
              <a:srgbClr val="2A1F3D"/>
            </a:solidFill>
            <a:prstDash val="solid"/>
          </a:ln>
        </p:spPr>
      </p:sp>
      <p:sp>
        <p:nvSpPr>
          <p:cNvPr id="31" name="Shape 29"/>
          <p:cNvSpPr/>
          <p:nvPr/>
        </p:nvSpPr>
        <p:spPr>
          <a:xfrm>
            <a:off x="1944380" y="1664208"/>
            <a:ext cx="91" cy="54864"/>
          </a:xfrm>
          <a:prstGeom prst="line">
            <a:avLst/>
          </a:prstGeom>
          <a:noFill/>
          <a:ln w="9525">
            <a:solidFill>
              <a:srgbClr val="2A1F3D"/>
            </a:solidFill>
            <a:prstDash val="solid"/>
          </a:ln>
        </p:spPr>
      </p:sp>
      <p:sp>
        <p:nvSpPr>
          <p:cNvPr id="32" name="Shape 30"/>
          <p:cNvSpPr/>
          <p:nvPr/>
        </p:nvSpPr>
        <p:spPr>
          <a:xfrm>
            <a:off x="2062155" y="1664208"/>
            <a:ext cx="91" cy="54864"/>
          </a:xfrm>
          <a:prstGeom prst="line">
            <a:avLst/>
          </a:prstGeom>
          <a:noFill/>
          <a:ln w="9525">
            <a:solidFill>
              <a:srgbClr val="2A1F3D"/>
            </a:solidFill>
            <a:prstDash val="solid"/>
          </a:ln>
        </p:spPr>
      </p:sp>
      <p:sp>
        <p:nvSpPr>
          <p:cNvPr id="33" name="Shape 31"/>
          <p:cNvSpPr/>
          <p:nvPr/>
        </p:nvSpPr>
        <p:spPr>
          <a:xfrm>
            <a:off x="2179930" y="1664208"/>
            <a:ext cx="91" cy="100584"/>
          </a:xfrm>
          <a:prstGeom prst="line">
            <a:avLst/>
          </a:prstGeom>
          <a:noFill/>
          <a:ln w="9525">
            <a:solidFill>
              <a:srgbClr val="2A1F3D"/>
            </a:solidFill>
            <a:prstDash val="solid"/>
          </a:ln>
        </p:spPr>
      </p:sp>
      <p:sp>
        <p:nvSpPr>
          <p:cNvPr id="34" name="Shape 32"/>
          <p:cNvSpPr/>
          <p:nvPr/>
        </p:nvSpPr>
        <p:spPr>
          <a:xfrm>
            <a:off x="2297704" y="1664208"/>
            <a:ext cx="91" cy="54864"/>
          </a:xfrm>
          <a:prstGeom prst="line">
            <a:avLst/>
          </a:prstGeom>
          <a:noFill/>
          <a:ln w="9525">
            <a:solidFill>
              <a:srgbClr val="2A1F3D"/>
            </a:solidFill>
            <a:prstDash val="solid"/>
          </a:ln>
        </p:spPr>
      </p:sp>
      <p:sp>
        <p:nvSpPr>
          <p:cNvPr id="35" name="Shape 33"/>
          <p:cNvSpPr/>
          <p:nvPr/>
        </p:nvSpPr>
        <p:spPr>
          <a:xfrm>
            <a:off x="2415479" y="1664208"/>
            <a:ext cx="91" cy="54864"/>
          </a:xfrm>
          <a:prstGeom prst="line">
            <a:avLst/>
          </a:prstGeom>
          <a:noFill/>
          <a:ln w="9525">
            <a:solidFill>
              <a:srgbClr val="2A1F3D"/>
            </a:solidFill>
            <a:prstDash val="solid"/>
          </a:ln>
        </p:spPr>
      </p:sp>
      <p:sp>
        <p:nvSpPr>
          <p:cNvPr id="36" name="Shape 34"/>
          <p:cNvSpPr/>
          <p:nvPr/>
        </p:nvSpPr>
        <p:spPr>
          <a:xfrm>
            <a:off x="2533254" y="1664208"/>
            <a:ext cx="91" cy="54864"/>
          </a:xfrm>
          <a:prstGeom prst="line">
            <a:avLst/>
          </a:prstGeom>
          <a:noFill/>
          <a:ln w="9525">
            <a:solidFill>
              <a:srgbClr val="2A1F3D"/>
            </a:solidFill>
            <a:prstDash val="solid"/>
          </a:ln>
        </p:spPr>
      </p:sp>
      <p:sp>
        <p:nvSpPr>
          <p:cNvPr id="37" name="Shape 35"/>
          <p:cNvSpPr/>
          <p:nvPr/>
        </p:nvSpPr>
        <p:spPr>
          <a:xfrm>
            <a:off x="2651028" y="1664208"/>
            <a:ext cx="91" cy="54864"/>
          </a:xfrm>
          <a:prstGeom prst="line">
            <a:avLst/>
          </a:prstGeom>
          <a:noFill/>
          <a:ln w="9525">
            <a:solidFill>
              <a:srgbClr val="2A1F3D"/>
            </a:solidFill>
            <a:prstDash val="solid"/>
          </a:ln>
        </p:spPr>
      </p:sp>
      <p:sp>
        <p:nvSpPr>
          <p:cNvPr id="38" name="Shape 36"/>
          <p:cNvSpPr/>
          <p:nvPr/>
        </p:nvSpPr>
        <p:spPr>
          <a:xfrm>
            <a:off x="2768803" y="1664208"/>
            <a:ext cx="91" cy="100584"/>
          </a:xfrm>
          <a:prstGeom prst="line">
            <a:avLst/>
          </a:prstGeom>
          <a:noFill/>
          <a:ln w="9525">
            <a:solidFill>
              <a:srgbClr val="2A1F3D"/>
            </a:solidFill>
            <a:prstDash val="solid"/>
          </a:ln>
        </p:spPr>
      </p:sp>
      <p:sp>
        <p:nvSpPr>
          <p:cNvPr id="39" name="Text 37"/>
          <p:cNvSpPr/>
          <p:nvPr/>
        </p:nvSpPr>
        <p:spPr>
          <a:xfrm>
            <a:off x="1417320" y="2057400"/>
            <a:ext cx="1783080" cy="201168"/>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reads to 1 cm³</a:t>
            </a:r>
            <a:endParaRPr lang="en-US" sz="1000" dirty="0"/>
          </a:p>
        </p:txBody>
      </p:sp>
      <p:sp>
        <p:nvSpPr>
          <p:cNvPr id="40" name="Text 38"/>
          <p:cNvSpPr/>
          <p:nvPr/>
        </p:nvSpPr>
        <p:spPr>
          <a:xfrm>
            <a:off x="3291840" y="1280160"/>
            <a:ext cx="2651760" cy="237744"/>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B</a:t>
            </a:r>
            <a:r>
              <a:rPr lang="en-US" sz="1050" dirty="0">
                <a:solidFill>
                  <a:srgbClr val="262B3A"/>
                </a:solidFill>
                <a:latin typeface="Calibri" pitchFamily="34" charset="0"/>
                <a:ea typeface="Calibri" pitchFamily="34" charset="-122"/>
                <a:cs typeface="Calibri" pitchFamily="34" charset="-120"/>
              </a:rPr>
              <a:t> Collect over </a:t>
            </a:r>
            <a:r>
              <a:rPr lang="en-US" sz="1050" b="1" dirty="0">
                <a:solidFill>
                  <a:srgbClr val="262B3A"/>
                </a:solidFill>
                <a:latin typeface="Calibri" pitchFamily="34" charset="0"/>
                <a:ea typeface="Calibri" pitchFamily="34" charset="-122"/>
                <a:cs typeface="Calibri" pitchFamily="34" charset="-120"/>
              </a:rPr>
              <a:t>water</a:t>
            </a:r>
            <a:endParaRPr lang="en-US" sz="1050" dirty="0"/>
          </a:p>
        </p:txBody>
      </p:sp>
      <p:sp>
        <p:nvSpPr>
          <p:cNvPr id="41" name="Shape 39"/>
          <p:cNvSpPr/>
          <p:nvPr/>
        </p:nvSpPr>
        <p:spPr>
          <a:xfrm>
            <a:off x="3268980" y="2377440"/>
            <a:ext cx="685800" cy="777240"/>
          </a:xfrm>
          <a:custGeom>
            <a:avLst/>
            <a:gdLst/>
            <a:ahLst/>
            <a:cxnLst/>
            <a:rect l="l" t="t" r="r" b="b"/>
            <a:pathLst>
              <a:path w="685800" h="777240">
                <a:moveTo>
                  <a:pt x="253746" y="0"/>
                </a:moveTo>
                <a:lnTo>
                  <a:pt x="432054" y="0"/>
                </a:lnTo>
                <a:lnTo>
                  <a:pt x="432054" y="233172"/>
                </a:lnTo>
                <a:lnTo>
                  <a:pt x="685800" y="777240"/>
                </a:lnTo>
                <a:lnTo>
                  <a:pt x="0" y="777240"/>
                </a:lnTo>
                <a:lnTo>
                  <a:pt x="253746" y="233172"/>
                </a:lnTo>
                <a:close/>
              </a:path>
            </a:pathLst>
          </a:custGeom>
          <a:solidFill>
            <a:srgbClr val="EEF5FB"/>
          </a:solidFill>
          <a:ln/>
        </p:spPr>
      </p:sp>
      <p:sp>
        <p:nvSpPr>
          <p:cNvPr id="42" name="Shape 40"/>
          <p:cNvSpPr/>
          <p:nvPr/>
        </p:nvSpPr>
        <p:spPr>
          <a:xfrm>
            <a:off x="3268980" y="2937053"/>
            <a:ext cx="685800" cy="217627"/>
          </a:xfrm>
          <a:custGeom>
            <a:avLst/>
            <a:gdLst/>
            <a:ahLst/>
            <a:cxnLst/>
            <a:rect l="l" t="t" r="r" b="b"/>
            <a:pathLst>
              <a:path w="685800" h="217627">
                <a:moveTo>
                  <a:pt x="101498" y="0"/>
                </a:moveTo>
                <a:lnTo>
                  <a:pt x="584302" y="0"/>
                </a:lnTo>
                <a:lnTo>
                  <a:pt x="685800" y="217627"/>
                </a:lnTo>
                <a:lnTo>
                  <a:pt x="0" y="217627"/>
                </a:lnTo>
                <a:close/>
              </a:path>
            </a:pathLst>
          </a:custGeom>
          <a:solidFill>
            <a:srgbClr val="DCEBF8"/>
          </a:solidFill>
          <a:ln/>
        </p:spPr>
      </p:sp>
      <p:sp>
        <p:nvSpPr>
          <p:cNvPr id="43" name="Shape 41"/>
          <p:cNvSpPr/>
          <p:nvPr/>
        </p:nvSpPr>
        <p:spPr>
          <a:xfrm>
            <a:off x="3392424" y="2964485"/>
            <a:ext cx="54864" cy="54864"/>
          </a:xfrm>
          <a:prstGeom prst="ellipse">
            <a:avLst/>
          </a:prstGeom>
          <a:solidFill>
            <a:srgbClr val="FFFFFF"/>
          </a:solidFill>
          <a:ln w="6350">
            <a:solidFill>
              <a:srgbClr val="5B9BD5"/>
            </a:solidFill>
            <a:prstDash val="solid"/>
          </a:ln>
        </p:spPr>
      </p:sp>
      <p:sp>
        <p:nvSpPr>
          <p:cNvPr id="44" name="Shape 42"/>
          <p:cNvSpPr/>
          <p:nvPr/>
        </p:nvSpPr>
        <p:spPr>
          <a:xfrm>
            <a:off x="3636818" y="3015430"/>
            <a:ext cx="54864" cy="54864"/>
          </a:xfrm>
          <a:prstGeom prst="ellipse">
            <a:avLst/>
          </a:prstGeom>
          <a:solidFill>
            <a:srgbClr val="FFFFFF"/>
          </a:solidFill>
          <a:ln w="6350">
            <a:solidFill>
              <a:srgbClr val="5B9BD5"/>
            </a:solidFill>
            <a:prstDash val="solid"/>
          </a:ln>
        </p:spPr>
      </p:sp>
      <p:sp>
        <p:nvSpPr>
          <p:cNvPr id="45" name="Shape 43"/>
          <p:cNvSpPr/>
          <p:nvPr/>
        </p:nvSpPr>
        <p:spPr>
          <a:xfrm>
            <a:off x="3497164" y="2995052"/>
            <a:ext cx="54864" cy="54864"/>
          </a:xfrm>
          <a:prstGeom prst="ellipse">
            <a:avLst/>
          </a:prstGeom>
          <a:solidFill>
            <a:srgbClr val="FFFFFF"/>
          </a:solidFill>
          <a:ln w="6350">
            <a:solidFill>
              <a:srgbClr val="5B9BD5"/>
            </a:solidFill>
            <a:prstDash val="solid"/>
          </a:ln>
        </p:spPr>
      </p:sp>
      <p:sp>
        <p:nvSpPr>
          <p:cNvPr id="46" name="Shape 44"/>
          <p:cNvSpPr/>
          <p:nvPr/>
        </p:nvSpPr>
        <p:spPr>
          <a:xfrm>
            <a:off x="3741559" y="2974674"/>
            <a:ext cx="54864" cy="54864"/>
          </a:xfrm>
          <a:prstGeom prst="ellipse">
            <a:avLst/>
          </a:prstGeom>
          <a:solidFill>
            <a:srgbClr val="FFFFFF"/>
          </a:solidFill>
          <a:ln w="6350">
            <a:solidFill>
              <a:srgbClr val="5B9BD5"/>
            </a:solidFill>
            <a:prstDash val="solid"/>
          </a:ln>
        </p:spPr>
      </p:sp>
      <p:sp>
        <p:nvSpPr>
          <p:cNvPr id="47" name="Shape 45"/>
          <p:cNvSpPr/>
          <p:nvPr/>
        </p:nvSpPr>
        <p:spPr>
          <a:xfrm>
            <a:off x="3268980" y="2377440"/>
            <a:ext cx="685800" cy="777240"/>
          </a:xfrm>
          <a:custGeom>
            <a:avLst/>
            <a:gdLst/>
            <a:ahLst/>
            <a:cxnLst/>
            <a:rect l="l" t="t" r="r" b="b"/>
            <a:pathLst>
              <a:path w="685800" h="777240">
                <a:moveTo>
                  <a:pt x="253746" y="0"/>
                </a:moveTo>
                <a:lnTo>
                  <a:pt x="432054" y="0"/>
                </a:lnTo>
                <a:lnTo>
                  <a:pt x="432054" y="233172"/>
                </a:lnTo>
                <a:lnTo>
                  <a:pt x="685800" y="777240"/>
                </a:lnTo>
                <a:lnTo>
                  <a:pt x="0" y="777240"/>
                </a:lnTo>
                <a:lnTo>
                  <a:pt x="253746" y="233172"/>
                </a:lnTo>
                <a:close/>
              </a:path>
            </a:pathLst>
          </a:custGeom>
          <a:ln w="19050">
            <a:solidFill>
              <a:srgbClr val="2A1F3D"/>
            </a:solidFill>
            <a:prstDash val="solid"/>
          </a:ln>
        </p:spPr>
      </p:sp>
      <p:sp>
        <p:nvSpPr>
          <p:cNvPr id="48" name="Shape 46"/>
          <p:cNvSpPr/>
          <p:nvPr/>
        </p:nvSpPr>
        <p:spPr>
          <a:xfrm>
            <a:off x="3486150" y="2267712"/>
            <a:ext cx="251460" cy="182880"/>
          </a:xfrm>
          <a:prstGeom prst="rect">
            <a:avLst/>
          </a:prstGeom>
          <a:solidFill>
            <a:srgbClr val="8C6A4A"/>
          </a:solidFill>
          <a:ln w="9525">
            <a:solidFill>
              <a:srgbClr val="5A4030"/>
            </a:solidFill>
            <a:prstDash val="solid"/>
          </a:ln>
        </p:spPr>
      </p:sp>
      <p:sp>
        <p:nvSpPr>
          <p:cNvPr id="49" name="Shape 47"/>
          <p:cNvSpPr/>
          <p:nvPr/>
        </p:nvSpPr>
        <p:spPr>
          <a:xfrm>
            <a:off x="4160520" y="2468880"/>
            <a:ext cx="1691640" cy="685800"/>
          </a:xfrm>
          <a:prstGeom prst="rect">
            <a:avLst/>
          </a:prstGeom>
          <a:solidFill>
            <a:srgbClr val="DCEBF8"/>
          </a:solidFill>
          <a:ln/>
        </p:spPr>
      </p:sp>
      <p:sp>
        <p:nvSpPr>
          <p:cNvPr id="50" name="Shape 48"/>
          <p:cNvSpPr/>
          <p:nvPr/>
        </p:nvSpPr>
        <p:spPr>
          <a:xfrm>
            <a:off x="4160520" y="2240280"/>
            <a:ext cx="1691640" cy="914400"/>
          </a:xfrm>
          <a:custGeom>
            <a:avLst/>
            <a:gdLst/>
            <a:ahLst/>
            <a:cxnLst/>
            <a:rect l="l" t="t" r="r" b="b"/>
            <a:pathLst>
              <a:path w="1691640" h="914400">
                <a:moveTo>
                  <a:pt x="0" y="0"/>
                </a:moveTo>
                <a:lnTo>
                  <a:pt x="0" y="914400"/>
                </a:lnTo>
                <a:lnTo>
                  <a:pt x="1691640" y="914400"/>
                </a:lnTo>
                <a:lnTo>
                  <a:pt x="1691640" y="0"/>
                </a:lnTo>
              </a:path>
            </a:pathLst>
          </a:custGeom>
          <a:ln w="19050">
            <a:solidFill>
              <a:srgbClr val="2A1F3D"/>
            </a:solidFill>
            <a:prstDash val="solid"/>
          </a:ln>
        </p:spPr>
      </p:sp>
      <p:sp>
        <p:nvSpPr>
          <p:cNvPr id="51" name="Shape 49"/>
          <p:cNvSpPr/>
          <p:nvPr/>
        </p:nvSpPr>
        <p:spPr>
          <a:xfrm>
            <a:off x="4846320" y="1600200"/>
            <a:ext cx="384048" cy="1371600"/>
          </a:xfrm>
          <a:prstGeom prst="rect">
            <a:avLst/>
          </a:prstGeom>
          <a:solidFill>
            <a:srgbClr val="EEF5FB"/>
          </a:solidFill>
          <a:ln/>
        </p:spPr>
      </p:sp>
      <p:sp>
        <p:nvSpPr>
          <p:cNvPr id="52" name="Shape 50"/>
          <p:cNvSpPr/>
          <p:nvPr/>
        </p:nvSpPr>
        <p:spPr>
          <a:xfrm>
            <a:off x="4846320" y="2057400"/>
            <a:ext cx="384048" cy="914400"/>
          </a:xfrm>
          <a:prstGeom prst="rect">
            <a:avLst/>
          </a:prstGeom>
          <a:solidFill>
            <a:srgbClr val="DCEBF8"/>
          </a:solidFill>
          <a:ln/>
        </p:spPr>
      </p:sp>
      <p:sp>
        <p:nvSpPr>
          <p:cNvPr id="53" name="Shape 51"/>
          <p:cNvSpPr/>
          <p:nvPr/>
        </p:nvSpPr>
        <p:spPr>
          <a:xfrm>
            <a:off x="4846320" y="1600200"/>
            <a:ext cx="384048" cy="1371600"/>
          </a:xfrm>
          <a:custGeom>
            <a:avLst/>
            <a:gdLst/>
            <a:ahLst/>
            <a:cxnLst/>
            <a:rect l="l" t="t" r="r" b="b"/>
            <a:pathLst>
              <a:path w="384048" h="1371600">
                <a:moveTo>
                  <a:pt x="0" y="1371600"/>
                </a:moveTo>
                <a:lnTo>
                  <a:pt x="0" y="0"/>
                </a:lnTo>
                <a:lnTo>
                  <a:pt x="384048" y="0"/>
                </a:lnTo>
                <a:lnTo>
                  <a:pt x="384048" y="1371600"/>
                </a:lnTo>
              </a:path>
            </a:pathLst>
          </a:custGeom>
          <a:ln w="15875">
            <a:solidFill>
              <a:srgbClr val="2A1F3D"/>
            </a:solidFill>
            <a:prstDash val="solid"/>
          </a:ln>
        </p:spPr>
      </p:sp>
      <p:sp>
        <p:nvSpPr>
          <p:cNvPr id="54" name="Shape 52"/>
          <p:cNvSpPr/>
          <p:nvPr/>
        </p:nvSpPr>
        <p:spPr>
          <a:xfrm>
            <a:off x="4846320" y="1801368"/>
            <a:ext cx="109728" cy="91"/>
          </a:xfrm>
          <a:prstGeom prst="line">
            <a:avLst/>
          </a:prstGeom>
          <a:noFill/>
          <a:ln w="9525">
            <a:solidFill>
              <a:srgbClr val="2A1F3D"/>
            </a:solidFill>
            <a:prstDash val="solid"/>
          </a:ln>
        </p:spPr>
      </p:sp>
      <p:sp>
        <p:nvSpPr>
          <p:cNvPr id="55" name="Shape 53"/>
          <p:cNvSpPr/>
          <p:nvPr/>
        </p:nvSpPr>
        <p:spPr>
          <a:xfrm>
            <a:off x="4846320" y="2002536"/>
            <a:ext cx="109728" cy="91"/>
          </a:xfrm>
          <a:prstGeom prst="line">
            <a:avLst/>
          </a:prstGeom>
          <a:noFill/>
          <a:ln w="9525">
            <a:solidFill>
              <a:srgbClr val="2A1F3D"/>
            </a:solidFill>
            <a:prstDash val="solid"/>
          </a:ln>
        </p:spPr>
      </p:sp>
      <p:sp>
        <p:nvSpPr>
          <p:cNvPr id="56" name="Shape 54"/>
          <p:cNvSpPr/>
          <p:nvPr/>
        </p:nvSpPr>
        <p:spPr>
          <a:xfrm>
            <a:off x="4846320" y="2203704"/>
            <a:ext cx="109728" cy="91"/>
          </a:xfrm>
          <a:prstGeom prst="line">
            <a:avLst/>
          </a:prstGeom>
          <a:noFill/>
          <a:ln w="9525">
            <a:solidFill>
              <a:srgbClr val="2A1F3D"/>
            </a:solidFill>
            <a:prstDash val="solid"/>
          </a:ln>
        </p:spPr>
      </p:sp>
      <p:sp>
        <p:nvSpPr>
          <p:cNvPr id="57" name="Shape 55"/>
          <p:cNvSpPr/>
          <p:nvPr/>
        </p:nvSpPr>
        <p:spPr>
          <a:xfrm>
            <a:off x="4846320" y="2404872"/>
            <a:ext cx="109728" cy="91"/>
          </a:xfrm>
          <a:prstGeom prst="line">
            <a:avLst/>
          </a:prstGeom>
          <a:noFill/>
          <a:ln w="9525">
            <a:solidFill>
              <a:srgbClr val="2A1F3D"/>
            </a:solidFill>
            <a:prstDash val="solid"/>
          </a:ln>
        </p:spPr>
      </p:sp>
      <p:sp>
        <p:nvSpPr>
          <p:cNvPr id="58" name="Shape 56"/>
          <p:cNvSpPr/>
          <p:nvPr/>
        </p:nvSpPr>
        <p:spPr>
          <a:xfrm>
            <a:off x="4846320" y="2606040"/>
            <a:ext cx="109728" cy="91"/>
          </a:xfrm>
          <a:prstGeom prst="line">
            <a:avLst/>
          </a:prstGeom>
          <a:noFill/>
          <a:ln w="9525">
            <a:solidFill>
              <a:srgbClr val="2A1F3D"/>
            </a:solidFill>
            <a:prstDash val="solid"/>
          </a:ln>
        </p:spPr>
      </p:sp>
      <p:sp>
        <p:nvSpPr>
          <p:cNvPr id="59" name="Shape 57"/>
          <p:cNvSpPr/>
          <p:nvPr/>
        </p:nvSpPr>
        <p:spPr>
          <a:xfrm flipV="1">
            <a:off x="3611880" y="2148840"/>
            <a:ext cx="91" cy="118872"/>
          </a:xfrm>
          <a:prstGeom prst="line">
            <a:avLst/>
          </a:prstGeom>
          <a:noFill/>
          <a:ln w="19050">
            <a:solidFill>
              <a:srgbClr val="2A1F3D"/>
            </a:solidFill>
            <a:prstDash val="solid"/>
          </a:ln>
        </p:spPr>
      </p:sp>
      <p:sp>
        <p:nvSpPr>
          <p:cNvPr id="60" name="Shape 58"/>
          <p:cNvSpPr/>
          <p:nvPr/>
        </p:nvSpPr>
        <p:spPr>
          <a:xfrm>
            <a:off x="3611880" y="2148840"/>
            <a:ext cx="868680" cy="91"/>
          </a:xfrm>
          <a:prstGeom prst="line">
            <a:avLst/>
          </a:prstGeom>
          <a:noFill/>
          <a:ln w="19050">
            <a:solidFill>
              <a:srgbClr val="2A1F3D"/>
            </a:solidFill>
            <a:prstDash val="solid"/>
          </a:ln>
        </p:spPr>
      </p:sp>
      <p:sp>
        <p:nvSpPr>
          <p:cNvPr id="61" name="Shape 59"/>
          <p:cNvSpPr/>
          <p:nvPr/>
        </p:nvSpPr>
        <p:spPr>
          <a:xfrm>
            <a:off x="4480560" y="2148840"/>
            <a:ext cx="91" cy="914400"/>
          </a:xfrm>
          <a:prstGeom prst="line">
            <a:avLst/>
          </a:prstGeom>
          <a:noFill/>
          <a:ln w="19050">
            <a:solidFill>
              <a:srgbClr val="2A1F3D"/>
            </a:solidFill>
            <a:prstDash val="solid"/>
          </a:ln>
        </p:spPr>
      </p:sp>
      <p:sp>
        <p:nvSpPr>
          <p:cNvPr id="62" name="Shape 60"/>
          <p:cNvSpPr/>
          <p:nvPr/>
        </p:nvSpPr>
        <p:spPr>
          <a:xfrm>
            <a:off x="4480560" y="3063240"/>
            <a:ext cx="548640" cy="91"/>
          </a:xfrm>
          <a:prstGeom prst="line">
            <a:avLst/>
          </a:prstGeom>
          <a:noFill/>
          <a:ln w="19050">
            <a:solidFill>
              <a:srgbClr val="2A1F3D"/>
            </a:solidFill>
            <a:prstDash val="solid"/>
          </a:ln>
        </p:spPr>
      </p:sp>
      <p:sp>
        <p:nvSpPr>
          <p:cNvPr id="63" name="Shape 61"/>
          <p:cNvSpPr/>
          <p:nvPr/>
        </p:nvSpPr>
        <p:spPr>
          <a:xfrm flipV="1">
            <a:off x="5029200" y="2880360"/>
            <a:ext cx="91" cy="182880"/>
          </a:xfrm>
          <a:prstGeom prst="line">
            <a:avLst/>
          </a:prstGeom>
          <a:noFill/>
          <a:ln w="19050">
            <a:solidFill>
              <a:srgbClr val="2A1F3D"/>
            </a:solidFill>
            <a:prstDash val="solid"/>
          </a:ln>
        </p:spPr>
      </p:sp>
      <p:sp>
        <p:nvSpPr>
          <p:cNvPr id="64" name="Text 62"/>
          <p:cNvSpPr/>
          <p:nvPr/>
        </p:nvSpPr>
        <p:spPr>
          <a:xfrm>
            <a:off x="5285232" y="1691640"/>
            <a:ext cx="685800" cy="201168"/>
          </a:xfrm>
          <a:prstGeom prst="rect">
            <a:avLst/>
          </a:prstGeom>
          <a:noFill/>
          <a:ln/>
        </p:spPr>
        <p:txBody>
          <a:bodyPr wrap="square" lIns="0" tIns="0" rIns="0" bIns="0" rtlCol="0" anchor="ctr"/>
          <a:lstStyle/>
          <a:p>
            <a:pPr algn="l" indent="0" marL="0">
              <a:buNone/>
            </a:pPr>
            <a:r>
              <a:rPr lang="en-US" sz="1000" b="1" dirty="0">
                <a:solidFill>
                  <a:srgbClr val="2E8B57"/>
                </a:solidFill>
                <a:latin typeface="Calibri" pitchFamily="34" charset="0"/>
                <a:ea typeface="Calibri" pitchFamily="34" charset="-122"/>
                <a:cs typeface="Calibri" pitchFamily="34" charset="-120"/>
              </a:rPr>
              <a:t>gas</a:t>
            </a:r>
            <a:endParaRPr lang="en-US" sz="1000" dirty="0"/>
          </a:p>
        </p:txBody>
      </p:sp>
      <p:sp>
        <p:nvSpPr>
          <p:cNvPr id="65" name="Text 63"/>
          <p:cNvSpPr/>
          <p:nvPr/>
        </p:nvSpPr>
        <p:spPr>
          <a:xfrm>
            <a:off x="548640" y="3310128"/>
            <a:ext cx="2651760" cy="237744"/>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C</a:t>
            </a:r>
            <a:r>
              <a:rPr lang="en-US" sz="1050" dirty="0">
                <a:solidFill>
                  <a:srgbClr val="262B3A"/>
                </a:solidFill>
                <a:latin typeface="Calibri" pitchFamily="34" charset="0"/>
                <a:ea typeface="Calibri" pitchFamily="34" charset="-122"/>
                <a:cs typeface="Calibri" pitchFamily="34" charset="-120"/>
              </a:rPr>
              <a:t> Balance: </a:t>
            </a:r>
            <a:r>
              <a:rPr lang="en-US" sz="1050" b="1" dirty="0">
                <a:solidFill>
                  <a:srgbClr val="262B3A"/>
                </a:solidFill>
                <a:latin typeface="Calibri" pitchFamily="34" charset="0"/>
                <a:ea typeface="Calibri" pitchFamily="34" charset="-122"/>
                <a:cs typeface="Calibri" pitchFamily="34" charset="-120"/>
              </a:rPr>
              <a:t>mass</a:t>
            </a:r>
            <a:r>
              <a:rPr lang="en-US" sz="1050" dirty="0">
                <a:solidFill>
                  <a:srgbClr val="262B3A"/>
                </a:solidFill>
                <a:latin typeface="Calibri" pitchFamily="34" charset="0"/>
                <a:ea typeface="Calibri" pitchFamily="34" charset="-122"/>
                <a:cs typeface="Calibri" pitchFamily="34" charset="-120"/>
              </a:rPr>
              <a:t> of gas lost</a:t>
            </a:r>
            <a:endParaRPr lang="en-US" sz="1050" dirty="0"/>
          </a:p>
        </p:txBody>
      </p:sp>
      <p:sp>
        <p:nvSpPr>
          <p:cNvPr id="66" name="Shape 64"/>
          <p:cNvSpPr/>
          <p:nvPr/>
        </p:nvSpPr>
        <p:spPr>
          <a:xfrm>
            <a:off x="1188720" y="3794760"/>
            <a:ext cx="822960" cy="868680"/>
          </a:xfrm>
          <a:custGeom>
            <a:avLst/>
            <a:gdLst/>
            <a:ahLst/>
            <a:cxnLst/>
            <a:rect l="l" t="t" r="r" b="b"/>
            <a:pathLst>
              <a:path w="822960" h="868680">
                <a:moveTo>
                  <a:pt x="304495" y="0"/>
                </a:moveTo>
                <a:lnTo>
                  <a:pt x="518465" y="0"/>
                </a:lnTo>
                <a:lnTo>
                  <a:pt x="518465" y="260604"/>
                </a:lnTo>
                <a:lnTo>
                  <a:pt x="822960" y="868680"/>
                </a:lnTo>
                <a:lnTo>
                  <a:pt x="0" y="868680"/>
                </a:lnTo>
                <a:lnTo>
                  <a:pt x="304495" y="260604"/>
                </a:lnTo>
                <a:close/>
              </a:path>
            </a:pathLst>
          </a:custGeom>
          <a:solidFill>
            <a:srgbClr val="EEF5FB"/>
          </a:solidFill>
          <a:ln/>
        </p:spPr>
      </p:sp>
      <p:sp>
        <p:nvSpPr>
          <p:cNvPr id="67" name="Shape 65"/>
          <p:cNvSpPr/>
          <p:nvPr/>
        </p:nvSpPr>
        <p:spPr>
          <a:xfrm>
            <a:off x="1188720" y="4420210"/>
            <a:ext cx="822960" cy="243230"/>
          </a:xfrm>
          <a:custGeom>
            <a:avLst/>
            <a:gdLst/>
            <a:ahLst/>
            <a:cxnLst/>
            <a:rect l="l" t="t" r="r" b="b"/>
            <a:pathLst>
              <a:path w="822960" h="243230">
                <a:moveTo>
                  <a:pt x="121798" y="0"/>
                </a:moveTo>
                <a:lnTo>
                  <a:pt x="701162" y="0"/>
                </a:lnTo>
                <a:lnTo>
                  <a:pt x="822960" y="243230"/>
                </a:lnTo>
                <a:lnTo>
                  <a:pt x="0" y="243230"/>
                </a:lnTo>
                <a:close/>
              </a:path>
            </a:pathLst>
          </a:custGeom>
          <a:solidFill>
            <a:srgbClr val="DCEBF8"/>
          </a:solidFill>
          <a:ln/>
        </p:spPr>
      </p:sp>
      <p:sp>
        <p:nvSpPr>
          <p:cNvPr id="68" name="Shape 66"/>
          <p:cNvSpPr/>
          <p:nvPr/>
        </p:nvSpPr>
        <p:spPr>
          <a:xfrm>
            <a:off x="1307592" y="4562856"/>
            <a:ext cx="91440" cy="91440"/>
          </a:xfrm>
          <a:prstGeom prst="ellipse">
            <a:avLst/>
          </a:prstGeom>
          <a:solidFill>
            <a:srgbClr val="EDEDED"/>
          </a:solidFill>
          <a:ln w="6350">
            <a:solidFill>
              <a:srgbClr val="8A8F99"/>
            </a:solidFill>
            <a:prstDash val="solid"/>
          </a:ln>
        </p:spPr>
      </p:sp>
      <p:sp>
        <p:nvSpPr>
          <p:cNvPr id="69" name="Shape 67"/>
          <p:cNvSpPr/>
          <p:nvPr/>
        </p:nvSpPr>
        <p:spPr>
          <a:xfrm>
            <a:off x="1406347" y="4562856"/>
            <a:ext cx="91440" cy="91440"/>
          </a:xfrm>
          <a:prstGeom prst="ellipse">
            <a:avLst/>
          </a:prstGeom>
          <a:solidFill>
            <a:srgbClr val="EDEDED"/>
          </a:solidFill>
          <a:ln w="6350">
            <a:solidFill>
              <a:srgbClr val="8A8F99"/>
            </a:solidFill>
            <a:prstDash val="solid"/>
          </a:ln>
        </p:spPr>
      </p:sp>
      <p:sp>
        <p:nvSpPr>
          <p:cNvPr id="70" name="Shape 68"/>
          <p:cNvSpPr/>
          <p:nvPr/>
        </p:nvSpPr>
        <p:spPr>
          <a:xfrm>
            <a:off x="1505102" y="4562856"/>
            <a:ext cx="91440" cy="91440"/>
          </a:xfrm>
          <a:prstGeom prst="ellipse">
            <a:avLst/>
          </a:prstGeom>
          <a:solidFill>
            <a:srgbClr val="EDEDED"/>
          </a:solidFill>
          <a:ln w="6350">
            <a:solidFill>
              <a:srgbClr val="8A8F99"/>
            </a:solidFill>
            <a:prstDash val="solid"/>
          </a:ln>
        </p:spPr>
      </p:sp>
      <p:sp>
        <p:nvSpPr>
          <p:cNvPr id="71" name="Shape 69"/>
          <p:cNvSpPr/>
          <p:nvPr/>
        </p:nvSpPr>
        <p:spPr>
          <a:xfrm>
            <a:off x="1603858" y="4562856"/>
            <a:ext cx="91440" cy="91440"/>
          </a:xfrm>
          <a:prstGeom prst="ellipse">
            <a:avLst/>
          </a:prstGeom>
          <a:solidFill>
            <a:srgbClr val="EDEDED"/>
          </a:solidFill>
          <a:ln w="6350">
            <a:solidFill>
              <a:srgbClr val="8A8F99"/>
            </a:solidFill>
            <a:prstDash val="solid"/>
          </a:ln>
        </p:spPr>
      </p:sp>
      <p:sp>
        <p:nvSpPr>
          <p:cNvPr id="72" name="Shape 70"/>
          <p:cNvSpPr/>
          <p:nvPr/>
        </p:nvSpPr>
        <p:spPr>
          <a:xfrm>
            <a:off x="1702613" y="4562856"/>
            <a:ext cx="91440" cy="91440"/>
          </a:xfrm>
          <a:prstGeom prst="ellipse">
            <a:avLst/>
          </a:prstGeom>
          <a:solidFill>
            <a:srgbClr val="EDEDED"/>
          </a:solidFill>
          <a:ln w="6350">
            <a:solidFill>
              <a:srgbClr val="8A8F99"/>
            </a:solidFill>
            <a:prstDash val="solid"/>
          </a:ln>
        </p:spPr>
      </p:sp>
      <p:sp>
        <p:nvSpPr>
          <p:cNvPr id="73" name="Shape 71"/>
          <p:cNvSpPr/>
          <p:nvPr/>
        </p:nvSpPr>
        <p:spPr>
          <a:xfrm>
            <a:off x="1188720" y="3794760"/>
            <a:ext cx="822960" cy="868680"/>
          </a:xfrm>
          <a:custGeom>
            <a:avLst/>
            <a:gdLst/>
            <a:ahLst/>
            <a:cxnLst/>
            <a:rect l="l" t="t" r="r" b="b"/>
            <a:pathLst>
              <a:path w="822960" h="868680">
                <a:moveTo>
                  <a:pt x="304495" y="0"/>
                </a:moveTo>
                <a:lnTo>
                  <a:pt x="518465" y="0"/>
                </a:lnTo>
                <a:lnTo>
                  <a:pt x="518465" y="260604"/>
                </a:lnTo>
                <a:lnTo>
                  <a:pt x="822960" y="868680"/>
                </a:lnTo>
                <a:lnTo>
                  <a:pt x="0" y="868680"/>
                </a:lnTo>
                <a:lnTo>
                  <a:pt x="304495" y="260604"/>
                </a:lnTo>
                <a:close/>
              </a:path>
            </a:pathLst>
          </a:custGeom>
          <a:ln w="19050">
            <a:solidFill>
              <a:srgbClr val="2A1F3D"/>
            </a:solidFill>
            <a:prstDash val="solid"/>
          </a:ln>
        </p:spPr>
      </p:sp>
      <p:sp>
        <p:nvSpPr>
          <p:cNvPr id="74" name="Shape 72"/>
          <p:cNvSpPr/>
          <p:nvPr/>
        </p:nvSpPr>
        <p:spPr>
          <a:xfrm>
            <a:off x="1438351" y="3648456"/>
            <a:ext cx="323698" cy="219456"/>
          </a:xfrm>
          <a:prstGeom prst="ellipse">
            <a:avLst/>
          </a:prstGeom>
          <a:solidFill>
            <a:srgbClr val="FAFAFA"/>
          </a:solidFill>
          <a:ln w="9525">
            <a:solidFill>
              <a:srgbClr val="A0A0A0"/>
            </a:solidFill>
            <a:prstDash val="solid"/>
          </a:ln>
        </p:spPr>
      </p:sp>
      <p:sp>
        <p:nvSpPr>
          <p:cNvPr id="75" name="Shape 73"/>
          <p:cNvSpPr/>
          <p:nvPr/>
        </p:nvSpPr>
        <p:spPr>
          <a:xfrm>
            <a:off x="978408" y="4663440"/>
            <a:ext cx="1243584" cy="54864"/>
          </a:xfrm>
          <a:prstGeom prst="rect">
            <a:avLst/>
          </a:prstGeom>
          <a:solidFill>
            <a:srgbClr val="9AA3B0"/>
          </a:solidFill>
          <a:ln w="9525">
            <a:solidFill>
              <a:srgbClr val="4A5568"/>
            </a:solidFill>
            <a:prstDash val="solid"/>
          </a:ln>
        </p:spPr>
      </p:sp>
      <p:sp>
        <p:nvSpPr>
          <p:cNvPr id="76" name="Shape 74"/>
          <p:cNvSpPr/>
          <p:nvPr/>
        </p:nvSpPr>
        <p:spPr>
          <a:xfrm>
            <a:off x="868680" y="4718304"/>
            <a:ext cx="1463040" cy="457200"/>
          </a:xfrm>
          <a:prstGeom prst="roundRect">
            <a:avLst>
              <a:gd name="adj" fmla="val 12000"/>
            </a:avLst>
          </a:prstGeom>
          <a:solidFill>
            <a:srgbClr val="E8EBF0"/>
          </a:solidFill>
          <a:ln w="15875">
            <a:solidFill>
              <a:srgbClr val="4A5568"/>
            </a:solidFill>
            <a:prstDash val="solid"/>
          </a:ln>
        </p:spPr>
      </p:sp>
      <p:sp>
        <p:nvSpPr>
          <p:cNvPr id="77" name="Shape 75"/>
          <p:cNvSpPr/>
          <p:nvPr/>
        </p:nvSpPr>
        <p:spPr>
          <a:xfrm>
            <a:off x="1005840" y="4800600"/>
            <a:ext cx="1188720" cy="274320"/>
          </a:xfrm>
          <a:prstGeom prst="rect">
            <a:avLst/>
          </a:prstGeom>
          <a:solidFill>
            <a:srgbClr val="1F2A3A"/>
          </a:solidFill>
          <a:ln/>
        </p:spPr>
      </p:sp>
      <p:sp>
        <p:nvSpPr>
          <p:cNvPr id="78" name="Text 76"/>
          <p:cNvSpPr/>
          <p:nvPr/>
        </p:nvSpPr>
        <p:spPr>
          <a:xfrm>
            <a:off x="1005840" y="4800600"/>
            <a:ext cx="1188720" cy="274320"/>
          </a:xfrm>
          <a:prstGeom prst="rect">
            <a:avLst/>
          </a:prstGeom>
          <a:noFill/>
          <a:ln/>
        </p:spPr>
        <p:txBody>
          <a:bodyPr wrap="square" lIns="0" tIns="0" rIns="0" bIns="0" rtlCol="0" anchor="ctr"/>
          <a:lstStyle/>
          <a:p>
            <a:pPr algn="ctr" indent="0" marL="0">
              <a:buNone/>
            </a:pPr>
            <a:r>
              <a:rPr lang="en-US" sz="1050" b="1" dirty="0">
                <a:solidFill>
                  <a:srgbClr val="7CFC9A"/>
                </a:solidFill>
                <a:latin typeface="Calibri" pitchFamily="34" charset="0"/>
                <a:ea typeface="Calibri" pitchFamily="34" charset="-122"/>
                <a:cs typeface="Calibri" pitchFamily="34" charset="-120"/>
              </a:rPr>
              <a:t>151.52 g</a:t>
            </a:r>
            <a:endParaRPr lang="en-US" sz="1050" dirty="0"/>
          </a:p>
        </p:txBody>
      </p:sp>
      <p:sp>
        <p:nvSpPr>
          <p:cNvPr id="79" name="Text 77"/>
          <p:cNvSpPr/>
          <p:nvPr/>
        </p:nvSpPr>
        <p:spPr>
          <a:xfrm>
            <a:off x="2148840" y="3611880"/>
            <a:ext cx="1097280" cy="548640"/>
          </a:xfrm>
          <a:prstGeom prst="rect">
            <a:avLst/>
          </a:prstGeom>
          <a:noFill/>
          <a:ln/>
        </p:spPr>
        <p:txBody>
          <a:bodyPr wrap="square" lIns="0" tIns="0" rIns="0" bIns="0" rtlCol="0" anchor="t"/>
          <a:lstStyle/>
          <a:p>
            <a:pPr algn="l" indent="0" marL="0">
              <a:buNone/>
            </a:pPr>
            <a:r>
              <a:rPr lang="en-US" sz="1000" i="1" dirty="0">
                <a:solidFill>
                  <a:srgbClr val="6B7385"/>
                </a:solidFill>
                <a:latin typeface="Calibri" pitchFamily="34" charset="0"/>
                <a:ea typeface="Calibri" pitchFamily="34" charset="-122"/>
                <a:cs typeface="Calibri" pitchFamily="34" charset="-120"/>
              </a:rPr>
              <a:t>cotton wool lets gas out, keeps spray in</a:t>
            </a:r>
            <a:endParaRPr lang="en-US" sz="1000" dirty="0"/>
          </a:p>
        </p:txBody>
      </p:sp>
      <p:sp>
        <p:nvSpPr>
          <p:cNvPr id="80" name="Text 78"/>
          <p:cNvSpPr/>
          <p:nvPr/>
        </p:nvSpPr>
        <p:spPr>
          <a:xfrm>
            <a:off x="3291840" y="3310128"/>
            <a:ext cx="2651760" cy="237744"/>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D</a:t>
            </a:r>
            <a:r>
              <a:rPr lang="en-US" sz="1050" dirty="0">
                <a:solidFill>
                  <a:srgbClr val="262B3A"/>
                </a:solidFill>
                <a:latin typeface="Calibri" pitchFamily="34" charset="0"/>
                <a:ea typeface="Calibri" pitchFamily="34" charset="-122"/>
                <a:cs typeface="Calibri" pitchFamily="34" charset="-120"/>
              </a:rPr>
              <a:t> Disappearing </a:t>
            </a:r>
            <a:r>
              <a:rPr lang="en-US" sz="1050" b="1" dirty="0">
                <a:solidFill>
                  <a:srgbClr val="262B3A"/>
                </a:solidFill>
                <a:latin typeface="Calibri" pitchFamily="34" charset="0"/>
                <a:ea typeface="Calibri" pitchFamily="34" charset="-122"/>
                <a:cs typeface="Calibri" pitchFamily="34" charset="-120"/>
              </a:rPr>
              <a:t>cross</a:t>
            </a:r>
            <a:endParaRPr lang="en-US" sz="1050" dirty="0"/>
          </a:p>
        </p:txBody>
      </p:sp>
      <p:sp>
        <p:nvSpPr>
          <p:cNvPr id="81" name="Shape 79"/>
          <p:cNvSpPr/>
          <p:nvPr/>
        </p:nvSpPr>
        <p:spPr>
          <a:xfrm>
            <a:off x="3977640" y="3557016"/>
            <a:ext cx="365760" cy="164592"/>
          </a:xfrm>
          <a:prstGeom prst="ellipse">
            <a:avLst/>
          </a:prstGeom>
          <a:solidFill>
            <a:srgbClr val="FFFFFF"/>
          </a:solidFill>
          <a:ln w="12700">
            <a:solidFill>
              <a:srgbClr val="2A1F3D"/>
            </a:solidFill>
            <a:prstDash val="solid"/>
          </a:ln>
        </p:spPr>
      </p:sp>
      <p:sp>
        <p:nvSpPr>
          <p:cNvPr id="82" name="Shape 80"/>
          <p:cNvSpPr/>
          <p:nvPr/>
        </p:nvSpPr>
        <p:spPr>
          <a:xfrm>
            <a:off x="4105656" y="3584448"/>
            <a:ext cx="109728" cy="109728"/>
          </a:xfrm>
          <a:prstGeom prst="ellipse">
            <a:avLst/>
          </a:prstGeom>
          <a:solidFill>
            <a:srgbClr val="3E6FC1"/>
          </a:solidFill>
          <a:ln w="6350">
            <a:solidFill>
              <a:srgbClr val="2A1F3D"/>
            </a:solidFill>
            <a:prstDash val="solid"/>
          </a:ln>
        </p:spPr>
      </p:sp>
      <p:sp>
        <p:nvSpPr>
          <p:cNvPr id="83" name="Shape 81"/>
          <p:cNvSpPr/>
          <p:nvPr/>
        </p:nvSpPr>
        <p:spPr>
          <a:xfrm>
            <a:off x="4160520" y="3730752"/>
            <a:ext cx="91" cy="704088"/>
          </a:xfrm>
          <a:prstGeom prst="line">
            <a:avLst/>
          </a:prstGeom>
          <a:noFill/>
          <a:ln w="12700">
            <a:solidFill>
              <a:srgbClr val="6B7385"/>
            </a:solidFill>
            <a:prstDash val="dash"/>
          </a:ln>
        </p:spPr>
      </p:sp>
      <p:sp>
        <p:nvSpPr>
          <p:cNvPr id="84" name="Shape 82"/>
          <p:cNvSpPr/>
          <p:nvPr/>
        </p:nvSpPr>
        <p:spPr>
          <a:xfrm>
            <a:off x="3726180" y="3931920"/>
            <a:ext cx="868680" cy="822960"/>
          </a:xfrm>
          <a:custGeom>
            <a:avLst/>
            <a:gdLst/>
            <a:ahLst/>
            <a:cxnLst/>
            <a:rect l="l" t="t" r="r" b="b"/>
            <a:pathLst>
              <a:path w="868680" h="822960">
                <a:moveTo>
                  <a:pt x="321412" y="0"/>
                </a:moveTo>
                <a:lnTo>
                  <a:pt x="547268" y="0"/>
                </a:lnTo>
                <a:lnTo>
                  <a:pt x="547268" y="246888"/>
                </a:lnTo>
                <a:lnTo>
                  <a:pt x="868680" y="822960"/>
                </a:lnTo>
                <a:lnTo>
                  <a:pt x="0" y="822960"/>
                </a:lnTo>
                <a:lnTo>
                  <a:pt x="321412" y="246888"/>
                </a:lnTo>
                <a:close/>
              </a:path>
            </a:pathLst>
          </a:custGeom>
          <a:solidFill>
            <a:srgbClr val="EEF5FB"/>
          </a:solidFill>
          <a:ln/>
        </p:spPr>
      </p:sp>
      <p:sp>
        <p:nvSpPr>
          <p:cNvPr id="85" name="Shape 83"/>
          <p:cNvSpPr/>
          <p:nvPr/>
        </p:nvSpPr>
        <p:spPr>
          <a:xfrm>
            <a:off x="3726180" y="4495648"/>
            <a:ext cx="868680" cy="259232"/>
          </a:xfrm>
          <a:custGeom>
            <a:avLst/>
            <a:gdLst/>
            <a:ahLst/>
            <a:cxnLst/>
            <a:rect l="l" t="t" r="r" b="b"/>
            <a:pathLst>
              <a:path w="868680" h="259232">
                <a:moveTo>
                  <a:pt x="144635" y="0"/>
                </a:moveTo>
                <a:lnTo>
                  <a:pt x="724045" y="0"/>
                </a:lnTo>
                <a:lnTo>
                  <a:pt x="868680" y="259232"/>
                </a:lnTo>
                <a:lnTo>
                  <a:pt x="0" y="259232"/>
                </a:lnTo>
                <a:close/>
              </a:path>
            </a:pathLst>
          </a:custGeom>
          <a:solidFill>
            <a:srgbClr val="F3E9B0"/>
          </a:solidFill>
          <a:ln/>
        </p:spPr>
      </p:sp>
      <p:sp>
        <p:nvSpPr>
          <p:cNvPr id="86" name="Shape 84"/>
          <p:cNvSpPr/>
          <p:nvPr/>
        </p:nvSpPr>
        <p:spPr>
          <a:xfrm>
            <a:off x="3726180" y="3931920"/>
            <a:ext cx="868680" cy="822960"/>
          </a:xfrm>
          <a:custGeom>
            <a:avLst/>
            <a:gdLst/>
            <a:ahLst/>
            <a:cxnLst/>
            <a:rect l="l" t="t" r="r" b="b"/>
            <a:pathLst>
              <a:path w="868680" h="822960">
                <a:moveTo>
                  <a:pt x="321412" y="0"/>
                </a:moveTo>
                <a:lnTo>
                  <a:pt x="547268" y="0"/>
                </a:lnTo>
                <a:lnTo>
                  <a:pt x="547268" y="246888"/>
                </a:lnTo>
                <a:lnTo>
                  <a:pt x="868680" y="822960"/>
                </a:lnTo>
                <a:lnTo>
                  <a:pt x="0" y="822960"/>
                </a:lnTo>
                <a:lnTo>
                  <a:pt x="321412" y="246888"/>
                </a:lnTo>
                <a:close/>
              </a:path>
            </a:pathLst>
          </a:custGeom>
          <a:ln w="19050">
            <a:solidFill>
              <a:srgbClr val="2A1F3D"/>
            </a:solidFill>
            <a:prstDash val="solid"/>
          </a:ln>
        </p:spPr>
      </p:sp>
      <p:sp>
        <p:nvSpPr>
          <p:cNvPr id="87" name="Shape 85"/>
          <p:cNvSpPr/>
          <p:nvPr/>
        </p:nvSpPr>
        <p:spPr>
          <a:xfrm>
            <a:off x="3520440" y="4754880"/>
            <a:ext cx="1280160" cy="128016"/>
          </a:xfrm>
          <a:prstGeom prst="rect">
            <a:avLst/>
          </a:prstGeom>
          <a:solidFill>
            <a:srgbClr val="FFFFFF"/>
          </a:solidFill>
          <a:ln w="9525">
            <a:solidFill>
              <a:srgbClr val="2A1F3D"/>
            </a:solidFill>
            <a:prstDash val="solid"/>
          </a:ln>
        </p:spPr>
      </p:sp>
      <p:sp>
        <p:nvSpPr>
          <p:cNvPr id="88" name="Shape 86"/>
          <p:cNvSpPr/>
          <p:nvPr/>
        </p:nvSpPr>
        <p:spPr>
          <a:xfrm>
            <a:off x="4023360" y="4773168"/>
            <a:ext cx="274320" cy="91440"/>
          </a:xfrm>
          <a:prstGeom prst="line">
            <a:avLst/>
          </a:prstGeom>
          <a:noFill/>
          <a:ln w="25400">
            <a:solidFill>
              <a:srgbClr val="2A1F3D"/>
            </a:solidFill>
            <a:prstDash val="solid"/>
          </a:ln>
        </p:spPr>
      </p:sp>
      <p:sp>
        <p:nvSpPr>
          <p:cNvPr id="89" name="Shape 87"/>
          <p:cNvSpPr/>
          <p:nvPr/>
        </p:nvSpPr>
        <p:spPr>
          <a:xfrm flipV="1">
            <a:off x="4023360" y="4773168"/>
            <a:ext cx="274320" cy="91440"/>
          </a:xfrm>
          <a:prstGeom prst="line">
            <a:avLst/>
          </a:prstGeom>
          <a:noFill/>
          <a:ln w="25400">
            <a:solidFill>
              <a:srgbClr val="2A1F3D"/>
            </a:solidFill>
            <a:prstDash val="solid"/>
          </a:ln>
        </p:spPr>
      </p:sp>
      <p:sp>
        <p:nvSpPr>
          <p:cNvPr id="90" name="Text 88"/>
          <p:cNvSpPr/>
          <p:nvPr/>
        </p:nvSpPr>
        <p:spPr>
          <a:xfrm>
            <a:off x="4846320" y="4727448"/>
            <a:ext cx="1097280" cy="201168"/>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paper with </a:t>
            </a:r>
            <a:r>
              <a:rPr lang="en-US" sz="1000" b="1" dirty="0">
                <a:solidFill>
                  <a:srgbClr val="262B3A"/>
                </a:solidFill>
                <a:latin typeface="Calibri" pitchFamily="34" charset="0"/>
                <a:ea typeface="Calibri" pitchFamily="34" charset="-122"/>
                <a:cs typeface="Calibri" pitchFamily="34" charset="-120"/>
              </a:rPr>
              <a:t>X</a:t>
            </a:r>
            <a:endParaRPr lang="en-US" sz="1000" dirty="0"/>
          </a:p>
        </p:txBody>
      </p:sp>
      <p:sp>
        <p:nvSpPr>
          <p:cNvPr id="91" name="Text 89"/>
          <p:cNvSpPr/>
          <p:nvPr/>
        </p:nvSpPr>
        <p:spPr>
          <a:xfrm>
            <a:off x="4663440" y="3886200"/>
            <a:ext cx="1280160" cy="685800"/>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time until the </a:t>
            </a:r>
            <a:r>
              <a:rPr lang="en-US" sz="1000" b="1" dirty="0">
                <a:solidFill>
                  <a:srgbClr val="262B3A"/>
                </a:solidFill>
                <a:latin typeface="Calibri" pitchFamily="34" charset="0"/>
                <a:ea typeface="Calibri" pitchFamily="34" charset="-122"/>
                <a:cs typeface="Calibri" pitchFamily="34" charset="-120"/>
              </a:rPr>
              <a:t>X</a:t>
            </a:r>
            <a:r>
              <a:rPr lang="en-US" sz="1000" dirty="0">
                <a:solidFill>
                  <a:srgbClr val="262B3A"/>
                </a:solidFill>
                <a:latin typeface="Calibri" pitchFamily="34" charset="0"/>
                <a:ea typeface="Calibri" pitchFamily="34" charset="-122"/>
                <a:cs typeface="Calibri" pitchFamily="34" charset="-120"/>
              </a:rPr>
              <a:t> is hidden by a </a:t>
            </a:r>
            <a:r>
              <a:rPr lang="en-US" sz="1000" b="1" dirty="0">
                <a:solidFill>
                  <a:srgbClr val="262B3A"/>
                </a:solidFill>
                <a:latin typeface="Calibri" pitchFamily="34" charset="0"/>
                <a:ea typeface="Calibri" pitchFamily="34" charset="-122"/>
                <a:cs typeface="Calibri" pitchFamily="34" charset="-120"/>
              </a:rPr>
              <a:t>precipitate</a:t>
            </a:r>
            <a:endParaRPr lang="en-US" sz="1000" dirty="0"/>
          </a:p>
        </p:txBody>
      </p:sp>
      <p:sp>
        <p:nvSpPr>
          <p:cNvPr id="92" name="Shape 90"/>
          <p:cNvSpPr/>
          <p:nvPr/>
        </p:nvSpPr>
        <p:spPr>
          <a:xfrm>
            <a:off x="6217920" y="1188720"/>
            <a:ext cx="5562295" cy="3200400"/>
          </a:xfrm>
          <a:prstGeom prst="roundRect">
            <a:avLst>
              <a:gd name="adj" fmla="val 1714"/>
            </a:avLst>
          </a:prstGeom>
          <a:solidFill>
            <a:srgbClr val="F8F5FC"/>
          </a:solidFill>
          <a:ln w="9525">
            <a:solidFill>
              <a:srgbClr val="DDD3EC"/>
            </a:solidFill>
            <a:prstDash val="solid"/>
          </a:ln>
        </p:spPr>
      </p:sp>
      <p:sp>
        <p:nvSpPr>
          <p:cNvPr id="93" name="Text 91"/>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Follow a reactant or a product</a:t>
            </a:r>
            <a:endParaRPr lang="en-US" sz="1300" dirty="0"/>
          </a:p>
        </p:txBody>
      </p:sp>
      <p:sp>
        <p:nvSpPr>
          <p:cNvPr id="94" name="Text 92"/>
          <p:cNvSpPr/>
          <p:nvPr/>
        </p:nvSpPr>
        <p:spPr>
          <a:xfrm>
            <a:off x="6382512" y="1609344"/>
            <a:ext cx="5233111" cy="270662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Rate of reaction</a:t>
            </a:r>
            <a:r>
              <a:rPr lang="en-US" sz="1150" dirty="0">
                <a:solidFill>
                  <a:srgbClr val="262B3A"/>
                </a:solidFill>
                <a:latin typeface="Calibri" pitchFamily="34" charset="0"/>
                <a:ea typeface="Calibri" pitchFamily="34" charset="-122"/>
                <a:cs typeface="Calibri" pitchFamily="34" charset="-120"/>
              </a:rPr>
              <a:t> = how fast a </a:t>
            </a:r>
            <a:r>
              <a:rPr lang="en-US" sz="1150" b="1" dirty="0">
                <a:solidFill>
                  <a:srgbClr val="262B3A"/>
                </a:solidFill>
                <a:latin typeface="Calibri" pitchFamily="34" charset="0"/>
                <a:ea typeface="Calibri" pitchFamily="34" charset="-122"/>
                <a:cs typeface="Calibri" pitchFamily="34" charset="-120"/>
              </a:rPr>
              <a:t>reactant is used up</a:t>
            </a:r>
            <a:r>
              <a:rPr lang="en-US" sz="1150" dirty="0">
                <a:solidFill>
                  <a:srgbClr val="262B3A"/>
                </a:solidFill>
                <a:latin typeface="Calibri" pitchFamily="34" charset="0"/>
                <a:ea typeface="Calibri" pitchFamily="34" charset="-122"/>
                <a:cs typeface="Calibri" pitchFamily="34" charset="-120"/>
              </a:rPr>
              <a:t> or a </a:t>
            </a:r>
            <a:r>
              <a:rPr lang="en-US" sz="1150" b="1" dirty="0">
                <a:solidFill>
                  <a:srgbClr val="262B3A"/>
                </a:solidFill>
                <a:latin typeface="Calibri" pitchFamily="34" charset="0"/>
                <a:ea typeface="Calibri" pitchFamily="34" charset="-122"/>
                <a:cs typeface="Calibri" pitchFamily="34" charset="-120"/>
              </a:rPr>
              <a:t>product is made</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Measure the amount at regular </a:t>
            </a:r>
            <a:r>
              <a:rPr lang="en-US" sz="1150" b="1" dirty="0">
                <a:solidFill>
                  <a:srgbClr val="262B3A"/>
                </a:solidFill>
                <a:latin typeface="Calibri" pitchFamily="34" charset="0"/>
                <a:ea typeface="Calibri" pitchFamily="34" charset="-122"/>
                <a:cs typeface="Calibri" pitchFamily="34" charset="-120"/>
              </a:rPr>
              <a:t>time intervals</a:t>
            </a:r>
            <a:r>
              <a:rPr lang="en-US" sz="1150" dirty="0">
                <a:solidFill>
                  <a:srgbClr val="262B3A"/>
                </a:solidFill>
                <a:latin typeface="Calibri" pitchFamily="34" charset="0"/>
                <a:ea typeface="Calibri" pitchFamily="34" charset="-122"/>
                <a:cs typeface="Calibri" pitchFamily="34" charset="-120"/>
              </a:rPr>
              <a:t> (e.g. every 10 s) with a stopclock.</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Gas made?</a:t>
            </a:r>
            <a:r>
              <a:rPr lang="en-US" sz="1150" dirty="0">
                <a:solidFill>
                  <a:srgbClr val="262B3A"/>
                </a:solidFill>
                <a:latin typeface="Calibri" pitchFamily="34" charset="0"/>
                <a:ea typeface="Calibri" pitchFamily="34" charset="-122"/>
                <a:cs typeface="Calibri" pitchFamily="34" charset="-120"/>
              </a:rPr>
              <a:t> Measure its </a:t>
            </a:r>
            <a:r>
              <a:rPr lang="en-US" sz="1150" b="1" dirty="0">
                <a:solidFill>
                  <a:srgbClr val="262B3A"/>
                </a:solidFill>
                <a:latin typeface="Calibri" pitchFamily="34" charset="0"/>
                <a:ea typeface="Calibri" pitchFamily="34" charset="-122"/>
                <a:cs typeface="Calibri" pitchFamily="34" charset="-120"/>
              </a:rPr>
              <a:t>volume</a:t>
            </a:r>
            <a:r>
              <a:rPr lang="en-US" sz="1150" dirty="0">
                <a:solidFill>
                  <a:srgbClr val="262B3A"/>
                </a:solidFill>
                <a:latin typeface="Calibri" pitchFamily="34" charset="0"/>
                <a:ea typeface="Calibri" pitchFamily="34" charset="-122"/>
                <a:cs typeface="Calibri" pitchFamily="34" charset="-120"/>
              </a:rPr>
              <a:t> (A or B) or the </a:t>
            </a:r>
            <a:r>
              <a:rPr lang="en-US" sz="1150" b="1" dirty="0">
                <a:solidFill>
                  <a:srgbClr val="262B3A"/>
                </a:solidFill>
                <a:latin typeface="Calibri" pitchFamily="34" charset="0"/>
                <a:ea typeface="Calibri" pitchFamily="34" charset="-122"/>
                <a:cs typeface="Calibri" pitchFamily="34" charset="-120"/>
              </a:rPr>
              <a:t>mass lost</a:t>
            </a:r>
            <a:r>
              <a:rPr lang="en-US" sz="1150" dirty="0">
                <a:solidFill>
                  <a:srgbClr val="262B3A"/>
                </a:solidFill>
                <a:latin typeface="Calibri" pitchFamily="34" charset="0"/>
                <a:ea typeface="Calibri" pitchFamily="34" charset="-122"/>
                <a:cs typeface="Calibri" pitchFamily="34" charset="-120"/>
              </a:rPr>
              <a:t> from an open flask (C).</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Precipitate made?</a:t>
            </a:r>
            <a:r>
              <a:rPr lang="en-US" sz="1150" dirty="0">
                <a:solidFill>
                  <a:srgbClr val="262B3A"/>
                </a:solidFill>
                <a:latin typeface="Calibri" pitchFamily="34" charset="0"/>
                <a:ea typeface="Calibri" pitchFamily="34" charset="-122"/>
                <a:cs typeface="Calibri" pitchFamily="34" charset="-120"/>
              </a:rPr>
              <a:t> Time how long it takes to hide a cross (D): a shorter time means a </a:t>
            </a:r>
            <a:r>
              <a:rPr lang="en-US" sz="1150" b="1" dirty="0">
                <a:solidFill>
                  <a:srgbClr val="262B3A"/>
                </a:solidFill>
                <a:latin typeface="Calibri" pitchFamily="34" charset="0"/>
                <a:ea typeface="Calibri" pitchFamily="34" charset="-122"/>
                <a:cs typeface="Calibri" pitchFamily="34" charset="-120"/>
              </a:rPr>
              <a:t>faster</a:t>
            </a:r>
            <a:r>
              <a:rPr lang="en-US" sz="1150" dirty="0">
                <a:solidFill>
                  <a:srgbClr val="262B3A"/>
                </a:solidFill>
                <a:latin typeface="Calibri" pitchFamily="34" charset="0"/>
                <a:ea typeface="Calibri" pitchFamily="34" charset="-122"/>
                <a:cs typeface="Calibri" pitchFamily="34" charset="-120"/>
              </a:rPr>
              <a:t> rate.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Choose a method that gives a </a:t>
            </a:r>
            <a:r>
              <a:rPr lang="en-US" sz="1150" b="1" dirty="0">
                <a:solidFill>
                  <a:srgbClr val="262B3A"/>
                </a:solidFill>
                <a:latin typeface="Calibri" pitchFamily="34" charset="0"/>
                <a:ea typeface="Calibri" pitchFamily="34" charset="-122"/>
                <a:cs typeface="Calibri" pitchFamily="34" charset="-120"/>
              </a:rPr>
              <a:t>big enough change</a:t>
            </a:r>
            <a:r>
              <a:rPr lang="en-US" sz="1150" dirty="0">
                <a:solidFill>
                  <a:srgbClr val="262B3A"/>
                </a:solidFill>
                <a:latin typeface="Calibri" pitchFamily="34" charset="0"/>
                <a:ea typeface="Calibri" pitchFamily="34" charset="-122"/>
                <a:cs typeface="Calibri" pitchFamily="34" charset="-120"/>
              </a:rPr>
              <a:t> to measure accurately.</a:t>
            </a:r>
            <a:endParaRPr lang="en-US" sz="1150" dirty="0"/>
          </a:p>
        </p:txBody>
      </p:sp>
      <p:sp>
        <p:nvSpPr>
          <p:cNvPr id="95" name="Shape 93"/>
          <p:cNvSpPr/>
          <p:nvPr/>
        </p:nvSpPr>
        <p:spPr>
          <a:xfrm>
            <a:off x="6217920" y="4526280"/>
            <a:ext cx="5562295" cy="1188720"/>
          </a:xfrm>
          <a:prstGeom prst="roundRect">
            <a:avLst>
              <a:gd name="adj" fmla="val 4615"/>
            </a:avLst>
          </a:prstGeom>
          <a:solidFill>
            <a:srgbClr val="FFF4E0"/>
          </a:solidFill>
          <a:ln w="9525">
            <a:solidFill>
              <a:srgbClr val="F1D9A8"/>
            </a:solidFill>
            <a:prstDash val="solid"/>
          </a:ln>
        </p:spPr>
      </p:sp>
      <p:sp>
        <p:nvSpPr>
          <p:cNvPr id="96" name="Text 94"/>
          <p:cNvSpPr/>
          <p:nvPr/>
        </p:nvSpPr>
        <p:spPr>
          <a:xfrm>
            <a:off x="6382512" y="45994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choosing a method</a:t>
            </a:r>
            <a:endParaRPr lang="en-US" sz="1300" dirty="0"/>
          </a:p>
        </p:txBody>
      </p:sp>
      <p:sp>
        <p:nvSpPr>
          <p:cNvPr id="97" name="Text 95"/>
          <p:cNvSpPr/>
          <p:nvPr/>
        </p:nvSpPr>
        <p:spPr>
          <a:xfrm>
            <a:off x="6382512" y="4910328"/>
            <a:ext cx="5233111" cy="7315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Hydrogen peroxide breaks down: 2H₂O₂(aq) → 2H₂O(l) + O₂(g).</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Product   </a:t>
            </a:r>
            <a:r>
              <a:rPr lang="en-US" sz="1050" dirty="0">
                <a:solidFill>
                  <a:srgbClr val="262B3A"/>
                </a:solidFill>
                <a:latin typeface="Calibri" pitchFamily="34" charset="0"/>
                <a:ea typeface="Calibri" pitchFamily="34" charset="-122"/>
                <a:cs typeface="Calibri" pitchFamily="34" charset="-120"/>
              </a:rPr>
              <a:t>a gas (oxygen) is made</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collect the O₂ in a </a:t>
            </a:r>
            <a:r>
              <a:rPr lang="en-US" sz="1050" b="1" dirty="0">
                <a:solidFill>
                  <a:srgbClr val="C8414C"/>
                </a:solidFill>
                <a:latin typeface="Calibri" pitchFamily="34" charset="0"/>
                <a:ea typeface="Calibri" pitchFamily="34" charset="-122"/>
                <a:cs typeface="Calibri" pitchFamily="34" charset="-120"/>
              </a:rPr>
              <a:t>gas syringe</a:t>
            </a:r>
            <a:r>
              <a:rPr lang="en-US" sz="1050" b="1" dirty="0">
                <a:solidFill>
                  <a:srgbClr val="C8414C"/>
                </a:solidFill>
                <a:latin typeface="Calibri" pitchFamily="34" charset="0"/>
                <a:ea typeface="Calibri" pitchFamily="34" charset="-122"/>
                <a:cs typeface="Calibri" pitchFamily="34" charset="-120"/>
              </a:rPr>
              <a:t> and read the </a:t>
            </a:r>
            <a:r>
              <a:rPr lang="en-US" sz="1050" b="1" dirty="0">
                <a:solidFill>
                  <a:srgbClr val="C8414C"/>
                </a:solidFill>
                <a:latin typeface="Calibri" pitchFamily="34" charset="0"/>
                <a:ea typeface="Calibri" pitchFamily="34" charset="-122"/>
                <a:cs typeface="Calibri" pitchFamily="34" charset="-120"/>
              </a:rPr>
              <a:t>volume</a:t>
            </a:r>
            <a:r>
              <a:rPr lang="en-US" sz="1050" b="1" dirty="0">
                <a:solidFill>
                  <a:srgbClr val="C8414C"/>
                </a:solidFill>
                <a:latin typeface="Calibri" pitchFamily="34" charset="0"/>
                <a:ea typeface="Calibri" pitchFamily="34" charset="-122"/>
                <a:cs typeface="Calibri" pitchFamily="34" charset="-120"/>
              </a:rPr>
              <a:t> every 10 s</a:t>
            </a:r>
            <a:endParaRPr lang="en-US" sz="1050" dirty="0"/>
          </a:p>
        </p:txBody>
      </p:sp>
      <p:sp>
        <p:nvSpPr>
          <p:cNvPr id="98" name="Shape 96"/>
          <p:cNvSpPr/>
          <p:nvPr/>
        </p:nvSpPr>
        <p:spPr>
          <a:xfrm>
            <a:off x="411480" y="5833872"/>
            <a:ext cx="11368735" cy="530352"/>
          </a:xfrm>
          <a:prstGeom prst="rect">
            <a:avLst/>
          </a:prstGeom>
          <a:solidFill>
            <a:srgbClr val="FFF4E0"/>
          </a:solidFill>
          <a:ln w="6350">
            <a:solidFill>
              <a:srgbClr val="F1D9A8"/>
            </a:solidFill>
            <a:prstDash val="solid"/>
          </a:ln>
        </p:spPr>
      </p:sp>
      <p:sp>
        <p:nvSpPr>
          <p:cNvPr id="99" name="Shape 97"/>
          <p:cNvSpPr/>
          <p:nvPr/>
        </p:nvSpPr>
        <p:spPr>
          <a:xfrm>
            <a:off x="411480" y="5833872"/>
            <a:ext cx="82296" cy="530352"/>
          </a:xfrm>
          <a:prstGeom prst="rect">
            <a:avLst/>
          </a:prstGeom>
          <a:solidFill>
            <a:srgbClr val="E39A2F"/>
          </a:solidFill>
          <a:ln w="12700">
            <a:solidFill>
              <a:srgbClr val="E39A2F"/>
            </a:solidFill>
            <a:prstDash val="solid"/>
          </a:ln>
        </p:spPr>
      </p:sp>
      <p:sp>
        <p:nvSpPr>
          <p:cNvPr id="100" name="Text 9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0.040 g of magnesium reacts with acid and makes only </a:t>
            </a:r>
            <a:r>
              <a:rPr lang="en-US" sz="1150" b="1" dirty="0">
                <a:solidFill>
                  <a:srgbClr val="262B3A"/>
                </a:solidFill>
                <a:latin typeface="Calibri" pitchFamily="34" charset="0"/>
                <a:ea typeface="Calibri" pitchFamily="34" charset="-122"/>
                <a:cs typeface="Calibri" pitchFamily="34" charset="-120"/>
              </a:rPr>
              <a:t>0.0033 g</a:t>
            </a:r>
            <a:r>
              <a:rPr lang="en-US" sz="1150" dirty="0">
                <a:solidFill>
                  <a:srgbClr val="262B3A"/>
                </a:solidFill>
                <a:latin typeface="Calibri" pitchFamily="34" charset="0"/>
                <a:ea typeface="Calibri" pitchFamily="34" charset="-122"/>
                <a:cs typeface="Calibri" pitchFamily="34" charset="-120"/>
              </a:rPr>
              <a:t> of hydrogen. Why is method </a:t>
            </a:r>
            <a:r>
              <a:rPr lang="en-US" sz="1150" b="1" dirty="0">
                <a:solidFill>
                  <a:srgbClr val="262B3A"/>
                </a:solidFill>
                <a:latin typeface="Calibri" pitchFamily="34" charset="0"/>
                <a:ea typeface="Calibri" pitchFamily="34" charset="-122"/>
                <a:cs typeface="Calibri" pitchFamily="34" charset="-120"/>
              </a:rPr>
              <a:t>C</a:t>
            </a:r>
            <a:r>
              <a:rPr lang="en-US" sz="1150" dirty="0">
                <a:solidFill>
                  <a:srgbClr val="262B3A"/>
                </a:solidFill>
                <a:latin typeface="Calibri" pitchFamily="34" charset="0"/>
                <a:ea typeface="Calibri" pitchFamily="34" charset="-122"/>
                <a:cs typeface="Calibri" pitchFamily="34" charset="-120"/>
              </a:rPr>
              <a:t> (mass loss) a poor choice for this reaction?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Rate graphs and mean rate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C6.2.9, C6.2.10 • interpret rate graphs; calculate a mean rate</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C6.2 How do chemists control the rate of reactions?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C6.2.9  |  6</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marble chips + excess acid; mass of CO₂ lost plotted to scale (illustrative data)</a:t>
            </a:r>
            <a:endParaRPr lang="en-US" sz="1000" dirty="0"/>
          </a:p>
        </p:txBody>
      </p:sp>
      <p:sp>
        <p:nvSpPr>
          <p:cNvPr id="10" name="Shape 8"/>
          <p:cNvSpPr/>
          <p:nvPr/>
        </p:nvSpPr>
        <p:spPr>
          <a:xfrm>
            <a:off x="1234440" y="1417320"/>
            <a:ext cx="4480560" cy="3017520"/>
          </a:xfrm>
          <a:prstGeom prst="rect">
            <a:avLst/>
          </a:prstGeom>
          <a:solidFill>
            <a:srgbClr val="FFFFFF"/>
          </a:solidFill>
          <a:ln/>
        </p:spPr>
      </p:sp>
      <p:sp>
        <p:nvSpPr>
          <p:cNvPr id="11" name="Shape 9"/>
          <p:cNvSpPr/>
          <p:nvPr/>
        </p:nvSpPr>
        <p:spPr>
          <a:xfrm>
            <a:off x="1234440" y="1417320"/>
            <a:ext cx="91" cy="3017520"/>
          </a:xfrm>
          <a:prstGeom prst="line">
            <a:avLst/>
          </a:prstGeom>
          <a:noFill/>
          <a:ln w="6350">
            <a:solidFill>
              <a:srgbClr val="D6CBE8"/>
            </a:solidFill>
            <a:prstDash val="solid"/>
          </a:ln>
        </p:spPr>
      </p:sp>
      <p:sp>
        <p:nvSpPr>
          <p:cNvPr id="12" name="Shape 10"/>
          <p:cNvSpPr/>
          <p:nvPr/>
        </p:nvSpPr>
        <p:spPr>
          <a:xfrm>
            <a:off x="1682496" y="1417320"/>
            <a:ext cx="91" cy="3017520"/>
          </a:xfrm>
          <a:prstGeom prst="line">
            <a:avLst/>
          </a:prstGeom>
          <a:noFill/>
          <a:ln w="6350">
            <a:solidFill>
              <a:srgbClr val="EEE9F6"/>
            </a:solidFill>
            <a:prstDash val="solid"/>
          </a:ln>
        </p:spPr>
      </p:sp>
      <p:sp>
        <p:nvSpPr>
          <p:cNvPr id="13" name="Shape 11"/>
          <p:cNvSpPr/>
          <p:nvPr/>
        </p:nvSpPr>
        <p:spPr>
          <a:xfrm>
            <a:off x="2130552" y="1417320"/>
            <a:ext cx="91" cy="3017520"/>
          </a:xfrm>
          <a:prstGeom prst="line">
            <a:avLst/>
          </a:prstGeom>
          <a:noFill/>
          <a:ln w="6350">
            <a:solidFill>
              <a:srgbClr val="D6CBE8"/>
            </a:solidFill>
            <a:prstDash val="solid"/>
          </a:ln>
        </p:spPr>
      </p:sp>
      <p:sp>
        <p:nvSpPr>
          <p:cNvPr id="14" name="Shape 12"/>
          <p:cNvSpPr/>
          <p:nvPr/>
        </p:nvSpPr>
        <p:spPr>
          <a:xfrm>
            <a:off x="2578608" y="1417320"/>
            <a:ext cx="91" cy="3017520"/>
          </a:xfrm>
          <a:prstGeom prst="line">
            <a:avLst/>
          </a:prstGeom>
          <a:noFill/>
          <a:ln w="6350">
            <a:solidFill>
              <a:srgbClr val="EEE9F6"/>
            </a:solidFill>
            <a:prstDash val="solid"/>
          </a:ln>
        </p:spPr>
      </p:sp>
      <p:sp>
        <p:nvSpPr>
          <p:cNvPr id="15" name="Shape 13"/>
          <p:cNvSpPr/>
          <p:nvPr/>
        </p:nvSpPr>
        <p:spPr>
          <a:xfrm>
            <a:off x="3026664" y="1417320"/>
            <a:ext cx="91" cy="3017520"/>
          </a:xfrm>
          <a:prstGeom prst="line">
            <a:avLst/>
          </a:prstGeom>
          <a:noFill/>
          <a:ln w="6350">
            <a:solidFill>
              <a:srgbClr val="D6CBE8"/>
            </a:solidFill>
            <a:prstDash val="solid"/>
          </a:ln>
        </p:spPr>
      </p:sp>
      <p:sp>
        <p:nvSpPr>
          <p:cNvPr id="16" name="Shape 14"/>
          <p:cNvSpPr/>
          <p:nvPr/>
        </p:nvSpPr>
        <p:spPr>
          <a:xfrm>
            <a:off x="3474720" y="1417320"/>
            <a:ext cx="91" cy="3017520"/>
          </a:xfrm>
          <a:prstGeom prst="line">
            <a:avLst/>
          </a:prstGeom>
          <a:noFill/>
          <a:ln w="6350">
            <a:solidFill>
              <a:srgbClr val="EEE9F6"/>
            </a:solidFill>
            <a:prstDash val="solid"/>
          </a:ln>
        </p:spPr>
      </p:sp>
      <p:sp>
        <p:nvSpPr>
          <p:cNvPr id="17" name="Shape 15"/>
          <p:cNvSpPr/>
          <p:nvPr/>
        </p:nvSpPr>
        <p:spPr>
          <a:xfrm>
            <a:off x="3922776" y="1417320"/>
            <a:ext cx="91" cy="3017520"/>
          </a:xfrm>
          <a:prstGeom prst="line">
            <a:avLst/>
          </a:prstGeom>
          <a:noFill/>
          <a:ln w="6350">
            <a:solidFill>
              <a:srgbClr val="D6CBE8"/>
            </a:solidFill>
            <a:prstDash val="solid"/>
          </a:ln>
        </p:spPr>
      </p:sp>
      <p:sp>
        <p:nvSpPr>
          <p:cNvPr id="18" name="Shape 16"/>
          <p:cNvSpPr/>
          <p:nvPr/>
        </p:nvSpPr>
        <p:spPr>
          <a:xfrm>
            <a:off x="4370832" y="1417320"/>
            <a:ext cx="91" cy="3017520"/>
          </a:xfrm>
          <a:prstGeom prst="line">
            <a:avLst/>
          </a:prstGeom>
          <a:noFill/>
          <a:ln w="6350">
            <a:solidFill>
              <a:srgbClr val="EEE9F6"/>
            </a:solidFill>
            <a:prstDash val="solid"/>
          </a:ln>
        </p:spPr>
      </p:sp>
      <p:sp>
        <p:nvSpPr>
          <p:cNvPr id="19" name="Shape 17"/>
          <p:cNvSpPr/>
          <p:nvPr/>
        </p:nvSpPr>
        <p:spPr>
          <a:xfrm>
            <a:off x="4818888" y="1417320"/>
            <a:ext cx="91" cy="3017520"/>
          </a:xfrm>
          <a:prstGeom prst="line">
            <a:avLst/>
          </a:prstGeom>
          <a:noFill/>
          <a:ln w="6350">
            <a:solidFill>
              <a:srgbClr val="D6CBE8"/>
            </a:solidFill>
            <a:prstDash val="solid"/>
          </a:ln>
        </p:spPr>
      </p:sp>
      <p:sp>
        <p:nvSpPr>
          <p:cNvPr id="20" name="Shape 18"/>
          <p:cNvSpPr/>
          <p:nvPr/>
        </p:nvSpPr>
        <p:spPr>
          <a:xfrm>
            <a:off x="5266944" y="1417320"/>
            <a:ext cx="91" cy="3017520"/>
          </a:xfrm>
          <a:prstGeom prst="line">
            <a:avLst/>
          </a:prstGeom>
          <a:noFill/>
          <a:ln w="6350">
            <a:solidFill>
              <a:srgbClr val="EEE9F6"/>
            </a:solidFill>
            <a:prstDash val="solid"/>
          </a:ln>
        </p:spPr>
      </p:sp>
      <p:sp>
        <p:nvSpPr>
          <p:cNvPr id="21" name="Shape 19"/>
          <p:cNvSpPr/>
          <p:nvPr/>
        </p:nvSpPr>
        <p:spPr>
          <a:xfrm>
            <a:off x="5715000" y="1417320"/>
            <a:ext cx="91" cy="3017520"/>
          </a:xfrm>
          <a:prstGeom prst="line">
            <a:avLst/>
          </a:prstGeom>
          <a:noFill/>
          <a:ln w="6350">
            <a:solidFill>
              <a:srgbClr val="D6CBE8"/>
            </a:solidFill>
            <a:prstDash val="solid"/>
          </a:ln>
        </p:spPr>
      </p:sp>
      <p:sp>
        <p:nvSpPr>
          <p:cNvPr id="22" name="Shape 20"/>
          <p:cNvSpPr/>
          <p:nvPr/>
        </p:nvSpPr>
        <p:spPr>
          <a:xfrm>
            <a:off x="1234440" y="4434840"/>
            <a:ext cx="4480560" cy="91"/>
          </a:xfrm>
          <a:prstGeom prst="line">
            <a:avLst/>
          </a:prstGeom>
          <a:noFill/>
          <a:ln w="6350">
            <a:solidFill>
              <a:srgbClr val="D6CBE8"/>
            </a:solidFill>
            <a:prstDash val="solid"/>
          </a:ln>
        </p:spPr>
      </p:sp>
      <p:sp>
        <p:nvSpPr>
          <p:cNvPr id="23" name="Shape 21"/>
          <p:cNvSpPr/>
          <p:nvPr/>
        </p:nvSpPr>
        <p:spPr>
          <a:xfrm>
            <a:off x="1234440" y="4133088"/>
            <a:ext cx="4480560" cy="91"/>
          </a:xfrm>
          <a:prstGeom prst="line">
            <a:avLst/>
          </a:prstGeom>
          <a:noFill/>
          <a:ln w="6350">
            <a:solidFill>
              <a:srgbClr val="EEE9F6"/>
            </a:solidFill>
            <a:prstDash val="solid"/>
          </a:ln>
        </p:spPr>
      </p:sp>
      <p:sp>
        <p:nvSpPr>
          <p:cNvPr id="24" name="Shape 22"/>
          <p:cNvSpPr/>
          <p:nvPr/>
        </p:nvSpPr>
        <p:spPr>
          <a:xfrm>
            <a:off x="1234440" y="3831336"/>
            <a:ext cx="4480560" cy="91"/>
          </a:xfrm>
          <a:prstGeom prst="line">
            <a:avLst/>
          </a:prstGeom>
          <a:noFill/>
          <a:ln w="6350">
            <a:solidFill>
              <a:srgbClr val="D6CBE8"/>
            </a:solidFill>
            <a:prstDash val="solid"/>
          </a:ln>
        </p:spPr>
      </p:sp>
      <p:sp>
        <p:nvSpPr>
          <p:cNvPr id="25" name="Shape 23"/>
          <p:cNvSpPr/>
          <p:nvPr/>
        </p:nvSpPr>
        <p:spPr>
          <a:xfrm>
            <a:off x="1234440" y="3529584"/>
            <a:ext cx="4480560" cy="91"/>
          </a:xfrm>
          <a:prstGeom prst="line">
            <a:avLst/>
          </a:prstGeom>
          <a:noFill/>
          <a:ln w="6350">
            <a:solidFill>
              <a:srgbClr val="EEE9F6"/>
            </a:solidFill>
            <a:prstDash val="solid"/>
          </a:ln>
        </p:spPr>
      </p:sp>
      <p:sp>
        <p:nvSpPr>
          <p:cNvPr id="26" name="Shape 24"/>
          <p:cNvSpPr/>
          <p:nvPr/>
        </p:nvSpPr>
        <p:spPr>
          <a:xfrm>
            <a:off x="1234440" y="3227832"/>
            <a:ext cx="4480560" cy="91"/>
          </a:xfrm>
          <a:prstGeom prst="line">
            <a:avLst/>
          </a:prstGeom>
          <a:noFill/>
          <a:ln w="6350">
            <a:solidFill>
              <a:srgbClr val="D6CBE8"/>
            </a:solidFill>
            <a:prstDash val="solid"/>
          </a:ln>
        </p:spPr>
      </p:sp>
      <p:sp>
        <p:nvSpPr>
          <p:cNvPr id="27" name="Shape 25"/>
          <p:cNvSpPr/>
          <p:nvPr/>
        </p:nvSpPr>
        <p:spPr>
          <a:xfrm>
            <a:off x="1234440" y="2926080"/>
            <a:ext cx="4480560" cy="91"/>
          </a:xfrm>
          <a:prstGeom prst="line">
            <a:avLst/>
          </a:prstGeom>
          <a:noFill/>
          <a:ln w="6350">
            <a:solidFill>
              <a:srgbClr val="EEE9F6"/>
            </a:solidFill>
            <a:prstDash val="solid"/>
          </a:ln>
        </p:spPr>
      </p:sp>
      <p:sp>
        <p:nvSpPr>
          <p:cNvPr id="28" name="Shape 26"/>
          <p:cNvSpPr/>
          <p:nvPr/>
        </p:nvSpPr>
        <p:spPr>
          <a:xfrm>
            <a:off x="1234440" y="2624328"/>
            <a:ext cx="4480560" cy="91"/>
          </a:xfrm>
          <a:prstGeom prst="line">
            <a:avLst/>
          </a:prstGeom>
          <a:noFill/>
          <a:ln w="6350">
            <a:solidFill>
              <a:srgbClr val="D6CBE8"/>
            </a:solidFill>
            <a:prstDash val="solid"/>
          </a:ln>
        </p:spPr>
      </p:sp>
      <p:sp>
        <p:nvSpPr>
          <p:cNvPr id="29" name="Shape 27"/>
          <p:cNvSpPr/>
          <p:nvPr/>
        </p:nvSpPr>
        <p:spPr>
          <a:xfrm>
            <a:off x="1234440" y="2322576"/>
            <a:ext cx="4480560" cy="91"/>
          </a:xfrm>
          <a:prstGeom prst="line">
            <a:avLst/>
          </a:prstGeom>
          <a:noFill/>
          <a:ln w="6350">
            <a:solidFill>
              <a:srgbClr val="EEE9F6"/>
            </a:solidFill>
            <a:prstDash val="solid"/>
          </a:ln>
        </p:spPr>
      </p:sp>
      <p:sp>
        <p:nvSpPr>
          <p:cNvPr id="30" name="Shape 28"/>
          <p:cNvSpPr/>
          <p:nvPr/>
        </p:nvSpPr>
        <p:spPr>
          <a:xfrm>
            <a:off x="1234440" y="2020824"/>
            <a:ext cx="4480560" cy="91"/>
          </a:xfrm>
          <a:prstGeom prst="line">
            <a:avLst/>
          </a:prstGeom>
          <a:noFill/>
          <a:ln w="6350">
            <a:solidFill>
              <a:srgbClr val="D6CBE8"/>
            </a:solidFill>
            <a:prstDash val="solid"/>
          </a:ln>
        </p:spPr>
      </p:sp>
      <p:sp>
        <p:nvSpPr>
          <p:cNvPr id="31" name="Shape 29"/>
          <p:cNvSpPr/>
          <p:nvPr/>
        </p:nvSpPr>
        <p:spPr>
          <a:xfrm>
            <a:off x="1234440" y="1719072"/>
            <a:ext cx="4480560" cy="91"/>
          </a:xfrm>
          <a:prstGeom prst="line">
            <a:avLst/>
          </a:prstGeom>
          <a:noFill/>
          <a:ln w="6350">
            <a:solidFill>
              <a:srgbClr val="EEE9F6"/>
            </a:solidFill>
            <a:prstDash val="solid"/>
          </a:ln>
        </p:spPr>
      </p:sp>
      <p:sp>
        <p:nvSpPr>
          <p:cNvPr id="32" name="Shape 30"/>
          <p:cNvSpPr/>
          <p:nvPr/>
        </p:nvSpPr>
        <p:spPr>
          <a:xfrm>
            <a:off x="1234440" y="1417320"/>
            <a:ext cx="4480560" cy="91"/>
          </a:xfrm>
          <a:prstGeom prst="line">
            <a:avLst/>
          </a:prstGeom>
          <a:noFill/>
          <a:ln w="6350">
            <a:solidFill>
              <a:srgbClr val="D6CBE8"/>
            </a:solidFill>
            <a:prstDash val="solid"/>
          </a:ln>
        </p:spPr>
      </p:sp>
      <p:sp>
        <p:nvSpPr>
          <p:cNvPr id="33" name="Shape 31"/>
          <p:cNvSpPr/>
          <p:nvPr/>
        </p:nvSpPr>
        <p:spPr>
          <a:xfrm>
            <a:off x="1234440" y="4434840"/>
            <a:ext cx="4480560" cy="91"/>
          </a:xfrm>
          <a:prstGeom prst="line">
            <a:avLst/>
          </a:prstGeom>
          <a:noFill/>
          <a:ln w="19050">
            <a:solidFill>
              <a:srgbClr val="2A1F3D"/>
            </a:solidFill>
            <a:prstDash val="solid"/>
          </a:ln>
        </p:spPr>
      </p:sp>
      <p:sp>
        <p:nvSpPr>
          <p:cNvPr id="34" name="Shape 32"/>
          <p:cNvSpPr/>
          <p:nvPr/>
        </p:nvSpPr>
        <p:spPr>
          <a:xfrm flipV="1">
            <a:off x="1234440" y="1417320"/>
            <a:ext cx="91" cy="3017520"/>
          </a:xfrm>
          <a:prstGeom prst="line">
            <a:avLst/>
          </a:prstGeom>
          <a:noFill/>
          <a:ln w="19050">
            <a:solidFill>
              <a:srgbClr val="2A1F3D"/>
            </a:solidFill>
            <a:prstDash val="solid"/>
          </a:ln>
        </p:spPr>
      </p:sp>
      <p:sp>
        <p:nvSpPr>
          <p:cNvPr id="35" name="Shape 33"/>
          <p:cNvSpPr/>
          <p:nvPr/>
        </p:nvSpPr>
        <p:spPr>
          <a:xfrm>
            <a:off x="1234440" y="4434840"/>
            <a:ext cx="91" cy="54864"/>
          </a:xfrm>
          <a:prstGeom prst="line">
            <a:avLst/>
          </a:prstGeom>
          <a:noFill/>
          <a:ln w="12700">
            <a:solidFill>
              <a:srgbClr val="2A1F3D"/>
            </a:solidFill>
            <a:prstDash val="solid"/>
          </a:ln>
        </p:spPr>
      </p:sp>
      <p:sp>
        <p:nvSpPr>
          <p:cNvPr id="36" name="Text 34"/>
          <p:cNvSpPr/>
          <p:nvPr/>
        </p:nvSpPr>
        <p:spPr>
          <a:xfrm>
            <a:off x="960120" y="44897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37" name="Shape 35"/>
          <p:cNvSpPr/>
          <p:nvPr/>
        </p:nvSpPr>
        <p:spPr>
          <a:xfrm>
            <a:off x="2130552" y="4434840"/>
            <a:ext cx="91" cy="54864"/>
          </a:xfrm>
          <a:prstGeom prst="line">
            <a:avLst/>
          </a:prstGeom>
          <a:noFill/>
          <a:ln w="12700">
            <a:solidFill>
              <a:srgbClr val="2A1F3D"/>
            </a:solidFill>
            <a:prstDash val="solid"/>
          </a:ln>
        </p:spPr>
      </p:sp>
      <p:sp>
        <p:nvSpPr>
          <p:cNvPr id="38" name="Text 36"/>
          <p:cNvSpPr/>
          <p:nvPr/>
        </p:nvSpPr>
        <p:spPr>
          <a:xfrm>
            <a:off x="1856232" y="44897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60</a:t>
            </a:r>
            <a:endParaRPr lang="en-US" sz="1000" dirty="0"/>
          </a:p>
        </p:txBody>
      </p:sp>
      <p:sp>
        <p:nvSpPr>
          <p:cNvPr id="39" name="Shape 37"/>
          <p:cNvSpPr/>
          <p:nvPr/>
        </p:nvSpPr>
        <p:spPr>
          <a:xfrm>
            <a:off x="3026664" y="4434840"/>
            <a:ext cx="91" cy="54864"/>
          </a:xfrm>
          <a:prstGeom prst="line">
            <a:avLst/>
          </a:prstGeom>
          <a:noFill/>
          <a:ln w="12700">
            <a:solidFill>
              <a:srgbClr val="2A1F3D"/>
            </a:solidFill>
            <a:prstDash val="solid"/>
          </a:ln>
        </p:spPr>
      </p:sp>
      <p:sp>
        <p:nvSpPr>
          <p:cNvPr id="40" name="Text 38"/>
          <p:cNvSpPr/>
          <p:nvPr/>
        </p:nvSpPr>
        <p:spPr>
          <a:xfrm>
            <a:off x="2752344" y="44897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120</a:t>
            </a:r>
            <a:endParaRPr lang="en-US" sz="1000" dirty="0"/>
          </a:p>
        </p:txBody>
      </p:sp>
      <p:sp>
        <p:nvSpPr>
          <p:cNvPr id="41" name="Shape 39"/>
          <p:cNvSpPr/>
          <p:nvPr/>
        </p:nvSpPr>
        <p:spPr>
          <a:xfrm>
            <a:off x="3922776" y="4434840"/>
            <a:ext cx="91" cy="54864"/>
          </a:xfrm>
          <a:prstGeom prst="line">
            <a:avLst/>
          </a:prstGeom>
          <a:noFill/>
          <a:ln w="12700">
            <a:solidFill>
              <a:srgbClr val="2A1F3D"/>
            </a:solidFill>
            <a:prstDash val="solid"/>
          </a:ln>
        </p:spPr>
      </p:sp>
      <p:sp>
        <p:nvSpPr>
          <p:cNvPr id="42" name="Text 40"/>
          <p:cNvSpPr/>
          <p:nvPr/>
        </p:nvSpPr>
        <p:spPr>
          <a:xfrm>
            <a:off x="3648456" y="44897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180</a:t>
            </a:r>
            <a:endParaRPr lang="en-US" sz="1000" dirty="0"/>
          </a:p>
        </p:txBody>
      </p:sp>
      <p:sp>
        <p:nvSpPr>
          <p:cNvPr id="43" name="Shape 41"/>
          <p:cNvSpPr/>
          <p:nvPr/>
        </p:nvSpPr>
        <p:spPr>
          <a:xfrm>
            <a:off x="4818888" y="4434840"/>
            <a:ext cx="91" cy="54864"/>
          </a:xfrm>
          <a:prstGeom prst="line">
            <a:avLst/>
          </a:prstGeom>
          <a:noFill/>
          <a:ln w="12700">
            <a:solidFill>
              <a:srgbClr val="2A1F3D"/>
            </a:solidFill>
            <a:prstDash val="solid"/>
          </a:ln>
        </p:spPr>
      </p:sp>
      <p:sp>
        <p:nvSpPr>
          <p:cNvPr id="44" name="Text 42"/>
          <p:cNvSpPr/>
          <p:nvPr/>
        </p:nvSpPr>
        <p:spPr>
          <a:xfrm>
            <a:off x="4544568" y="44897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240</a:t>
            </a:r>
            <a:endParaRPr lang="en-US" sz="1000" dirty="0"/>
          </a:p>
        </p:txBody>
      </p:sp>
      <p:sp>
        <p:nvSpPr>
          <p:cNvPr id="45" name="Shape 43"/>
          <p:cNvSpPr/>
          <p:nvPr/>
        </p:nvSpPr>
        <p:spPr>
          <a:xfrm>
            <a:off x="5715000" y="4434840"/>
            <a:ext cx="91" cy="54864"/>
          </a:xfrm>
          <a:prstGeom prst="line">
            <a:avLst/>
          </a:prstGeom>
          <a:noFill/>
          <a:ln w="12700">
            <a:solidFill>
              <a:srgbClr val="2A1F3D"/>
            </a:solidFill>
            <a:prstDash val="solid"/>
          </a:ln>
        </p:spPr>
      </p:sp>
      <p:sp>
        <p:nvSpPr>
          <p:cNvPr id="46" name="Text 44"/>
          <p:cNvSpPr/>
          <p:nvPr/>
        </p:nvSpPr>
        <p:spPr>
          <a:xfrm>
            <a:off x="5440680" y="44897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300</a:t>
            </a:r>
            <a:endParaRPr lang="en-US" sz="1000" dirty="0"/>
          </a:p>
        </p:txBody>
      </p:sp>
      <p:sp>
        <p:nvSpPr>
          <p:cNvPr id="47" name="Shape 45"/>
          <p:cNvSpPr/>
          <p:nvPr/>
        </p:nvSpPr>
        <p:spPr>
          <a:xfrm>
            <a:off x="1179576" y="4434840"/>
            <a:ext cx="54864" cy="91"/>
          </a:xfrm>
          <a:prstGeom prst="line">
            <a:avLst/>
          </a:prstGeom>
          <a:noFill/>
          <a:ln w="12700">
            <a:solidFill>
              <a:srgbClr val="2A1F3D"/>
            </a:solidFill>
            <a:prstDash val="solid"/>
          </a:ln>
        </p:spPr>
      </p:sp>
      <p:sp>
        <p:nvSpPr>
          <p:cNvPr id="48" name="Text 46"/>
          <p:cNvSpPr/>
          <p:nvPr/>
        </p:nvSpPr>
        <p:spPr>
          <a:xfrm>
            <a:off x="795528" y="43434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0.0</a:t>
            </a:r>
            <a:endParaRPr lang="en-US" sz="1000" dirty="0"/>
          </a:p>
        </p:txBody>
      </p:sp>
      <p:sp>
        <p:nvSpPr>
          <p:cNvPr id="49" name="Shape 47"/>
          <p:cNvSpPr/>
          <p:nvPr/>
        </p:nvSpPr>
        <p:spPr>
          <a:xfrm>
            <a:off x="1179576" y="3831336"/>
            <a:ext cx="54864" cy="91"/>
          </a:xfrm>
          <a:prstGeom prst="line">
            <a:avLst/>
          </a:prstGeom>
          <a:noFill/>
          <a:ln w="12700">
            <a:solidFill>
              <a:srgbClr val="2A1F3D"/>
            </a:solidFill>
            <a:prstDash val="solid"/>
          </a:ln>
        </p:spPr>
      </p:sp>
      <p:sp>
        <p:nvSpPr>
          <p:cNvPr id="50" name="Text 48"/>
          <p:cNvSpPr/>
          <p:nvPr/>
        </p:nvSpPr>
        <p:spPr>
          <a:xfrm>
            <a:off x="795528" y="373989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0.5</a:t>
            </a:r>
            <a:endParaRPr lang="en-US" sz="1000" dirty="0"/>
          </a:p>
        </p:txBody>
      </p:sp>
      <p:sp>
        <p:nvSpPr>
          <p:cNvPr id="51" name="Shape 49"/>
          <p:cNvSpPr/>
          <p:nvPr/>
        </p:nvSpPr>
        <p:spPr>
          <a:xfrm>
            <a:off x="1179576" y="3227832"/>
            <a:ext cx="54864" cy="91"/>
          </a:xfrm>
          <a:prstGeom prst="line">
            <a:avLst/>
          </a:prstGeom>
          <a:noFill/>
          <a:ln w="12700">
            <a:solidFill>
              <a:srgbClr val="2A1F3D"/>
            </a:solidFill>
            <a:prstDash val="solid"/>
          </a:ln>
        </p:spPr>
      </p:sp>
      <p:sp>
        <p:nvSpPr>
          <p:cNvPr id="52" name="Text 50"/>
          <p:cNvSpPr/>
          <p:nvPr/>
        </p:nvSpPr>
        <p:spPr>
          <a:xfrm>
            <a:off x="795528" y="3136392"/>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53" name="Shape 51"/>
          <p:cNvSpPr/>
          <p:nvPr/>
        </p:nvSpPr>
        <p:spPr>
          <a:xfrm>
            <a:off x="1179576" y="2624328"/>
            <a:ext cx="54864" cy="91"/>
          </a:xfrm>
          <a:prstGeom prst="line">
            <a:avLst/>
          </a:prstGeom>
          <a:noFill/>
          <a:ln w="12700">
            <a:solidFill>
              <a:srgbClr val="2A1F3D"/>
            </a:solidFill>
            <a:prstDash val="solid"/>
          </a:ln>
        </p:spPr>
      </p:sp>
      <p:sp>
        <p:nvSpPr>
          <p:cNvPr id="54" name="Text 52"/>
          <p:cNvSpPr/>
          <p:nvPr/>
        </p:nvSpPr>
        <p:spPr>
          <a:xfrm>
            <a:off x="795528" y="2532888"/>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1.5</a:t>
            </a:r>
            <a:endParaRPr lang="en-US" sz="1000" dirty="0"/>
          </a:p>
        </p:txBody>
      </p:sp>
      <p:sp>
        <p:nvSpPr>
          <p:cNvPr id="55" name="Shape 53"/>
          <p:cNvSpPr/>
          <p:nvPr/>
        </p:nvSpPr>
        <p:spPr>
          <a:xfrm>
            <a:off x="1179576" y="2020824"/>
            <a:ext cx="54864" cy="91"/>
          </a:xfrm>
          <a:prstGeom prst="line">
            <a:avLst/>
          </a:prstGeom>
          <a:noFill/>
          <a:ln w="12700">
            <a:solidFill>
              <a:srgbClr val="2A1F3D"/>
            </a:solidFill>
            <a:prstDash val="solid"/>
          </a:ln>
        </p:spPr>
      </p:sp>
      <p:sp>
        <p:nvSpPr>
          <p:cNvPr id="56" name="Text 54"/>
          <p:cNvSpPr/>
          <p:nvPr/>
        </p:nvSpPr>
        <p:spPr>
          <a:xfrm>
            <a:off x="795528" y="192938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57" name="Shape 55"/>
          <p:cNvSpPr/>
          <p:nvPr/>
        </p:nvSpPr>
        <p:spPr>
          <a:xfrm>
            <a:off x="1179576" y="1417320"/>
            <a:ext cx="54864" cy="91"/>
          </a:xfrm>
          <a:prstGeom prst="line">
            <a:avLst/>
          </a:prstGeom>
          <a:noFill/>
          <a:ln w="12700">
            <a:solidFill>
              <a:srgbClr val="2A1F3D"/>
            </a:solidFill>
            <a:prstDash val="solid"/>
          </a:ln>
        </p:spPr>
      </p:sp>
      <p:sp>
        <p:nvSpPr>
          <p:cNvPr id="58" name="Text 56"/>
          <p:cNvSpPr/>
          <p:nvPr/>
        </p:nvSpPr>
        <p:spPr>
          <a:xfrm>
            <a:off x="79552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2.5</a:t>
            </a:r>
            <a:endParaRPr lang="en-US" sz="1000" dirty="0"/>
          </a:p>
        </p:txBody>
      </p:sp>
      <p:sp>
        <p:nvSpPr>
          <p:cNvPr id="59" name="Text 57"/>
          <p:cNvSpPr/>
          <p:nvPr/>
        </p:nvSpPr>
        <p:spPr>
          <a:xfrm>
            <a:off x="1234440" y="4681728"/>
            <a:ext cx="448056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Time / s</a:t>
            </a:r>
            <a:endParaRPr lang="en-US" sz="1050" dirty="0"/>
          </a:p>
        </p:txBody>
      </p:sp>
      <p:sp>
        <p:nvSpPr>
          <p:cNvPr id="60" name="Text 58"/>
          <p:cNvSpPr/>
          <p:nvPr/>
        </p:nvSpPr>
        <p:spPr>
          <a:xfrm rot="16200000">
            <a:off x="-841248" y="2798064"/>
            <a:ext cx="30175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Mass of CO₂ lost / g</a:t>
            </a:r>
            <a:endParaRPr lang="en-US" sz="1050" dirty="0"/>
          </a:p>
        </p:txBody>
      </p:sp>
      <p:sp>
        <p:nvSpPr>
          <p:cNvPr id="61" name="Shape 59"/>
          <p:cNvSpPr/>
          <p:nvPr/>
        </p:nvSpPr>
        <p:spPr>
          <a:xfrm flipV="1">
            <a:off x="1234440" y="4222525"/>
            <a:ext cx="74676" cy="212315"/>
          </a:xfrm>
          <a:prstGeom prst="line">
            <a:avLst/>
          </a:prstGeom>
          <a:noFill/>
          <a:ln w="25400">
            <a:solidFill>
              <a:srgbClr val="6A3FA0"/>
            </a:solidFill>
            <a:prstDash val="solid"/>
          </a:ln>
        </p:spPr>
      </p:sp>
      <p:sp>
        <p:nvSpPr>
          <p:cNvPr id="62" name="Shape 60"/>
          <p:cNvSpPr/>
          <p:nvPr/>
        </p:nvSpPr>
        <p:spPr>
          <a:xfrm flipV="1">
            <a:off x="1309116" y="4027185"/>
            <a:ext cx="74676" cy="195340"/>
          </a:xfrm>
          <a:prstGeom prst="line">
            <a:avLst/>
          </a:prstGeom>
          <a:noFill/>
          <a:ln w="25400">
            <a:solidFill>
              <a:srgbClr val="6A3FA0"/>
            </a:solidFill>
            <a:prstDash val="solid"/>
          </a:ln>
        </p:spPr>
      </p:sp>
      <p:sp>
        <p:nvSpPr>
          <p:cNvPr id="63" name="Shape 61"/>
          <p:cNvSpPr/>
          <p:nvPr/>
        </p:nvSpPr>
        <p:spPr>
          <a:xfrm flipV="1">
            <a:off x="1383792" y="3847464"/>
            <a:ext cx="74676" cy="179721"/>
          </a:xfrm>
          <a:prstGeom prst="line">
            <a:avLst/>
          </a:prstGeom>
          <a:noFill/>
          <a:ln w="25400">
            <a:solidFill>
              <a:srgbClr val="6A3FA0"/>
            </a:solidFill>
            <a:prstDash val="solid"/>
          </a:ln>
        </p:spPr>
      </p:sp>
      <p:sp>
        <p:nvSpPr>
          <p:cNvPr id="64" name="Shape 62"/>
          <p:cNvSpPr/>
          <p:nvPr/>
        </p:nvSpPr>
        <p:spPr>
          <a:xfrm flipV="1">
            <a:off x="1458468" y="3682112"/>
            <a:ext cx="74676" cy="165351"/>
          </a:xfrm>
          <a:prstGeom prst="line">
            <a:avLst/>
          </a:prstGeom>
          <a:noFill/>
          <a:ln w="25400">
            <a:solidFill>
              <a:srgbClr val="6A3FA0"/>
            </a:solidFill>
            <a:prstDash val="solid"/>
          </a:ln>
        </p:spPr>
      </p:sp>
      <p:sp>
        <p:nvSpPr>
          <p:cNvPr id="65" name="Shape 63"/>
          <p:cNvSpPr/>
          <p:nvPr/>
        </p:nvSpPr>
        <p:spPr>
          <a:xfrm flipV="1">
            <a:off x="1533144" y="3529982"/>
            <a:ext cx="74676" cy="152131"/>
          </a:xfrm>
          <a:prstGeom prst="line">
            <a:avLst/>
          </a:prstGeom>
          <a:noFill/>
          <a:ln w="25400">
            <a:solidFill>
              <a:srgbClr val="6A3FA0"/>
            </a:solidFill>
            <a:prstDash val="solid"/>
          </a:ln>
        </p:spPr>
      </p:sp>
      <p:sp>
        <p:nvSpPr>
          <p:cNvPr id="66" name="Shape 64"/>
          <p:cNvSpPr/>
          <p:nvPr/>
        </p:nvSpPr>
        <p:spPr>
          <a:xfrm flipV="1">
            <a:off x="1607820" y="3390015"/>
            <a:ext cx="74676" cy="139967"/>
          </a:xfrm>
          <a:prstGeom prst="line">
            <a:avLst/>
          </a:prstGeom>
          <a:noFill/>
          <a:ln w="25400">
            <a:solidFill>
              <a:srgbClr val="6A3FA0"/>
            </a:solidFill>
            <a:prstDash val="solid"/>
          </a:ln>
        </p:spPr>
      </p:sp>
      <p:sp>
        <p:nvSpPr>
          <p:cNvPr id="67" name="Shape 65"/>
          <p:cNvSpPr/>
          <p:nvPr/>
        </p:nvSpPr>
        <p:spPr>
          <a:xfrm flipV="1">
            <a:off x="1682496" y="3261239"/>
            <a:ext cx="74676" cy="128776"/>
          </a:xfrm>
          <a:prstGeom prst="line">
            <a:avLst/>
          </a:prstGeom>
          <a:noFill/>
          <a:ln w="25400">
            <a:solidFill>
              <a:srgbClr val="6A3FA0"/>
            </a:solidFill>
            <a:prstDash val="solid"/>
          </a:ln>
        </p:spPr>
      </p:sp>
      <p:sp>
        <p:nvSpPr>
          <p:cNvPr id="68" name="Shape 66"/>
          <p:cNvSpPr/>
          <p:nvPr/>
        </p:nvSpPr>
        <p:spPr>
          <a:xfrm flipV="1">
            <a:off x="1757172" y="3142759"/>
            <a:ext cx="74676" cy="118479"/>
          </a:xfrm>
          <a:prstGeom prst="line">
            <a:avLst/>
          </a:prstGeom>
          <a:noFill/>
          <a:ln w="25400">
            <a:solidFill>
              <a:srgbClr val="6A3FA0"/>
            </a:solidFill>
            <a:prstDash val="solid"/>
          </a:ln>
        </p:spPr>
      </p:sp>
      <p:sp>
        <p:nvSpPr>
          <p:cNvPr id="69" name="Shape 67"/>
          <p:cNvSpPr/>
          <p:nvPr/>
        </p:nvSpPr>
        <p:spPr>
          <a:xfrm flipV="1">
            <a:off x="1831848" y="3033753"/>
            <a:ext cx="74676" cy="109006"/>
          </a:xfrm>
          <a:prstGeom prst="line">
            <a:avLst/>
          </a:prstGeom>
          <a:noFill/>
          <a:ln w="25400">
            <a:solidFill>
              <a:srgbClr val="6A3FA0"/>
            </a:solidFill>
            <a:prstDash val="solid"/>
          </a:ln>
        </p:spPr>
      </p:sp>
      <p:sp>
        <p:nvSpPr>
          <p:cNvPr id="70" name="Shape 68"/>
          <p:cNvSpPr/>
          <p:nvPr/>
        </p:nvSpPr>
        <p:spPr>
          <a:xfrm flipV="1">
            <a:off x="1906524" y="2933462"/>
            <a:ext cx="74676" cy="100291"/>
          </a:xfrm>
          <a:prstGeom prst="line">
            <a:avLst/>
          </a:prstGeom>
          <a:noFill/>
          <a:ln w="25400">
            <a:solidFill>
              <a:srgbClr val="6A3FA0"/>
            </a:solidFill>
            <a:prstDash val="solid"/>
          </a:ln>
        </p:spPr>
      </p:sp>
      <p:sp>
        <p:nvSpPr>
          <p:cNvPr id="71" name="Shape 69"/>
          <p:cNvSpPr/>
          <p:nvPr/>
        </p:nvSpPr>
        <p:spPr>
          <a:xfrm flipV="1">
            <a:off x="1981200" y="2841190"/>
            <a:ext cx="74676" cy="92272"/>
          </a:xfrm>
          <a:prstGeom prst="line">
            <a:avLst/>
          </a:prstGeom>
          <a:noFill/>
          <a:ln w="25400">
            <a:solidFill>
              <a:srgbClr val="6A3FA0"/>
            </a:solidFill>
            <a:prstDash val="solid"/>
          </a:ln>
        </p:spPr>
      </p:sp>
      <p:sp>
        <p:nvSpPr>
          <p:cNvPr id="72" name="Shape 70"/>
          <p:cNvSpPr/>
          <p:nvPr/>
        </p:nvSpPr>
        <p:spPr>
          <a:xfrm flipV="1">
            <a:off x="2055876" y="2756296"/>
            <a:ext cx="74676" cy="84894"/>
          </a:xfrm>
          <a:prstGeom prst="line">
            <a:avLst/>
          </a:prstGeom>
          <a:noFill/>
          <a:ln w="25400">
            <a:solidFill>
              <a:srgbClr val="6A3FA0"/>
            </a:solidFill>
            <a:prstDash val="solid"/>
          </a:ln>
        </p:spPr>
      </p:sp>
      <p:sp>
        <p:nvSpPr>
          <p:cNvPr id="73" name="Shape 71"/>
          <p:cNvSpPr/>
          <p:nvPr/>
        </p:nvSpPr>
        <p:spPr>
          <a:xfrm flipV="1">
            <a:off x="2130552" y="2678189"/>
            <a:ext cx="74676" cy="78106"/>
          </a:xfrm>
          <a:prstGeom prst="line">
            <a:avLst/>
          </a:prstGeom>
          <a:noFill/>
          <a:ln w="25400">
            <a:solidFill>
              <a:srgbClr val="6A3FA0"/>
            </a:solidFill>
            <a:prstDash val="solid"/>
          </a:ln>
        </p:spPr>
      </p:sp>
      <p:sp>
        <p:nvSpPr>
          <p:cNvPr id="74" name="Shape 72"/>
          <p:cNvSpPr/>
          <p:nvPr/>
        </p:nvSpPr>
        <p:spPr>
          <a:xfrm flipV="1">
            <a:off x="2205228" y="2606328"/>
            <a:ext cx="74676" cy="71861"/>
          </a:xfrm>
          <a:prstGeom prst="line">
            <a:avLst/>
          </a:prstGeom>
          <a:noFill/>
          <a:ln w="25400">
            <a:solidFill>
              <a:srgbClr val="6A3FA0"/>
            </a:solidFill>
            <a:prstDash val="solid"/>
          </a:ln>
        </p:spPr>
      </p:sp>
      <p:sp>
        <p:nvSpPr>
          <p:cNvPr id="75" name="Shape 73"/>
          <p:cNvSpPr/>
          <p:nvPr/>
        </p:nvSpPr>
        <p:spPr>
          <a:xfrm flipV="1">
            <a:off x="2279904" y="2540212"/>
            <a:ext cx="74676" cy="66116"/>
          </a:xfrm>
          <a:prstGeom prst="line">
            <a:avLst/>
          </a:prstGeom>
          <a:noFill/>
          <a:ln w="25400">
            <a:solidFill>
              <a:srgbClr val="6A3FA0"/>
            </a:solidFill>
            <a:prstDash val="solid"/>
          </a:ln>
        </p:spPr>
      </p:sp>
      <p:sp>
        <p:nvSpPr>
          <p:cNvPr id="76" name="Shape 74"/>
          <p:cNvSpPr/>
          <p:nvPr/>
        </p:nvSpPr>
        <p:spPr>
          <a:xfrm flipV="1">
            <a:off x="2354580" y="2479383"/>
            <a:ext cx="74676" cy="60829"/>
          </a:xfrm>
          <a:prstGeom prst="line">
            <a:avLst/>
          </a:prstGeom>
          <a:noFill/>
          <a:ln w="25400">
            <a:solidFill>
              <a:srgbClr val="6A3FA0"/>
            </a:solidFill>
            <a:prstDash val="solid"/>
          </a:ln>
        </p:spPr>
      </p:sp>
      <p:sp>
        <p:nvSpPr>
          <p:cNvPr id="77" name="Shape 75"/>
          <p:cNvSpPr/>
          <p:nvPr/>
        </p:nvSpPr>
        <p:spPr>
          <a:xfrm flipV="1">
            <a:off x="2429256" y="2423417"/>
            <a:ext cx="74676" cy="55966"/>
          </a:xfrm>
          <a:prstGeom prst="line">
            <a:avLst/>
          </a:prstGeom>
          <a:noFill/>
          <a:ln w="25400">
            <a:solidFill>
              <a:srgbClr val="6A3FA0"/>
            </a:solidFill>
            <a:prstDash val="solid"/>
          </a:ln>
        </p:spPr>
      </p:sp>
      <p:sp>
        <p:nvSpPr>
          <p:cNvPr id="78" name="Shape 76"/>
          <p:cNvSpPr/>
          <p:nvPr/>
        </p:nvSpPr>
        <p:spPr>
          <a:xfrm flipV="1">
            <a:off x="2503932" y="2371926"/>
            <a:ext cx="74676" cy="51491"/>
          </a:xfrm>
          <a:prstGeom prst="line">
            <a:avLst/>
          </a:prstGeom>
          <a:noFill/>
          <a:ln w="25400">
            <a:solidFill>
              <a:srgbClr val="6A3FA0"/>
            </a:solidFill>
            <a:prstDash val="solid"/>
          </a:ln>
        </p:spPr>
      </p:sp>
      <p:sp>
        <p:nvSpPr>
          <p:cNvPr id="79" name="Shape 77"/>
          <p:cNvSpPr/>
          <p:nvPr/>
        </p:nvSpPr>
        <p:spPr>
          <a:xfrm flipV="1">
            <a:off x="2578608" y="2324552"/>
            <a:ext cx="74676" cy="47374"/>
          </a:xfrm>
          <a:prstGeom prst="line">
            <a:avLst/>
          </a:prstGeom>
          <a:noFill/>
          <a:ln w="25400">
            <a:solidFill>
              <a:srgbClr val="6A3FA0"/>
            </a:solidFill>
            <a:prstDash val="solid"/>
          </a:ln>
        </p:spPr>
      </p:sp>
      <p:sp>
        <p:nvSpPr>
          <p:cNvPr id="80" name="Shape 78"/>
          <p:cNvSpPr/>
          <p:nvPr/>
        </p:nvSpPr>
        <p:spPr>
          <a:xfrm flipV="1">
            <a:off x="2653284" y="2280966"/>
            <a:ext cx="74676" cy="43586"/>
          </a:xfrm>
          <a:prstGeom prst="line">
            <a:avLst/>
          </a:prstGeom>
          <a:noFill/>
          <a:ln w="25400">
            <a:solidFill>
              <a:srgbClr val="6A3FA0"/>
            </a:solidFill>
            <a:prstDash val="solid"/>
          </a:ln>
        </p:spPr>
      </p:sp>
      <p:sp>
        <p:nvSpPr>
          <p:cNvPr id="81" name="Shape 79"/>
          <p:cNvSpPr/>
          <p:nvPr/>
        </p:nvSpPr>
        <p:spPr>
          <a:xfrm flipV="1">
            <a:off x="2727960" y="2240865"/>
            <a:ext cx="74676" cy="40101"/>
          </a:xfrm>
          <a:prstGeom prst="line">
            <a:avLst/>
          </a:prstGeom>
          <a:noFill/>
          <a:ln w="25400">
            <a:solidFill>
              <a:srgbClr val="6A3FA0"/>
            </a:solidFill>
            <a:prstDash val="solid"/>
          </a:ln>
        </p:spPr>
      </p:sp>
      <p:sp>
        <p:nvSpPr>
          <p:cNvPr id="82" name="Shape 80"/>
          <p:cNvSpPr/>
          <p:nvPr/>
        </p:nvSpPr>
        <p:spPr>
          <a:xfrm flipV="1">
            <a:off x="2802636" y="2203970"/>
            <a:ext cx="74676" cy="36895"/>
          </a:xfrm>
          <a:prstGeom prst="line">
            <a:avLst/>
          </a:prstGeom>
          <a:noFill/>
          <a:ln w="25400">
            <a:solidFill>
              <a:srgbClr val="6A3FA0"/>
            </a:solidFill>
            <a:prstDash val="solid"/>
          </a:ln>
        </p:spPr>
      </p:sp>
      <p:sp>
        <p:nvSpPr>
          <p:cNvPr id="83" name="Shape 81"/>
          <p:cNvSpPr/>
          <p:nvPr/>
        </p:nvSpPr>
        <p:spPr>
          <a:xfrm flipV="1">
            <a:off x="2877312" y="2170025"/>
            <a:ext cx="74676" cy="33945"/>
          </a:xfrm>
          <a:prstGeom prst="line">
            <a:avLst/>
          </a:prstGeom>
          <a:noFill/>
          <a:ln w="25400">
            <a:solidFill>
              <a:srgbClr val="6A3FA0"/>
            </a:solidFill>
            <a:prstDash val="solid"/>
          </a:ln>
        </p:spPr>
      </p:sp>
      <p:sp>
        <p:nvSpPr>
          <p:cNvPr id="84" name="Shape 82"/>
          <p:cNvSpPr/>
          <p:nvPr/>
        </p:nvSpPr>
        <p:spPr>
          <a:xfrm flipV="1">
            <a:off x="2951988" y="2138794"/>
            <a:ext cx="74676" cy="31231"/>
          </a:xfrm>
          <a:prstGeom prst="line">
            <a:avLst/>
          </a:prstGeom>
          <a:noFill/>
          <a:ln w="25400">
            <a:solidFill>
              <a:srgbClr val="6A3FA0"/>
            </a:solidFill>
            <a:prstDash val="solid"/>
          </a:ln>
        </p:spPr>
      </p:sp>
      <p:sp>
        <p:nvSpPr>
          <p:cNvPr id="85" name="Shape 83"/>
          <p:cNvSpPr/>
          <p:nvPr/>
        </p:nvSpPr>
        <p:spPr>
          <a:xfrm flipV="1">
            <a:off x="3026664" y="2110060"/>
            <a:ext cx="74676" cy="28734"/>
          </a:xfrm>
          <a:prstGeom prst="line">
            <a:avLst/>
          </a:prstGeom>
          <a:noFill/>
          <a:ln w="25400">
            <a:solidFill>
              <a:srgbClr val="6A3FA0"/>
            </a:solidFill>
            <a:prstDash val="solid"/>
          </a:ln>
        </p:spPr>
      </p:sp>
      <p:sp>
        <p:nvSpPr>
          <p:cNvPr id="86" name="Shape 84"/>
          <p:cNvSpPr/>
          <p:nvPr/>
        </p:nvSpPr>
        <p:spPr>
          <a:xfrm flipV="1">
            <a:off x="3101340" y="2083624"/>
            <a:ext cx="74676" cy="26436"/>
          </a:xfrm>
          <a:prstGeom prst="line">
            <a:avLst/>
          </a:prstGeom>
          <a:noFill/>
          <a:ln w="25400">
            <a:solidFill>
              <a:srgbClr val="6A3FA0"/>
            </a:solidFill>
            <a:prstDash val="solid"/>
          </a:ln>
        </p:spPr>
      </p:sp>
      <p:sp>
        <p:nvSpPr>
          <p:cNvPr id="87" name="Shape 85"/>
          <p:cNvSpPr/>
          <p:nvPr/>
        </p:nvSpPr>
        <p:spPr>
          <a:xfrm flipV="1">
            <a:off x="3176016" y="2059301"/>
            <a:ext cx="74676" cy="24323"/>
          </a:xfrm>
          <a:prstGeom prst="line">
            <a:avLst/>
          </a:prstGeom>
          <a:noFill/>
          <a:ln w="25400">
            <a:solidFill>
              <a:srgbClr val="6A3FA0"/>
            </a:solidFill>
            <a:prstDash val="solid"/>
          </a:ln>
        </p:spPr>
      </p:sp>
      <p:sp>
        <p:nvSpPr>
          <p:cNvPr id="88" name="Shape 86"/>
          <p:cNvSpPr/>
          <p:nvPr/>
        </p:nvSpPr>
        <p:spPr>
          <a:xfrm flipV="1">
            <a:off x="3250692" y="2036923"/>
            <a:ext cx="74676" cy="22378"/>
          </a:xfrm>
          <a:prstGeom prst="line">
            <a:avLst/>
          </a:prstGeom>
          <a:noFill/>
          <a:ln w="25400">
            <a:solidFill>
              <a:srgbClr val="6A3FA0"/>
            </a:solidFill>
            <a:prstDash val="solid"/>
          </a:ln>
        </p:spPr>
      </p:sp>
      <p:sp>
        <p:nvSpPr>
          <p:cNvPr id="89" name="Shape 87"/>
          <p:cNvSpPr/>
          <p:nvPr/>
        </p:nvSpPr>
        <p:spPr>
          <a:xfrm flipV="1">
            <a:off x="3325368" y="2016335"/>
            <a:ext cx="74676" cy="20589"/>
          </a:xfrm>
          <a:prstGeom prst="line">
            <a:avLst/>
          </a:prstGeom>
          <a:noFill/>
          <a:ln w="25400">
            <a:solidFill>
              <a:srgbClr val="6A3FA0"/>
            </a:solidFill>
            <a:prstDash val="solid"/>
          </a:ln>
        </p:spPr>
      </p:sp>
      <p:sp>
        <p:nvSpPr>
          <p:cNvPr id="90" name="Shape 88"/>
          <p:cNvSpPr/>
          <p:nvPr/>
        </p:nvSpPr>
        <p:spPr>
          <a:xfrm flipV="1">
            <a:off x="3400044" y="1997392"/>
            <a:ext cx="74676" cy="18942"/>
          </a:xfrm>
          <a:prstGeom prst="line">
            <a:avLst/>
          </a:prstGeom>
          <a:noFill/>
          <a:ln w="25400">
            <a:solidFill>
              <a:srgbClr val="6A3FA0"/>
            </a:solidFill>
            <a:prstDash val="solid"/>
          </a:ln>
        </p:spPr>
      </p:sp>
      <p:sp>
        <p:nvSpPr>
          <p:cNvPr id="91" name="Shape 89"/>
          <p:cNvSpPr/>
          <p:nvPr/>
        </p:nvSpPr>
        <p:spPr>
          <a:xfrm flipV="1">
            <a:off x="3474720" y="1979964"/>
            <a:ext cx="74676" cy="17428"/>
          </a:xfrm>
          <a:prstGeom prst="line">
            <a:avLst/>
          </a:prstGeom>
          <a:noFill/>
          <a:ln w="25400">
            <a:solidFill>
              <a:srgbClr val="6A3FA0"/>
            </a:solidFill>
            <a:prstDash val="solid"/>
          </a:ln>
        </p:spPr>
      </p:sp>
      <p:sp>
        <p:nvSpPr>
          <p:cNvPr id="92" name="Shape 90"/>
          <p:cNvSpPr/>
          <p:nvPr/>
        </p:nvSpPr>
        <p:spPr>
          <a:xfrm flipV="1">
            <a:off x="3549396" y="1963930"/>
            <a:ext cx="74676" cy="16034"/>
          </a:xfrm>
          <a:prstGeom prst="line">
            <a:avLst/>
          </a:prstGeom>
          <a:noFill/>
          <a:ln w="25400">
            <a:solidFill>
              <a:srgbClr val="6A3FA0"/>
            </a:solidFill>
            <a:prstDash val="solid"/>
          </a:ln>
        </p:spPr>
      </p:sp>
      <p:sp>
        <p:nvSpPr>
          <p:cNvPr id="93" name="Shape 91"/>
          <p:cNvSpPr/>
          <p:nvPr/>
        </p:nvSpPr>
        <p:spPr>
          <a:xfrm flipV="1">
            <a:off x="3624072" y="1949178"/>
            <a:ext cx="74676" cy="14752"/>
          </a:xfrm>
          <a:prstGeom prst="line">
            <a:avLst/>
          </a:prstGeom>
          <a:noFill/>
          <a:ln w="25400">
            <a:solidFill>
              <a:srgbClr val="6A3FA0"/>
            </a:solidFill>
            <a:prstDash val="solid"/>
          </a:ln>
        </p:spPr>
      </p:sp>
      <p:sp>
        <p:nvSpPr>
          <p:cNvPr id="94" name="Shape 92"/>
          <p:cNvSpPr/>
          <p:nvPr/>
        </p:nvSpPr>
        <p:spPr>
          <a:xfrm flipV="1">
            <a:off x="3698748" y="1935605"/>
            <a:ext cx="74676" cy="13573"/>
          </a:xfrm>
          <a:prstGeom prst="line">
            <a:avLst/>
          </a:prstGeom>
          <a:noFill/>
          <a:ln w="25400">
            <a:solidFill>
              <a:srgbClr val="6A3FA0"/>
            </a:solidFill>
            <a:prstDash val="solid"/>
          </a:ln>
        </p:spPr>
      </p:sp>
      <p:sp>
        <p:nvSpPr>
          <p:cNvPr id="95" name="Shape 93"/>
          <p:cNvSpPr/>
          <p:nvPr/>
        </p:nvSpPr>
        <p:spPr>
          <a:xfrm flipV="1">
            <a:off x="3773424" y="1923117"/>
            <a:ext cx="74676" cy="12488"/>
          </a:xfrm>
          <a:prstGeom prst="line">
            <a:avLst/>
          </a:prstGeom>
          <a:noFill/>
          <a:ln w="25400">
            <a:solidFill>
              <a:srgbClr val="6A3FA0"/>
            </a:solidFill>
            <a:prstDash val="solid"/>
          </a:ln>
        </p:spPr>
      </p:sp>
      <p:sp>
        <p:nvSpPr>
          <p:cNvPr id="96" name="Shape 94"/>
          <p:cNvSpPr/>
          <p:nvPr/>
        </p:nvSpPr>
        <p:spPr>
          <a:xfrm flipV="1">
            <a:off x="3848100" y="1911628"/>
            <a:ext cx="74676" cy="11489"/>
          </a:xfrm>
          <a:prstGeom prst="line">
            <a:avLst/>
          </a:prstGeom>
          <a:noFill/>
          <a:ln w="25400">
            <a:solidFill>
              <a:srgbClr val="6A3FA0"/>
            </a:solidFill>
            <a:prstDash val="solid"/>
          </a:ln>
        </p:spPr>
      </p:sp>
      <p:sp>
        <p:nvSpPr>
          <p:cNvPr id="97" name="Shape 95"/>
          <p:cNvSpPr/>
          <p:nvPr/>
        </p:nvSpPr>
        <p:spPr>
          <a:xfrm flipV="1">
            <a:off x="3922776" y="1901057"/>
            <a:ext cx="74676" cy="10571"/>
          </a:xfrm>
          <a:prstGeom prst="line">
            <a:avLst/>
          </a:prstGeom>
          <a:noFill/>
          <a:ln w="25400">
            <a:solidFill>
              <a:srgbClr val="6A3FA0"/>
            </a:solidFill>
            <a:prstDash val="solid"/>
          </a:ln>
        </p:spPr>
      </p:sp>
      <p:sp>
        <p:nvSpPr>
          <p:cNvPr id="98" name="Shape 96"/>
          <p:cNvSpPr/>
          <p:nvPr/>
        </p:nvSpPr>
        <p:spPr>
          <a:xfrm flipV="1">
            <a:off x="3997452" y="1891332"/>
            <a:ext cx="74676" cy="9725"/>
          </a:xfrm>
          <a:prstGeom prst="line">
            <a:avLst/>
          </a:prstGeom>
          <a:noFill/>
          <a:ln w="25400">
            <a:solidFill>
              <a:srgbClr val="6A3FA0"/>
            </a:solidFill>
            <a:prstDash val="solid"/>
          </a:ln>
        </p:spPr>
      </p:sp>
      <p:sp>
        <p:nvSpPr>
          <p:cNvPr id="99" name="Shape 97"/>
          <p:cNvSpPr/>
          <p:nvPr/>
        </p:nvSpPr>
        <p:spPr>
          <a:xfrm flipV="1">
            <a:off x="4072128" y="1882384"/>
            <a:ext cx="74676" cy="8948"/>
          </a:xfrm>
          <a:prstGeom prst="line">
            <a:avLst/>
          </a:prstGeom>
          <a:noFill/>
          <a:ln w="25400">
            <a:solidFill>
              <a:srgbClr val="6A3FA0"/>
            </a:solidFill>
            <a:prstDash val="solid"/>
          </a:ln>
        </p:spPr>
      </p:sp>
      <p:sp>
        <p:nvSpPr>
          <p:cNvPr id="100" name="Shape 98"/>
          <p:cNvSpPr/>
          <p:nvPr/>
        </p:nvSpPr>
        <p:spPr>
          <a:xfrm flipV="1">
            <a:off x="4146804" y="1874152"/>
            <a:ext cx="74676" cy="8232"/>
          </a:xfrm>
          <a:prstGeom prst="line">
            <a:avLst/>
          </a:prstGeom>
          <a:noFill/>
          <a:ln w="25400">
            <a:solidFill>
              <a:srgbClr val="6A3FA0"/>
            </a:solidFill>
            <a:prstDash val="solid"/>
          </a:ln>
        </p:spPr>
      </p:sp>
      <p:sp>
        <p:nvSpPr>
          <p:cNvPr id="101" name="Shape 99"/>
          <p:cNvSpPr/>
          <p:nvPr/>
        </p:nvSpPr>
        <p:spPr>
          <a:xfrm flipV="1">
            <a:off x="4221480" y="1866578"/>
            <a:ext cx="74676" cy="7574"/>
          </a:xfrm>
          <a:prstGeom prst="line">
            <a:avLst/>
          </a:prstGeom>
          <a:noFill/>
          <a:ln w="25400">
            <a:solidFill>
              <a:srgbClr val="6A3FA0"/>
            </a:solidFill>
            <a:prstDash val="solid"/>
          </a:ln>
        </p:spPr>
      </p:sp>
      <p:sp>
        <p:nvSpPr>
          <p:cNvPr id="102" name="Shape 100"/>
          <p:cNvSpPr/>
          <p:nvPr/>
        </p:nvSpPr>
        <p:spPr>
          <a:xfrm flipV="1">
            <a:off x="4296156" y="1859609"/>
            <a:ext cx="74676" cy="6969"/>
          </a:xfrm>
          <a:prstGeom prst="line">
            <a:avLst/>
          </a:prstGeom>
          <a:noFill/>
          <a:ln w="25400">
            <a:solidFill>
              <a:srgbClr val="6A3FA0"/>
            </a:solidFill>
            <a:prstDash val="solid"/>
          </a:ln>
        </p:spPr>
      </p:sp>
      <p:sp>
        <p:nvSpPr>
          <p:cNvPr id="103" name="Shape 101"/>
          <p:cNvSpPr/>
          <p:nvPr/>
        </p:nvSpPr>
        <p:spPr>
          <a:xfrm flipV="1">
            <a:off x="4370832" y="1853198"/>
            <a:ext cx="74676" cy="6411"/>
          </a:xfrm>
          <a:prstGeom prst="line">
            <a:avLst/>
          </a:prstGeom>
          <a:noFill/>
          <a:ln w="25400">
            <a:solidFill>
              <a:srgbClr val="6A3FA0"/>
            </a:solidFill>
            <a:prstDash val="solid"/>
          </a:ln>
        </p:spPr>
      </p:sp>
      <p:sp>
        <p:nvSpPr>
          <p:cNvPr id="104" name="Shape 102"/>
          <p:cNvSpPr/>
          <p:nvPr/>
        </p:nvSpPr>
        <p:spPr>
          <a:xfrm flipV="1">
            <a:off x="4445508" y="1847299"/>
            <a:ext cx="74676" cy="5899"/>
          </a:xfrm>
          <a:prstGeom prst="line">
            <a:avLst/>
          </a:prstGeom>
          <a:noFill/>
          <a:ln w="25400">
            <a:solidFill>
              <a:srgbClr val="6A3FA0"/>
            </a:solidFill>
            <a:prstDash val="solid"/>
          </a:ln>
        </p:spPr>
      </p:sp>
      <p:sp>
        <p:nvSpPr>
          <p:cNvPr id="105" name="Shape 103"/>
          <p:cNvSpPr/>
          <p:nvPr/>
        </p:nvSpPr>
        <p:spPr>
          <a:xfrm flipV="1">
            <a:off x="4520184" y="1841872"/>
            <a:ext cx="74676" cy="5427"/>
          </a:xfrm>
          <a:prstGeom prst="line">
            <a:avLst/>
          </a:prstGeom>
          <a:noFill/>
          <a:ln w="25400">
            <a:solidFill>
              <a:srgbClr val="6A3FA0"/>
            </a:solidFill>
            <a:prstDash val="solid"/>
          </a:ln>
        </p:spPr>
      </p:sp>
      <p:sp>
        <p:nvSpPr>
          <p:cNvPr id="106" name="Shape 104"/>
          <p:cNvSpPr/>
          <p:nvPr/>
        </p:nvSpPr>
        <p:spPr>
          <a:xfrm flipV="1">
            <a:off x="4594860" y="1836879"/>
            <a:ext cx="74676" cy="4993"/>
          </a:xfrm>
          <a:prstGeom prst="line">
            <a:avLst/>
          </a:prstGeom>
          <a:noFill/>
          <a:ln w="25400">
            <a:solidFill>
              <a:srgbClr val="6A3FA0"/>
            </a:solidFill>
            <a:prstDash val="solid"/>
          </a:ln>
        </p:spPr>
      </p:sp>
      <p:sp>
        <p:nvSpPr>
          <p:cNvPr id="107" name="Shape 105"/>
          <p:cNvSpPr/>
          <p:nvPr/>
        </p:nvSpPr>
        <p:spPr>
          <a:xfrm flipV="1">
            <a:off x="4669536" y="1832285"/>
            <a:ext cx="74676" cy="4594"/>
          </a:xfrm>
          <a:prstGeom prst="line">
            <a:avLst/>
          </a:prstGeom>
          <a:noFill/>
          <a:ln w="25400">
            <a:solidFill>
              <a:srgbClr val="6A3FA0"/>
            </a:solidFill>
            <a:prstDash val="solid"/>
          </a:ln>
        </p:spPr>
      </p:sp>
      <p:sp>
        <p:nvSpPr>
          <p:cNvPr id="108" name="Shape 106"/>
          <p:cNvSpPr/>
          <p:nvPr/>
        </p:nvSpPr>
        <p:spPr>
          <a:xfrm flipV="1">
            <a:off x="4744212" y="1828058"/>
            <a:ext cx="74676" cy="4227"/>
          </a:xfrm>
          <a:prstGeom prst="line">
            <a:avLst/>
          </a:prstGeom>
          <a:noFill/>
          <a:ln w="25400">
            <a:solidFill>
              <a:srgbClr val="6A3FA0"/>
            </a:solidFill>
            <a:prstDash val="solid"/>
          </a:ln>
        </p:spPr>
      </p:sp>
      <p:sp>
        <p:nvSpPr>
          <p:cNvPr id="109" name="Shape 107"/>
          <p:cNvSpPr/>
          <p:nvPr/>
        </p:nvSpPr>
        <p:spPr>
          <a:xfrm flipV="1">
            <a:off x="4818888" y="1824169"/>
            <a:ext cx="74676" cy="3889"/>
          </a:xfrm>
          <a:prstGeom prst="line">
            <a:avLst/>
          </a:prstGeom>
          <a:noFill/>
          <a:ln w="25400">
            <a:solidFill>
              <a:srgbClr val="6A3FA0"/>
            </a:solidFill>
            <a:prstDash val="solid"/>
          </a:ln>
        </p:spPr>
      </p:sp>
      <p:sp>
        <p:nvSpPr>
          <p:cNvPr id="110" name="Shape 108"/>
          <p:cNvSpPr/>
          <p:nvPr/>
        </p:nvSpPr>
        <p:spPr>
          <a:xfrm flipV="1">
            <a:off x="4893564" y="1820592"/>
            <a:ext cx="74676" cy="3578"/>
          </a:xfrm>
          <a:prstGeom prst="line">
            <a:avLst/>
          </a:prstGeom>
          <a:noFill/>
          <a:ln w="25400">
            <a:solidFill>
              <a:srgbClr val="6A3FA0"/>
            </a:solidFill>
            <a:prstDash val="solid"/>
          </a:ln>
        </p:spPr>
      </p:sp>
      <p:sp>
        <p:nvSpPr>
          <p:cNvPr id="111" name="Shape 109"/>
          <p:cNvSpPr/>
          <p:nvPr/>
        </p:nvSpPr>
        <p:spPr>
          <a:xfrm flipV="1">
            <a:off x="4968240" y="1817300"/>
            <a:ext cx="74676" cy="3292"/>
          </a:xfrm>
          <a:prstGeom prst="line">
            <a:avLst/>
          </a:prstGeom>
          <a:noFill/>
          <a:ln w="25400">
            <a:solidFill>
              <a:srgbClr val="6A3FA0"/>
            </a:solidFill>
            <a:prstDash val="solid"/>
          </a:ln>
        </p:spPr>
      </p:sp>
      <p:sp>
        <p:nvSpPr>
          <p:cNvPr id="112" name="Shape 110"/>
          <p:cNvSpPr/>
          <p:nvPr/>
        </p:nvSpPr>
        <p:spPr>
          <a:xfrm flipV="1">
            <a:off x="5042916" y="1814271"/>
            <a:ext cx="74676" cy="3029"/>
          </a:xfrm>
          <a:prstGeom prst="line">
            <a:avLst/>
          </a:prstGeom>
          <a:noFill/>
          <a:ln w="25400">
            <a:solidFill>
              <a:srgbClr val="6A3FA0"/>
            </a:solidFill>
            <a:prstDash val="solid"/>
          </a:ln>
        </p:spPr>
      </p:sp>
      <p:sp>
        <p:nvSpPr>
          <p:cNvPr id="113" name="Shape 111"/>
          <p:cNvSpPr/>
          <p:nvPr/>
        </p:nvSpPr>
        <p:spPr>
          <a:xfrm flipV="1">
            <a:off x="5117592" y="1811485"/>
            <a:ext cx="74676" cy="2786"/>
          </a:xfrm>
          <a:prstGeom prst="line">
            <a:avLst/>
          </a:prstGeom>
          <a:noFill/>
          <a:ln w="25400">
            <a:solidFill>
              <a:srgbClr val="6A3FA0"/>
            </a:solidFill>
            <a:prstDash val="solid"/>
          </a:ln>
        </p:spPr>
      </p:sp>
      <p:sp>
        <p:nvSpPr>
          <p:cNvPr id="114" name="Shape 112"/>
          <p:cNvSpPr/>
          <p:nvPr/>
        </p:nvSpPr>
        <p:spPr>
          <a:xfrm flipV="1">
            <a:off x="5192268" y="1808921"/>
            <a:ext cx="74676" cy="2564"/>
          </a:xfrm>
          <a:prstGeom prst="line">
            <a:avLst/>
          </a:prstGeom>
          <a:noFill/>
          <a:ln w="25400">
            <a:solidFill>
              <a:srgbClr val="6A3FA0"/>
            </a:solidFill>
            <a:prstDash val="solid"/>
          </a:ln>
        </p:spPr>
      </p:sp>
      <p:sp>
        <p:nvSpPr>
          <p:cNvPr id="115" name="Shape 113"/>
          <p:cNvSpPr/>
          <p:nvPr/>
        </p:nvSpPr>
        <p:spPr>
          <a:xfrm flipV="1">
            <a:off x="5266944" y="1806563"/>
            <a:ext cx="74676" cy="2359"/>
          </a:xfrm>
          <a:prstGeom prst="line">
            <a:avLst/>
          </a:prstGeom>
          <a:noFill/>
          <a:ln w="25400">
            <a:solidFill>
              <a:srgbClr val="6A3FA0"/>
            </a:solidFill>
            <a:prstDash val="solid"/>
          </a:ln>
        </p:spPr>
      </p:sp>
      <p:sp>
        <p:nvSpPr>
          <p:cNvPr id="116" name="Shape 114"/>
          <p:cNvSpPr/>
          <p:nvPr/>
        </p:nvSpPr>
        <p:spPr>
          <a:xfrm flipV="1">
            <a:off x="5341620" y="1804393"/>
            <a:ext cx="74676" cy="2170"/>
          </a:xfrm>
          <a:prstGeom prst="line">
            <a:avLst/>
          </a:prstGeom>
          <a:noFill/>
          <a:ln w="25400">
            <a:solidFill>
              <a:srgbClr val="6A3FA0"/>
            </a:solidFill>
            <a:prstDash val="solid"/>
          </a:ln>
        </p:spPr>
      </p:sp>
      <p:sp>
        <p:nvSpPr>
          <p:cNvPr id="117" name="Shape 115"/>
          <p:cNvSpPr/>
          <p:nvPr/>
        </p:nvSpPr>
        <p:spPr>
          <a:xfrm flipV="1">
            <a:off x="5416296" y="1802396"/>
            <a:ext cx="74676" cy="1997"/>
          </a:xfrm>
          <a:prstGeom prst="line">
            <a:avLst/>
          </a:prstGeom>
          <a:noFill/>
          <a:ln w="25400">
            <a:solidFill>
              <a:srgbClr val="6A3FA0"/>
            </a:solidFill>
            <a:prstDash val="solid"/>
          </a:ln>
        </p:spPr>
      </p:sp>
      <p:sp>
        <p:nvSpPr>
          <p:cNvPr id="118" name="Shape 116"/>
          <p:cNvSpPr/>
          <p:nvPr/>
        </p:nvSpPr>
        <p:spPr>
          <a:xfrm flipV="1">
            <a:off x="5490972" y="1800559"/>
            <a:ext cx="74676" cy="1837"/>
          </a:xfrm>
          <a:prstGeom prst="line">
            <a:avLst/>
          </a:prstGeom>
          <a:noFill/>
          <a:ln w="25400">
            <a:solidFill>
              <a:srgbClr val="6A3FA0"/>
            </a:solidFill>
            <a:prstDash val="solid"/>
          </a:ln>
        </p:spPr>
      </p:sp>
      <p:sp>
        <p:nvSpPr>
          <p:cNvPr id="119" name="Shape 117"/>
          <p:cNvSpPr/>
          <p:nvPr/>
        </p:nvSpPr>
        <p:spPr>
          <a:xfrm flipV="1">
            <a:off x="5565648" y="1798869"/>
            <a:ext cx="74676" cy="1690"/>
          </a:xfrm>
          <a:prstGeom prst="line">
            <a:avLst/>
          </a:prstGeom>
          <a:noFill/>
          <a:ln w="25400">
            <a:solidFill>
              <a:srgbClr val="6A3FA0"/>
            </a:solidFill>
            <a:prstDash val="solid"/>
          </a:ln>
        </p:spPr>
      </p:sp>
      <p:sp>
        <p:nvSpPr>
          <p:cNvPr id="120" name="Shape 118"/>
          <p:cNvSpPr/>
          <p:nvPr/>
        </p:nvSpPr>
        <p:spPr>
          <a:xfrm flipV="1">
            <a:off x="5640324" y="1797314"/>
            <a:ext cx="74676" cy="1555"/>
          </a:xfrm>
          <a:prstGeom prst="line">
            <a:avLst/>
          </a:prstGeom>
          <a:noFill/>
          <a:ln w="25400">
            <a:solidFill>
              <a:srgbClr val="6A3FA0"/>
            </a:solidFill>
            <a:prstDash val="solid"/>
          </a:ln>
        </p:spPr>
      </p:sp>
      <p:sp>
        <p:nvSpPr>
          <p:cNvPr id="121" name="Shape 119"/>
          <p:cNvSpPr/>
          <p:nvPr/>
        </p:nvSpPr>
        <p:spPr>
          <a:xfrm>
            <a:off x="1188720" y="4389120"/>
            <a:ext cx="91440" cy="91440"/>
          </a:xfrm>
          <a:prstGeom prst="line">
            <a:avLst/>
          </a:prstGeom>
          <a:noFill/>
          <a:ln w="15875">
            <a:solidFill>
              <a:srgbClr val="2A1F3D"/>
            </a:solidFill>
            <a:prstDash val="solid"/>
          </a:ln>
        </p:spPr>
      </p:sp>
      <p:sp>
        <p:nvSpPr>
          <p:cNvPr id="122" name="Shape 120"/>
          <p:cNvSpPr/>
          <p:nvPr/>
        </p:nvSpPr>
        <p:spPr>
          <a:xfrm flipV="1">
            <a:off x="1188720" y="4389120"/>
            <a:ext cx="91440" cy="91440"/>
          </a:xfrm>
          <a:prstGeom prst="line">
            <a:avLst/>
          </a:prstGeom>
          <a:noFill/>
          <a:ln w="15875">
            <a:solidFill>
              <a:srgbClr val="2A1F3D"/>
            </a:solidFill>
            <a:prstDash val="solid"/>
          </a:ln>
        </p:spPr>
      </p:sp>
      <p:sp>
        <p:nvSpPr>
          <p:cNvPr id="123" name="Shape 121"/>
          <p:cNvSpPr/>
          <p:nvPr/>
        </p:nvSpPr>
        <p:spPr>
          <a:xfrm>
            <a:off x="1636776" y="3339023"/>
            <a:ext cx="91440" cy="91440"/>
          </a:xfrm>
          <a:prstGeom prst="line">
            <a:avLst/>
          </a:prstGeom>
          <a:noFill/>
          <a:ln w="15875">
            <a:solidFill>
              <a:srgbClr val="2A1F3D"/>
            </a:solidFill>
            <a:prstDash val="solid"/>
          </a:ln>
        </p:spPr>
      </p:sp>
      <p:sp>
        <p:nvSpPr>
          <p:cNvPr id="124" name="Shape 122"/>
          <p:cNvSpPr/>
          <p:nvPr/>
        </p:nvSpPr>
        <p:spPr>
          <a:xfrm flipV="1">
            <a:off x="1636776" y="3339023"/>
            <a:ext cx="91440" cy="91440"/>
          </a:xfrm>
          <a:prstGeom prst="line">
            <a:avLst/>
          </a:prstGeom>
          <a:noFill/>
          <a:ln w="15875">
            <a:solidFill>
              <a:srgbClr val="2A1F3D"/>
            </a:solidFill>
            <a:prstDash val="solid"/>
          </a:ln>
        </p:spPr>
      </p:sp>
      <p:sp>
        <p:nvSpPr>
          <p:cNvPr id="125" name="Shape 123"/>
          <p:cNvSpPr/>
          <p:nvPr/>
        </p:nvSpPr>
        <p:spPr>
          <a:xfrm>
            <a:off x="2084832" y="2711379"/>
            <a:ext cx="91440" cy="91440"/>
          </a:xfrm>
          <a:prstGeom prst="line">
            <a:avLst/>
          </a:prstGeom>
          <a:noFill/>
          <a:ln w="15875">
            <a:solidFill>
              <a:srgbClr val="2A1F3D"/>
            </a:solidFill>
            <a:prstDash val="solid"/>
          </a:ln>
        </p:spPr>
      </p:sp>
      <p:sp>
        <p:nvSpPr>
          <p:cNvPr id="126" name="Shape 124"/>
          <p:cNvSpPr/>
          <p:nvPr/>
        </p:nvSpPr>
        <p:spPr>
          <a:xfrm flipV="1">
            <a:off x="2084832" y="2711379"/>
            <a:ext cx="91440" cy="91440"/>
          </a:xfrm>
          <a:prstGeom prst="line">
            <a:avLst/>
          </a:prstGeom>
          <a:noFill/>
          <a:ln w="15875">
            <a:solidFill>
              <a:srgbClr val="2A1F3D"/>
            </a:solidFill>
            <a:prstDash val="solid"/>
          </a:ln>
        </p:spPr>
      </p:sp>
      <p:sp>
        <p:nvSpPr>
          <p:cNvPr id="127" name="Shape 125"/>
          <p:cNvSpPr/>
          <p:nvPr/>
        </p:nvSpPr>
        <p:spPr>
          <a:xfrm>
            <a:off x="2532888" y="2325136"/>
            <a:ext cx="91440" cy="91440"/>
          </a:xfrm>
          <a:prstGeom prst="line">
            <a:avLst/>
          </a:prstGeom>
          <a:noFill/>
          <a:ln w="15875">
            <a:solidFill>
              <a:srgbClr val="2A1F3D"/>
            </a:solidFill>
            <a:prstDash val="solid"/>
          </a:ln>
        </p:spPr>
      </p:sp>
      <p:sp>
        <p:nvSpPr>
          <p:cNvPr id="128" name="Shape 126"/>
          <p:cNvSpPr/>
          <p:nvPr/>
        </p:nvSpPr>
        <p:spPr>
          <a:xfrm flipV="1">
            <a:off x="2532888" y="2325136"/>
            <a:ext cx="91440" cy="91440"/>
          </a:xfrm>
          <a:prstGeom prst="line">
            <a:avLst/>
          </a:prstGeom>
          <a:noFill/>
          <a:ln w="15875">
            <a:solidFill>
              <a:srgbClr val="2A1F3D"/>
            </a:solidFill>
            <a:prstDash val="solid"/>
          </a:ln>
        </p:spPr>
      </p:sp>
      <p:sp>
        <p:nvSpPr>
          <p:cNvPr id="129" name="Shape 127"/>
          <p:cNvSpPr/>
          <p:nvPr/>
        </p:nvSpPr>
        <p:spPr>
          <a:xfrm>
            <a:off x="2980944" y="2095805"/>
            <a:ext cx="91440" cy="91440"/>
          </a:xfrm>
          <a:prstGeom prst="line">
            <a:avLst/>
          </a:prstGeom>
          <a:noFill/>
          <a:ln w="15875">
            <a:solidFill>
              <a:srgbClr val="2A1F3D"/>
            </a:solidFill>
            <a:prstDash val="solid"/>
          </a:ln>
        </p:spPr>
      </p:sp>
      <p:sp>
        <p:nvSpPr>
          <p:cNvPr id="130" name="Shape 128"/>
          <p:cNvSpPr/>
          <p:nvPr/>
        </p:nvSpPr>
        <p:spPr>
          <a:xfrm flipV="1">
            <a:off x="2980944" y="2095805"/>
            <a:ext cx="91440" cy="91440"/>
          </a:xfrm>
          <a:prstGeom prst="line">
            <a:avLst/>
          </a:prstGeom>
          <a:noFill/>
          <a:ln w="15875">
            <a:solidFill>
              <a:srgbClr val="2A1F3D"/>
            </a:solidFill>
            <a:prstDash val="solid"/>
          </a:ln>
        </p:spPr>
      </p:sp>
      <p:sp>
        <p:nvSpPr>
          <p:cNvPr id="131" name="Shape 129"/>
          <p:cNvSpPr/>
          <p:nvPr/>
        </p:nvSpPr>
        <p:spPr>
          <a:xfrm>
            <a:off x="3877056" y="1866473"/>
            <a:ext cx="91440" cy="91440"/>
          </a:xfrm>
          <a:prstGeom prst="line">
            <a:avLst/>
          </a:prstGeom>
          <a:noFill/>
          <a:ln w="15875">
            <a:solidFill>
              <a:srgbClr val="2A1F3D"/>
            </a:solidFill>
            <a:prstDash val="solid"/>
          </a:ln>
        </p:spPr>
      </p:sp>
      <p:sp>
        <p:nvSpPr>
          <p:cNvPr id="132" name="Shape 130"/>
          <p:cNvSpPr/>
          <p:nvPr/>
        </p:nvSpPr>
        <p:spPr>
          <a:xfrm flipV="1">
            <a:off x="3877056" y="1866473"/>
            <a:ext cx="91440" cy="91440"/>
          </a:xfrm>
          <a:prstGeom prst="line">
            <a:avLst/>
          </a:prstGeom>
          <a:noFill/>
          <a:ln w="15875">
            <a:solidFill>
              <a:srgbClr val="2A1F3D"/>
            </a:solidFill>
            <a:prstDash val="solid"/>
          </a:ln>
        </p:spPr>
      </p:sp>
      <p:sp>
        <p:nvSpPr>
          <p:cNvPr id="133" name="Shape 131"/>
          <p:cNvSpPr/>
          <p:nvPr/>
        </p:nvSpPr>
        <p:spPr>
          <a:xfrm>
            <a:off x="4773168" y="1781983"/>
            <a:ext cx="91440" cy="91440"/>
          </a:xfrm>
          <a:prstGeom prst="line">
            <a:avLst/>
          </a:prstGeom>
          <a:noFill/>
          <a:ln w="15875">
            <a:solidFill>
              <a:srgbClr val="2A1F3D"/>
            </a:solidFill>
            <a:prstDash val="solid"/>
          </a:ln>
        </p:spPr>
      </p:sp>
      <p:sp>
        <p:nvSpPr>
          <p:cNvPr id="134" name="Shape 132"/>
          <p:cNvSpPr/>
          <p:nvPr/>
        </p:nvSpPr>
        <p:spPr>
          <a:xfrm flipV="1">
            <a:off x="4773168" y="1781983"/>
            <a:ext cx="91440" cy="91440"/>
          </a:xfrm>
          <a:prstGeom prst="line">
            <a:avLst/>
          </a:prstGeom>
          <a:noFill/>
          <a:ln w="15875">
            <a:solidFill>
              <a:srgbClr val="2A1F3D"/>
            </a:solidFill>
            <a:prstDash val="solid"/>
          </a:ln>
        </p:spPr>
      </p:sp>
      <p:sp>
        <p:nvSpPr>
          <p:cNvPr id="135" name="Shape 133"/>
          <p:cNvSpPr/>
          <p:nvPr/>
        </p:nvSpPr>
        <p:spPr>
          <a:xfrm>
            <a:off x="5669280" y="1745772"/>
            <a:ext cx="91440" cy="91440"/>
          </a:xfrm>
          <a:prstGeom prst="line">
            <a:avLst/>
          </a:prstGeom>
          <a:noFill/>
          <a:ln w="15875">
            <a:solidFill>
              <a:srgbClr val="2A1F3D"/>
            </a:solidFill>
            <a:prstDash val="solid"/>
          </a:ln>
        </p:spPr>
      </p:sp>
      <p:sp>
        <p:nvSpPr>
          <p:cNvPr id="136" name="Shape 134"/>
          <p:cNvSpPr/>
          <p:nvPr/>
        </p:nvSpPr>
        <p:spPr>
          <a:xfrm flipV="1">
            <a:off x="5669280" y="1745772"/>
            <a:ext cx="91440" cy="91440"/>
          </a:xfrm>
          <a:prstGeom prst="line">
            <a:avLst/>
          </a:prstGeom>
          <a:noFill/>
          <a:ln w="15875">
            <a:solidFill>
              <a:srgbClr val="2A1F3D"/>
            </a:solidFill>
            <a:prstDash val="solid"/>
          </a:ln>
        </p:spPr>
      </p:sp>
      <p:sp>
        <p:nvSpPr>
          <p:cNvPr id="137" name="Shape 135"/>
          <p:cNvSpPr/>
          <p:nvPr/>
        </p:nvSpPr>
        <p:spPr>
          <a:xfrm flipV="1">
            <a:off x="1234440" y="2757099"/>
            <a:ext cx="896112" cy="1677741"/>
          </a:xfrm>
          <a:prstGeom prst="line">
            <a:avLst/>
          </a:prstGeom>
          <a:noFill/>
          <a:ln w="19050">
            <a:solidFill>
              <a:srgbClr val="B8730A"/>
            </a:solidFill>
            <a:prstDash val="dash"/>
          </a:ln>
        </p:spPr>
      </p:sp>
      <p:sp>
        <p:nvSpPr>
          <p:cNvPr id="138" name="Shape 136"/>
          <p:cNvSpPr/>
          <p:nvPr/>
        </p:nvSpPr>
        <p:spPr>
          <a:xfrm flipV="1">
            <a:off x="2130552" y="2757099"/>
            <a:ext cx="91" cy="1677741"/>
          </a:xfrm>
          <a:prstGeom prst="line">
            <a:avLst/>
          </a:prstGeom>
          <a:noFill/>
          <a:ln w="15875">
            <a:solidFill>
              <a:srgbClr val="B8730A"/>
            </a:solidFill>
            <a:prstDash val="dash"/>
          </a:ln>
        </p:spPr>
      </p:sp>
      <p:sp>
        <p:nvSpPr>
          <p:cNvPr id="139" name="Text 137"/>
          <p:cNvSpPr/>
          <p:nvPr/>
        </p:nvSpPr>
        <p:spPr>
          <a:xfrm>
            <a:off x="2176272" y="3589934"/>
            <a:ext cx="1097280" cy="201168"/>
          </a:xfrm>
          <a:prstGeom prst="rect">
            <a:avLst/>
          </a:prstGeom>
          <a:noFill/>
          <a:ln/>
        </p:spPr>
        <p:txBody>
          <a:bodyPr wrap="square" lIns="0" tIns="0" rIns="0" bIns="0" rtlCol="0" anchor="ctr"/>
          <a:lstStyle/>
          <a:p>
            <a:pPr algn="l" indent="0" marL="0">
              <a:buNone/>
            </a:pPr>
            <a:r>
              <a:rPr lang="en-US" sz="1000" b="1" dirty="0">
                <a:solidFill>
                  <a:srgbClr val="B8730A"/>
                </a:solidFill>
                <a:latin typeface="Calibri" pitchFamily="34" charset="0"/>
                <a:ea typeface="Calibri" pitchFamily="34" charset="-122"/>
                <a:cs typeface="Calibri" pitchFamily="34" charset="-120"/>
              </a:rPr>
              <a:t>1.39 g in 60 s</a:t>
            </a:r>
            <a:endParaRPr lang="en-US" sz="1000" dirty="0"/>
          </a:p>
        </p:txBody>
      </p:sp>
      <p:sp>
        <p:nvSpPr>
          <p:cNvPr id="140" name="Text 138"/>
          <p:cNvSpPr/>
          <p:nvPr/>
        </p:nvSpPr>
        <p:spPr>
          <a:xfrm>
            <a:off x="2279904" y="1700784"/>
            <a:ext cx="1188720" cy="201168"/>
          </a:xfrm>
          <a:prstGeom prst="rect">
            <a:avLst/>
          </a:prstGeom>
          <a:noFill/>
          <a:ln/>
        </p:spPr>
        <p:txBody>
          <a:bodyPr wrap="square" lIns="0" tIns="0" rIns="0" bIns="0" rtlCol="0" anchor="ctr"/>
          <a:lstStyle/>
          <a:p>
            <a:pPr algn="l" indent="0" marL="0">
              <a:buNone/>
            </a:pPr>
            <a:r>
              <a:rPr lang="en-US" sz="1000" b="1" dirty="0">
                <a:solidFill>
                  <a:srgbClr val="2A1F3D"/>
                </a:solidFill>
                <a:latin typeface="Calibri" pitchFamily="34" charset="0"/>
                <a:ea typeface="Calibri" pitchFamily="34" charset="-122"/>
                <a:cs typeface="Calibri" pitchFamily="34" charset="-120"/>
              </a:rPr>
              <a:t>steep</a:t>
            </a:r>
            <a:r>
              <a:rPr lang="en-US" sz="1000" dirty="0">
                <a:solidFill>
                  <a:srgbClr val="2A1F3D"/>
                </a:solidFill>
                <a:latin typeface="Calibri" pitchFamily="34" charset="0"/>
                <a:ea typeface="Calibri" pitchFamily="34" charset="-122"/>
                <a:cs typeface="Calibri" pitchFamily="34" charset="-120"/>
              </a:rPr>
              <a:t>: fast at the start</a:t>
            </a:r>
            <a:endParaRPr lang="en-US" sz="1000" dirty="0"/>
          </a:p>
        </p:txBody>
      </p:sp>
      <p:sp>
        <p:nvSpPr>
          <p:cNvPr id="141" name="Text 139"/>
          <p:cNvSpPr/>
          <p:nvPr/>
        </p:nvSpPr>
        <p:spPr>
          <a:xfrm>
            <a:off x="3474720" y="2322576"/>
            <a:ext cx="1463040" cy="201168"/>
          </a:xfrm>
          <a:prstGeom prst="rect">
            <a:avLst/>
          </a:prstGeom>
          <a:noFill/>
          <a:ln/>
        </p:spPr>
        <p:txBody>
          <a:bodyPr wrap="square" lIns="0" tIns="0" rIns="0" bIns="0" rtlCol="0" anchor="ctr"/>
          <a:lstStyle/>
          <a:p>
            <a:pPr algn="l" indent="0" marL="0">
              <a:buNone/>
            </a:pPr>
            <a:r>
              <a:rPr lang="en-US" sz="1000" dirty="0">
                <a:solidFill>
                  <a:srgbClr val="2A1F3D"/>
                </a:solidFill>
                <a:latin typeface="Calibri" pitchFamily="34" charset="0"/>
                <a:ea typeface="Calibri" pitchFamily="34" charset="-122"/>
                <a:cs typeface="Calibri" pitchFamily="34" charset="-120"/>
              </a:rPr>
              <a:t>less steep: </a:t>
            </a:r>
            <a:r>
              <a:rPr lang="en-US" sz="1000" b="1" dirty="0">
                <a:solidFill>
                  <a:srgbClr val="2A1F3D"/>
                </a:solidFill>
                <a:latin typeface="Calibri" pitchFamily="34" charset="0"/>
                <a:ea typeface="Calibri" pitchFamily="34" charset="-122"/>
                <a:cs typeface="Calibri" pitchFamily="34" charset="-120"/>
              </a:rPr>
              <a:t>slowing</a:t>
            </a:r>
            <a:endParaRPr lang="en-US" sz="1000" dirty="0"/>
          </a:p>
        </p:txBody>
      </p:sp>
      <p:sp>
        <p:nvSpPr>
          <p:cNvPr id="142" name="Text 140"/>
          <p:cNvSpPr/>
          <p:nvPr/>
        </p:nvSpPr>
        <p:spPr>
          <a:xfrm>
            <a:off x="4146804" y="1529243"/>
            <a:ext cx="1325880" cy="201168"/>
          </a:xfrm>
          <a:prstGeom prst="rect">
            <a:avLst/>
          </a:prstGeom>
          <a:noFill/>
          <a:ln/>
        </p:spPr>
        <p:txBody>
          <a:bodyPr wrap="square" lIns="0" tIns="0" rIns="0" bIns="0" rtlCol="0" anchor="ctr"/>
          <a:lstStyle/>
          <a:p>
            <a:pPr algn="l" indent="0" marL="0">
              <a:buNone/>
            </a:pPr>
            <a:r>
              <a:rPr lang="en-US" sz="1000" b="1" dirty="0">
                <a:solidFill>
                  <a:srgbClr val="2A1F3D"/>
                </a:solidFill>
                <a:latin typeface="Calibri" pitchFamily="34" charset="0"/>
                <a:ea typeface="Calibri" pitchFamily="34" charset="-122"/>
                <a:cs typeface="Calibri" pitchFamily="34" charset="-120"/>
              </a:rPr>
              <a:t>flat</a:t>
            </a:r>
            <a:r>
              <a:rPr lang="en-US" sz="1000" dirty="0">
                <a:solidFill>
                  <a:srgbClr val="2A1F3D"/>
                </a:solidFill>
                <a:latin typeface="Calibri" pitchFamily="34" charset="0"/>
                <a:ea typeface="Calibri" pitchFamily="34" charset="-122"/>
                <a:cs typeface="Calibri" pitchFamily="34" charset="-120"/>
              </a:rPr>
              <a:t>: reaction over</a:t>
            </a:r>
            <a:endParaRPr lang="en-US" sz="1000" dirty="0"/>
          </a:p>
        </p:txBody>
      </p:sp>
      <p:sp>
        <p:nvSpPr>
          <p:cNvPr id="143" name="Shape 141"/>
          <p:cNvSpPr/>
          <p:nvPr/>
        </p:nvSpPr>
        <p:spPr>
          <a:xfrm>
            <a:off x="6217920" y="1188720"/>
            <a:ext cx="5562295" cy="3200400"/>
          </a:xfrm>
          <a:prstGeom prst="roundRect">
            <a:avLst>
              <a:gd name="adj" fmla="val 1714"/>
            </a:avLst>
          </a:prstGeom>
          <a:solidFill>
            <a:srgbClr val="F8F5FC"/>
          </a:solidFill>
          <a:ln w="9525">
            <a:solidFill>
              <a:srgbClr val="DDD3EC"/>
            </a:solidFill>
            <a:prstDash val="solid"/>
          </a:ln>
        </p:spPr>
      </p:sp>
      <p:sp>
        <p:nvSpPr>
          <p:cNvPr id="144" name="Text 142"/>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Reading a rate graph</a:t>
            </a:r>
            <a:endParaRPr lang="en-US" sz="1300" dirty="0"/>
          </a:p>
        </p:txBody>
      </p:sp>
      <p:sp>
        <p:nvSpPr>
          <p:cNvPr id="145" name="Text 143"/>
          <p:cNvSpPr/>
          <p:nvPr/>
        </p:nvSpPr>
        <p:spPr>
          <a:xfrm>
            <a:off x="6382512" y="1609344"/>
            <a:ext cx="5233111" cy="270662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a:t>
            </a:r>
            <a:r>
              <a:rPr lang="en-US" sz="1100" b="1" dirty="0">
                <a:solidFill>
                  <a:srgbClr val="262B3A"/>
                </a:solidFill>
                <a:latin typeface="Calibri" pitchFamily="34" charset="0"/>
                <a:ea typeface="Calibri" pitchFamily="34" charset="-122"/>
                <a:cs typeface="Calibri" pitchFamily="34" charset="-120"/>
              </a:rPr>
              <a:t>steeper</a:t>
            </a:r>
            <a:r>
              <a:rPr lang="en-US" sz="1100" dirty="0">
                <a:solidFill>
                  <a:srgbClr val="262B3A"/>
                </a:solidFill>
                <a:latin typeface="Calibri" pitchFamily="34" charset="0"/>
                <a:ea typeface="Calibri" pitchFamily="34" charset="-122"/>
                <a:cs typeface="Calibri" pitchFamily="34" charset="-120"/>
              </a:rPr>
              <a:t> the line, the </a:t>
            </a:r>
            <a:r>
              <a:rPr lang="en-US" sz="1100" b="1" dirty="0">
                <a:solidFill>
                  <a:srgbClr val="262B3A"/>
                </a:solidFill>
                <a:latin typeface="Calibri" pitchFamily="34" charset="0"/>
                <a:ea typeface="Calibri" pitchFamily="34" charset="-122"/>
                <a:cs typeface="Calibri" pitchFamily="34" charset="-120"/>
              </a:rPr>
              <a:t>faster</a:t>
            </a:r>
            <a:r>
              <a:rPr lang="en-US" sz="1100" dirty="0">
                <a:solidFill>
                  <a:srgbClr val="262B3A"/>
                </a:solidFill>
                <a:latin typeface="Calibri" pitchFamily="34" charset="0"/>
                <a:ea typeface="Calibri" pitchFamily="34" charset="-122"/>
                <a:cs typeface="Calibri" pitchFamily="34" charset="-120"/>
              </a:rPr>
              <a:t> the reaction. The </a:t>
            </a:r>
            <a:r>
              <a:rPr lang="en-US" sz="1100" b="1" dirty="0">
                <a:solidFill>
                  <a:srgbClr val="262B3A"/>
                </a:solidFill>
                <a:latin typeface="Calibri" pitchFamily="34" charset="0"/>
                <a:ea typeface="Calibri" pitchFamily="34" charset="-122"/>
                <a:cs typeface="Calibri" pitchFamily="34" charset="-120"/>
              </a:rPr>
              <a:t>gradient</a:t>
            </a:r>
            <a:r>
              <a:rPr lang="en-US" sz="1100" dirty="0">
                <a:solidFill>
                  <a:srgbClr val="262B3A"/>
                </a:solidFill>
                <a:latin typeface="Calibri" pitchFamily="34" charset="0"/>
                <a:ea typeface="Calibri" pitchFamily="34" charset="-122"/>
                <a:cs typeface="Calibri" pitchFamily="34" charset="-120"/>
              </a:rPr>
              <a:t> is the rate.</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Rate is </a:t>
            </a:r>
            <a:r>
              <a:rPr lang="en-US" sz="1100" b="1" dirty="0">
                <a:solidFill>
                  <a:srgbClr val="262B3A"/>
                </a:solidFill>
                <a:latin typeface="Calibri" pitchFamily="34" charset="0"/>
                <a:ea typeface="Calibri" pitchFamily="34" charset="-122"/>
                <a:cs typeface="Calibri" pitchFamily="34" charset="-120"/>
              </a:rPr>
              <a:t>fastest at the start</a:t>
            </a:r>
            <a:r>
              <a:rPr lang="en-US" sz="1100" dirty="0">
                <a:solidFill>
                  <a:srgbClr val="262B3A"/>
                </a:solidFill>
                <a:latin typeface="Calibri" pitchFamily="34" charset="0"/>
                <a:ea typeface="Calibri" pitchFamily="34" charset="-122"/>
                <a:cs typeface="Calibri" pitchFamily="34" charset="-120"/>
              </a:rPr>
              <a:t>, when there are most reactant particles; it </a:t>
            </a:r>
            <a:r>
              <a:rPr lang="en-US" sz="1100" b="1" dirty="0">
                <a:solidFill>
                  <a:srgbClr val="262B3A"/>
                </a:solidFill>
                <a:latin typeface="Calibri" pitchFamily="34" charset="0"/>
                <a:ea typeface="Calibri" pitchFamily="34" charset="-122"/>
                <a:cs typeface="Calibri" pitchFamily="34" charset="-120"/>
              </a:rPr>
              <a:t>slows</a:t>
            </a:r>
            <a:r>
              <a:rPr lang="en-US" sz="1100" dirty="0">
                <a:solidFill>
                  <a:srgbClr val="262B3A"/>
                </a:solidFill>
                <a:latin typeface="Calibri" pitchFamily="34" charset="0"/>
                <a:ea typeface="Calibri" pitchFamily="34" charset="-122"/>
                <a:cs typeface="Calibri" pitchFamily="34" charset="-120"/>
              </a:rPr>
              <a:t> as they are used up.</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line goes </a:t>
            </a:r>
            <a:r>
              <a:rPr lang="en-US" sz="1100" b="1" dirty="0">
                <a:solidFill>
                  <a:srgbClr val="262B3A"/>
                </a:solidFill>
                <a:latin typeface="Calibri" pitchFamily="34" charset="0"/>
                <a:ea typeface="Calibri" pitchFamily="34" charset="-122"/>
                <a:cs typeface="Calibri" pitchFamily="34" charset="-120"/>
              </a:rPr>
              <a:t>flat</a:t>
            </a:r>
            <a:r>
              <a:rPr lang="en-US" sz="1100" dirty="0">
                <a:solidFill>
                  <a:srgbClr val="262B3A"/>
                </a:solidFill>
                <a:latin typeface="Calibri" pitchFamily="34" charset="0"/>
                <a:ea typeface="Calibri" pitchFamily="34" charset="-122"/>
                <a:cs typeface="Calibri" pitchFamily="34" charset="-120"/>
              </a:rPr>
              <a:t> when one reactant is </a:t>
            </a:r>
            <a:r>
              <a:rPr lang="en-US" sz="1100" b="1" dirty="0">
                <a:solidFill>
                  <a:srgbClr val="262B3A"/>
                </a:solidFill>
                <a:latin typeface="Calibri" pitchFamily="34" charset="0"/>
                <a:ea typeface="Calibri" pitchFamily="34" charset="-122"/>
                <a:cs typeface="Calibri" pitchFamily="34" charset="-120"/>
              </a:rPr>
              <a:t>used up</a:t>
            </a:r>
            <a:r>
              <a:rPr lang="en-US" sz="1100" dirty="0">
                <a:solidFill>
                  <a:srgbClr val="262B3A"/>
                </a:solidFill>
                <a:latin typeface="Calibri" pitchFamily="34" charset="0"/>
                <a:ea typeface="Calibri" pitchFamily="34" charset="-122"/>
                <a:cs typeface="Calibri" pitchFamily="34" charset="-120"/>
              </a:rPr>
              <a:t>: the reaction has stopped.</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Mean rate</a:t>
            </a:r>
            <a:r>
              <a:rPr lang="en-US" sz="1100" dirty="0">
                <a:solidFill>
                  <a:srgbClr val="262B3A"/>
                </a:solidFill>
                <a:latin typeface="Calibri" pitchFamily="34" charset="0"/>
                <a:ea typeface="Calibri" pitchFamily="34" charset="-122"/>
                <a:cs typeface="Calibri" pitchFamily="34" charset="-120"/>
              </a:rPr>
              <a:t> = amount of product formed ÷ time taken. Units: </a:t>
            </a:r>
            <a:r>
              <a:rPr lang="en-US" sz="1100" b="1" dirty="0">
                <a:solidFill>
                  <a:srgbClr val="262B3A"/>
                </a:solidFill>
                <a:latin typeface="Calibri" pitchFamily="34" charset="0"/>
                <a:ea typeface="Calibri" pitchFamily="34" charset="-122"/>
                <a:cs typeface="Calibri" pitchFamily="34" charset="-120"/>
              </a:rPr>
              <a:t>g/s</a:t>
            </a:r>
            <a:r>
              <a:rPr lang="en-US" sz="1100" dirty="0">
                <a:solidFill>
                  <a:srgbClr val="262B3A"/>
                </a:solidFill>
                <a:latin typeface="Calibri" pitchFamily="34" charset="0"/>
                <a:ea typeface="Calibri" pitchFamily="34" charset="-122"/>
                <a:cs typeface="Calibri" pitchFamily="34" charset="-120"/>
              </a:rPr>
              <a:t> or </a:t>
            </a:r>
            <a:r>
              <a:rPr lang="en-US" sz="1100" b="1" dirty="0">
                <a:solidFill>
                  <a:srgbClr val="262B3A"/>
                </a:solidFill>
                <a:latin typeface="Calibri" pitchFamily="34" charset="0"/>
                <a:ea typeface="Calibri" pitchFamily="34" charset="-122"/>
                <a:cs typeface="Calibri" pitchFamily="34" charset="-120"/>
              </a:rPr>
              <a:t>cm³/s</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C8414C"/>
                </a:solidFill>
                <a:latin typeface="Calibri" pitchFamily="34" charset="0"/>
                <a:ea typeface="Calibri" pitchFamily="34" charset="-122"/>
                <a:cs typeface="Calibri" pitchFamily="34" charset="-120"/>
              </a:rPr>
              <a:t>HT</a:t>
            </a:r>
            <a:r>
              <a:rPr lang="en-US" sz="1100" dirty="0">
                <a:solidFill>
                  <a:srgbClr val="262B3A"/>
                </a:solidFill>
                <a:latin typeface="Calibri" pitchFamily="34" charset="0"/>
                <a:ea typeface="Calibri" pitchFamily="34" charset="-122"/>
                <a:cs typeface="Calibri" pitchFamily="34" charset="-120"/>
              </a:rPr>
              <a:t> You can also give rate in </a:t>
            </a:r>
            <a:r>
              <a:rPr lang="en-US" sz="1100" b="1" dirty="0">
                <a:solidFill>
                  <a:srgbClr val="262B3A"/>
                </a:solidFill>
                <a:latin typeface="Calibri" pitchFamily="34" charset="0"/>
                <a:ea typeface="Calibri" pitchFamily="34" charset="-122"/>
                <a:cs typeface="Calibri" pitchFamily="34" charset="-120"/>
              </a:rPr>
              <a:t>mol/s</a:t>
            </a:r>
            <a:r>
              <a:rPr lang="en-US" sz="1100" dirty="0">
                <a:solidFill>
                  <a:srgbClr val="262B3A"/>
                </a:solidFill>
                <a:latin typeface="Calibri" pitchFamily="34" charset="0"/>
                <a:ea typeface="Calibri" pitchFamily="34" charset="-122"/>
                <a:cs typeface="Calibri" pitchFamily="34" charset="-120"/>
              </a:rPr>
              <a:t>: convert the mass to moles first.</a:t>
            </a:r>
            <a:endParaRPr lang="en-US" sz="1100" dirty="0"/>
          </a:p>
        </p:txBody>
      </p:sp>
      <p:sp>
        <p:nvSpPr>
          <p:cNvPr id="146" name="Shape 144"/>
          <p:cNvSpPr/>
          <p:nvPr/>
        </p:nvSpPr>
        <p:spPr>
          <a:xfrm>
            <a:off x="6217920" y="4526280"/>
            <a:ext cx="5562295" cy="1188720"/>
          </a:xfrm>
          <a:prstGeom prst="roundRect">
            <a:avLst>
              <a:gd name="adj" fmla="val 4615"/>
            </a:avLst>
          </a:prstGeom>
          <a:solidFill>
            <a:srgbClr val="FFF4E0"/>
          </a:solidFill>
          <a:ln w="9525">
            <a:solidFill>
              <a:srgbClr val="F1D9A8"/>
            </a:solidFill>
            <a:prstDash val="solid"/>
          </a:ln>
        </p:spPr>
      </p:sp>
      <p:sp>
        <p:nvSpPr>
          <p:cNvPr id="147" name="Text 145"/>
          <p:cNvSpPr/>
          <p:nvPr/>
        </p:nvSpPr>
        <p:spPr>
          <a:xfrm>
            <a:off x="6382512" y="45994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mean rate</a:t>
            </a:r>
            <a:endParaRPr lang="en-US" sz="1300" dirty="0"/>
          </a:p>
        </p:txBody>
      </p:sp>
      <p:sp>
        <p:nvSpPr>
          <p:cNvPr id="148" name="Text 146"/>
          <p:cNvSpPr/>
          <p:nvPr/>
        </p:nvSpPr>
        <p:spPr>
          <a:xfrm>
            <a:off x="6382512" y="4910328"/>
            <a:ext cx="5233111" cy="7315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Mean rate over the first 60 s?</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Read graph   </a:t>
            </a:r>
            <a:r>
              <a:rPr lang="en-US" sz="1050" dirty="0">
                <a:solidFill>
                  <a:srgbClr val="262B3A"/>
                </a:solidFill>
                <a:latin typeface="Calibri" pitchFamily="34" charset="0"/>
                <a:ea typeface="Calibri" pitchFamily="34" charset="-122"/>
                <a:cs typeface="Calibri" pitchFamily="34" charset="-120"/>
              </a:rPr>
              <a:t>1.39 g of CO₂ lost in 60 s</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1.39 ÷ 60 = </a:t>
            </a:r>
            <a:r>
              <a:rPr lang="en-US" sz="1050" b="1" dirty="0">
                <a:solidFill>
                  <a:srgbClr val="C8414C"/>
                </a:solidFill>
                <a:latin typeface="Calibri" pitchFamily="34" charset="0"/>
                <a:ea typeface="Calibri" pitchFamily="34" charset="-122"/>
                <a:cs typeface="Calibri" pitchFamily="34" charset="-120"/>
              </a:rPr>
              <a:t>0.023 g/s</a:t>
            </a:r>
            <a:r>
              <a:rPr lang="en-US" sz="1050" b="1" dirty="0">
                <a:solidFill>
                  <a:srgbClr val="C8414C"/>
                </a:solidFill>
                <a:latin typeface="Calibri" pitchFamily="34" charset="0"/>
                <a:ea typeface="Calibri" pitchFamily="34" charset="-122"/>
                <a:cs typeface="Calibri" pitchFamily="34" charset="-120"/>
              </a:rPr>
              <a:t> (2 s.f.)</a:t>
            </a:r>
            <a:endParaRPr lang="en-US" sz="1050" dirty="0"/>
          </a:p>
        </p:txBody>
      </p:sp>
      <p:sp>
        <p:nvSpPr>
          <p:cNvPr id="149" name="Shape 147"/>
          <p:cNvSpPr/>
          <p:nvPr/>
        </p:nvSpPr>
        <p:spPr>
          <a:xfrm>
            <a:off x="411480" y="5833872"/>
            <a:ext cx="11368735" cy="530352"/>
          </a:xfrm>
          <a:prstGeom prst="rect">
            <a:avLst/>
          </a:prstGeom>
          <a:solidFill>
            <a:srgbClr val="FFF4E0"/>
          </a:solidFill>
          <a:ln w="6350">
            <a:solidFill>
              <a:srgbClr val="F1D9A8"/>
            </a:solidFill>
            <a:prstDash val="solid"/>
          </a:ln>
        </p:spPr>
      </p:sp>
      <p:sp>
        <p:nvSpPr>
          <p:cNvPr id="150" name="Shape 148"/>
          <p:cNvSpPr/>
          <p:nvPr/>
        </p:nvSpPr>
        <p:spPr>
          <a:xfrm>
            <a:off x="411480" y="5833872"/>
            <a:ext cx="82296" cy="530352"/>
          </a:xfrm>
          <a:prstGeom prst="rect">
            <a:avLst/>
          </a:prstGeom>
          <a:solidFill>
            <a:srgbClr val="E39A2F"/>
          </a:solidFill>
          <a:ln w="12700">
            <a:solidFill>
              <a:srgbClr val="E39A2F"/>
            </a:solidFill>
            <a:prstDash val="solid"/>
          </a:ln>
        </p:spPr>
      </p:sp>
      <p:sp>
        <p:nvSpPr>
          <p:cNvPr id="151" name="Text 149"/>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Use the graph: calculate the mean rate over the </a:t>
            </a:r>
            <a:r>
              <a:rPr lang="en-US" sz="1150" b="1" dirty="0">
                <a:solidFill>
                  <a:srgbClr val="262B3A"/>
                </a:solidFill>
                <a:latin typeface="Calibri" pitchFamily="34" charset="0"/>
                <a:ea typeface="Calibri" pitchFamily="34" charset="-122"/>
                <a:cs typeface="Calibri" pitchFamily="34" charset="-120"/>
              </a:rPr>
              <a:t>first 30 s</a:t>
            </a:r>
            <a:r>
              <a:rPr lang="en-US" sz="1150" dirty="0">
                <a:solidFill>
                  <a:srgbClr val="262B3A"/>
                </a:solidFill>
                <a:latin typeface="Calibri" pitchFamily="34" charset="0"/>
                <a:ea typeface="Calibri" pitchFamily="34" charset="-122"/>
                <a:cs typeface="Calibri" pitchFamily="34" charset="-120"/>
              </a:rPr>
              <a:t>. Is it bigger or smaller than the mean rate over </a:t>
            </a:r>
            <a:r>
              <a:rPr lang="en-US" sz="1150" b="1" dirty="0">
                <a:solidFill>
                  <a:srgbClr val="262B3A"/>
                </a:solidFill>
                <a:latin typeface="Calibri" pitchFamily="34" charset="0"/>
                <a:ea typeface="Calibri" pitchFamily="34" charset="-122"/>
                <a:cs typeface="Calibri" pitchFamily="34" charset="-120"/>
              </a:rPr>
              <a:t>0–300 s</a:t>
            </a:r>
            <a:r>
              <a:rPr lang="en-US" sz="1150" dirty="0">
                <a:solidFill>
                  <a:srgbClr val="262B3A"/>
                </a:solidFill>
                <a:latin typeface="Calibri" pitchFamily="34" charset="0"/>
                <a:ea typeface="Calibri" pitchFamily="34" charset="-122"/>
                <a:cs typeface="Calibri" pitchFamily="34" charset="-120"/>
              </a:rPr>
              <a:t>? Why?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Rate at a given time: tangents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C6.2.10 • HT: the gradient of a tangent to the curve is the rate at that time</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C6.2 How do chemists control the rate of reactions?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C6.2.10  |  7</a:t>
            </a:r>
            <a:endParaRPr lang="en-US" sz="1000" dirty="0"/>
          </a:p>
        </p:txBody>
      </p:sp>
      <p:sp>
        <p:nvSpPr>
          <p:cNvPr id="10" name="Shape 8"/>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Mg + 1.0 mol/dm³ HCl; tangent drawn at 20 s (illustrative data, to scale)</a:t>
            </a:r>
            <a:endParaRPr lang="en-US" sz="1000" dirty="0"/>
          </a:p>
        </p:txBody>
      </p:sp>
      <p:sp>
        <p:nvSpPr>
          <p:cNvPr id="12" name="Shape 10"/>
          <p:cNvSpPr/>
          <p:nvPr/>
        </p:nvSpPr>
        <p:spPr>
          <a:xfrm>
            <a:off x="1234440" y="1417320"/>
            <a:ext cx="4480560" cy="3017520"/>
          </a:xfrm>
          <a:prstGeom prst="rect">
            <a:avLst/>
          </a:prstGeom>
          <a:solidFill>
            <a:srgbClr val="FFFFFF"/>
          </a:solidFill>
          <a:ln/>
        </p:spPr>
      </p:sp>
      <p:sp>
        <p:nvSpPr>
          <p:cNvPr id="13" name="Shape 11"/>
          <p:cNvSpPr/>
          <p:nvPr/>
        </p:nvSpPr>
        <p:spPr>
          <a:xfrm>
            <a:off x="1234440" y="1417320"/>
            <a:ext cx="91" cy="3017520"/>
          </a:xfrm>
          <a:prstGeom prst="line">
            <a:avLst/>
          </a:prstGeom>
          <a:noFill/>
          <a:ln w="6350">
            <a:solidFill>
              <a:srgbClr val="D6CBE8"/>
            </a:solidFill>
            <a:prstDash val="solid"/>
          </a:ln>
        </p:spPr>
      </p:sp>
      <p:sp>
        <p:nvSpPr>
          <p:cNvPr id="14" name="Shape 12"/>
          <p:cNvSpPr/>
          <p:nvPr/>
        </p:nvSpPr>
        <p:spPr>
          <a:xfrm>
            <a:off x="1607820" y="1417320"/>
            <a:ext cx="91" cy="3017520"/>
          </a:xfrm>
          <a:prstGeom prst="line">
            <a:avLst/>
          </a:prstGeom>
          <a:noFill/>
          <a:ln w="6350">
            <a:solidFill>
              <a:srgbClr val="EEE9F6"/>
            </a:solidFill>
            <a:prstDash val="solid"/>
          </a:ln>
        </p:spPr>
      </p:sp>
      <p:sp>
        <p:nvSpPr>
          <p:cNvPr id="15" name="Shape 13"/>
          <p:cNvSpPr/>
          <p:nvPr/>
        </p:nvSpPr>
        <p:spPr>
          <a:xfrm>
            <a:off x="1981200" y="1417320"/>
            <a:ext cx="91" cy="3017520"/>
          </a:xfrm>
          <a:prstGeom prst="line">
            <a:avLst/>
          </a:prstGeom>
          <a:noFill/>
          <a:ln w="6350">
            <a:solidFill>
              <a:srgbClr val="D6CBE8"/>
            </a:solidFill>
            <a:prstDash val="solid"/>
          </a:ln>
        </p:spPr>
      </p:sp>
      <p:sp>
        <p:nvSpPr>
          <p:cNvPr id="16" name="Shape 14"/>
          <p:cNvSpPr/>
          <p:nvPr/>
        </p:nvSpPr>
        <p:spPr>
          <a:xfrm>
            <a:off x="2354580" y="1417320"/>
            <a:ext cx="91" cy="3017520"/>
          </a:xfrm>
          <a:prstGeom prst="line">
            <a:avLst/>
          </a:prstGeom>
          <a:noFill/>
          <a:ln w="6350">
            <a:solidFill>
              <a:srgbClr val="EEE9F6"/>
            </a:solidFill>
            <a:prstDash val="solid"/>
          </a:ln>
        </p:spPr>
      </p:sp>
      <p:sp>
        <p:nvSpPr>
          <p:cNvPr id="17" name="Shape 15"/>
          <p:cNvSpPr/>
          <p:nvPr/>
        </p:nvSpPr>
        <p:spPr>
          <a:xfrm>
            <a:off x="2727960" y="1417320"/>
            <a:ext cx="91" cy="3017520"/>
          </a:xfrm>
          <a:prstGeom prst="line">
            <a:avLst/>
          </a:prstGeom>
          <a:noFill/>
          <a:ln w="6350">
            <a:solidFill>
              <a:srgbClr val="D6CBE8"/>
            </a:solidFill>
            <a:prstDash val="solid"/>
          </a:ln>
        </p:spPr>
      </p:sp>
      <p:sp>
        <p:nvSpPr>
          <p:cNvPr id="18" name="Shape 16"/>
          <p:cNvSpPr/>
          <p:nvPr/>
        </p:nvSpPr>
        <p:spPr>
          <a:xfrm>
            <a:off x="3101340" y="1417320"/>
            <a:ext cx="91" cy="3017520"/>
          </a:xfrm>
          <a:prstGeom prst="line">
            <a:avLst/>
          </a:prstGeom>
          <a:noFill/>
          <a:ln w="6350">
            <a:solidFill>
              <a:srgbClr val="EEE9F6"/>
            </a:solidFill>
            <a:prstDash val="solid"/>
          </a:ln>
        </p:spPr>
      </p:sp>
      <p:sp>
        <p:nvSpPr>
          <p:cNvPr id="19" name="Shape 17"/>
          <p:cNvSpPr/>
          <p:nvPr/>
        </p:nvSpPr>
        <p:spPr>
          <a:xfrm>
            <a:off x="3474720" y="1417320"/>
            <a:ext cx="91" cy="3017520"/>
          </a:xfrm>
          <a:prstGeom prst="line">
            <a:avLst/>
          </a:prstGeom>
          <a:noFill/>
          <a:ln w="6350">
            <a:solidFill>
              <a:srgbClr val="D6CBE8"/>
            </a:solidFill>
            <a:prstDash val="solid"/>
          </a:ln>
        </p:spPr>
      </p:sp>
      <p:sp>
        <p:nvSpPr>
          <p:cNvPr id="20" name="Shape 18"/>
          <p:cNvSpPr/>
          <p:nvPr/>
        </p:nvSpPr>
        <p:spPr>
          <a:xfrm>
            <a:off x="3848100" y="1417320"/>
            <a:ext cx="91" cy="3017520"/>
          </a:xfrm>
          <a:prstGeom prst="line">
            <a:avLst/>
          </a:prstGeom>
          <a:noFill/>
          <a:ln w="6350">
            <a:solidFill>
              <a:srgbClr val="EEE9F6"/>
            </a:solidFill>
            <a:prstDash val="solid"/>
          </a:ln>
        </p:spPr>
      </p:sp>
      <p:sp>
        <p:nvSpPr>
          <p:cNvPr id="21" name="Shape 19"/>
          <p:cNvSpPr/>
          <p:nvPr/>
        </p:nvSpPr>
        <p:spPr>
          <a:xfrm>
            <a:off x="4221480" y="1417320"/>
            <a:ext cx="91" cy="3017520"/>
          </a:xfrm>
          <a:prstGeom prst="line">
            <a:avLst/>
          </a:prstGeom>
          <a:noFill/>
          <a:ln w="6350">
            <a:solidFill>
              <a:srgbClr val="D6CBE8"/>
            </a:solidFill>
            <a:prstDash val="solid"/>
          </a:ln>
        </p:spPr>
      </p:sp>
      <p:sp>
        <p:nvSpPr>
          <p:cNvPr id="22" name="Shape 20"/>
          <p:cNvSpPr/>
          <p:nvPr/>
        </p:nvSpPr>
        <p:spPr>
          <a:xfrm>
            <a:off x="4594860" y="1417320"/>
            <a:ext cx="91" cy="3017520"/>
          </a:xfrm>
          <a:prstGeom prst="line">
            <a:avLst/>
          </a:prstGeom>
          <a:noFill/>
          <a:ln w="6350">
            <a:solidFill>
              <a:srgbClr val="EEE9F6"/>
            </a:solidFill>
            <a:prstDash val="solid"/>
          </a:ln>
        </p:spPr>
      </p:sp>
      <p:sp>
        <p:nvSpPr>
          <p:cNvPr id="23" name="Shape 21"/>
          <p:cNvSpPr/>
          <p:nvPr/>
        </p:nvSpPr>
        <p:spPr>
          <a:xfrm>
            <a:off x="4968240" y="1417320"/>
            <a:ext cx="91" cy="3017520"/>
          </a:xfrm>
          <a:prstGeom prst="line">
            <a:avLst/>
          </a:prstGeom>
          <a:noFill/>
          <a:ln w="6350">
            <a:solidFill>
              <a:srgbClr val="D6CBE8"/>
            </a:solidFill>
            <a:prstDash val="solid"/>
          </a:ln>
        </p:spPr>
      </p:sp>
      <p:sp>
        <p:nvSpPr>
          <p:cNvPr id="24" name="Shape 22"/>
          <p:cNvSpPr/>
          <p:nvPr/>
        </p:nvSpPr>
        <p:spPr>
          <a:xfrm>
            <a:off x="5341620" y="1417320"/>
            <a:ext cx="91" cy="3017520"/>
          </a:xfrm>
          <a:prstGeom prst="line">
            <a:avLst/>
          </a:prstGeom>
          <a:noFill/>
          <a:ln w="6350">
            <a:solidFill>
              <a:srgbClr val="EEE9F6"/>
            </a:solidFill>
            <a:prstDash val="solid"/>
          </a:ln>
        </p:spPr>
      </p:sp>
      <p:sp>
        <p:nvSpPr>
          <p:cNvPr id="25" name="Shape 23"/>
          <p:cNvSpPr/>
          <p:nvPr/>
        </p:nvSpPr>
        <p:spPr>
          <a:xfrm>
            <a:off x="5715000" y="1417320"/>
            <a:ext cx="91" cy="3017520"/>
          </a:xfrm>
          <a:prstGeom prst="line">
            <a:avLst/>
          </a:prstGeom>
          <a:noFill/>
          <a:ln w="6350">
            <a:solidFill>
              <a:srgbClr val="D6CBE8"/>
            </a:solidFill>
            <a:prstDash val="solid"/>
          </a:ln>
        </p:spPr>
      </p:sp>
      <p:sp>
        <p:nvSpPr>
          <p:cNvPr id="26" name="Shape 24"/>
          <p:cNvSpPr/>
          <p:nvPr/>
        </p:nvSpPr>
        <p:spPr>
          <a:xfrm>
            <a:off x="1234440" y="4434840"/>
            <a:ext cx="4480560" cy="91"/>
          </a:xfrm>
          <a:prstGeom prst="line">
            <a:avLst/>
          </a:prstGeom>
          <a:noFill/>
          <a:ln w="6350">
            <a:solidFill>
              <a:srgbClr val="D6CBE8"/>
            </a:solidFill>
            <a:prstDash val="solid"/>
          </a:ln>
        </p:spPr>
      </p:sp>
      <p:sp>
        <p:nvSpPr>
          <p:cNvPr id="27" name="Shape 25"/>
          <p:cNvSpPr/>
          <p:nvPr/>
        </p:nvSpPr>
        <p:spPr>
          <a:xfrm>
            <a:off x="1234440" y="4133088"/>
            <a:ext cx="4480560" cy="91"/>
          </a:xfrm>
          <a:prstGeom prst="line">
            <a:avLst/>
          </a:prstGeom>
          <a:noFill/>
          <a:ln w="6350">
            <a:solidFill>
              <a:srgbClr val="EEE9F6"/>
            </a:solidFill>
            <a:prstDash val="solid"/>
          </a:ln>
        </p:spPr>
      </p:sp>
      <p:sp>
        <p:nvSpPr>
          <p:cNvPr id="28" name="Shape 26"/>
          <p:cNvSpPr/>
          <p:nvPr/>
        </p:nvSpPr>
        <p:spPr>
          <a:xfrm>
            <a:off x="1234440" y="3831336"/>
            <a:ext cx="4480560" cy="91"/>
          </a:xfrm>
          <a:prstGeom prst="line">
            <a:avLst/>
          </a:prstGeom>
          <a:noFill/>
          <a:ln w="6350">
            <a:solidFill>
              <a:srgbClr val="D6CBE8"/>
            </a:solidFill>
            <a:prstDash val="solid"/>
          </a:ln>
        </p:spPr>
      </p:sp>
      <p:sp>
        <p:nvSpPr>
          <p:cNvPr id="29" name="Shape 27"/>
          <p:cNvSpPr/>
          <p:nvPr/>
        </p:nvSpPr>
        <p:spPr>
          <a:xfrm>
            <a:off x="1234440" y="3529584"/>
            <a:ext cx="4480560" cy="91"/>
          </a:xfrm>
          <a:prstGeom prst="line">
            <a:avLst/>
          </a:prstGeom>
          <a:noFill/>
          <a:ln w="6350">
            <a:solidFill>
              <a:srgbClr val="EEE9F6"/>
            </a:solidFill>
            <a:prstDash val="solid"/>
          </a:ln>
        </p:spPr>
      </p:sp>
      <p:sp>
        <p:nvSpPr>
          <p:cNvPr id="30" name="Shape 28"/>
          <p:cNvSpPr/>
          <p:nvPr/>
        </p:nvSpPr>
        <p:spPr>
          <a:xfrm>
            <a:off x="1234440" y="3227832"/>
            <a:ext cx="4480560" cy="91"/>
          </a:xfrm>
          <a:prstGeom prst="line">
            <a:avLst/>
          </a:prstGeom>
          <a:noFill/>
          <a:ln w="6350">
            <a:solidFill>
              <a:srgbClr val="D6CBE8"/>
            </a:solidFill>
            <a:prstDash val="solid"/>
          </a:ln>
        </p:spPr>
      </p:sp>
      <p:sp>
        <p:nvSpPr>
          <p:cNvPr id="31" name="Shape 29"/>
          <p:cNvSpPr/>
          <p:nvPr/>
        </p:nvSpPr>
        <p:spPr>
          <a:xfrm>
            <a:off x="1234440" y="2926080"/>
            <a:ext cx="4480560" cy="91"/>
          </a:xfrm>
          <a:prstGeom prst="line">
            <a:avLst/>
          </a:prstGeom>
          <a:noFill/>
          <a:ln w="6350">
            <a:solidFill>
              <a:srgbClr val="EEE9F6"/>
            </a:solidFill>
            <a:prstDash val="solid"/>
          </a:ln>
        </p:spPr>
      </p:sp>
      <p:sp>
        <p:nvSpPr>
          <p:cNvPr id="32" name="Shape 30"/>
          <p:cNvSpPr/>
          <p:nvPr/>
        </p:nvSpPr>
        <p:spPr>
          <a:xfrm>
            <a:off x="1234440" y="2624328"/>
            <a:ext cx="4480560" cy="91"/>
          </a:xfrm>
          <a:prstGeom prst="line">
            <a:avLst/>
          </a:prstGeom>
          <a:noFill/>
          <a:ln w="6350">
            <a:solidFill>
              <a:srgbClr val="D6CBE8"/>
            </a:solidFill>
            <a:prstDash val="solid"/>
          </a:ln>
        </p:spPr>
      </p:sp>
      <p:sp>
        <p:nvSpPr>
          <p:cNvPr id="33" name="Shape 31"/>
          <p:cNvSpPr/>
          <p:nvPr/>
        </p:nvSpPr>
        <p:spPr>
          <a:xfrm>
            <a:off x="1234440" y="2322576"/>
            <a:ext cx="4480560" cy="91"/>
          </a:xfrm>
          <a:prstGeom prst="line">
            <a:avLst/>
          </a:prstGeom>
          <a:noFill/>
          <a:ln w="6350">
            <a:solidFill>
              <a:srgbClr val="EEE9F6"/>
            </a:solidFill>
            <a:prstDash val="solid"/>
          </a:ln>
        </p:spPr>
      </p:sp>
      <p:sp>
        <p:nvSpPr>
          <p:cNvPr id="34" name="Shape 32"/>
          <p:cNvSpPr/>
          <p:nvPr/>
        </p:nvSpPr>
        <p:spPr>
          <a:xfrm>
            <a:off x="1234440" y="2020824"/>
            <a:ext cx="4480560" cy="91"/>
          </a:xfrm>
          <a:prstGeom prst="line">
            <a:avLst/>
          </a:prstGeom>
          <a:noFill/>
          <a:ln w="6350">
            <a:solidFill>
              <a:srgbClr val="D6CBE8"/>
            </a:solidFill>
            <a:prstDash val="solid"/>
          </a:ln>
        </p:spPr>
      </p:sp>
      <p:sp>
        <p:nvSpPr>
          <p:cNvPr id="35" name="Shape 33"/>
          <p:cNvSpPr/>
          <p:nvPr/>
        </p:nvSpPr>
        <p:spPr>
          <a:xfrm>
            <a:off x="1234440" y="1719072"/>
            <a:ext cx="4480560" cy="91"/>
          </a:xfrm>
          <a:prstGeom prst="line">
            <a:avLst/>
          </a:prstGeom>
          <a:noFill/>
          <a:ln w="6350">
            <a:solidFill>
              <a:srgbClr val="EEE9F6"/>
            </a:solidFill>
            <a:prstDash val="solid"/>
          </a:ln>
        </p:spPr>
      </p:sp>
      <p:sp>
        <p:nvSpPr>
          <p:cNvPr id="36" name="Shape 34"/>
          <p:cNvSpPr/>
          <p:nvPr/>
        </p:nvSpPr>
        <p:spPr>
          <a:xfrm>
            <a:off x="1234440" y="1417320"/>
            <a:ext cx="4480560" cy="91"/>
          </a:xfrm>
          <a:prstGeom prst="line">
            <a:avLst/>
          </a:prstGeom>
          <a:noFill/>
          <a:ln w="6350">
            <a:solidFill>
              <a:srgbClr val="D6CBE8"/>
            </a:solidFill>
            <a:prstDash val="solid"/>
          </a:ln>
        </p:spPr>
      </p:sp>
      <p:sp>
        <p:nvSpPr>
          <p:cNvPr id="37" name="Shape 35"/>
          <p:cNvSpPr/>
          <p:nvPr/>
        </p:nvSpPr>
        <p:spPr>
          <a:xfrm>
            <a:off x="1234440" y="4434840"/>
            <a:ext cx="4480560" cy="91"/>
          </a:xfrm>
          <a:prstGeom prst="line">
            <a:avLst/>
          </a:prstGeom>
          <a:noFill/>
          <a:ln w="19050">
            <a:solidFill>
              <a:srgbClr val="2A1F3D"/>
            </a:solidFill>
            <a:prstDash val="solid"/>
          </a:ln>
        </p:spPr>
      </p:sp>
      <p:sp>
        <p:nvSpPr>
          <p:cNvPr id="38" name="Shape 36"/>
          <p:cNvSpPr/>
          <p:nvPr/>
        </p:nvSpPr>
        <p:spPr>
          <a:xfrm flipV="1">
            <a:off x="1234440" y="1417320"/>
            <a:ext cx="91" cy="3017520"/>
          </a:xfrm>
          <a:prstGeom prst="line">
            <a:avLst/>
          </a:prstGeom>
          <a:noFill/>
          <a:ln w="19050">
            <a:solidFill>
              <a:srgbClr val="2A1F3D"/>
            </a:solidFill>
            <a:prstDash val="solid"/>
          </a:ln>
        </p:spPr>
      </p:sp>
      <p:sp>
        <p:nvSpPr>
          <p:cNvPr id="39" name="Shape 37"/>
          <p:cNvSpPr/>
          <p:nvPr/>
        </p:nvSpPr>
        <p:spPr>
          <a:xfrm>
            <a:off x="1234440" y="4434840"/>
            <a:ext cx="91" cy="54864"/>
          </a:xfrm>
          <a:prstGeom prst="line">
            <a:avLst/>
          </a:prstGeom>
          <a:noFill/>
          <a:ln w="12700">
            <a:solidFill>
              <a:srgbClr val="2A1F3D"/>
            </a:solidFill>
            <a:prstDash val="solid"/>
          </a:ln>
        </p:spPr>
      </p:sp>
      <p:sp>
        <p:nvSpPr>
          <p:cNvPr id="40" name="Text 38"/>
          <p:cNvSpPr/>
          <p:nvPr/>
        </p:nvSpPr>
        <p:spPr>
          <a:xfrm>
            <a:off x="960120" y="44897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41" name="Shape 39"/>
          <p:cNvSpPr/>
          <p:nvPr/>
        </p:nvSpPr>
        <p:spPr>
          <a:xfrm>
            <a:off x="1981200" y="4434840"/>
            <a:ext cx="91" cy="54864"/>
          </a:xfrm>
          <a:prstGeom prst="line">
            <a:avLst/>
          </a:prstGeom>
          <a:noFill/>
          <a:ln w="12700">
            <a:solidFill>
              <a:srgbClr val="2A1F3D"/>
            </a:solidFill>
            <a:prstDash val="solid"/>
          </a:ln>
        </p:spPr>
      </p:sp>
      <p:sp>
        <p:nvSpPr>
          <p:cNvPr id="42" name="Text 40"/>
          <p:cNvSpPr/>
          <p:nvPr/>
        </p:nvSpPr>
        <p:spPr>
          <a:xfrm>
            <a:off x="1706880" y="44897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43" name="Shape 41"/>
          <p:cNvSpPr/>
          <p:nvPr/>
        </p:nvSpPr>
        <p:spPr>
          <a:xfrm>
            <a:off x="2727960" y="4434840"/>
            <a:ext cx="91" cy="54864"/>
          </a:xfrm>
          <a:prstGeom prst="line">
            <a:avLst/>
          </a:prstGeom>
          <a:noFill/>
          <a:ln w="12700">
            <a:solidFill>
              <a:srgbClr val="2A1F3D"/>
            </a:solidFill>
            <a:prstDash val="solid"/>
          </a:ln>
        </p:spPr>
      </p:sp>
      <p:sp>
        <p:nvSpPr>
          <p:cNvPr id="44" name="Text 42"/>
          <p:cNvSpPr/>
          <p:nvPr/>
        </p:nvSpPr>
        <p:spPr>
          <a:xfrm>
            <a:off x="2453640" y="44897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45" name="Shape 43"/>
          <p:cNvSpPr/>
          <p:nvPr/>
        </p:nvSpPr>
        <p:spPr>
          <a:xfrm>
            <a:off x="3474720" y="4434840"/>
            <a:ext cx="91" cy="54864"/>
          </a:xfrm>
          <a:prstGeom prst="line">
            <a:avLst/>
          </a:prstGeom>
          <a:noFill/>
          <a:ln w="12700">
            <a:solidFill>
              <a:srgbClr val="2A1F3D"/>
            </a:solidFill>
            <a:prstDash val="solid"/>
          </a:ln>
        </p:spPr>
      </p:sp>
      <p:sp>
        <p:nvSpPr>
          <p:cNvPr id="46" name="Text 44"/>
          <p:cNvSpPr/>
          <p:nvPr/>
        </p:nvSpPr>
        <p:spPr>
          <a:xfrm>
            <a:off x="3200400" y="44897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60</a:t>
            </a:r>
            <a:endParaRPr lang="en-US" sz="1000" dirty="0"/>
          </a:p>
        </p:txBody>
      </p:sp>
      <p:sp>
        <p:nvSpPr>
          <p:cNvPr id="47" name="Shape 45"/>
          <p:cNvSpPr/>
          <p:nvPr/>
        </p:nvSpPr>
        <p:spPr>
          <a:xfrm>
            <a:off x="4221480" y="4434840"/>
            <a:ext cx="91" cy="54864"/>
          </a:xfrm>
          <a:prstGeom prst="line">
            <a:avLst/>
          </a:prstGeom>
          <a:noFill/>
          <a:ln w="12700">
            <a:solidFill>
              <a:srgbClr val="2A1F3D"/>
            </a:solidFill>
            <a:prstDash val="solid"/>
          </a:ln>
        </p:spPr>
      </p:sp>
      <p:sp>
        <p:nvSpPr>
          <p:cNvPr id="48" name="Text 46"/>
          <p:cNvSpPr/>
          <p:nvPr/>
        </p:nvSpPr>
        <p:spPr>
          <a:xfrm>
            <a:off x="3947160" y="44897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80</a:t>
            </a:r>
            <a:endParaRPr lang="en-US" sz="1000" dirty="0"/>
          </a:p>
        </p:txBody>
      </p:sp>
      <p:sp>
        <p:nvSpPr>
          <p:cNvPr id="49" name="Shape 47"/>
          <p:cNvSpPr/>
          <p:nvPr/>
        </p:nvSpPr>
        <p:spPr>
          <a:xfrm>
            <a:off x="4968240" y="4434840"/>
            <a:ext cx="91" cy="54864"/>
          </a:xfrm>
          <a:prstGeom prst="line">
            <a:avLst/>
          </a:prstGeom>
          <a:noFill/>
          <a:ln w="12700">
            <a:solidFill>
              <a:srgbClr val="2A1F3D"/>
            </a:solidFill>
            <a:prstDash val="solid"/>
          </a:ln>
        </p:spPr>
      </p:sp>
      <p:sp>
        <p:nvSpPr>
          <p:cNvPr id="50" name="Text 48"/>
          <p:cNvSpPr/>
          <p:nvPr/>
        </p:nvSpPr>
        <p:spPr>
          <a:xfrm>
            <a:off x="4693920" y="44897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p>
        </p:txBody>
      </p:sp>
      <p:sp>
        <p:nvSpPr>
          <p:cNvPr id="51" name="Shape 49"/>
          <p:cNvSpPr/>
          <p:nvPr/>
        </p:nvSpPr>
        <p:spPr>
          <a:xfrm>
            <a:off x="5715000" y="4434840"/>
            <a:ext cx="91" cy="54864"/>
          </a:xfrm>
          <a:prstGeom prst="line">
            <a:avLst/>
          </a:prstGeom>
          <a:noFill/>
          <a:ln w="12700">
            <a:solidFill>
              <a:srgbClr val="2A1F3D"/>
            </a:solidFill>
            <a:prstDash val="solid"/>
          </a:ln>
        </p:spPr>
      </p:sp>
      <p:sp>
        <p:nvSpPr>
          <p:cNvPr id="52" name="Text 50"/>
          <p:cNvSpPr/>
          <p:nvPr/>
        </p:nvSpPr>
        <p:spPr>
          <a:xfrm>
            <a:off x="5440680" y="44897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120</a:t>
            </a:r>
            <a:endParaRPr lang="en-US" sz="1000" dirty="0"/>
          </a:p>
        </p:txBody>
      </p:sp>
      <p:sp>
        <p:nvSpPr>
          <p:cNvPr id="53" name="Shape 51"/>
          <p:cNvSpPr/>
          <p:nvPr/>
        </p:nvSpPr>
        <p:spPr>
          <a:xfrm>
            <a:off x="1179576" y="4434840"/>
            <a:ext cx="54864" cy="91"/>
          </a:xfrm>
          <a:prstGeom prst="line">
            <a:avLst/>
          </a:prstGeom>
          <a:noFill/>
          <a:ln w="12700">
            <a:solidFill>
              <a:srgbClr val="2A1F3D"/>
            </a:solidFill>
            <a:prstDash val="solid"/>
          </a:ln>
        </p:spPr>
      </p:sp>
      <p:sp>
        <p:nvSpPr>
          <p:cNvPr id="54" name="Text 52"/>
          <p:cNvSpPr/>
          <p:nvPr/>
        </p:nvSpPr>
        <p:spPr>
          <a:xfrm>
            <a:off x="795528" y="43434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55" name="Shape 53"/>
          <p:cNvSpPr/>
          <p:nvPr/>
        </p:nvSpPr>
        <p:spPr>
          <a:xfrm>
            <a:off x="1179576" y="3831336"/>
            <a:ext cx="54864" cy="91"/>
          </a:xfrm>
          <a:prstGeom prst="line">
            <a:avLst/>
          </a:prstGeom>
          <a:noFill/>
          <a:ln w="12700">
            <a:solidFill>
              <a:srgbClr val="2A1F3D"/>
            </a:solidFill>
            <a:prstDash val="solid"/>
          </a:ln>
        </p:spPr>
      </p:sp>
      <p:sp>
        <p:nvSpPr>
          <p:cNvPr id="56" name="Text 54"/>
          <p:cNvSpPr/>
          <p:nvPr/>
        </p:nvSpPr>
        <p:spPr>
          <a:xfrm>
            <a:off x="795528" y="373989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57" name="Shape 55"/>
          <p:cNvSpPr/>
          <p:nvPr/>
        </p:nvSpPr>
        <p:spPr>
          <a:xfrm>
            <a:off x="1179576" y="3227832"/>
            <a:ext cx="54864" cy="91"/>
          </a:xfrm>
          <a:prstGeom prst="line">
            <a:avLst/>
          </a:prstGeom>
          <a:noFill/>
          <a:ln w="12700">
            <a:solidFill>
              <a:srgbClr val="2A1F3D"/>
            </a:solidFill>
            <a:prstDash val="solid"/>
          </a:ln>
        </p:spPr>
      </p:sp>
      <p:sp>
        <p:nvSpPr>
          <p:cNvPr id="58" name="Text 56"/>
          <p:cNvSpPr/>
          <p:nvPr/>
        </p:nvSpPr>
        <p:spPr>
          <a:xfrm>
            <a:off x="795528" y="3136392"/>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59" name="Shape 57"/>
          <p:cNvSpPr/>
          <p:nvPr/>
        </p:nvSpPr>
        <p:spPr>
          <a:xfrm>
            <a:off x="1179576" y="2624328"/>
            <a:ext cx="54864" cy="91"/>
          </a:xfrm>
          <a:prstGeom prst="line">
            <a:avLst/>
          </a:prstGeom>
          <a:noFill/>
          <a:ln w="12700">
            <a:solidFill>
              <a:srgbClr val="2A1F3D"/>
            </a:solidFill>
            <a:prstDash val="solid"/>
          </a:ln>
        </p:spPr>
      </p:sp>
      <p:sp>
        <p:nvSpPr>
          <p:cNvPr id="60" name="Text 58"/>
          <p:cNvSpPr/>
          <p:nvPr/>
        </p:nvSpPr>
        <p:spPr>
          <a:xfrm>
            <a:off x="795528" y="2532888"/>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61" name="Shape 59"/>
          <p:cNvSpPr/>
          <p:nvPr/>
        </p:nvSpPr>
        <p:spPr>
          <a:xfrm>
            <a:off x="1179576" y="2020824"/>
            <a:ext cx="54864" cy="91"/>
          </a:xfrm>
          <a:prstGeom prst="line">
            <a:avLst/>
          </a:prstGeom>
          <a:noFill/>
          <a:ln w="12700">
            <a:solidFill>
              <a:srgbClr val="2A1F3D"/>
            </a:solidFill>
            <a:prstDash val="solid"/>
          </a:ln>
        </p:spPr>
      </p:sp>
      <p:sp>
        <p:nvSpPr>
          <p:cNvPr id="62" name="Text 60"/>
          <p:cNvSpPr/>
          <p:nvPr/>
        </p:nvSpPr>
        <p:spPr>
          <a:xfrm>
            <a:off x="795528" y="192938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63" name="Shape 61"/>
          <p:cNvSpPr/>
          <p:nvPr/>
        </p:nvSpPr>
        <p:spPr>
          <a:xfrm>
            <a:off x="1179576" y="1417320"/>
            <a:ext cx="54864" cy="91"/>
          </a:xfrm>
          <a:prstGeom prst="line">
            <a:avLst/>
          </a:prstGeom>
          <a:noFill/>
          <a:ln w="12700">
            <a:solidFill>
              <a:srgbClr val="2A1F3D"/>
            </a:solidFill>
            <a:prstDash val="solid"/>
          </a:ln>
        </p:spPr>
      </p:sp>
      <p:sp>
        <p:nvSpPr>
          <p:cNvPr id="64" name="Text 62"/>
          <p:cNvSpPr/>
          <p:nvPr/>
        </p:nvSpPr>
        <p:spPr>
          <a:xfrm>
            <a:off x="79552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50</a:t>
            </a:r>
            <a:endParaRPr lang="en-US" sz="1000" dirty="0"/>
          </a:p>
        </p:txBody>
      </p:sp>
      <p:sp>
        <p:nvSpPr>
          <p:cNvPr id="65" name="Text 63"/>
          <p:cNvSpPr/>
          <p:nvPr/>
        </p:nvSpPr>
        <p:spPr>
          <a:xfrm>
            <a:off x="1234440" y="4681728"/>
            <a:ext cx="448056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Time / s</a:t>
            </a:r>
            <a:endParaRPr lang="en-US" sz="1050" dirty="0"/>
          </a:p>
        </p:txBody>
      </p:sp>
      <p:sp>
        <p:nvSpPr>
          <p:cNvPr id="66" name="Text 64"/>
          <p:cNvSpPr/>
          <p:nvPr/>
        </p:nvSpPr>
        <p:spPr>
          <a:xfrm rot="16200000">
            <a:off x="-841248" y="2798064"/>
            <a:ext cx="30175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Volume of H₂ / cm³</a:t>
            </a:r>
            <a:endParaRPr lang="en-US" sz="1050" dirty="0"/>
          </a:p>
        </p:txBody>
      </p:sp>
      <p:sp>
        <p:nvSpPr>
          <p:cNvPr id="67" name="Shape 65"/>
          <p:cNvSpPr/>
          <p:nvPr/>
        </p:nvSpPr>
        <p:spPr>
          <a:xfrm flipV="1">
            <a:off x="1234440" y="4205116"/>
            <a:ext cx="74676" cy="229724"/>
          </a:xfrm>
          <a:prstGeom prst="line">
            <a:avLst/>
          </a:prstGeom>
          <a:noFill/>
          <a:ln w="25400">
            <a:solidFill>
              <a:srgbClr val="6A3FA0"/>
            </a:solidFill>
            <a:prstDash val="solid"/>
          </a:ln>
        </p:spPr>
      </p:sp>
      <p:sp>
        <p:nvSpPr>
          <p:cNvPr id="68" name="Shape 66"/>
          <p:cNvSpPr/>
          <p:nvPr/>
        </p:nvSpPr>
        <p:spPr>
          <a:xfrm flipV="1">
            <a:off x="1309116" y="3997253"/>
            <a:ext cx="74676" cy="207863"/>
          </a:xfrm>
          <a:prstGeom prst="line">
            <a:avLst/>
          </a:prstGeom>
          <a:noFill/>
          <a:ln w="25400">
            <a:solidFill>
              <a:srgbClr val="6A3FA0"/>
            </a:solidFill>
            <a:prstDash val="solid"/>
          </a:ln>
        </p:spPr>
      </p:sp>
      <p:sp>
        <p:nvSpPr>
          <p:cNvPr id="69" name="Shape 67"/>
          <p:cNvSpPr/>
          <p:nvPr/>
        </p:nvSpPr>
        <p:spPr>
          <a:xfrm flipV="1">
            <a:off x="1383792" y="3809171"/>
            <a:ext cx="74676" cy="188082"/>
          </a:xfrm>
          <a:prstGeom prst="line">
            <a:avLst/>
          </a:prstGeom>
          <a:noFill/>
          <a:ln w="25400">
            <a:solidFill>
              <a:srgbClr val="6A3FA0"/>
            </a:solidFill>
            <a:prstDash val="solid"/>
          </a:ln>
        </p:spPr>
      </p:sp>
      <p:sp>
        <p:nvSpPr>
          <p:cNvPr id="70" name="Shape 68"/>
          <p:cNvSpPr/>
          <p:nvPr/>
        </p:nvSpPr>
        <p:spPr>
          <a:xfrm flipV="1">
            <a:off x="1458468" y="3638987"/>
            <a:ext cx="74676" cy="170184"/>
          </a:xfrm>
          <a:prstGeom prst="line">
            <a:avLst/>
          </a:prstGeom>
          <a:noFill/>
          <a:ln w="25400">
            <a:solidFill>
              <a:srgbClr val="6A3FA0"/>
            </a:solidFill>
            <a:prstDash val="solid"/>
          </a:ln>
        </p:spPr>
      </p:sp>
      <p:sp>
        <p:nvSpPr>
          <p:cNvPr id="71" name="Shape 69"/>
          <p:cNvSpPr/>
          <p:nvPr/>
        </p:nvSpPr>
        <p:spPr>
          <a:xfrm flipV="1">
            <a:off x="1533144" y="3484999"/>
            <a:ext cx="74676" cy="153989"/>
          </a:xfrm>
          <a:prstGeom prst="line">
            <a:avLst/>
          </a:prstGeom>
          <a:noFill/>
          <a:ln w="25400">
            <a:solidFill>
              <a:srgbClr val="6A3FA0"/>
            </a:solidFill>
            <a:prstDash val="solid"/>
          </a:ln>
        </p:spPr>
      </p:sp>
      <p:sp>
        <p:nvSpPr>
          <p:cNvPr id="72" name="Shape 70"/>
          <p:cNvSpPr/>
          <p:nvPr/>
        </p:nvSpPr>
        <p:spPr>
          <a:xfrm flipV="1">
            <a:off x="1607820" y="3345664"/>
            <a:ext cx="74676" cy="139335"/>
          </a:xfrm>
          <a:prstGeom prst="line">
            <a:avLst/>
          </a:prstGeom>
          <a:noFill/>
          <a:ln w="25400">
            <a:solidFill>
              <a:srgbClr val="6A3FA0"/>
            </a:solidFill>
            <a:prstDash val="solid"/>
          </a:ln>
        </p:spPr>
      </p:sp>
      <p:sp>
        <p:nvSpPr>
          <p:cNvPr id="73" name="Shape 71"/>
          <p:cNvSpPr/>
          <p:nvPr/>
        </p:nvSpPr>
        <p:spPr>
          <a:xfrm flipV="1">
            <a:off x="1682496" y="3219589"/>
            <a:ext cx="74676" cy="126075"/>
          </a:xfrm>
          <a:prstGeom prst="line">
            <a:avLst/>
          </a:prstGeom>
          <a:noFill/>
          <a:ln w="25400">
            <a:solidFill>
              <a:srgbClr val="6A3FA0"/>
            </a:solidFill>
            <a:prstDash val="solid"/>
          </a:ln>
        </p:spPr>
      </p:sp>
      <p:sp>
        <p:nvSpPr>
          <p:cNvPr id="74" name="Shape 72"/>
          <p:cNvSpPr/>
          <p:nvPr/>
        </p:nvSpPr>
        <p:spPr>
          <a:xfrm flipV="1">
            <a:off x="1757172" y="3105511"/>
            <a:ext cx="74676" cy="114078"/>
          </a:xfrm>
          <a:prstGeom prst="line">
            <a:avLst/>
          </a:prstGeom>
          <a:noFill/>
          <a:ln w="25400">
            <a:solidFill>
              <a:srgbClr val="6A3FA0"/>
            </a:solidFill>
            <a:prstDash val="solid"/>
          </a:ln>
        </p:spPr>
      </p:sp>
      <p:sp>
        <p:nvSpPr>
          <p:cNvPr id="75" name="Shape 73"/>
          <p:cNvSpPr/>
          <p:nvPr/>
        </p:nvSpPr>
        <p:spPr>
          <a:xfrm flipV="1">
            <a:off x="1831848" y="3002290"/>
            <a:ext cx="74676" cy="103222"/>
          </a:xfrm>
          <a:prstGeom prst="line">
            <a:avLst/>
          </a:prstGeom>
          <a:noFill/>
          <a:ln w="25400">
            <a:solidFill>
              <a:srgbClr val="6A3FA0"/>
            </a:solidFill>
            <a:prstDash val="solid"/>
          </a:ln>
        </p:spPr>
      </p:sp>
      <p:sp>
        <p:nvSpPr>
          <p:cNvPr id="76" name="Shape 74"/>
          <p:cNvSpPr/>
          <p:nvPr/>
        </p:nvSpPr>
        <p:spPr>
          <a:xfrm flipV="1">
            <a:off x="1906524" y="2908891"/>
            <a:ext cx="74676" cy="93399"/>
          </a:xfrm>
          <a:prstGeom prst="line">
            <a:avLst/>
          </a:prstGeom>
          <a:noFill/>
          <a:ln w="25400">
            <a:solidFill>
              <a:srgbClr val="6A3FA0"/>
            </a:solidFill>
            <a:prstDash val="solid"/>
          </a:ln>
        </p:spPr>
      </p:sp>
      <p:sp>
        <p:nvSpPr>
          <p:cNvPr id="77" name="Shape 75"/>
          <p:cNvSpPr/>
          <p:nvPr/>
        </p:nvSpPr>
        <p:spPr>
          <a:xfrm flipV="1">
            <a:off x="1981200" y="2824380"/>
            <a:ext cx="74676" cy="84511"/>
          </a:xfrm>
          <a:prstGeom prst="line">
            <a:avLst/>
          </a:prstGeom>
          <a:noFill/>
          <a:ln w="25400">
            <a:solidFill>
              <a:srgbClr val="6A3FA0"/>
            </a:solidFill>
            <a:prstDash val="solid"/>
          </a:ln>
        </p:spPr>
      </p:sp>
      <p:sp>
        <p:nvSpPr>
          <p:cNvPr id="78" name="Shape 76"/>
          <p:cNvSpPr/>
          <p:nvPr/>
        </p:nvSpPr>
        <p:spPr>
          <a:xfrm flipV="1">
            <a:off x="2055876" y="2747912"/>
            <a:ext cx="74676" cy="76468"/>
          </a:xfrm>
          <a:prstGeom prst="line">
            <a:avLst/>
          </a:prstGeom>
          <a:noFill/>
          <a:ln w="25400">
            <a:solidFill>
              <a:srgbClr val="6A3FA0"/>
            </a:solidFill>
            <a:prstDash val="solid"/>
          </a:ln>
        </p:spPr>
      </p:sp>
      <p:sp>
        <p:nvSpPr>
          <p:cNvPr id="79" name="Shape 77"/>
          <p:cNvSpPr/>
          <p:nvPr/>
        </p:nvSpPr>
        <p:spPr>
          <a:xfrm flipV="1">
            <a:off x="2130552" y="2678720"/>
            <a:ext cx="74676" cy="69192"/>
          </a:xfrm>
          <a:prstGeom prst="line">
            <a:avLst/>
          </a:prstGeom>
          <a:noFill/>
          <a:ln w="25400">
            <a:solidFill>
              <a:srgbClr val="6A3FA0"/>
            </a:solidFill>
            <a:prstDash val="solid"/>
          </a:ln>
        </p:spPr>
      </p:sp>
      <p:sp>
        <p:nvSpPr>
          <p:cNvPr id="80" name="Shape 78"/>
          <p:cNvSpPr/>
          <p:nvPr/>
        </p:nvSpPr>
        <p:spPr>
          <a:xfrm flipV="1">
            <a:off x="2205228" y="2616113"/>
            <a:ext cx="74676" cy="62607"/>
          </a:xfrm>
          <a:prstGeom prst="line">
            <a:avLst/>
          </a:prstGeom>
          <a:noFill/>
          <a:ln w="25400">
            <a:solidFill>
              <a:srgbClr val="6A3FA0"/>
            </a:solidFill>
            <a:prstDash val="solid"/>
          </a:ln>
        </p:spPr>
      </p:sp>
      <p:sp>
        <p:nvSpPr>
          <p:cNvPr id="81" name="Shape 79"/>
          <p:cNvSpPr/>
          <p:nvPr/>
        </p:nvSpPr>
        <p:spPr>
          <a:xfrm flipV="1">
            <a:off x="2279904" y="2559464"/>
            <a:ext cx="74676" cy="56649"/>
          </a:xfrm>
          <a:prstGeom prst="line">
            <a:avLst/>
          </a:prstGeom>
          <a:noFill/>
          <a:ln w="25400">
            <a:solidFill>
              <a:srgbClr val="6A3FA0"/>
            </a:solidFill>
            <a:prstDash val="solid"/>
          </a:ln>
        </p:spPr>
      </p:sp>
      <p:sp>
        <p:nvSpPr>
          <p:cNvPr id="82" name="Shape 80"/>
          <p:cNvSpPr/>
          <p:nvPr/>
        </p:nvSpPr>
        <p:spPr>
          <a:xfrm flipV="1">
            <a:off x="2354580" y="2508205"/>
            <a:ext cx="74676" cy="51258"/>
          </a:xfrm>
          <a:prstGeom prst="line">
            <a:avLst/>
          </a:prstGeom>
          <a:noFill/>
          <a:ln w="25400">
            <a:solidFill>
              <a:srgbClr val="6A3FA0"/>
            </a:solidFill>
            <a:prstDash val="solid"/>
          </a:ln>
        </p:spPr>
      </p:sp>
      <p:sp>
        <p:nvSpPr>
          <p:cNvPr id="83" name="Shape 81"/>
          <p:cNvSpPr/>
          <p:nvPr/>
        </p:nvSpPr>
        <p:spPr>
          <a:xfrm flipV="1">
            <a:off x="2429256" y="2461825"/>
            <a:ext cx="74676" cy="46380"/>
          </a:xfrm>
          <a:prstGeom prst="line">
            <a:avLst/>
          </a:prstGeom>
          <a:noFill/>
          <a:ln w="25400">
            <a:solidFill>
              <a:srgbClr val="6A3FA0"/>
            </a:solidFill>
            <a:prstDash val="solid"/>
          </a:ln>
        </p:spPr>
      </p:sp>
      <p:sp>
        <p:nvSpPr>
          <p:cNvPr id="84" name="Shape 82"/>
          <p:cNvSpPr/>
          <p:nvPr/>
        </p:nvSpPr>
        <p:spPr>
          <a:xfrm flipV="1">
            <a:off x="2503932" y="2419858"/>
            <a:ext cx="74676" cy="41967"/>
          </a:xfrm>
          <a:prstGeom prst="line">
            <a:avLst/>
          </a:prstGeom>
          <a:noFill/>
          <a:ln w="25400">
            <a:solidFill>
              <a:srgbClr val="6A3FA0"/>
            </a:solidFill>
            <a:prstDash val="solid"/>
          </a:ln>
        </p:spPr>
      </p:sp>
      <p:sp>
        <p:nvSpPr>
          <p:cNvPr id="85" name="Shape 83"/>
          <p:cNvSpPr/>
          <p:nvPr/>
        </p:nvSpPr>
        <p:spPr>
          <a:xfrm flipV="1">
            <a:off x="2578608" y="2381885"/>
            <a:ext cx="74676" cy="37973"/>
          </a:xfrm>
          <a:prstGeom prst="line">
            <a:avLst/>
          </a:prstGeom>
          <a:noFill/>
          <a:ln w="25400">
            <a:solidFill>
              <a:srgbClr val="6A3FA0"/>
            </a:solidFill>
            <a:prstDash val="solid"/>
          </a:ln>
        </p:spPr>
      </p:sp>
      <p:sp>
        <p:nvSpPr>
          <p:cNvPr id="86" name="Shape 84"/>
          <p:cNvSpPr/>
          <p:nvPr/>
        </p:nvSpPr>
        <p:spPr>
          <a:xfrm flipV="1">
            <a:off x="2653284" y="2347526"/>
            <a:ext cx="74676" cy="34360"/>
          </a:xfrm>
          <a:prstGeom prst="line">
            <a:avLst/>
          </a:prstGeom>
          <a:noFill/>
          <a:ln w="25400">
            <a:solidFill>
              <a:srgbClr val="6A3FA0"/>
            </a:solidFill>
            <a:prstDash val="solid"/>
          </a:ln>
        </p:spPr>
      </p:sp>
      <p:sp>
        <p:nvSpPr>
          <p:cNvPr id="87" name="Shape 85"/>
          <p:cNvSpPr/>
          <p:nvPr/>
        </p:nvSpPr>
        <p:spPr>
          <a:xfrm flipV="1">
            <a:off x="2727960" y="2316436"/>
            <a:ext cx="74676" cy="31090"/>
          </a:xfrm>
          <a:prstGeom prst="line">
            <a:avLst/>
          </a:prstGeom>
          <a:noFill/>
          <a:ln w="25400">
            <a:solidFill>
              <a:srgbClr val="6A3FA0"/>
            </a:solidFill>
            <a:prstDash val="solid"/>
          </a:ln>
        </p:spPr>
      </p:sp>
      <p:sp>
        <p:nvSpPr>
          <p:cNvPr id="88" name="Shape 86"/>
          <p:cNvSpPr/>
          <p:nvPr/>
        </p:nvSpPr>
        <p:spPr>
          <a:xfrm flipV="1">
            <a:off x="2802636" y="2288305"/>
            <a:ext cx="74676" cy="28131"/>
          </a:xfrm>
          <a:prstGeom prst="line">
            <a:avLst/>
          </a:prstGeom>
          <a:noFill/>
          <a:ln w="25400">
            <a:solidFill>
              <a:srgbClr val="6A3FA0"/>
            </a:solidFill>
            <a:prstDash val="solid"/>
          </a:ln>
        </p:spPr>
      </p:sp>
      <p:sp>
        <p:nvSpPr>
          <p:cNvPr id="89" name="Shape 87"/>
          <p:cNvSpPr/>
          <p:nvPr/>
        </p:nvSpPr>
        <p:spPr>
          <a:xfrm flipV="1">
            <a:off x="2877312" y="2262850"/>
            <a:ext cx="74676" cy="25454"/>
          </a:xfrm>
          <a:prstGeom prst="line">
            <a:avLst/>
          </a:prstGeom>
          <a:noFill/>
          <a:ln w="25400">
            <a:solidFill>
              <a:srgbClr val="6A3FA0"/>
            </a:solidFill>
            <a:prstDash val="solid"/>
          </a:ln>
        </p:spPr>
      </p:sp>
      <p:sp>
        <p:nvSpPr>
          <p:cNvPr id="90" name="Shape 88"/>
          <p:cNvSpPr/>
          <p:nvPr/>
        </p:nvSpPr>
        <p:spPr>
          <a:xfrm flipV="1">
            <a:off x="2951988" y="2239819"/>
            <a:ext cx="74676" cy="23032"/>
          </a:xfrm>
          <a:prstGeom prst="line">
            <a:avLst/>
          </a:prstGeom>
          <a:noFill/>
          <a:ln w="25400">
            <a:solidFill>
              <a:srgbClr val="6A3FA0"/>
            </a:solidFill>
            <a:prstDash val="solid"/>
          </a:ln>
        </p:spPr>
      </p:sp>
      <p:sp>
        <p:nvSpPr>
          <p:cNvPr id="91" name="Shape 89"/>
          <p:cNvSpPr/>
          <p:nvPr/>
        </p:nvSpPr>
        <p:spPr>
          <a:xfrm flipV="1">
            <a:off x="3026664" y="2218979"/>
            <a:ext cx="74676" cy="20840"/>
          </a:xfrm>
          <a:prstGeom prst="line">
            <a:avLst/>
          </a:prstGeom>
          <a:noFill/>
          <a:ln w="25400">
            <a:solidFill>
              <a:srgbClr val="6A3FA0"/>
            </a:solidFill>
            <a:prstDash val="solid"/>
          </a:ln>
        </p:spPr>
      </p:sp>
      <p:sp>
        <p:nvSpPr>
          <p:cNvPr id="92" name="Shape 90"/>
          <p:cNvSpPr/>
          <p:nvPr/>
        </p:nvSpPr>
        <p:spPr>
          <a:xfrm flipV="1">
            <a:off x="3101340" y="2200122"/>
            <a:ext cx="74676" cy="18857"/>
          </a:xfrm>
          <a:prstGeom prst="line">
            <a:avLst/>
          </a:prstGeom>
          <a:noFill/>
          <a:ln w="25400">
            <a:solidFill>
              <a:srgbClr val="6A3FA0"/>
            </a:solidFill>
            <a:prstDash val="solid"/>
          </a:ln>
        </p:spPr>
      </p:sp>
      <p:sp>
        <p:nvSpPr>
          <p:cNvPr id="93" name="Shape 91"/>
          <p:cNvSpPr/>
          <p:nvPr/>
        </p:nvSpPr>
        <p:spPr>
          <a:xfrm flipV="1">
            <a:off x="3176016" y="2183059"/>
            <a:ext cx="74676" cy="17062"/>
          </a:xfrm>
          <a:prstGeom prst="line">
            <a:avLst/>
          </a:prstGeom>
          <a:noFill/>
          <a:ln w="25400">
            <a:solidFill>
              <a:srgbClr val="6A3FA0"/>
            </a:solidFill>
            <a:prstDash val="solid"/>
          </a:ln>
        </p:spPr>
      </p:sp>
      <p:sp>
        <p:nvSpPr>
          <p:cNvPr id="94" name="Shape 92"/>
          <p:cNvSpPr/>
          <p:nvPr/>
        </p:nvSpPr>
        <p:spPr>
          <a:xfrm flipV="1">
            <a:off x="3250692" y="2167620"/>
            <a:ext cx="74676" cy="15439"/>
          </a:xfrm>
          <a:prstGeom prst="line">
            <a:avLst/>
          </a:prstGeom>
          <a:noFill/>
          <a:ln w="25400">
            <a:solidFill>
              <a:srgbClr val="6A3FA0"/>
            </a:solidFill>
            <a:prstDash val="solid"/>
          </a:ln>
        </p:spPr>
      </p:sp>
      <p:sp>
        <p:nvSpPr>
          <p:cNvPr id="95" name="Shape 93"/>
          <p:cNvSpPr/>
          <p:nvPr/>
        </p:nvSpPr>
        <p:spPr>
          <a:xfrm flipV="1">
            <a:off x="3325368" y="2153651"/>
            <a:ext cx="74676" cy="13970"/>
          </a:xfrm>
          <a:prstGeom prst="line">
            <a:avLst/>
          </a:prstGeom>
          <a:noFill/>
          <a:ln w="25400">
            <a:solidFill>
              <a:srgbClr val="6A3FA0"/>
            </a:solidFill>
            <a:prstDash val="solid"/>
          </a:ln>
        </p:spPr>
      </p:sp>
      <p:sp>
        <p:nvSpPr>
          <p:cNvPr id="96" name="Shape 94"/>
          <p:cNvSpPr/>
          <p:nvPr/>
        </p:nvSpPr>
        <p:spPr>
          <a:xfrm flipV="1">
            <a:off x="3400044" y="2141011"/>
            <a:ext cx="74676" cy="12640"/>
          </a:xfrm>
          <a:prstGeom prst="line">
            <a:avLst/>
          </a:prstGeom>
          <a:noFill/>
          <a:ln w="25400">
            <a:solidFill>
              <a:srgbClr val="6A3FA0"/>
            </a:solidFill>
            <a:prstDash val="solid"/>
          </a:ln>
        </p:spPr>
      </p:sp>
      <p:sp>
        <p:nvSpPr>
          <p:cNvPr id="97" name="Shape 95"/>
          <p:cNvSpPr/>
          <p:nvPr/>
        </p:nvSpPr>
        <p:spPr>
          <a:xfrm flipV="1">
            <a:off x="3474720" y="2129573"/>
            <a:ext cx="74676" cy="11437"/>
          </a:xfrm>
          <a:prstGeom prst="line">
            <a:avLst/>
          </a:prstGeom>
          <a:noFill/>
          <a:ln w="25400">
            <a:solidFill>
              <a:srgbClr val="6A3FA0"/>
            </a:solidFill>
            <a:prstDash val="solid"/>
          </a:ln>
        </p:spPr>
      </p:sp>
      <p:sp>
        <p:nvSpPr>
          <p:cNvPr id="98" name="Shape 96"/>
          <p:cNvSpPr/>
          <p:nvPr/>
        </p:nvSpPr>
        <p:spPr>
          <a:xfrm flipV="1">
            <a:off x="3549396" y="2119225"/>
            <a:ext cx="74676" cy="10349"/>
          </a:xfrm>
          <a:prstGeom prst="line">
            <a:avLst/>
          </a:prstGeom>
          <a:noFill/>
          <a:ln w="25400">
            <a:solidFill>
              <a:srgbClr val="6A3FA0"/>
            </a:solidFill>
            <a:prstDash val="solid"/>
          </a:ln>
        </p:spPr>
      </p:sp>
      <p:sp>
        <p:nvSpPr>
          <p:cNvPr id="99" name="Shape 97"/>
          <p:cNvSpPr/>
          <p:nvPr/>
        </p:nvSpPr>
        <p:spPr>
          <a:xfrm flipV="1">
            <a:off x="3624072" y="2109861"/>
            <a:ext cx="74676" cy="9364"/>
          </a:xfrm>
          <a:prstGeom prst="line">
            <a:avLst/>
          </a:prstGeom>
          <a:noFill/>
          <a:ln w="25400">
            <a:solidFill>
              <a:srgbClr val="6A3FA0"/>
            </a:solidFill>
            <a:prstDash val="solid"/>
          </a:ln>
        </p:spPr>
      </p:sp>
      <p:sp>
        <p:nvSpPr>
          <p:cNvPr id="100" name="Shape 98"/>
          <p:cNvSpPr/>
          <p:nvPr/>
        </p:nvSpPr>
        <p:spPr>
          <a:xfrm flipV="1">
            <a:off x="3698748" y="2101388"/>
            <a:ext cx="74676" cy="8473"/>
          </a:xfrm>
          <a:prstGeom prst="line">
            <a:avLst/>
          </a:prstGeom>
          <a:noFill/>
          <a:ln w="25400">
            <a:solidFill>
              <a:srgbClr val="6A3FA0"/>
            </a:solidFill>
            <a:prstDash val="solid"/>
          </a:ln>
        </p:spPr>
      </p:sp>
      <p:sp>
        <p:nvSpPr>
          <p:cNvPr id="101" name="Shape 99"/>
          <p:cNvSpPr/>
          <p:nvPr/>
        </p:nvSpPr>
        <p:spPr>
          <a:xfrm flipV="1">
            <a:off x="3773424" y="2093721"/>
            <a:ext cx="74676" cy="7667"/>
          </a:xfrm>
          <a:prstGeom prst="line">
            <a:avLst/>
          </a:prstGeom>
          <a:noFill/>
          <a:ln w="25400">
            <a:solidFill>
              <a:srgbClr val="6A3FA0"/>
            </a:solidFill>
            <a:prstDash val="solid"/>
          </a:ln>
        </p:spPr>
      </p:sp>
      <p:sp>
        <p:nvSpPr>
          <p:cNvPr id="102" name="Shape 100"/>
          <p:cNvSpPr/>
          <p:nvPr/>
        </p:nvSpPr>
        <p:spPr>
          <a:xfrm flipV="1">
            <a:off x="3848100" y="2086784"/>
            <a:ext cx="74676" cy="6937"/>
          </a:xfrm>
          <a:prstGeom prst="line">
            <a:avLst/>
          </a:prstGeom>
          <a:noFill/>
          <a:ln w="25400">
            <a:solidFill>
              <a:srgbClr val="6A3FA0"/>
            </a:solidFill>
            <a:prstDash val="solid"/>
          </a:ln>
        </p:spPr>
      </p:sp>
      <p:sp>
        <p:nvSpPr>
          <p:cNvPr id="103" name="Shape 101"/>
          <p:cNvSpPr/>
          <p:nvPr/>
        </p:nvSpPr>
        <p:spPr>
          <a:xfrm flipV="1">
            <a:off x="3922776" y="2080507"/>
            <a:ext cx="74676" cy="6277"/>
          </a:xfrm>
          <a:prstGeom prst="line">
            <a:avLst/>
          </a:prstGeom>
          <a:noFill/>
          <a:ln w="25400">
            <a:solidFill>
              <a:srgbClr val="6A3FA0"/>
            </a:solidFill>
            <a:prstDash val="solid"/>
          </a:ln>
        </p:spPr>
      </p:sp>
      <p:sp>
        <p:nvSpPr>
          <p:cNvPr id="104" name="Shape 102"/>
          <p:cNvSpPr/>
          <p:nvPr/>
        </p:nvSpPr>
        <p:spPr>
          <a:xfrm flipV="1">
            <a:off x="3997452" y="2074827"/>
            <a:ext cx="74676" cy="5680"/>
          </a:xfrm>
          <a:prstGeom prst="line">
            <a:avLst/>
          </a:prstGeom>
          <a:noFill/>
          <a:ln w="25400">
            <a:solidFill>
              <a:srgbClr val="6A3FA0"/>
            </a:solidFill>
            <a:prstDash val="solid"/>
          </a:ln>
        </p:spPr>
      </p:sp>
      <p:sp>
        <p:nvSpPr>
          <p:cNvPr id="105" name="Shape 103"/>
          <p:cNvSpPr/>
          <p:nvPr/>
        </p:nvSpPr>
        <p:spPr>
          <a:xfrm flipV="1">
            <a:off x="4072128" y="2069688"/>
            <a:ext cx="74676" cy="5139"/>
          </a:xfrm>
          <a:prstGeom prst="line">
            <a:avLst/>
          </a:prstGeom>
          <a:noFill/>
          <a:ln w="25400">
            <a:solidFill>
              <a:srgbClr val="6A3FA0"/>
            </a:solidFill>
            <a:prstDash val="solid"/>
          </a:ln>
        </p:spPr>
      </p:sp>
      <p:sp>
        <p:nvSpPr>
          <p:cNvPr id="106" name="Shape 104"/>
          <p:cNvSpPr/>
          <p:nvPr/>
        </p:nvSpPr>
        <p:spPr>
          <a:xfrm flipV="1">
            <a:off x="4146804" y="2065038"/>
            <a:ext cx="74676" cy="4650"/>
          </a:xfrm>
          <a:prstGeom prst="line">
            <a:avLst/>
          </a:prstGeom>
          <a:noFill/>
          <a:ln w="25400">
            <a:solidFill>
              <a:srgbClr val="6A3FA0"/>
            </a:solidFill>
            <a:prstDash val="solid"/>
          </a:ln>
        </p:spPr>
      </p:sp>
      <p:sp>
        <p:nvSpPr>
          <p:cNvPr id="107" name="Shape 105"/>
          <p:cNvSpPr/>
          <p:nvPr/>
        </p:nvSpPr>
        <p:spPr>
          <a:xfrm flipV="1">
            <a:off x="4221480" y="2060831"/>
            <a:ext cx="74676" cy="4208"/>
          </a:xfrm>
          <a:prstGeom prst="line">
            <a:avLst/>
          </a:prstGeom>
          <a:noFill/>
          <a:ln w="25400">
            <a:solidFill>
              <a:srgbClr val="6A3FA0"/>
            </a:solidFill>
            <a:prstDash val="solid"/>
          </a:ln>
        </p:spPr>
      </p:sp>
      <p:sp>
        <p:nvSpPr>
          <p:cNvPr id="108" name="Shape 106"/>
          <p:cNvSpPr/>
          <p:nvPr/>
        </p:nvSpPr>
        <p:spPr>
          <a:xfrm flipV="1">
            <a:off x="4296156" y="2057024"/>
            <a:ext cx="74676" cy="3807"/>
          </a:xfrm>
          <a:prstGeom prst="line">
            <a:avLst/>
          </a:prstGeom>
          <a:noFill/>
          <a:ln w="25400">
            <a:solidFill>
              <a:srgbClr val="6A3FA0"/>
            </a:solidFill>
            <a:prstDash val="solid"/>
          </a:ln>
        </p:spPr>
      </p:sp>
      <p:sp>
        <p:nvSpPr>
          <p:cNvPr id="109" name="Shape 107"/>
          <p:cNvSpPr/>
          <p:nvPr/>
        </p:nvSpPr>
        <p:spPr>
          <a:xfrm flipV="1">
            <a:off x="4370832" y="2053579"/>
            <a:ext cx="74676" cy="3445"/>
          </a:xfrm>
          <a:prstGeom prst="line">
            <a:avLst/>
          </a:prstGeom>
          <a:noFill/>
          <a:ln w="25400">
            <a:solidFill>
              <a:srgbClr val="6A3FA0"/>
            </a:solidFill>
            <a:prstDash val="solid"/>
          </a:ln>
        </p:spPr>
      </p:sp>
      <p:sp>
        <p:nvSpPr>
          <p:cNvPr id="110" name="Shape 108"/>
          <p:cNvSpPr/>
          <p:nvPr/>
        </p:nvSpPr>
        <p:spPr>
          <a:xfrm flipV="1">
            <a:off x="4445508" y="2050462"/>
            <a:ext cx="74676" cy="3117"/>
          </a:xfrm>
          <a:prstGeom prst="line">
            <a:avLst/>
          </a:prstGeom>
          <a:noFill/>
          <a:ln w="25400">
            <a:solidFill>
              <a:srgbClr val="6A3FA0"/>
            </a:solidFill>
            <a:prstDash val="solid"/>
          </a:ln>
        </p:spPr>
      </p:sp>
      <p:sp>
        <p:nvSpPr>
          <p:cNvPr id="111" name="Shape 109"/>
          <p:cNvSpPr/>
          <p:nvPr/>
        </p:nvSpPr>
        <p:spPr>
          <a:xfrm flipV="1">
            <a:off x="4520184" y="2047641"/>
            <a:ext cx="74676" cy="2820"/>
          </a:xfrm>
          <a:prstGeom prst="line">
            <a:avLst/>
          </a:prstGeom>
          <a:noFill/>
          <a:ln w="25400">
            <a:solidFill>
              <a:srgbClr val="6A3FA0"/>
            </a:solidFill>
            <a:prstDash val="solid"/>
          </a:ln>
        </p:spPr>
      </p:sp>
      <p:sp>
        <p:nvSpPr>
          <p:cNvPr id="112" name="Shape 110"/>
          <p:cNvSpPr/>
          <p:nvPr/>
        </p:nvSpPr>
        <p:spPr>
          <a:xfrm flipV="1">
            <a:off x="4594860" y="2045089"/>
            <a:ext cx="74676" cy="2552"/>
          </a:xfrm>
          <a:prstGeom prst="line">
            <a:avLst/>
          </a:prstGeom>
          <a:noFill/>
          <a:ln w="25400">
            <a:solidFill>
              <a:srgbClr val="6A3FA0"/>
            </a:solidFill>
            <a:prstDash val="solid"/>
          </a:ln>
        </p:spPr>
      </p:sp>
      <p:sp>
        <p:nvSpPr>
          <p:cNvPr id="113" name="Shape 111"/>
          <p:cNvSpPr/>
          <p:nvPr/>
        </p:nvSpPr>
        <p:spPr>
          <a:xfrm flipV="1">
            <a:off x="4669536" y="2042780"/>
            <a:ext cx="74676" cy="2309"/>
          </a:xfrm>
          <a:prstGeom prst="line">
            <a:avLst/>
          </a:prstGeom>
          <a:noFill/>
          <a:ln w="25400">
            <a:solidFill>
              <a:srgbClr val="6A3FA0"/>
            </a:solidFill>
            <a:prstDash val="solid"/>
          </a:ln>
        </p:spPr>
      </p:sp>
      <p:sp>
        <p:nvSpPr>
          <p:cNvPr id="114" name="Shape 112"/>
          <p:cNvSpPr/>
          <p:nvPr/>
        </p:nvSpPr>
        <p:spPr>
          <a:xfrm flipV="1">
            <a:off x="4744212" y="2040691"/>
            <a:ext cx="74676" cy="2089"/>
          </a:xfrm>
          <a:prstGeom prst="line">
            <a:avLst/>
          </a:prstGeom>
          <a:noFill/>
          <a:ln w="25400">
            <a:solidFill>
              <a:srgbClr val="6A3FA0"/>
            </a:solidFill>
            <a:prstDash val="solid"/>
          </a:ln>
        </p:spPr>
      </p:sp>
      <p:sp>
        <p:nvSpPr>
          <p:cNvPr id="115" name="Shape 113"/>
          <p:cNvSpPr/>
          <p:nvPr/>
        </p:nvSpPr>
        <p:spPr>
          <a:xfrm flipV="1">
            <a:off x="4818888" y="2038800"/>
            <a:ext cx="74676" cy="1891"/>
          </a:xfrm>
          <a:prstGeom prst="line">
            <a:avLst/>
          </a:prstGeom>
          <a:noFill/>
          <a:ln w="25400">
            <a:solidFill>
              <a:srgbClr val="6A3FA0"/>
            </a:solidFill>
            <a:prstDash val="solid"/>
          </a:ln>
        </p:spPr>
      </p:sp>
      <p:sp>
        <p:nvSpPr>
          <p:cNvPr id="116" name="Shape 114"/>
          <p:cNvSpPr/>
          <p:nvPr/>
        </p:nvSpPr>
        <p:spPr>
          <a:xfrm flipV="1">
            <a:off x="4893564" y="2037090"/>
            <a:ext cx="74676" cy="1711"/>
          </a:xfrm>
          <a:prstGeom prst="line">
            <a:avLst/>
          </a:prstGeom>
          <a:noFill/>
          <a:ln w="25400">
            <a:solidFill>
              <a:srgbClr val="6A3FA0"/>
            </a:solidFill>
            <a:prstDash val="solid"/>
          </a:ln>
        </p:spPr>
      </p:sp>
      <p:sp>
        <p:nvSpPr>
          <p:cNvPr id="117" name="Shape 115"/>
          <p:cNvSpPr/>
          <p:nvPr/>
        </p:nvSpPr>
        <p:spPr>
          <a:xfrm flipV="1">
            <a:off x="4968240" y="2035542"/>
            <a:ext cx="74676" cy="1548"/>
          </a:xfrm>
          <a:prstGeom prst="line">
            <a:avLst/>
          </a:prstGeom>
          <a:noFill/>
          <a:ln w="25400">
            <a:solidFill>
              <a:srgbClr val="6A3FA0"/>
            </a:solidFill>
            <a:prstDash val="solid"/>
          </a:ln>
        </p:spPr>
      </p:sp>
      <p:sp>
        <p:nvSpPr>
          <p:cNvPr id="118" name="Shape 116"/>
          <p:cNvSpPr/>
          <p:nvPr/>
        </p:nvSpPr>
        <p:spPr>
          <a:xfrm flipV="1">
            <a:off x="5042916" y="2034141"/>
            <a:ext cx="74676" cy="1401"/>
          </a:xfrm>
          <a:prstGeom prst="line">
            <a:avLst/>
          </a:prstGeom>
          <a:noFill/>
          <a:ln w="25400">
            <a:solidFill>
              <a:srgbClr val="6A3FA0"/>
            </a:solidFill>
            <a:prstDash val="solid"/>
          </a:ln>
        </p:spPr>
      </p:sp>
      <p:sp>
        <p:nvSpPr>
          <p:cNvPr id="119" name="Shape 117"/>
          <p:cNvSpPr/>
          <p:nvPr/>
        </p:nvSpPr>
        <p:spPr>
          <a:xfrm flipV="1">
            <a:off x="5117592" y="2032874"/>
            <a:ext cx="74676" cy="1267"/>
          </a:xfrm>
          <a:prstGeom prst="line">
            <a:avLst/>
          </a:prstGeom>
          <a:noFill/>
          <a:ln w="25400">
            <a:solidFill>
              <a:srgbClr val="6A3FA0"/>
            </a:solidFill>
            <a:prstDash val="solid"/>
          </a:ln>
        </p:spPr>
      </p:sp>
      <p:sp>
        <p:nvSpPr>
          <p:cNvPr id="120" name="Shape 118"/>
          <p:cNvSpPr/>
          <p:nvPr/>
        </p:nvSpPr>
        <p:spPr>
          <a:xfrm flipV="1">
            <a:off x="5192268" y="2031727"/>
            <a:ext cx="74676" cy="1147"/>
          </a:xfrm>
          <a:prstGeom prst="line">
            <a:avLst/>
          </a:prstGeom>
          <a:noFill/>
          <a:ln w="25400">
            <a:solidFill>
              <a:srgbClr val="6A3FA0"/>
            </a:solidFill>
            <a:prstDash val="solid"/>
          </a:ln>
        </p:spPr>
      </p:sp>
      <p:sp>
        <p:nvSpPr>
          <p:cNvPr id="121" name="Shape 119"/>
          <p:cNvSpPr/>
          <p:nvPr/>
        </p:nvSpPr>
        <p:spPr>
          <a:xfrm flipV="1">
            <a:off x="5266944" y="2030690"/>
            <a:ext cx="74676" cy="1038"/>
          </a:xfrm>
          <a:prstGeom prst="line">
            <a:avLst/>
          </a:prstGeom>
          <a:noFill/>
          <a:ln w="25400">
            <a:solidFill>
              <a:srgbClr val="6A3FA0"/>
            </a:solidFill>
            <a:prstDash val="solid"/>
          </a:ln>
        </p:spPr>
      </p:sp>
      <p:sp>
        <p:nvSpPr>
          <p:cNvPr id="122" name="Shape 120"/>
          <p:cNvSpPr/>
          <p:nvPr/>
        </p:nvSpPr>
        <p:spPr>
          <a:xfrm flipV="1">
            <a:off x="5341620" y="2029751"/>
            <a:ext cx="74676" cy="939"/>
          </a:xfrm>
          <a:prstGeom prst="line">
            <a:avLst/>
          </a:prstGeom>
          <a:noFill/>
          <a:ln w="25400">
            <a:solidFill>
              <a:srgbClr val="6A3FA0"/>
            </a:solidFill>
            <a:prstDash val="solid"/>
          </a:ln>
        </p:spPr>
      </p:sp>
      <p:sp>
        <p:nvSpPr>
          <p:cNvPr id="123" name="Shape 121"/>
          <p:cNvSpPr/>
          <p:nvPr/>
        </p:nvSpPr>
        <p:spPr>
          <a:xfrm flipV="1">
            <a:off x="5416296" y="2028901"/>
            <a:ext cx="74676" cy="849"/>
          </a:xfrm>
          <a:prstGeom prst="line">
            <a:avLst/>
          </a:prstGeom>
          <a:noFill/>
          <a:ln w="25400">
            <a:solidFill>
              <a:srgbClr val="6A3FA0"/>
            </a:solidFill>
            <a:prstDash val="solid"/>
          </a:ln>
        </p:spPr>
      </p:sp>
      <p:sp>
        <p:nvSpPr>
          <p:cNvPr id="124" name="Shape 122"/>
          <p:cNvSpPr/>
          <p:nvPr/>
        </p:nvSpPr>
        <p:spPr>
          <a:xfrm flipV="1">
            <a:off x="5490972" y="2028133"/>
            <a:ext cx="74676" cy="769"/>
          </a:xfrm>
          <a:prstGeom prst="line">
            <a:avLst/>
          </a:prstGeom>
          <a:noFill/>
          <a:ln w="25400">
            <a:solidFill>
              <a:srgbClr val="6A3FA0"/>
            </a:solidFill>
            <a:prstDash val="solid"/>
          </a:ln>
        </p:spPr>
      </p:sp>
      <p:sp>
        <p:nvSpPr>
          <p:cNvPr id="125" name="Shape 123"/>
          <p:cNvSpPr/>
          <p:nvPr/>
        </p:nvSpPr>
        <p:spPr>
          <a:xfrm flipV="1">
            <a:off x="5565648" y="2027437"/>
            <a:ext cx="74676" cy="696"/>
          </a:xfrm>
          <a:prstGeom prst="line">
            <a:avLst/>
          </a:prstGeom>
          <a:noFill/>
          <a:ln w="25400">
            <a:solidFill>
              <a:srgbClr val="6A3FA0"/>
            </a:solidFill>
            <a:prstDash val="solid"/>
          </a:ln>
        </p:spPr>
      </p:sp>
      <p:sp>
        <p:nvSpPr>
          <p:cNvPr id="126" name="Shape 124"/>
          <p:cNvSpPr/>
          <p:nvPr/>
        </p:nvSpPr>
        <p:spPr>
          <a:xfrm flipV="1">
            <a:off x="5640324" y="2026808"/>
            <a:ext cx="74676" cy="629"/>
          </a:xfrm>
          <a:prstGeom prst="line">
            <a:avLst/>
          </a:prstGeom>
          <a:noFill/>
          <a:ln w="25400">
            <a:solidFill>
              <a:srgbClr val="6A3FA0"/>
            </a:solidFill>
            <a:prstDash val="solid"/>
          </a:ln>
        </p:spPr>
      </p:sp>
      <p:sp>
        <p:nvSpPr>
          <p:cNvPr id="127" name="Shape 125"/>
          <p:cNvSpPr/>
          <p:nvPr/>
        </p:nvSpPr>
        <p:spPr>
          <a:xfrm>
            <a:off x="1188720" y="4389120"/>
            <a:ext cx="91440" cy="91440"/>
          </a:xfrm>
          <a:prstGeom prst="line">
            <a:avLst/>
          </a:prstGeom>
          <a:noFill/>
          <a:ln w="15875">
            <a:solidFill>
              <a:srgbClr val="2A1F3D"/>
            </a:solidFill>
            <a:prstDash val="solid"/>
          </a:ln>
        </p:spPr>
      </p:sp>
      <p:sp>
        <p:nvSpPr>
          <p:cNvPr id="128" name="Shape 126"/>
          <p:cNvSpPr/>
          <p:nvPr/>
        </p:nvSpPr>
        <p:spPr>
          <a:xfrm flipV="1">
            <a:off x="1188720" y="4389120"/>
            <a:ext cx="91440" cy="91440"/>
          </a:xfrm>
          <a:prstGeom prst="line">
            <a:avLst/>
          </a:prstGeom>
          <a:noFill/>
          <a:ln w="15875">
            <a:solidFill>
              <a:srgbClr val="2A1F3D"/>
            </a:solidFill>
            <a:prstDash val="solid"/>
          </a:ln>
        </p:spPr>
      </p:sp>
      <p:sp>
        <p:nvSpPr>
          <p:cNvPr id="129" name="Shape 127"/>
          <p:cNvSpPr/>
          <p:nvPr/>
        </p:nvSpPr>
        <p:spPr>
          <a:xfrm>
            <a:off x="1562100" y="3423514"/>
            <a:ext cx="91440" cy="91440"/>
          </a:xfrm>
          <a:prstGeom prst="line">
            <a:avLst/>
          </a:prstGeom>
          <a:noFill/>
          <a:ln w="15875">
            <a:solidFill>
              <a:srgbClr val="2A1F3D"/>
            </a:solidFill>
            <a:prstDash val="solid"/>
          </a:ln>
        </p:spPr>
      </p:sp>
      <p:sp>
        <p:nvSpPr>
          <p:cNvPr id="130" name="Shape 128"/>
          <p:cNvSpPr/>
          <p:nvPr/>
        </p:nvSpPr>
        <p:spPr>
          <a:xfrm flipV="1">
            <a:off x="1562100" y="3423514"/>
            <a:ext cx="91440" cy="91440"/>
          </a:xfrm>
          <a:prstGeom prst="line">
            <a:avLst/>
          </a:prstGeom>
          <a:noFill/>
          <a:ln w="15875">
            <a:solidFill>
              <a:srgbClr val="2A1F3D"/>
            </a:solidFill>
            <a:prstDash val="solid"/>
          </a:ln>
        </p:spPr>
      </p:sp>
      <p:sp>
        <p:nvSpPr>
          <p:cNvPr id="131" name="Shape 129"/>
          <p:cNvSpPr/>
          <p:nvPr/>
        </p:nvSpPr>
        <p:spPr>
          <a:xfrm>
            <a:off x="1935480" y="2880360"/>
            <a:ext cx="91440" cy="91440"/>
          </a:xfrm>
          <a:prstGeom prst="line">
            <a:avLst/>
          </a:prstGeom>
          <a:noFill/>
          <a:ln w="15875">
            <a:solidFill>
              <a:srgbClr val="2A1F3D"/>
            </a:solidFill>
            <a:prstDash val="solid"/>
          </a:ln>
        </p:spPr>
      </p:sp>
      <p:sp>
        <p:nvSpPr>
          <p:cNvPr id="132" name="Shape 130"/>
          <p:cNvSpPr/>
          <p:nvPr/>
        </p:nvSpPr>
        <p:spPr>
          <a:xfrm flipV="1">
            <a:off x="1935480" y="2880360"/>
            <a:ext cx="91440" cy="91440"/>
          </a:xfrm>
          <a:prstGeom prst="line">
            <a:avLst/>
          </a:prstGeom>
          <a:noFill/>
          <a:ln w="15875">
            <a:solidFill>
              <a:srgbClr val="2A1F3D"/>
            </a:solidFill>
            <a:prstDash val="solid"/>
          </a:ln>
        </p:spPr>
      </p:sp>
      <p:sp>
        <p:nvSpPr>
          <p:cNvPr id="133" name="Shape 131"/>
          <p:cNvSpPr/>
          <p:nvPr/>
        </p:nvSpPr>
        <p:spPr>
          <a:xfrm>
            <a:off x="2308860" y="2518258"/>
            <a:ext cx="91440" cy="91440"/>
          </a:xfrm>
          <a:prstGeom prst="line">
            <a:avLst/>
          </a:prstGeom>
          <a:noFill/>
          <a:ln w="15875">
            <a:solidFill>
              <a:srgbClr val="2A1F3D"/>
            </a:solidFill>
            <a:prstDash val="solid"/>
          </a:ln>
        </p:spPr>
      </p:sp>
      <p:sp>
        <p:nvSpPr>
          <p:cNvPr id="134" name="Shape 132"/>
          <p:cNvSpPr/>
          <p:nvPr/>
        </p:nvSpPr>
        <p:spPr>
          <a:xfrm flipV="1">
            <a:off x="2308860" y="2518258"/>
            <a:ext cx="91440" cy="91440"/>
          </a:xfrm>
          <a:prstGeom prst="line">
            <a:avLst/>
          </a:prstGeom>
          <a:noFill/>
          <a:ln w="15875">
            <a:solidFill>
              <a:srgbClr val="2A1F3D"/>
            </a:solidFill>
            <a:prstDash val="solid"/>
          </a:ln>
        </p:spPr>
      </p:sp>
      <p:sp>
        <p:nvSpPr>
          <p:cNvPr id="135" name="Shape 133"/>
          <p:cNvSpPr/>
          <p:nvPr/>
        </p:nvSpPr>
        <p:spPr>
          <a:xfrm>
            <a:off x="2682240" y="2276856"/>
            <a:ext cx="91440" cy="91440"/>
          </a:xfrm>
          <a:prstGeom prst="line">
            <a:avLst/>
          </a:prstGeom>
          <a:noFill/>
          <a:ln w="15875">
            <a:solidFill>
              <a:srgbClr val="2A1F3D"/>
            </a:solidFill>
            <a:prstDash val="solid"/>
          </a:ln>
        </p:spPr>
      </p:sp>
      <p:sp>
        <p:nvSpPr>
          <p:cNvPr id="136" name="Shape 134"/>
          <p:cNvSpPr/>
          <p:nvPr/>
        </p:nvSpPr>
        <p:spPr>
          <a:xfrm flipV="1">
            <a:off x="2682240" y="2276856"/>
            <a:ext cx="91440" cy="91440"/>
          </a:xfrm>
          <a:prstGeom prst="line">
            <a:avLst/>
          </a:prstGeom>
          <a:noFill/>
          <a:ln w="15875">
            <a:solidFill>
              <a:srgbClr val="2A1F3D"/>
            </a:solidFill>
            <a:prstDash val="solid"/>
          </a:ln>
        </p:spPr>
      </p:sp>
      <p:sp>
        <p:nvSpPr>
          <p:cNvPr id="137" name="Shape 135"/>
          <p:cNvSpPr/>
          <p:nvPr/>
        </p:nvSpPr>
        <p:spPr>
          <a:xfrm>
            <a:off x="3429000" y="2095805"/>
            <a:ext cx="91440" cy="91440"/>
          </a:xfrm>
          <a:prstGeom prst="line">
            <a:avLst/>
          </a:prstGeom>
          <a:noFill/>
          <a:ln w="15875">
            <a:solidFill>
              <a:srgbClr val="2A1F3D"/>
            </a:solidFill>
            <a:prstDash val="solid"/>
          </a:ln>
        </p:spPr>
      </p:sp>
      <p:sp>
        <p:nvSpPr>
          <p:cNvPr id="138" name="Shape 136"/>
          <p:cNvSpPr/>
          <p:nvPr/>
        </p:nvSpPr>
        <p:spPr>
          <a:xfrm flipV="1">
            <a:off x="3429000" y="2095805"/>
            <a:ext cx="91440" cy="91440"/>
          </a:xfrm>
          <a:prstGeom prst="line">
            <a:avLst/>
          </a:prstGeom>
          <a:noFill/>
          <a:ln w="15875">
            <a:solidFill>
              <a:srgbClr val="2A1F3D"/>
            </a:solidFill>
            <a:prstDash val="solid"/>
          </a:ln>
        </p:spPr>
      </p:sp>
      <p:sp>
        <p:nvSpPr>
          <p:cNvPr id="139" name="Shape 137"/>
          <p:cNvSpPr/>
          <p:nvPr/>
        </p:nvSpPr>
        <p:spPr>
          <a:xfrm>
            <a:off x="4175760" y="2035454"/>
            <a:ext cx="91440" cy="91440"/>
          </a:xfrm>
          <a:prstGeom prst="line">
            <a:avLst/>
          </a:prstGeom>
          <a:noFill/>
          <a:ln w="15875">
            <a:solidFill>
              <a:srgbClr val="2A1F3D"/>
            </a:solidFill>
            <a:prstDash val="solid"/>
          </a:ln>
        </p:spPr>
      </p:sp>
      <p:sp>
        <p:nvSpPr>
          <p:cNvPr id="140" name="Shape 138"/>
          <p:cNvSpPr/>
          <p:nvPr/>
        </p:nvSpPr>
        <p:spPr>
          <a:xfrm flipV="1">
            <a:off x="4175760" y="2035454"/>
            <a:ext cx="91440" cy="91440"/>
          </a:xfrm>
          <a:prstGeom prst="line">
            <a:avLst/>
          </a:prstGeom>
          <a:noFill/>
          <a:ln w="15875">
            <a:solidFill>
              <a:srgbClr val="2A1F3D"/>
            </a:solidFill>
            <a:prstDash val="solid"/>
          </a:ln>
        </p:spPr>
      </p:sp>
      <p:sp>
        <p:nvSpPr>
          <p:cNvPr id="141" name="Shape 139"/>
          <p:cNvSpPr/>
          <p:nvPr/>
        </p:nvSpPr>
        <p:spPr>
          <a:xfrm>
            <a:off x="4922520" y="1975104"/>
            <a:ext cx="91440" cy="91440"/>
          </a:xfrm>
          <a:prstGeom prst="line">
            <a:avLst/>
          </a:prstGeom>
          <a:noFill/>
          <a:ln w="15875">
            <a:solidFill>
              <a:srgbClr val="2A1F3D"/>
            </a:solidFill>
            <a:prstDash val="solid"/>
          </a:ln>
        </p:spPr>
      </p:sp>
      <p:sp>
        <p:nvSpPr>
          <p:cNvPr id="142" name="Shape 140"/>
          <p:cNvSpPr/>
          <p:nvPr/>
        </p:nvSpPr>
        <p:spPr>
          <a:xfrm flipV="1">
            <a:off x="4922520" y="1975104"/>
            <a:ext cx="91440" cy="91440"/>
          </a:xfrm>
          <a:prstGeom prst="line">
            <a:avLst/>
          </a:prstGeom>
          <a:noFill/>
          <a:ln w="15875">
            <a:solidFill>
              <a:srgbClr val="2A1F3D"/>
            </a:solidFill>
            <a:prstDash val="solid"/>
          </a:ln>
        </p:spPr>
      </p:sp>
      <p:sp>
        <p:nvSpPr>
          <p:cNvPr id="143" name="Shape 141"/>
          <p:cNvSpPr/>
          <p:nvPr/>
        </p:nvSpPr>
        <p:spPr>
          <a:xfrm>
            <a:off x="5669280" y="1975104"/>
            <a:ext cx="91440" cy="91440"/>
          </a:xfrm>
          <a:prstGeom prst="line">
            <a:avLst/>
          </a:prstGeom>
          <a:noFill/>
          <a:ln w="15875">
            <a:solidFill>
              <a:srgbClr val="2A1F3D"/>
            </a:solidFill>
            <a:prstDash val="solid"/>
          </a:ln>
        </p:spPr>
      </p:sp>
      <p:sp>
        <p:nvSpPr>
          <p:cNvPr id="144" name="Shape 142"/>
          <p:cNvSpPr/>
          <p:nvPr/>
        </p:nvSpPr>
        <p:spPr>
          <a:xfrm flipV="1">
            <a:off x="5669280" y="1975104"/>
            <a:ext cx="91440" cy="91440"/>
          </a:xfrm>
          <a:prstGeom prst="line">
            <a:avLst/>
          </a:prstGeom>
          <a:noFill/>
          <a:ln w="15875">
            <a:solidFill>
              <a:srgbClr val="2A1F3D"/>
            </a:solidFill>
            <a:prstDash val="solid"/>
          </a:ln>
        </p:spPr>
      </p:sp>
      <p:sp>
        <p:nvSpPr>
          <p:cNvPr id="145" name="Shape 143"/>
          <p:cNvSpPr/>
          <p:nvPr/>
        </p:nvSpPr>
        <p:spPr>
          <a:xfrm flipV="1">
            <a:off x="1234440" y="1487984"/>
            <a:ext cx="1941576" cy="2308974"/>
          </a:xfrm>
          <a:prstGeom prst="line">
            <a:avLst/>
          </a:prstGeom>
          <a:noFill/>
          <a:ln w="22225">
            <a:solidFill>
              <a:srgbClr val="C8414C"/>
            </a:solidFill>
            <a:prstDash val="solid"/>
          </a:ln>
        </p:spPr>
      </p:sp>
      <p:sp>
        <p:nvSpPr>
          <p:cNvPr id="146" name="Shape 144"/>
          <p:cNvSpPr/>
          <p:nvPr/>
        </p:nvSpPr>
        <p:spPr>
          <a:xfrm>
            <a:off x="1234440" y="3795126"/>
            <a:ext cx="1493520" cy="91"/>
          </a:xfrm>
          <a:prstGeom prst="line">
            <a:avLst/>
          </a:prstGeom>
          <a:noFill/>
          <a:ln w="15875">
            <a:solidFill>
              <a:srgbClr val="B8730A"/>
            </a:solidFill>
            <a:prstDash val="dash"/>
          </a:ln>
        </p:spPr>
      </p:sp>
      <p:sp>
        <p:nvSpPr>
          <p:cNvPr id="147" name="Shape 145"/>
          <p:cNvSpPr/>
          <p:nvPr/>
        </p:nvSpPr>
        <p:spPr>
          <a:xfrm flipV="1">
            <a:off x="2727960" y="2020824"/>
            <a:ext cx="91" cy="1774302"/>
          </a:xfrm>
          <a:prstGeom prst="line">
            <a:avLst/>
          </a:prstGeom>
          <a:noFill/>
          <a:ln w="15875">
            <a:solidFill>
              <a:srgbClr val="B8730A"/>
            </a:solidFill>
            <a:prstDash val="dash"/>
          </a:ln>
        </p:spPr>
      </p:sp>
      <p:sp>
        <p:nvSpPr>
          <p:cNvPr id="148" name="Text 146"/>
          <p:cNvSpPr/>
          <p:nvPr/>
        </p:nvSpPr>
        <p:spPr>
          <a:xfrm>
            <a:off x="1533144" y="3813414"/>
            <a:ext cx="1280160" cy="201168"/>
          </a:xfrm>
          <a:prstGeom prst="rect">
            <a:avLst/>
          </a:prstGeom>
          <a:noFill/>
          <a:ln/>
        </p:spPr>
        <p:txBody>
          <a:bodyPr wrap="square" lIns="0" tIns="0" rIns="0" bIns="0" rtlCol="0" anchor="ctr"/>
          <a:lstStyle/>
          <a:p>
            <a:pPr algn="l" indent="0" marL="0">
              <a:buNone/>
            </a:pPr>
            <a:r>
              <a:rPr lang="en-US" sz="1000" b="1" dirty="0">
                <a:solidFill>
                  <a:srgbClr val="B8730A"/>
                </a:solidFill>
                <a:latin typeface="Calibri" pitchFamily="34" charset="0"/>
                <a:ea typeface="Calibri" pitchFamily="34" charset="-122"/>
                <a:cs typeface="Calibri" pitchFamily="34" charset="-120"/>
              </a:rPr>
              <a:t>change in x = 40 s</a:t>
            </a:r>
            <a:endParaRPr lang="en-US" sz="1000" dirty="0"/>
          </a:p>
        </p:txBody>
      </p:sp>
      <p:sp>
        <p:nvSpPr>
          <p:cNvPr id="149" name="Text 147"/>
          <p:cNvSpPr/>
          <p:nvPr/>
        </p:nvSpPr>
        <p:spPr>
          <a:xfrm>
            <a:off x="2765298" y="2986430"/>
            <a:ext cx="1463040" cy="548640"/>
          </a:xfrm>
          <a:prstGeom prst="rect">
            <a:avLst/>
          </a:prstGeom>
          <a:noFill/>
          <a:ln/>
        </p:spPr>
        <p:txBody>
          <a:bodyPr wrap="square" lIns="0" tIns="0" rIns="0" bIns="0" rtlCol="0" anchor="ctr"/>
          <a:lstStyle/>
          <a:p>
            <a:pPr algn="l" indent="0" marL="0">
              <a:buNone/>
            </a:pPr>
            <a:r>
              <a:rPr lang="en-US" sz="1000" b="1" dirty="0">
                <a:solidFill>
                  <a:srgbClr val="B8730A"/>
                </a:solidFill>
                <a:latin typeface="Calibri" pitchFamily="34" charset="0"/>
                <a:ea typeface="Calibri" pitchFamily="34" charset="-122"/>
                <a:cs typeface="Calibri" pitchFamily="34" charset="-120"/>
              </a:rPr>
              <a:t>change in y</a:t>
            </a:r>
            <a:endParaRPr lang="en-US" sz="1000" dirty="0"/>
          </a:p>
          <a:p>
            <a:pPr algn="l" indent="0" marL="0">
              <a:buNone/>
            </a:pPr>
            <a:r>
              <a:rPr lang="en-US" sz="1000" b="1" dirty="0">
                <a:solidFill>
                  <a:srgbClr val="B8730A"/>
                </a:solidFill>
                <a:latin typeface="Calibri" pitchFamily="34" charset="0"/>
                <a:ea typeface="Calibri" pitchFamily="34" charset="-122"/>
                <a:cs typeface="Calibri" pitchFamily="34" charset="-120"/>
              </a:rPr>
              <a:t>= 40.0 − 10.6</a:t>
            </a:r>
            <a:endParaRPr lang="en-US" sz="1000" dirty="0"/>
          </a:p>
          <a:p>
            <a:pPr algn="l" indent="0" marL="0">
              <a:buNone/>
            </a:pPr>
            <a:r>
              <a:rPr lang="en-US" sz="1000" b="1" dirty="0">
                <a:solidFill>
                  <a:srgbClr val="B8730A"/>
                </a:solidFill>
                <a:latin typeface="Calibri" pitchFamily="34" charset="0"/>
                <a:ea typeface="Calibri" pitchFamily="34" charset="-122"/>
                <a:cs typeface="Calibri" pitchFamily="34" charset="-120"/>
              </a:rPr>
              <a:t>= 29.4 cm³</a:t>
            </a:r>
            <a:endParaRPr lang="en-US" sz="1000" dirty="0"/>
          </a:p>
        </p:txBody>
      </p:sp>
      <p:sp>
        <p:nvSpPr>
          <p:cNvPr id="150" name="Shape 148"/>
          <p:cNvSpPr/>
          <p:nvPr/>
        </p:nvSpPr>
        <p:spPr>
          <a:xfrm>
            <a:off x="1935480" y="2863171"/>
            <a:ext cx="91440" cy="91440"/>
          </a:xfrm>
          <a:prstGeom prst="ellipse">
            <a:avLst/>
          </a:prstGeom>
          <a:solidFill>
            <a:srgbClr val="C8414C"/>
          </a:solidFill>
          <a:ln w="9525">
            <a:solidFill>
              <a:srgbClr val="C8414C"/>
            </a:solidFill>
            <a:prstDash val="solid"/>
          </a:ln>
        </p:spPr>
      </p:sp>
      <p:sp>
        <p:nvSpPr>
          <p:cNvPr id="151" name="Text 149"/>
          <p:cNvSpPr/>
          <p:nvPr/>
        </p:nvSpPr>
        <p:spPr>
          <a:xfrm>
            <a:off x="3250692" y="1658722"/>
            <a:ext cx="1188720" cy="201168"/>
          </a:xfrm>
          <a:prstGeom prst="rect">
            <a:avLst/>
          </a:prstGeom>
          <a:noFill/>
          <a:ln/>
        </p:spPr>
        <p:txBody>
          <a:bodyPr wrap="square" lIns="0" tIns="0" rIns="0" bIns="0" rtlCol="0" anchor="ctr"/>
          <a:lstStyle/>
          <a:p>
            <a:pPr algn="l" indent="0" marL="0">
              <a:buNone/>
            </a:pPr>
            <a:r>
              <a:rPr lang="en-US" sz="1000" b="1" dirty="0">
                <a:solidFill>
                  <a:srgbClr val="C8414C"/>
                </a:solidFill>
                <a:latin typeface="Calibri" pitchFamily="34" charset="0"/>
                <a:ea typeface="Calibri" pitchFamily="34" charset="-122"/>
                <a:cs typeface="Calibri" pitchFamily="34" charset="-120"/>
              </a:rPr>
              <a:t>tangent at 20 s</a:t>
            </a:r>
            <a:endParaRPr lang="en-US" sz="1000" dirty="0"/>
          </a:p>
        </p:txBody>
      </p:sp>
      <p:sp>
        <p:nvSpPr>
          <p:cNvPr id="152" name="Shape 150"/>
          <p:cNvSpPr/>
          <p:nvPr/>
        </p:nvSpPr>
        <p:spPr>
          <a:xfrm>
            <a:off x="6217920" y="1188720"/>
            <a:ext cx="5562295" cy="3200400"/>
          </a:xfrm>
          <a:prstGeom prst="roundRect">
            <a:avLst>
              <a:gd name="adj" fmla="val 1714"/>
            </a:avLst>
          </a:prstGeom>
          <a:solidFill>
            <a:srgbClr val="F8F5FC"/>
          </a:solidFill>
          <a:ln w="9525">
            <a:solidFill>
              <a:srgbClr val="DDD3EC"/>
            </a:solidFill>
            <a:prstDash val="solid"/>
          </a:ln>
        </p:spPr>
      </p:sp>
      <p:sp>
        <p:nvSpPr>
          <p:cNvPr id="153" name="Text 151"/>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Rate at one instant</a:t>
            </a:r>
            <a:endParaRPr lang="en-US" sz="1300" dirty="0"/>
          </a:p>
        </p:txBody>
      </p:sp>
      <p:sp>
        <p:nvSpPr>
          <p:cNvPr id="154" name="Text 152"/>
          <p:cNvSpPr/>
          <p:nvPr/>
        </p:nvSpPr>
        <p:spPr>
          <a:xfrm>
            <a:off x="6382512" y="1609344"/>
            <a:ext cx="5233111" cy="270662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 </a:t>
            </a:r>
            <a:r>
              <a:rPr lang="en-US" sz="1100" b="1" dirty="0">
                <a:solidFill>
                  <a:srgbClr val="262B3A"/>
                </a:solidFill>
                <a:latin typeface="Calibri" pitchFamily="34" charset="0"/>
                <a:ea typeface="Calibri" pitchFamily="34" charset="-122"/>
                <a:cs typeface="Calibri" pitchFamily="34" charset="-120"/>
              </a:rPr>
              <a:t>tangent</a:t>
            </a:r>
            <a:r>
              <a:rPr lang="en-US" sz="1100" dirty="0">
                <a:solidFill>
                  <a:srgbClr val="262B3A"/>
                </a:solidFill>
                <a:latin typeface="Calibri" pitchFamily="34" charset="0"/>
                <a:ea typeface="Calibri" pitchFamily="34" charset="-122"/>
                <a:cs typeface="Calibri" pitchFamily="34" charset="-120"/>
              </a:rPr>
              <a:t> is a straight line that just </a:t>
            </a:r>
            <a:r>
              <a:rPr lang="en-US" sz="1100" b="1" dirty="0">
                <a:solidFill>
                  <a:srgbClr val="262B3A"/>
                </a:solidFill>
                <a:latin typeface="Calibri" pitchFamily="34" charset="0"/>
                <a:ea typeface="Calibri" pitchFamily="34" charset="-122"/>
                <a:cs typeface="Calibri" pitchFamily="34" charset="-120"/>
              </a:rPr>
              <a:t>touches</a:t>
            </a:r>
            <a:r>
              <a:rPr lang="en-US" sz="1100" dirty="0">
                <a:solidFill>
                  <a:srgbClr val="262B3A"/>
                </a:solidFill>
                <a:latin typeface="Calibri" pitchFamily="34" charset="0"/>
                <a:ea typeface="Calibri" pitchFamily="34" charset="-122"/>
                <a:cs typeface="Calibri" pitchFamily="34" charset="-120"/>
              </a:rPr>
              <a:t> the curve at one point, with the </a:t>
            </a:r>
            <a:r>
              <a:rPr lang="en-US" sz="1100" b="1" dirty="0">
                <a:solidFill>
                  <a:srgbClr val="262B3A"/>
                </a:solidFill>
                <a:latin typeface="Calibri" pitchFamily="34" charset="0"/>
                <a:ea typeface="Calibri" pitchFamily="34" charset="-122"/>
                <a:cs typeface="Calibri" pitchFamily="34" charset="-120"/>
              </a:rPr>
              <a:t>same slope</a:t>
            </a:r>
            <a:r>
              <a:rPr lang="en-US" sz="1100" dirty="0">
                <a:solidFill>
                  <a:srgbClr val="262B3A"/>
                </a:solidFill>
                <a:latin typeface="Calibri" pitchFamily="34" charset="0"/>
                <a:ea typeface="Calibri" pitchFamily="34" charset="-122"/>
                <a:cs typeface="Calibri" pitchFamily="34" charset="-120"/>
              </a:rPr>
              <a:t> as the curve there.</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Draw it with a ruler; pick </a:t>
            </a:r>
            <a:r>
              <a:rPr lang="en-US" sz="1100" b="1" dirty="0">
                <a:solidFill>
                  <a:srgbClr val="262B3A"/>
                </a:solidFill>
                <a:latin typeface="Calibri" pitchFamily="34" charset="0"/>
                <a:ea typeface="Calibri" pitchFamily="34" charset="-122"/>
                <a:cs typeface="Calibri" pitchFamily="34" charset="-120"/>
              </a:rPr>
              <a:t>two points far apart</a:t>
            </a:r>
            <a:r>
              <a:rPr lang="en-US" sz="1100" dirty="0">
                <a:solidFill>
                  <a:srgbClr val="262B3A"/>
                </a:solidFill>
                <a:latin typeface="Calibri" pitchFamily="34" charset="0"/>
                <a:ea typeface="Calibri" pitchFamily="34" charset="-122"/>
                <a:cs typeface="Calibri" pitchFamily="34" charset="-120"/>
              </a:rPr>
              <a:t> on the tangent.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Rate = gradient = change in y ÷ change in x</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tangent at </a:t>
            </a:r>
            <a:r>
              <a:rPr lang="en-US" sz="1100" b="1" dirty="0">
                <a:solidFill>
                  <a:srgbClr val="262B3A"/>
                </a:solidFill>
                <a:latin typeface="Calibri" pitchFamily="34" charset="0"/>
                <a:ea typeface="Calibri" pitchFamily="34" charset="-122"/>
                <a:cs typeface="Calibri" pitchFamily="34" charset="-120"/>
              </a:rPr>
              <a:t>t = 0</a:t>
            </a:r>
            <a:r>
              <a:rPr lang="en-US" sz="1100" dirty="0">
                <a:solidFill>
                  <a:srgbClr val="262B3A"/>
                </a:solidFill>
                <a:latin typeface="Calibri" pitchFamily="34" charset="0"/>
                <a:ea typeface="Calibri" pitchFamily="34" charset="-122"/>
                <a:cs typeface="Calibri" pitchFamily="34" charset="-120"/>
              </a:rPr>
              <a:t> gives the </a:t>
            </a:r>
            <a:r>
              <a:rPr lang="en-US" sz="1100" b="1" dirty="0">
                <a:solidFill>
                  <a:srgbClr val="262B3A"/>
                </a:solidFill>
                <a:latin typeface="Calibri" pitchFamily="34" charset="0"/>
                <a:ea typeface="Calibri" pitchFamily="34" charset="-122"/>
                <a:cs typeface="Calibri" pitchFamily="34" charset="-120"/>
              </a:rPr>
              <a:t>initial rate</a:t>
            </a:r>
            <a:r>
              <a:rPr lang="en-US" sz="1100" dirty="0">
                <a:solidFill>
                  <a:srgbClr val="262B3A"/>
                </a:solidFill>
                <a:latin typeface="Calibri" pitchFamily="34" charset="0"/>
                <a:ea typeface="Calibri" pitchFamily="34" charset="-122"/>
                <a:cs typeface="Calibri" pitchFamily="34" charset="-120"/>
              </a:rPr>
              <a:t> (the fastest).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Later tangents are </a:t>
            </a:r>
            <a:r>
              <a:rPr lang="en-US" sz="1100" b="1" dirty="0">
                <a:solidFill>
                  <a:srgbClr val="262B3A"/>
                </a:solidFill>
                <a:latin typeface="Calibri" pitchFamily="34" charset="0"/>
                <a:ea typeface="Calibri" pitchFamily="34" charset="-122"/>
                <a:cs typeface="Calibri" pitchFamily="34" charset="-120"/>
              </a:rPr>
              <a:t>less steep</a:t>
            </a:r>
            <a:r>
              <a:rPr lang="en-US" sz="1100" dirty="0">
                <a:solidFill>
                  <a:srgbClr val="262B3A"/>
                </a:solidFill>
                <a:latin typeface="Calibri" pitchFamily="34" charset="0"/>
                <a:ea typeface="Calibri" pitchFamily="34" charset="-122"/>
                <a:cs typeface="Calibri" pitchFamily="34" charset="-120"/>
              </a:rPr>
              <a:t>: the rate falls as reactants are used up.</a:t>
            </a:r>
            <a:endParaRPr lang="en-US" sz="1100" dirty="0"/>
          </a:p>
        </p:txBody>
      </p:sp>
      <p:sp>
        <p:nvSpPr>
          <p:cNvPr id="155" name="Shape 153"/>
          <p:cNvSpPr/>
          <p:nvPr/>
        </p:nvSpPr>
        <p:spPr>
          <a:xfrm>
            <a:off x="6217920" y="4526280"/>
            <a:ext cx="5562295" cy="1188720"/>
          </a:xfrm>
          <a:prstGeom prst="roundRect">
            <a:avLst>
              <a:gd name="adj" fmla="val 4615"/>
            </a:avLst>
          </a:prstGeom>
          <a:solidFill>
            <a:srgbClr val="FFF4E0"/>
          </a:solidFill>
          <a:ln w="9525">
            <a:solidFill>
              <a:srgbClr val="F1D9A8"/>
            </a:solidFill>
            <a:prstDash val="solid"/>
          </a:ln>
        </p:spPr>
      </p:sp>
      <p:sp>
        <p:nvSpPr>
          <p:cNvPr id="156" name="Text 154"/>
          <p:cNvSpPr/>
          <p:nvPr/>
        </p:nvSpPr>
        <p:spPr>
          <a:xfrm>
            <a:off x="6382512" y="45994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(HT): gradient</a:t>
            </a:r>
            <a:endParaRPr lang="en-US" sz="1300" dirty="0"/>
          </a:p>
        </p:txBody>
      </p:sp>
      <p:sp>
        <p:nvSpPr>
          <p:cNvPr id="157" name="Text 155"/>
          <p:cNvSpPr/>
          <p:nvPr/>
        </p:nvSpPr>
        <p:spPr>
          <a:xfrm>
            <a:off x="6382512" y="4910328"/>
            <a:ext cx="5233111" cy="7315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Rate at 20 s, from the red tangent?</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Gradient   </a:t>
            </a:r>
            <a:r>
              <a:rPr lang="en-US" sz="1050" dirty="0">
                <a:solidFill>
                  <a:srgbClr val="262B3A"/>
                </a:solidFill>
                <a:latin typeface="Calibri" pitchFamily="34" charset="0"/>
                <a:ea typeface="Calibri" pitchFamily="34" charset="-122"/>
                <a:cs typeface="Calibri" pitchFamily="34" charset="-120"/>
              </a:rPr>
              <a:t>29.4 cm³ ÷ 40 s = 0.735</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 </a:t>
            </a:r>
            <a:r>
              <a:rPr lang="en-US" sz="1050" b="1" dirty="0">
                <a:solidFill>
                  <a:srgbClr val="C8414C"/>
                </a:solidFill>
                <a:latin typeface="Calibri" pitchFamily="34" charset="0"/>
                <a:ea typeface="Calibri" pitchFamily="34" charset="-122"/>
                <a:cs typeface="Calibri" pitchFamily="34" charset="-120"/>
              </a:rPr>
              <a:t>0.74 cm³/s</a:t>
            </a:r>
            <a:r>
              <a:rPr lang="en-US" sz="1050" b="1" dirty="0">
                <a:solidFill>
                  <a:srgbClr val="C8414C"/>
                </a:solidFill>
                <a:latin typeface="Calibri" pitchFamily="34" charset="0"/>
                <a:ea typeface="Calibri" pitchFamily="34" charset="-122"/>
                <a:cs typeface="Calibri" pitchFamily="34" charset="-120"/>
              </a:rPr>
              <a:t> (2 s.f.)</a:t>
            </a:r>
            <a:endParaRPr lang="en-US" sz="1050" dirty="0"/>
          </a:p>
        </p:txBody>
      </p:sp>
      <p:sp>
        <p:nvSpPr>
          <p:cNvPr id="158" name="Shape 156"/>
          <p:cNvSpPr/>
          <p:nvPr/>
        </p:nvSpPr>
        <p:spPr>
          <a:xfrm>
            <a:off x="411480" y="5833872"/>
            <a:ext cx="11368735" cy="530352"/>
          </a:xfrm>
          <a:prstGeom prst="rect">
            <a:avLst/>
          </a:prstGeom>
          <a:solidFill>
            <a:srgbClr val="FFF4E0"/>
          </a:solidFill>
          <a:ln w="6350">
            <a:solidFill>
              <a:srgbClr val="F1D9A8"/>
            </a:solidFill>
            <a:prstDash val="solid"/>
          </a:ln>
        </p:spPr>
      </p:sp>
      <p:sp>
        <p:nvSpPr>
          <p:cNvPr id="159" name="Shape 157"/>
          <p:cNvSpPr/>
          <p:nvPr/>
        </p:nvSpPr>
        <p:spPr>
          <a:xfrm>
            <a:off x="411480" y="5833872"/>
            <a:ext cx="82296" cy="530352"/>
          </a:xfrm>
          <a:prstGeom prst="rect">
            <a:avLst/>
          </a:prstGeom>
          <a:solidFill>
            <a:srgbClr val="E39A2F"/>
          </a:solidFill>
          <a:ln w="12700">
            <a:solidFill>
              <a:srgbClr val="E39A2F"/>
            </a:solidFill>
            <a:prstDash val="solid"/>
          </a:ln>
        </p:spPr>
      </p:sp>
      <p:sp>
        <p:nvSpPr>
          <p:cNvPr id="160" name="Text 15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tangent drawn at </a:t>
            </a:r>
            <a:r>
              <a:rPr lang="en-US" sz="1150" b="1" dirty="0">
                <a:solidFill>
                  <a:srgbClr val="262B3A"/>
                </a:solidFill>
                <a:latin typeface="Calibri" pitchFamily="34" charset="0"/>
                <a:ea typeface="Calibri" pitchFamily="34" charset="-122"/>
                <a:cs typeface="Calibri" pitchFamily="34" charset="-120"/>
              </a:rPr>
              <a:t>t = 0</a:t>
            </a:r>
            <a:r>
              <a:rPr lang="en-US" sz="1150" dirty="0">
                <a:solidFill>
                  <a:srgbClr val="262B3A"/>
                </a:solidFill>
                <a:latin typeface="Calibri" pitchFamily="34" charset="0"/>
                <a:ea typeface="Calibri" pitchFamily="34" charset="-122"/>
                <a:cs typeface="Calibri" pitchFamily="34" charset="-120"/>
              </a:rPr>
              <a:t> passes through </a:t>
            </a:r>
            <a:r>
              <a:rPr lang="en-US" sz="1150" b="1" dirty="0">
                <a:solidFill>
                  <a:srgbClr val="262B3A"/>
                </a:solidFill>
                <a:latin typeface="Calibri" pitchFamily="34" charset="0"/>
                <a:ea typeface="Calibri" pitchFamily="34" charset="-122"/>
                <a:cs typeface="Calibri" pitchFamily="34" charset="-120"/>
              </a:rPr>
              <a:t>(0 s, 0 cm³)</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(20 s, 40 cm³)</a:t>
            </a:r>
            <a:r>
              <a:rPr lang="en-US" sz="1150" dirty="0">
                <a:solidFill>
                  <a:srgbClr val="262B3A"/>
                </a:solidFill>
                <a:latin typeface="Calibri" pitchFamily="34" charset="0"/>
                <a:ea typeface="Calibri" pitchFamily="34" charset="-122"/>
                <a:cs typeface="Calibri" pitchFamily="34" charset="-120"/>
              </a:rPr>
              <a:t>. Calculate the </a:t>
            </a:r>
            <a:r>
              <a:rPr lang="en-US" sz="1150" b="1" dirty="0">
                <a:solidFill>
                  <a:srgbClr val="262B3A"/>
                </a:solidFill>
                <a:latin typeface="Calibri" pitchFamily="34" charset="0"/>
                <a:ea typeface="Calibri" pitchFamily="34" charset="-122"/>
                <a:cs typeface="Calibri" pitchFamily="34" charset="-120"/>
              </a:rPr>
              <a:t>initial rate</a:t>
            </a:r>
            <a:r>
              <a:rPr lang="en-US" sz="1150" dirty="0">
                <a:solidFill>
                  <a:srgbClr val="262B3A"/>
                </a:solidFill>
                <a:latin typeface="Calibri" pitchFamily="34" charset="0"/>
                <a:ea typeface="Calibri" pitchFamily="34" charset="-122"/>
                <a:cs typeface="Calibri" pitchFamily="34" charset="-120"/>
              </a:rPr>
              <a:t>. Compare it with the rate at 20 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1</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C6.2.8, C6.2.9, C6.2.10 • measuring rate and rate graphs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C6.2 How do chemists control the rate of reactions?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1  |  8</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Zinc reacts with sulfuric acid to make hydrogen gas. Name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pieces of apparatus that could be used to measure the </a:t>
            </a:r>
            <a:r>
              <a:rPr lang="en-US" sz="1250" b="1" dirty="0">
                <a:solidFill>
                  <a:srgbClr val="262B3A"/>
                </a:solidFill>
                <a:latin typeface="Calibri" pitchFamily="34" charset="0"/>
                <a:ea typeface="Calibri" pitchFamily="34" charset="-122"/>
                <a:cs typeface="Calibri" pitchFamily="34" charset="-120"/>
              </a:rPr>
              <a:t>volume</a:t>
            </a:r>
            <a:r>
              <a:rPr lang="en-US" sz="1250" dirty="0">
                <a:solidFill>
                  <a:srgbClr val="262B3A"/>
                </a:solidFill>
                <a:latin typeface="Calibri" pitchFamily="34" charset="0"/>
                <a:ea typeface="Calibri" pitchFamily="34" charset="-122"/>
                <a:cs typeface="Calibri" pitchFamily="34" charset="-120"/>
              </a:rPr>
              <a:t> of gas made.</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reaction makes </a:t>
            </a:r>
            <a:r>
              <a:rPr lang="en-US" sz="1250" b="1" dirty="0">
                <a:solidFill>
                  <a:srgbClr val="262B3A"/>
                </a:solidFill>
                <a:latin typeface="Calibri" pitchFamily="34" charset="0"/>
                <a:ea typeface="Calibri" pitchFamily="34" charset="-122"/>
                <a:cs typeface="Calibri" pitchFamily="34" charset="-120"/>
              </a:rPr>
              <a:t>48 cm³</a:t>
            </a:r>
            <a:r>
              <a:rPr lang="en-US" sz="1250" dirty="0">
                <a:solidFill>
                  <a:srgbClr val="262B3A"/>
                </a:solidFill>
                <a:latin typeface="Calibri" pitchFamily="34" charset="0"/>
                <a:ea typeface="Calibri" pitchFamily="34" charset="-122"/>
                <a:cs typeface="Calibri" pitchFamily="34" charset="-120"/>
              </a:rPr>
              <a:t> of gas in the first </a:t>
            </a:r>
            <a:r>
              <a:rPr lang="en-US" sz="1250" b="1" dirty="0">
                <a:solidFill>
                  <a:srgbClr val="262B3A"/>
                </a:solidFill>
                <a:latin typeface="Calibri" pitchFamily="34" charset="0"/>
                <a:ea typeface="Calibri" pitchFamily="34" charset="-122"/>
                <a:cs typeface="Calibri" pitchFamily="34" charset="-120"/>
              </a:rPr>
              <a:t>60 s</a:t>
            </a:r>
            <a:r>
              <a:rPr lang="en-US" sz="1250" dirty="0">
                <a:solidFill>
                  <a:srgbClr val="262B3A"/>
                </a:solidFill>
                <a:latin typeface="Calibri" pitchFamily="34" charset="0"/>
                <a:ea typeface="Calibri" pitchFamily="34" charset="-122"/>
                <a:cs typeface="Calibri" pitchFamily="34" charset="-120"/>
              </a:rPr>
              <a:t>. Calculate the </a:t>
            </a:r>
            <a:r>
              <a:rPr lang="en-US" sz="1250" b="1" dirty="0">
                <a:solidFill>
                  <a:srgbClr val="262B3A"/>
                </a:solidFill>
                <a:latin typeface="Calibri" pitchFamily="34" charset="0"/>
                <a:ea typeface="Calibri" pitchFamily="34" charset="-122"/>
                <a:cs typeface="Calibri" pitchFamily="34" charset="-120"/>
              </a:rPr>
              <a:t>mean rate</a:t>
            </a:r>
            <a:r>
              <a:rPr lang="en-US" sz="1250" dirty="0">
                <a:solidFill>
                  <a:srgbClr val="262B3A"/>
                </a:solidFill>
                <a:latin typeface="Calibri" pitchFamily="34" charset="0"/>
                <a:ea typeface="Calibri" pitchFamily="34" charset="-122"/>
                <a:cs typeface="Calibri" pitchFamily="34" charset="-120"/>
              </a:rPr>
              <a:t> of reaction. Give the unit.</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how the rate changes during a reaction, as shown by a curve of volume of gas against time, and explain why the line ends </a:t>
            </a:r>
            <a:r>
              <a:rPr lang="en-US" sz="1250" b="1" dirty="0">
                <a:solidFill>
                  <a:srgbClr val="262B3A"/>
                </a:solidFill>
                <a:latin typeface="Calibri" pitchFamily="34" charset="0"/>
                <a:ea typeface="Calibri" pitchFamily="34" charset="-122"/>
                <a:cs typeface="Calibri" pitchFamily="34" charset="-120"/>
              </a:rPr>
              <a:t>flat</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Shape 24"/>
          <p:cNvSpPr/>
          <p:nvPr/>
        </p:nvSpPr>
        <p:spPr>
          <a:xfrm>
            <a:off x="2606040" y="5132070"/>
            <a:ext cx="411480" cy="274320"/>
          </a:xfrm>
          <a:prstGeom prst="roundRect">
            <a:avLst>
              <a:gd name="adj" fmla="val 50000"/>
            </a:avLst>
          </a:prstGeom>
          <a:solidFill>
            <a:srgbClr val="C8414C"/>
          </a:solidFill>
          <a:ln w="12700">
            <a:solidFill>
              <a:srgbClr val="C8414C"/>
            </a:solidFill>
            <a:prstDash val="solid"/>
          </a:ln>
        </p:spPr>
      </p:sp>
      <p:sp>
        <p:nvSpPr>
          <p:cNvPr id="27" name="Text 25"/>
          <p:cNvSpPr/>
          <p:nvPr/>
        </p:nvSpPr>
        <p:spPr>
          <a:xfrm>
            <a:off x="2606040" y="5132070"/>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8" name="Text 26"/>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tangent to a curve of volume of gas against time passes through </a:t>
            </a:r>
            <a:r>
              <a:rPr lang="en-US" sz="1250" b="1" dirty="0">
                <a:solidFill>
                  <a:srgbClr val="262B3A"/>
                </a:solidFill>
                <a:latin typeface="Calibri" pitchFamily="34" charset="0"/>
                <a:ea typeface="Calibri" pitchFamily="34" charset="-122"/>
                <a:cs typeface="Calibri" pitchFamily="34" charset="-120"/>
              </a:rPr>
              <a:t>(10 s, 12 cm³)</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(50 s, 44 cm³)</a:t>
            </a:r>
            <a:r>
              <a:rPr lang="en-US" sz="1250" dirty="0">
                <a:solidFill>
                  <a:srgbClr val="262B3A"/>
                </a:solidFill>
                <a:latin typeface="Calibri" pitchFamily="34" charset="0"/>
                <a:ea typeface="Calibri" pitchFamily="34" charset="-122"/>
                <a:cs typeface="Calibri" pitchFamily="34" charset="-120"/>
              </a:rPr>
              <a:t>. Calculate the rate at that time.</a:t>
            </a:r>
            <a:endParaRPr lang="en-US" sz="1250" dirty="0"/>
          </a:p>
        </p:txBody>
      </p:sp>
      <p:sp>
        <p:nvSpPr>
          <p:cNvPr id="29" name="Text 27"/>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Factors that change the rate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C6.2.1, C6.2.9 • the effect of temperature, concentration, pressure and surface area on rate</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C6.2 How do chemists control the rate of reactions?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C6.2.1  |  9</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same mass of limiting reactant in each run; curves to scale</a:t>
            </a:r>
            <a:endParaRPr lang="en-US" sz="1000" dirty="0"/>
          </a:p>
        </p:txBody>
      </p:sp>
      <p:sp>
        <p:nvSpPr>
          <p:cNvPr id="10" name="Shape 8"/>
          <p:cNvSpPr/>
          <p:nvPr/>
        </p:nvSpPr>
        <p:spPr>
          <a:xfrm>
            <a:off x="1234440" y="1371600"/>
            <a:ext cx="4480560" cy="2103120"/>
          </a:xfrm>
          <a:prstGeom prst="rect">
            <a:avLst/>
          </a:prstGeom>
          <a:solidFill>
            <a:srgbClr val="FFFFFF"/>
          </a:solidFill>
          <a:ln/>
        </p:spPr>
      </p:sp>
      <p:sp>
        <p:nvSpPr>
          <p:cNvPr id="11" name="Shape 9"/>
          <p:cNvSpPr/>
          <p:nvPr/>
        </p:nvSpPr>
        <p:spPr>
          <a:xfrm>
            <a:off x="1234440" y="1371600"/>
            <a:ext cx="91" cy="2103120"/>
          </a:xfrm>
          <a:prstGeom prst="line">
            <a:avLst/>
          </a:prstGeom>
          <a:noFill/>
          <a:ln w="6350">
            <a:solidFill>
              <a:srgbClr val="D6CBE8"/>
            </a:solidFill>
            <a:prstDash val="solid"/>
          </a:ln>
        </p:spPr>
      </p:sp>
      <p:sp>
        <p:nvSpPr>
          <p:cNvPr id="12" name="Shape 10"/>
          <p:cNvSpPr/>
          <p:nvPr/>
        </p:nvSpPr>
        <p:spPr>
          <a:xfrm>
            <a:off x="2130552" y="1371600"/>
            <a:ext cx="91" cy="2103120"/>
          </a:xfrm>
          <a:prstGeom prst="line">
            <a:avLst/>
          </a:prstGeom>
          <a:noFill/>
          <a:ln w="6350">
            <a:solidFill>
              <a:srgbClr val="D6CBE8"/>
            </a:solidFill>
            <a:prstDash val="solid"/>
          </a:ln>
        </p:spPr>
      </p:sp>
      <p:sp>
        <p:nvSpPr>
          <p:cNvPr id="13" name="Shape 11"/>
          <p:cNvSpPr/>
          <p:nvPr/>
        </p:nvSpPr>
        <p:spPr>
          <a:xfrm>
            <a:off x="3026664" y="1371600"/>
            <a:ext cx="91" cy="2103120"/>
          </a:xfrm>
          <a:prstGeom prst="line">
            <a:avLst/>
          </a:prstGeom>
          <a:noFill/>
          <a:ln w="6350">
            <a:solidFill>
              <a:srgbClr val="D6CBE8"/>
            </a:solidFill>
            <a:prstDash val="solid"/>
          </a:ln>
        </p:spPr>
      </p:sp>
      <p:sp>
        <p:nvSpPr>
          <p:cNvPr id="14" name="Shape 12"/>
          <p:cNvSpPr/>
          <p:nvPr/>
        </p:nvSpPr>
        <p:spPr>
          <a:xfrm>
            <a:off x="3922776" y="1371600"/>
            <a:ext cx="91" cy="2103120"/>
          </a:xfrm>
          <a:prstGeom prst="line">
            <a:avLst/>
          </a:prstGeom>
          <a:noFill/>
          <a:ln w="6350">
            <a:solidFill>
              <a:srgbClr val="D6CBE8"/>
            </a:solidFill>
            <a:prstDash val="solid"/>
          </a:ln>
        </p:spPr>
      </p:sp>
      <p:sp>
        <p:nvSpPr>
          <p:cNvPr id="15" name="Shape 13"/>
          <p:cNvSpPr/>
          <p:nvPr/>
        </p:nvSpPr>
        <p:spPr>
          <a:xfrm>
            <a:off x="4818888" y="1371600"/>
            <a:ext cx="91" cy="2103120"/>
          </a:xfrm>
          <a:prstGeom prst="line">
            <a:avLst/>
          </a:prstGeom>
          <a:noFill/>
          <a:ln w="6350">
            <a:solidFill>
              <a:srgbClr val="D6CBE8"/>
            </a:solidFill>
            <a:prstDash val="solid"/>
          </a:ln>
        </p:spPr>
      </p:sp>
      <p:sp>
        <p:nvSpPr>
          <p:cNvPr id="16" name="Shape 14"/>
          <p:cNvSpPr/>
          <p:nvPr/>
        </p:nvSpPr>
        <p:spPr>
          <a:xfrm>
            <a:off x="5715000" y="1371600"/>
            <a:ext cx="91" cy="2103120"/>
          </a:xfrm>
          <a:prstGeom prst="line">
            <a:avLst/>
          </a:prstGeom>
          <a:noFill/>
          <a:ln w="6350">
            <a:solidFill>
              <a:srgbClr val="D6CBE8"/>
            </a:solidFill>
            <a:prstDash val="solid"/>
          </a:ln>
        </p:spPr>
      </p:sp>
      <p:sp>
        <p:nvSpPr>
          <p:cNvPr id="17" name="Shape 15"/>
          <p:cNvSpPr/>
          <p:nvPr/>
        </p:nvSpPr>
        <p:spPr>
          <a:xfrm>
            <a:off x="1234440" y="3474720"/>
            <a:ext cx="4480560" cy="91"/>
          </a:xfrm>
          <a:prstGeom prst="line">
            <a:avLst/>
          </a:prstGeom>
          <a:noFill/>
          <a:ln w="6350">
            <a:solidFill>
              <a:srgbClr val="D6CBE8"/>
            </a:solidFill>
            <a:prstDash val="solid"/>
          </a:ln>
        </p:spPr>
      </p:sp>
      <p:sp>
        <p:nvSpPr>
          <p:cNvPr id="18" name="Shape 16"/>
          <p:cNvSpPr/>
          <p:nvPr/>
        </p:nvSpPr>
        <p:spPr>
          <a:xfrm>
            <a:off x="1234440" y="3054096"/>
            <a:ext cx="4480560" cy="91"/>
          </a:xfrm>
          <a:prstGeom prst="line">
            <a:avLst/>
          </a:prstGeom>
          <a:noFill/>
          <a:ln w="6350">
            <a:solidFill>
              <a:srgbClr val="D6CBE8"/>
            </a:solidFill>
            <a:prstDash val="solid"/>
          </a:ln>
        </p:spPr>
      </p:sp>
      <p:sp>
        <p:nvSpPr>
          <p:cNvPr id="19" name="Shape 17"/>
          <p:cNvSpPr/>
          <p:nvPr/>
        </p:nvSpPr>
        <p:spPr>
          <a:xfrm>
            <a:off x="1234440" y="2633472"/>
            <a:ext cx="4480560" cy="91"/>
          </a:xfrm>
          <a:prstGeom prst="line">
            <a:avLst/>
          </a:prstGeom>
          <a:noFill/>
          <a:ln w="6350">
            <a:solidFill>
              <a:srgbClr val="D6CBE8"/>
            </a:solidFill>
            <a:prstDash val="solid"/>
          </a:ln>
        </p:spPr>
      </p:sp>
      <p:sp>
        <p:nvSpPr>
          <p:cNvPr id="20" name="Shape 18"/>
          <p:cNvSpPr/>
          <p:nvPr/>
        </p:nvSpPr>
        <p:spPr>
          <a:xfrm>
            <a:off x="1234440" y="2212848"/>
            <a:ext cx="4480560" cy="91"/>
          </a:xfrm>
          <a:prstGeom prst="line">
            <a:avLst/>
          </a:prstGeom>
          <a:noFill/>
          <a:ln w="6350">
            <a:solidFill>
              <a:srgbClr val="D6CBE8"/>
            </a:solidFill>
            <a:prstDash val="solid"/>
          </a:ln>
        </p:spPr>
      </p:sp>
      <p:sp>
        <p:nvSpPr>
          <p:cNvPr id="21" name="Shape 19"/>
          <p:cNvSpPr/>
          <p:nvPr/>
        </p:nvSpPr>
        <p:spPr>
          <a:xfrm>
            <a:off x="1234440" y="1792224"/>
            <a:ext cx="4480560" cy="91"/>
          </a:xfrm>
          <a:prstGeom prst="line">
            <a:avLst/>
          </a:prstGeom>
          <a:noFill/>
          <a:ln w="6350">
            <a:solidFill>
              <a:srgbClr val="D6CBE8"/>
            </a:solidFill>
            <a:prstDash val="solid"/>
          </a:ln>
        </p:spPr>
      </p:sp>
      <p:sp>
        <p:nvSpPr>
          <p:cNvPr id="22" name="Shape 20"/>
          <p:cNvSpPr/>
          <p:nvPr/>
        </p:nvSpPr>
        <p:spPr>
          <a:xfrm>
            <a:off x="1234440" y="1371600"/>
            <a:ext cx="4480560" cy="91"/>
          </a:xfrm>
          <a:prstGeom prst="line">
            <a:avLst/>
          </a:prstGeom>
          <a:noFill/>
          <a:ln w="6350">
            <a:solidFill>
              <a:srgbClr val="D6CBE8"/>
            </a:solidFill>
            <a:prstDash val="solid"/>
          </a:ln>
        </p:spPr>
      </p:sp>
      <p:sp>
        <p:nvSpPr>
          <p:cNvPr id="23" name="Shape 21"/>
          <p:cNvSpPr/>
          <p:nvPr/>
        </p:nvSpPr>
        <p:spPr>
          <a:xfrm>
            <a:off x="1234440" y="3474720"/>
            <a:ext cx="4480560" cy="91"/>
          </a:xfrm>
          <a:prstGeom prst="line">
            <a:avLst/>
          </a:prstGeom>
          <a:noFill/>
          <a:ln w="19050">
            <a:solidFill>
              <a:srgbClr val="2A1F3D"/>
            </a:solidFill>
            <a:prstDash val="solid"/>
          </a:ln>
        </p:spPr>
      </p:sp>
      <p:sp>
        <p:nvSpPr>
          <p:cNvPr id="24" name="Shape 22"/>
          <p:cNvSpPr/>
          <p:nvPr/>
        </p:nvSpPr>
        <p:spPr>
          <a:xfrm flipV="1">
            <a:off x="1234440" y="1371600"/>
            <a:ext cx="91" cy="2103120"/>
          </a:xfrm>
          <a:prstGeom prst="line">
            <a:avLst/>
          </a:prstGeom>
          <a:noFill/>
          <a:ln w="19050">
            <a:solidFill>
              <a:srgbClr val="2A1F3D"/>
            </a:solidFill>
            <a:prstDash val="solid"/>
          </a:ln>
        </p:spPr>
      </p:sp>
      <p:sp>
        <p:nvSpPr>
          <p:cNvPr id="25" name="Shape 23"/>
          <p:cNvSpPr/>
          <p:nvPr/>
        </p:nvSpPr>
        <p:spPr>
          <a:xfrm>
            <a:off x="1234440" y="3474720"/>
            <a:ext cx="91" cy="54864"/>
          </a:xfrm>
          <a:prstGeom prst="line">
            <a:avLst/>
          </a:prstGeom>
          <a:noFill/>
          <a:ln w="12700">
            <a:solidFill>
              <a:srgbClr val="2A1F3D"/>
            </a:solidFill>
            <a:prstDash val="solid"/>
          </a:ln>
        </p:spPr>
      </p:sp>
      <p:sp>
        <p:nvSpPr>
          <p:cNvPr id="26" name="Text 24"/>
          <p:cNvSpPr/>
          <p:nvPr/>
        </p:nvSpPr>
        <p:spPr>
          <a:xfrm>
            <a:off x="960120" y="35295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27" name="Shape 25"/>
          <p:cNvSpPr/>
          <p:nvPr/>
        </p:nvSpPr>
        <p:spPr>
          <a:xfrm>
            <a:off x="2130552" y="3474720"/>
            <a:ext cx="91" cy="54864"/>
          </a:xfrm>
          <a:prstGeom prst="line">
            <a:avLst/>
          </a:prstGeom>
          <a:noFill/>
          <a:ln w="12700">
            <a:solidFill>
              <a:srgbClr val="2A1F3D"/>
            </a:solidFill>
            <a:prstDash val="solid"/>
          </a:ln>
        </p:spPr>
      </p:sp>
      <p:sp>
        <p:nvSpPr>
          <p:cNvPr id="28" name="Text 26"/>
          <p:cNvSpPr/>
          <p:nvPr/>
        </p:nvSpPr>
        <p:spPr>
          <a:xfrm>
            <a:off x="1856232" y="35295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29" name="Shape 27"/>
          <p:cNvSpPr/>
          <p:nvPr/>
        </p:nvSpPr>
        <p:spPr>
          <a:xfrm>
            <a:off x="3026664" y="3474720"/>
            <a:ext cx="91" cy="54864"/>
          </a:xfrm>
          <a:prstGeom prst="line">
            <a:avLst/>
          </a:prstGeom>
          <a:noFill/>
          <a:ln w="12700">
            <a:solidFill>
              <a:srgbClr val="2A1F3D"/>
            </a:solidFill>
            <a:prstDash val="solid"/>
          </a:ln>
        </p:spPr>
      </p:sp>
      <p:sp>
        <p:nvSpPr>
          <p:cNvPr id="30" name="Text 28"/>
          <p:cNvSpPr/>
          <p:nvPr/>
        </p:nvSpPr>
        <p:spPr>
          <a:xfrm>
            <a:off x="2752344" y="35295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80</a:t>
            </a:r>
            <a:endParaRPr lang="en-US" sz="1000" dirty="0"/>
          </a:p>
        </p:txBody>
      </p:sp>
      <p:sp>
        <p:nvSpPr>
          <p:cNvPr id="31" name="Shape 29"/>
          <p:cNvSpPr/>
          <p:nvPr/>
        </p:nvSpPr>
        <p:spPr>
          <a:xfrm>
            <a:off x="3922776" y="3474720"/>
            <a:ext cx="91" cy="54864"/>
          </a:xfrm>
          <a:prstGeom prst="line">
            <a:avLst/>
          </a:prstGeom>
          <a:noFill/>
          <a:ln w="12700">
            <a:solidFill>
              <a:srgbClr val="2A1F3D"/>
            </a:solidFill>
            <a:prstDash val="solid"/>
          </a:ln>
        </p:spPr>
      </p:sp>
      <p:sp>
        <p:nvSpPr>
          <p:cNvPr id="32" name="Text 30"/>
          <p:cNvSpPr/>
          <p:nvPr/>
        </p:nvSpPr>
        <p:spPr>
          <a:xfrm>
            <a:off x="3648456" y="35295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120</a:t>
            </a:r>
            <a:endParaRPr lang="en-US" sz="1000" dirty="0"/>
          </a:p>
        </p:txBody>
      </p:sp>
      <p:sp>
        <p:nvSpPr>
          <p:cNvPr id="33" name="Shape 31"/>
          <p:cNvSpPr/>
          <p:nvPr/>
        </p:nvSpPr>
        <p:spPr>
          <a:xfrm>
            <a:off x="4818888" y="3474720"/>
            <a:ext cx="91" cy="54864"/>
          </a:xfrm>
          <a:prstGeom prst="line">
            <a:avLst/>
          </a:prstGeom>
          <a:noFill/>
          <a:ln w="12700">
            <a:solidFill>
              <a:srgbClr val="2A1F3D"/>
            </a:solidFill>
            <a:prstDash val="solid"/>
          </a:ln>
        </p:spPr>
      </p:sp>
      <p:sp>
        <p:nvSpPr>
          <p:cNvPr id="34" name="Text 32"/>
          <p:cNvSpPr/>
          <p:nvPr/>
        </p:nvSpPr>
        <p:spPr>
          <a:xfrm>
            <a:off x="4544568" y="35295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160</a:t>
            </a:r>
            <a:endParaRPr lang="en-US" sz="1000" dirty="0"/>
          </a:p>
        </p:txBody>
      </p:sp>
      <p:sp>
        <p:nvSpPr>
          <p:cNvPr id="35" name="Shape 33"/>
          <p:cNvSpPr/>
          <p:nvPr/>
        </p:nvSpPr>
        <p:spPr>
          <a:xfrm>
            <a:off x="5715000" y="3474720"/>
            <a:ext cx="91" cy="54864"/>
          </a:xfrm>
          <a:prstGeom prst="line">
            <a:avLst/>
          </a:prstGeom>
          <a:noFill/>
          <a:ln w="12700">
            <a:solidFill>
              <a:srgbClr val="2A1F3D"/>
            </a:solidFill>
            <a:prstDash val="solid"/>
          </a:ln>
        </p:spPr>
      </p:sp>
      <p:sp>
        <p:nvSpPr>
          <p:cNvPr id="36" name="Text 34"/>
          <p:cNvSpPr/>
          <p:nvPr/>
        </p:nvSpPr>
        <p:spPr>
          <a:xfrm>
            <a:off x="5440680" y="35295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200</a:t>
            </a:r>
            <a:endParaRPr lang="en-US" sz="1000" dirty="0"/>
          </a:p>
        </p:txBody>
      </p:sp>
      <p:sp>
        <p:nvSpPr>
          <p:cNvPr id="37" name="Shape 35"/>
          <p:cNvSpPr/>
          <p:nvPr/>
        </p:nvSpPr>
        <p:spPr>
          <a:xfrm>
            <a:off x="1179576" y="3474720"/>
            <a:ext cx="54864" cy="91"/>
          </a:xfrm>
          <a:prstGeom prst="line">
            <a:avLst/>
          </a:prstGeom>
          <a:noFill/>
          <a:ln w="12700">
            <a:solidFill>
              <a:srgbClr val="2A1F3D"/>
            </a:solidFill>
            <a:prstDash val="solid"/>
          </a:ln>
        </p:spPr>
      </p:sp>
      <p:sp>
        <p:nvSpPr>
          <p:cNvPr id="38" name="Text 36"/>
          <p:cNvSpPr/>
          <p:nvPr/>
        </p:nvSpPr>
        <p:spPr>
          <a:xfrm>
            <a:off x="795528" y="33832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39" name="Shape 37"/>
          <p:cNvSpPr/>
          <p:nvPr/>
        </p:nvSpPr>
        <p:spPr>
          <a:xfrm>
            <a:off x="1179576" y="3054096"/>
            <a:ext cx="54864" cy="91"/>
          </a:xfrm>
          <a:prstGeom prst="line">
            <a:avLst/>
          </a:prstGeom>
          <a:noFill/>
          <a:ln w="12700">
            <a:solidFill>
              <a:srgbClr val="2A1F3D"/>
            </a:solidFill>
            <a:prstDash val="solid"/>
          </a:ln>
        </p:spPr>
      </p:sp>
      <p:sp>
        <p:nvSpPr>
          <p:cNvPr id="40" name="Text 38"/>
          <p:cNvSpPr/>
          <p:nvPr/>
        </p:nvSpPr>
        <p:spPr>
          <a:xfrm>
            <a:off x="795528" y="296265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41" name="Shape 39"/>
          <p:cNvSpPr/>
          <p:nvPr/>
        </p:nvSpPr>
        <p:spPr>
          <a:xfrm>
            <a:off x="1179576" y="2633472"/>
            <a:ext cx="54864" cy="91"/>
          </a:xfrm>
          <a:prstGeom prst="line">
            <a:avLst/>
          </a:prstGeom>
          <a:noFill/>
          <a:ln w="12700">
            <a:solidFill>
              <a:srgbClr val="2A1F3D"/>
            </a:solidFill>
            <a:prstDash val="solid"/>
          </a:ln>
        </p:spPr>
      </p:sp>
      <p:sp>
        <p:nvSpPr>
          <p:cNvPr id="42" name="Text 40"/>
          <p:cNvSpPr/>
          <p:nvPr/>
        </p:nvSpPr>
        <p:spPr>
          <a:xfrm>
            <a:off x="795528" y="2542032"/>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43" name="Shape 41"/>
          <p:cNvSpPr/>
          <p:nvPr/>
        </p:nvSpPr>
        <p:spPr>
          <a:xfrm>
            <a:off x="1179576" y="2212848"/>
            <a:ext cx="54864" cy="91"/>
          </a:xfrm>
          <a:prstGeom prst="line">
            <a:avLst/>
          </a:prstGeom>
          <a:noFill/>
          <a:ln w="12700">
            <a:solidFill>
              <a:srgbClr val="2A1F3D"/>
            </a:solidFill>
            <a:prstDash val="solid"/>
          </a:ln>
        </p:spPr>
      </p:sp>
      <p:sp>
        <p:nvSpPr>
          <p:cNvPr id="44" name="Text 42"/>
          <p:cNvSpPr/>
          <p:nvPr/>
        </p:nvSpPr>
        <p:spPr>
          <a:xfrm>
            <a:off x="795528" y="2121408"/>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45" name="Shape 43"/>
          <p:cNvSpPr/>
          <p:nvPr/>
        </p:nvSpPr>
        <p:spPr>
          <a:xfrm>
            <a:off x="1179576" y="1792224"/>
            <a:ext cx="54864" cy="91"/>
          </a:xfrm>
          <a:prstGeom prst="line">
            <a:avLst/>
          </a:prstGeom>
          <a:noFill/>
          <a:ln w="12700">
            <a:solidFill>
              <a:srgbClr val="2A1F3D"/>
            </a:solidFill>
            <a:prstDash val="solid"/>
          </a:ln>
        </p:spPr>
      </p:sp>
      <p:sp>
        <p:nvSpPr>
          <p:cNvPr id="46" name="Text 44"/>
          <p:cNvSpPr/>
          <p:nvPr/>
        </p:nvSpPr>
        <p:spPr>
          <a:xfrm>
            <a:off x="795528" y="170078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47" name="Shape 45"/>
          <p:cNvSpPr/>
          <p:nvPr/>
        </p:nvSpPr>
        <p:spPr>
          <a:xfrm>
            <a:off x="1179576" y="1371600"/>
            <a:ext cx="54864" cy="91"/>
          </a:xfrm>
          <a:prstGeom prst="line">
            <a:avLst/>
          </a:prstGeom>
          <a:noFill/>
          <a:ln w="12700">
            <a:solidFill>
              <a:srgbClr val="2A1F3D"/>
            </a:solidFill>
            <a:prstDash val="solid"/>
          </a:ln>
        </p:spPr>
      </p:sp>
      <p:sp>
        <p:nvSpPr>
          <p:cNvPr id="48" name="Text 46"/>
          <p:cNvSpPr/>
          <p:nvPr/>
        </p:nvSpPr>
        <p:spPr>
          <a:xfrm>
            <a:off x="795528" y="12801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50</a:t>
            </a:r>
            <a:endParaRPr lang="en-US" sz="1000" dirty="0"/>
          </a:p>
        </p:txBody>
      </p:sp>
      <p:sp>
        <p:nvSpPr>
          <p:cNvPr id="49" name="Text 47"/>
          <p:cNvSpPr/>
          <p:nvPr/>
        </p:nvSpPr>
        <p:spPr>
          <a:xfrm>
            <a:off x="1234440" y="3721608"/>
            <a:ext cx="448056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Time / s</a:t>
            </a:r>
            <a:endParaRPr lang="en-US" sz="1050" dirty="0"/>
          </a:p>
        </p:txBody>
      </p:sp>
      <p:sp>
        <p:nvSpPr>
          <p:cNvPr id="50" name="Text 48"/>
          <p:cNvSpPr/>
          <p:nvPr/>
        </p:nvSpPr>
        <p:spPr>
          <a:xfrm rot="16200000">
            <a:off x="-384048" y="2295144"/>
            <a:ext cx="21031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Volume of gas / cm³</a:t>
            </a:r>
            <a:endParaRPr lang="en-US" sz="1050" dirty="0"/>
          </a:p>
        </p:txBody>
      </p:sp>
      <p:sp>
        <p:nvSpPr>
          <p:cNvPr id="51" name="Shape 49"/>
          <p:cNvSpPr/>
          <p:nvPr/>
        </p:nvSpPr>
        <p:spPr>
          <a:xfrm flipV="1">
            <a:off x="1234440" y="3240362"/>
            <a:ext cx="56007" cy="234358"/>
          </a:xfrm>
          <a:prstGeom prst="line">
            <a:avLst/>
          </a:prstGeom>
          <a:noFill/>
          <a:ln w="28575">
            <a:solidFill>
              <a:srgbClr val="C8414C"/>
            </a:solidFill>
            <a:prstDash val="solid"/>
          </a:ln>
        </p:spPr>
      </p:sp>
      <p:sp>
        <p:nvSpPr>
          <p:cNvPr id="52" name="Shape 50"/>
          <p:cNvSpPr/>
          <p:nvPr/>
        </p:nvSpPr>
        <p:spPr>
          <a:xfrm flipV="1">
            <a:off x="1290447" y="3038648"/>
            <a:ext cx="56007" cy="201714"/>
          </a:xfrm>
          <a:prstGeom prst="line">
            <a:avLst/>
          </a:prstGeom>
          <a:noFill/>
          <a:ln w="28575">
            <a:solidFill>
              <a:srgbClr val="C8414C"/>
            </a:solidFill>
            <a:prstDash val="solid"/>
          </a:ln>
        </p:spPr>
      </p:sp>
      <p:sp>
        <p:nvSpPr>
          <p:cNvPr id="53" name="Shape 51"/>
          <p:cNvSpPr/>
          <p:nvPr/>
        </p:nvSpPr>
        <p:spPr>
          <a:xfrm flipV="1">
            <a:off x="1346454" y="2865031"/>
            <a:ext cx="56007" cy="173617"/>
          </a:xfrm>
          <a:prstGeom prst="line">
            <a:avLst/>
          </a:prstGeom>
          <a:noFill/>
          <a:ln w="28575">
            <a:solidFill>
              <a:srgbClr val="C8414C"/>
            </a:solidFill>
            <a:prstDash val="solid"/>
          </a:ln>
        </p:spPr>
      </p:sp>
      <p:sp>
        <p:nvSpPr>
          <p:cNvPr id="54" name="Shape 52"/>
          <p:cNvSpPr/>
          <p:nvPr/>
        </p:nvSpPr>
        <p:spPr>
          <a:xfrm flipV="1">
            <a:off x="1402461" y="2715597"/>
            <a:ext cx="56007" cy="149433"/>
          </a:xfrm>
          <a:prstGeom prst="line">
            <a:avLst/>
          </a:prstGeom>
          <a:noFill/>
          <a:ln w="28575">
            <a:solidFill>
              <a:srgbClr val="C8414C"/>
            </a:solidFill>
            <a:prstDash val="solid"/>
          </a:ln>
        </p:spPr>
      </p:sp>
      <p:sp>
        <p:nvSpPr>
          <p:cNvPr id="55" name="Shape 53"/>
          <p:cNvSpPr/>
          <p:nvPr/>
        </p:nvSpPr>
        <p:spPr>
          <a:xfrm flipV="1">
            <a:off x="1458468" y="2586979"/>
            <a:ext cx="56007" cy="128619"/>
          </a:xfrm>
          <a:prstGeom prst="line">
            <a:avLst/>
          </a:prstGeom>
          <a:noFill/>
          <a:ln w="28575">
            <a:solidFill>
              <a:srgbClr val="C8414C"/>
            </a:solidFill>
            <a:prstDash val="solid"/>
          </a:ln>
        </p:spPr>
      </p:sp>
      <p:sp>
        <p:nvSpPr>
          <p:cNvPr id="56" name="Shape 54"/>
          <p:cNvSpPr/>
          <p:nvPr/>
        </p:nvSpPr>
        <p:spPr>
          <a:xfrm flipV="1">
            <a:off x="1514475" y="2476276"/>
            <a:ext cx="56007" cy="110703"/>
          </a:xfrm>
          <a:prstGeom prst="line">
            <a:avLst/>
          </a:prstGeom>
          <a:noFill/>
          <a:ln w="28575">
            <a:solidFill>
              <a:srgbClr val="C8414C"/>
            </a:solidFill>
            <a:prstDash val="solid"/>
          </a:ln>
        </p:spPr>
      </p:sp>
      <p:sp>
        <p:nvSpPr>
          <p:cNvPr id="57" name="Shape 55"/>
          <p:cNvSpPr/>
          <p:nvPr/>
        </p:nvSpPr>
        <p:spPr>
          <a:xfrm flipV="1">
            <a:off x="1570482" y="2380993"/>
            <a:ext cx="56007" cy="95283"/>
          </a:xfrm>
          <a:prstGeom prst="line">
            <a:avLst/>
          </a:prstGeom>
          <a:noFill/>
          <a:ln w="28575">
            <a:solidFill>
              <a:srgbClr val="C8414C"/>
            </a:solidFill>
            <a:prstDash val="solid"/>
          </a:ln>
        </p:spPr>
      </p:sp>
      <p:sp>
        <p:nvSpPr>
          <p:cNvPr id="58" name="Shape 56"/>
          <p:cNvSpPr/>
          <p:nvPr/>
        </p:nvSpPr>
        <p:spPr>
          <a:xfrm flipV="1">
            <a:off x="1626489" y="2298982"/>
            <a:ext cx="56007" cy="82011"/>
          </a:xfrm>
          <a:prstGeom prst="line">
            <a:avLst/>
          </a:prstGeom>
          <a:noFill/>
          <a:ln w="28575">
            <a:solidFill>
              <a:srgbClr val="C8414C"/>
            </a:solidFill>
            <a:prstDash val="solid"/>
          </a:ln>
        </p:spPr>
      </p:sp>
      <p:sp>
        <p:nvSpPr>
          <p:cNvPr id="59" name="Shape 57"/>
          <p:cNvSpPr/>
          <p:nvPr/>
        </p:nvSpPr>
        <p:spPr>
          <a:xfrm flipV="1">
            <a:off x="1682496" y="2228395"/>
            <a:ext cx="56007" cy="70587"/>
          </a:xfrm>
          <a:prstGeom prst="line">
            <a:avLst/>
          </a:prstGeom>
          <a:noFill/>
          <a:ln w="28575">
            <a:solidFill>
              <a:srgbClr val="C8414C"/>
            </a:solidFill>
            <a:prstDash val="solid"/>
          </a:ln>
        </p:spPr>
      </p:sp>
      <p:sp>
        <p:nvSpPr>
          <p:cNvPr id="60" name="Shape 58"/>
          <p:cNvSpPr/>
          <p:nvPr/>
        </p:nvSpPr>
        <p:spPr>
          <a:xfrm flipV="1">
            <a:off x="1738503" y="2167640"/>
            <a:ext cx="56007" cy="60755"/>
          </a:xfrm>
          <a:prstGeom prst="line">
            <a:avLst/>
          </a:prstGeom>
          <a:noFill/>
          <a:ln w="28575">
            <a:solidFill>
              <a:srgbClr val="C8414C"/>
            </a:solidFill>
            <a:prstDash val="solid"/>
          </a:ln>
        </p:spPr>
      </p:sp>
      <p:sp>
        <p:nvSpPr>
          <p:cNvPr id="61" name="Shape 59"/>
          <p:cNvSpPr/>
          <p:nvPr/>
        </p:nvSpPr>
        <p:spPr>
          <a:xfrm flipV="1">
            <a:off x="1794510" y="2115347"/>
            <a:ext cx="56007" cy="52292"/>
          </a:xfrm>
          <a:prstGeom prst="line">
            <a:avLst/>
          </a:prstGeom>
          <a:noFill/>
          <a:ln w="28575">
            <a:solidFill>
              <a:srgbClr val="C8414C"/>
            </a:solidFill>
            <a:prstDash val="solid"/>
          </a:ln>
        </p:spPr>
      </p:sp>
      <p:sp>
        <p:nvSpPr>
          <p:cNvPr id="62" name="Shape 60"/>
          <p:cNvSpPr/>
          <p:nvPr/>
        </p:nvSpPr>
        <p:spPr>
          <a:xfrm flipV="1">
            <a:off x="1850517" y="2070339"/>
            <a:ext cx="56007" cy="45008"/>
          </a:xfrm>
          <a:prstGeom prst="line">
            <a:avLst/>
          </a:prstGeom>
          <a:noFill/>
          <a:ln w="28575">
            <a:solidFill>
              <a:srgbClr val="C8414C"/>
            </a:solidFill>
            <a:prstDash val="solid"/>
          </a:ln>
        </p:spPr>
      </p:sp>
      <p:sp>
        <p:nvSpPr>
          <p:cNvPr id="63" name="Shape 61"/>
          <p:cNvSpPr/>
          <p:nvPr/>
        </p:nvSpPr>
        <p:spPr>
          <a:xfrm flipV="1">
            <a:off x="1906524" y="2031600"/>
            <a:ext cx="56007" cy="38739"/>
          </a:xfrm>
          <a:prstGeom prst="line">
            <a:avLst/>
          </a:prstGeom>
          <a:noFill/>
          <a:ln w="28575">
            <a:solidFill>
              <a:srgbClr val="C8414C"/>
            </a:solidFill>
            <a:prstDash val="solid"/>
          </a:ln>
        </p:spPr>
      </p:sp>
      <p:sp>
        <p:nvSpPr>
          <p:cNvPr id="64" name="Shape 62"/>
          <p:cNvSpPr/>
          <p:nvPr/>
        </p:nvSpPr>
        <p:spPr>
          <a:xfrm flipV="1">
            <a:off x="1962531" y="1998256"/>
            <a:ext cx="56007" cy="33343"/>
          </a:xfrm>
          <a:prstGeom prst="line">
            <a:avLst/>
          </a:prstGeom>
          <a:noFill/>
          <a:ln w="28575">
            <a:solidFill>
              <a:srgbClr val="C8414C"/>
            </a:solidFill>
            <a:prstDash val="solid"/>
          </a:ln>
        </p:spPr>
      </p:sp>
      <p:sp>
        <p:nvSpPr>
          <p:cNvPr id="65" name="Shape 63"/>
          <p:cNvSpPr/>
          <p:nvPr/>
        </p:nvSpPr>
        <p:spPr>
          <a:xfrm flipV="1">
            <a:off x="2018538" y="1969558"/>
            <a:ext cx="56007" cy="28699"/>
          </a:xfrm>
          <a:prstGeom prst="line">
            <a:avLst/>
          </a:prstGeom>
          <a:noFill/>
          <a:ln w="28575">
            <a:solidFill>
              <a:srgbClr val="C8414C"/>
            </a:solidFill>
            <a:prstDash val="solid"/>
          </a:ln>
        </p:spPr>
      </p:sp>
      <p:sp>
        <p:nvSpPr>
          <p:cNvPr id="66" name="Shape 64"/>
          <p:cNvSpPr/>
          <p:nvPr/>
        </p:nvSpPr>
        <p:spPr>
          <a:xfrm flipV="1">
            <a:off x="2074545" y="1944857"/>
            <a:ext cx="56007" cy="24701"/>
          </a:xfrm>
          <a:prstGeom prst="line">
            <a:avLst/>
          </a:prstGeom>
          <a:noFill/>
          <a:ln w="28575">
            <a:solidFill>
              <a:srgbClr val="C8414C"/>
            </a:solidFill>
            <a:prstDash val="solid"/>
          </a:ln>
        </p:spPr>
      </p:sp>
      <p:sp>
        <p:nvSpPr>
          <p:cNvPr id="67" name="Shape 65"/>
          <p:cNvSpPr/>
          <p:nvPr/>
        </p:nvSpPr>
        <p:spPr>
          <a:xfrm flipV="1">
            <a:off x="2130552" y="1923596"/>
            <a:ext cx="56007" cy="21261"/>
          </a:xfrm>
          <a:prstGeom prst="line">
            <a:avLst/>
          </a:prstGeom>
          <a:noFill/>
          <a:ln w="28575">
            <a:solidFill>
              <a:srgbClr val="C8414C"/>
            </a:solidFill>
            <a:prstDash val="solid"/>
          </a:ln>
        </p:spPr>
      </p:sp>
      <p:sp>
        <p:nvSpPr>
          <p:cNvPr id="68" name="Shape 66"/>
          <p:cNvSpPr/>
          <p:nvPr/>
        </p:nvSpPr>
        <p:spPr>
          <a:xfrm flipV="1">
            <a:off x="2186559" y="1905297"/>
            <a:ext cx="56007" cy="18299"/>
          </a:xfrm>
          <a:prstGeom prst="line">
            <a:avLst/>
          </a:prstGeom>
          <a:noFill/>
          <a:ln w="28575">
            <a:solidFill>
              <a:srgbClr val="C8414C"/>
            </a:solidFill>
            <a:prstDash val="solid"/>
          </a:ln>
        </p:spPr>
      </p:sp>
      <p:sp>
        <p:nvSpPr>
          <p:cNvPr id="69" name="Shape 67"/>
          <p:cNvSpPr/>
          <p:nvPr/>
        </p:nvSpPr>
        <p:spPr>
          <a:xfrm flipV="1">
            <a:off x="2242566" y="1889547"/>
            <a:ext cx="56007" cy="15750"/>
          </a:xfrm>
          <a:prstGeom prst="line">
            <a:avLst/>
          </a:prstGeom>
          <a:noFill/>
          <a:ln w="28575">
            <a:solidFill>
              <a:srgbClr val="C8414C"/>
            </a:solidFill>
            <a:prstDash val="solid"/>
          </a:ln>
        </p:spPr>
      </p:sp>
      <p:sp>
        <p:nvSpPr>
          <p:cNvPr id="70" name="Shape 68"/>
          <p:cNvSpPr/>
          <p:nvPr/>
        </p:nvSpPr>
        <p:spPr>
          <a:xfrm flipV="1">
            <a:off x="2298573" y="1875991"/>
            <a:ext cx="56007" cy="13556"/>
          </a:xfrm>
          <a:prstGeom prst="line">
            <a:avLst/>
          </a:prstGeom>
          <a:noFill/>
          <a:ln w="28575">
            <a:solidFill>
              <a:srgbClr val="C8414C"/>
            </a:solidFill>
            <a:prstDash val="solid"/>
          </a:ln>
        </p:spPr>
      </p:sp>
      <p:sp>
        <p:nvSpPr>
          <p:cNvPr id="71" name="Shape 69"/>
          <p:cNvSpPr/>
          <p:nvPr/>
        </p:nvSpPr>
        <p:spPr>
          <a:xfrm flipV="1">
            <a:off x="2354580" y="1864323"/>
            <a:ext cx="56007" cy="11668"/>
          </a:xfrm>
          <a:prstGeom prst="line">
            <a:avLst/>
          </a:prstGeom>
          <a:noFill/>
          <a:ln w="28575">
            <a:solidFill>
              <a:srgbClr val="C8414C"/>
            </a:solidFill>
            <a:prstDash val="solid"/>
          </a:ln>
        </p:spPr>
      </p:sp>
      <p:sp>
        <p:nvSpPr>
          <p:cNvPr id="72" name="Shape 70"/>
          <p:cNvSpPr/>
          <p:nvPr/>
        </p:nvSpPr>
        <p:spPr>
          <a:xfrm flipV="1">
            <a:off x="2410587" y="1854280"/>
            <a:ext cx="56007" cy="10043"/>
          </a:xfrm>
          <a:prstGeom prst="line">
            <a:avLst/>
          </a:prstGeom>
          <a:noFill/>
          <a:ln w="28575">
            <a:solidFill>
              <a:srgbClr val="C8414C"/>
            </a:solidFill>
            <a:prstDash val="solid"/>
          </a:ln>
        </p:spPr>
      </p:sp>
      <p:sp>
        <p:nvSpPr>
          <p:cNvPr id="73" name="Shape 71"/>
          <p:cNvSpPr/>
          <p:nvPr/>
        </p:nvSpPr>
        <p:spPr>
          <a:xfrm flipV="1">
            <a:off x="2466594" y="1845636"/>
            <a:ext cx="56007" cy="8644"/>
          </a:xfrm>
          <a:prstGeom prst="line">
            <a:avLst/>
          </a:prstGeom>
          <a:noFill/>
          <a:ln w="28575">
            <a:solidFill>
              <a:srgbClr val="C8414C"/>
            </a:solidFill>
            <a:prstDash val="solid"/>
          </a:ln>
        </p:spPr>
      </p:sp>
      <p:sp>
        <p:nvSpPr>
          <p:cNvPr id="74" name="Shape 72"/>
          <p:cNvSpPr/>
          <p:nvPr/>
        </p:nvSpPr>
        <p:spPr>
          <a:xfrm flipV="1">
            <a:off x="2522601" y="1838196"/>
            <a:ext cx="56007" cy="7440"/>
          </a:xfrm>
          <a:prstGeom prst="line">
            <a:avLst/>
          </a:prstGeom>
          <a:noFill/>
          <a:ln w="28575">
            <a:solidFill>
              <a:srgbClr val="C8414C"/>
            </a:solidFill>
            <a:prstDash val="solid"/>
          </a:ln>
        </p:spPr>
      </p:sp>
      <p:sp>
        <p:nvSpPr>
          <p:cNvPr id="75" name="Shape 73"/>
          <p:cNvSpPr/>
          <p:nvPr/>
        </p:nvSpPr>
        <p:spPr>
          <a:xfrm flipV="1">
            <a:off x="2578608" y="1831793"/>
            <a:ext cx="56007" cy="6404"/>
          </a:xfrm>
          <a:prstGeom prst="line">
            <a:avLst/>
          </a:prstGeom>
          <a:noFill/>
          <a:ln w="28575">
            <a:solidFill>
              <a:srgbClr val="C8414C"/>
            </a:solidFill>
            <a:prstDash val="solid"/>
          </a:ln>
        </p:spPr>
      </p:sp>
      <p:sp>
        <p:nvSpPr>
          <p:cNvPr id="76" name="Shape 74"/>
          <p:cNvSpPr/>
          <p:nvPr/>
        </p:nvSpPr>
        <p:spPr>
          <a:xfrm flipV="1">
            <a:off x="2634615" y="1826281"/>
            <a:ext cx="56007" cy="5512"/>
          </a:xfrm>
          <a:prstGeom prst="line">
            <a:avLst/>
          </a:prstGeom>
          <a:noFill/>
          <a:ln w="28575">
            <a:solidFill>
              <a:srgbClr val="C8414C"/>
            </a:solidFill>
            <a:prstDash val="solid"/>
          </a:ln>
        </p:spPr>
      </p:sp>
      <p:sp>
        <p:nvSpPr>
          <p:cNvPr id="77" name="Shape 75"/>
          <p:cNvSpPr/>
          <p:nvPr/>
        </p:nvSpPr>
        <p:spPr>
          <a:xfrm flipV="1">
            <a:off x="2690622" y="1821537"/>
            <a:ext cx="56007" cy="4744"/>
          </a:xfrm>
          <a:prstGeom prst="line">
            <a:avLst/>
          </a:prstGeom>
          <a:noFill/>
          <a:ln w="28575">
            <a:solidFill>
              <a:srgbClr val="C8414C"/>
            </a:solidFill>
            <a:prstDash val="solid"/>
          </a:ln>
        </p:spPr>
      </p:sp>
      <p:sp>
        <p:nvSpPr>
          <p:cNvPr id="78" name="Shape 76"/>
          <p:cNvSpPr/>
          <p:nvPr/>
        </p:nvSpPr>
        <p:spPr>
          <a:xfrm flipV="1">
            <a:off x="2746629" y="1817454"/>
            <a:ext cx="56007" cy="4083"/>
          </a:xfrm>
          <a:prstGeom prst="line">
            <a:avLst/>
          </a:prstGeom>
          <a:noFill/>
          <a:ln w="28575">
            <a:solidFill>
              <a:srgbClr val="C8414C"/>
            </a:solidFill>
            <a:prstDash val="solid"/>
          </a:ln>
        </p:spPr>
      </p:sp>
      <p:sp>
        <p:nvSpPr>
          <p:cNvPr id="79" name="Shape 77"/>
          <p:cNvSpPr/>
          <p:nvPr/>
        </p:nvSpPr>
        <p:spPr>
          <a:xfrm flipV="1">
            <a:off x="2802636" y="1813940"/>
            <a:ext cx="56007" cy="3514"/>
          </a:xfrm>
          <a:prstGeom prst="line">
            <a:avLst/>
          </a:prstGeom>
          <a:noFill/>
          <a:ln w="28575">
            <a:solidFill>
              <a:srgbClr val="C8414C"/>
            </a:solidFill>
            <a:prstDash val="solid"/>
          </a:ln>
        </p:spPr>
      </p:sp>
      <p:sp>
        <p:nvSpPr>
          <p:cNvPr id="80" name="Shape 78"/>
          <p:cNvSpPr/>
          <p:nvPr/>
        </p:nvSpPr>
        <p:spPr>
          <a:xfrm flipV="1">
            <a:off x="2858643" y="1810915"/>
            <a:ext cx="56007" cy="3025"/>
          </a:xfrm>
          <a:prstGeom prst="line">
            <a:avLst/>
          </a:prstGeom>
          <a:noFill/>
          <a:ln w="28575">
            <a:solidFill>
              <a:srgbClr val="C8414C"/>
            </a:solidFill>
            <a:prstDash val="solid"/>
          </a:ln>
        </p:spPr>
      </p:sp>
      <p:sp>
        <p:nvSpPr>
          <p:cNvPr id="81" name="Shape 79"/>
          <p:cNvSpPr/>
          <p:nvPr/>
        </p:nvSpPr>
        <p:spPr>
          <a:xfrm flipV="1">
            <a:off x="2914650" y="1808311"/>
            <a:ext cx="56007" cy="2603"/>
          </a:xfrm>
          <a:prstGeom prst="line">
            <a:avLst/>
          </a:prstGeom>
          <a:noFill/>
          <a:ln w="28575">
            <a:solidFill>
              <a:srgbClr val="C8414C"/>
            </a:solidFill>
            <a:prstDash val="solid"/>
          </a:ln>
        </p:spPr>
      </p:sp>
      <p:sp>
        <p:nvSpPr>
          <p:cNvPr id="82" name="Shape 80"/>
          <p:cNvSpPr/>
          <p:nvPr/>
        </p:nvSpPr>
        <p:spPr>
          <a:xfrm flipV="1">
            <a:off x="2970657" y="1806071"/>
            <a:ext cx="56007" cy="2241"/>
          </a:xfrm>
          <a:prstGeom prst="line">
            <a:avLst/>
          </a:prstGeom>
          <a:noFill/>
          <a:ln w="28575">
            <a:solidFill>
              <a:srgbClr val="C8414C"/>
            </a:solidFill>
            <a:prstDash val="solid"/>
          </a:ln>
        </p:spPr>
      </p:sp>
      <p:sp>
        <p:nvSpPr>
          <p:cNvPr id="83" name="Shape 81"/>
          <p:cNvSpPr/>
          <p:nvPr/>
        </p:nvSpPr>
        <p:spPr>
          <a:xfrm flipV="1">
            <a:off x="3026664" y="1804142"/>
            <a:ext cx="56007" cy="1929"/>
          </a:xfrm>
          <a:prstGeom prst="line">
            <a:avLst/>
          </a:prstGeom>
          <a:noFill/>
          <a:ln w="28575">
            <a:solidFill>
              <a:srgbClr val="C8414C"/>
            </a:solidFill>
            <a:prstDash val="solid"/>
          </a:ln>
        </p:spPr>
      </p:sp>
      <p:sp>
        <p:nvSpPr>
          <p:cNvPr id="84" name="Shape 82"/>
          <p:cNvSpPr/>
          <p:nvPr/>
        </p:nvSpPr>
        <p:spPr>
          <a:xfrm flipV="1">
            <a:off x="3082671" y="1802482"/>
            <a:ext cx="56007" cy="1660"/>
          </a:xfrm>
          <a:prstGeom prst="line">
            <a:avLst/>
          </a:prstGeom>
          <a:noFill/>
          <a:ln w="28575">
            <a:solidFill>
              <a:srgbClr val="C8414C"/>
            </a:solidFill>
            <a:prstDash val="solid"/>
          </a:ln>
        </p:spPr>
      </p:sp>
      <p:sp>
        <p:nvSpPr>
          <p:cNvPr id="85" name="Shape 83"/>
          <p:cNvSpPr/>
          <p:nvPr/>
        </p:nvSpPr>
        <p:spPr>
          <a:xfrm flipV="1">
            <a:off x="3138678" y="1801053"/>
            <a:ext cx="56007" cy="1429"/>
          </a:xfrm>
          <a:prstGeom prst="line">
            <a:avLst/>
          </a:prstGeom>
          <a:noFill/>
          <a:ln w="28575">
            <a:solidFill>
              <a:srgbClr val="C8414C"/>
            </a:solidFill>
            <a:prstDash val="solid"/>
          </a:ln>
        </p:spPr>
      </p:sp>
      <p:sp>
        <p:nvSpPr>
          <p:cNvPr id="86" name="Shape 84"/>
          <p:cNvSpPr/>
          <p:nvPr/>
        </p:nvSpPr>
        <p:spPr>
          <a:xfrm flipV="1">
            <a:off x="3194685" y="1799823"/>
            <a:ext cx="56007" cy="1230"/>
          </a:xfrm>
          <a:prstGeom prst="line">
            <a:avLst/>
          </a:prstGeom>
          <a:noFill/>
          <a:ln w="28575">
            <a:solidFill>
              <a:srgbClr val="C8414C"/>
            </a:solidFill>
            <a:prstDash val="solid"/>
          </a:ln>
        </p:spPr>
      </p:sp>
      <p:sp>
        <p:nvSpPr>
          <p:cNvPr id="87" name="Shape 85"/>
          <p:cNvSpPr/>
          <p:nvPr/>
        </p:nvSpPr>
        <p:spPr>
          <a:xfrm flipV="1">
            <a:off x="3250692" y="1798765"/>
            <a:ext cx="56007" cy="1058"/>
          </a:xfrm>
          <a:prstGeom prst="line">
            <a:avLst/>
          </a:prstGeom>
          <a:noFill/>
          <a:ln w="28575">
            <a:solidFill>
              <a:srgbClr val="C8414C"/>
            </a:solidFill>
            <a:prstDash val="solid"/>
          </a:ln>
        </p:spPr>
      </p:sp>
      <p:sp>
        <p:nvSpPr>
          <p:cNvPr id="88" name="Shape 86"/>
          <p:cNvSpPr/>
          <p:nvPr/>
        </p:nvSpPr>
        <p:spPr>
          <a:xfrm flipV="1">
            <a:off x="3306699" y="1797854"/>
            <a:ext cx="56007" cy="911"/>
          </a:xfrm>
          <a:prstGeom prst="line">
            <a:avLst/>
          </a:prstGeom>
          <a:noFill/>
          <a:ln w="28575">
            <a:solidFill>
              <a:srgbClr val="C8414C"/>
            </a:solidFill>
            <a:prstDash val="solid"/>
          </a:ln>
        </p:spPr>
      </p:sp>
      <p:sp>
        <p:nvSpPr>
          <p:cNvPr id="89" name="Shape 87"/>
          <p:cNvSpPr/>
          <p:nvPr/>
        </p:nvSpPr>
        <p:spPr>
          <a:xfrm flipV="1">
            <a:off x="3362706" y="1797069"/>
            <a:ext cx="56007" cy="784"/>
          </a:xfrm>
          <a:prstGeom prst="line">
            <a:avLst/>
          </a:prstGeom>
          <a:noFill/>
          <a:ln w="28575">
            <a:solidFill>
              <a:srgbClr val="C8414C"/>
            </a:solidFill>
            <a:prstDash val="solid"/>
          </a:ln>
        </p:spPr>
      </p:sp>
      <p:sp>
        <p:nvSpPr>
          <p:cNvPr id="90" name="Shape 88"/>
          <p:cNvSpPr/>
          <p:nvPr/>
        </p:nvSpPr>
        <p:spPr>
          <a:xfrm flipV="1">
            <a:off x="3418713" y="1796394"/>
            <a:ext cx="56007" cy="675"/>
          </a:xfrm>
          <a:prstGeom prst="line">
            <a:avLst/>
          </a:prstGeom>
          <a:noFill/>
          <a:ln w="28575">
            <a:solidFill>
              <a:srgbClr val="C8414C"/>
            </a:solidFill>
            <a:prstDash val="solid"/>
          </a:ln>
        </p:spPr>
      </p:sp>
      <p:sp>
        <p:nvSpPr>
          <p:cNvPr id="91" name="Shape 89"/>
          <p:cNvSpPr/>
          <p:nvPr/>
        </p:nvSpPr>
        <p:spPr>
          <a:xfrm flipV="1">
            <a:off x="3474720" y="1795814"/>
            <a:ext cx="56007" cy="581"/>
          </a:xfrm>
          <a:prstGeom prst="line">
            <a:avLst/>
          </a:prstGeom>
          <a:noFill/>
          <a:ln w="28575">
            <a:solidFill>
              <a:srgbClr val="C8414C"/>
            </a:solidFill>
            <a:prstDash val="solid"/>
          </a:ln>
        </p:spPr>
      </p:sp>
      <p:sp>
        <p:nvSpPr>
          <p:cNvPr id="92" name="Shape 90"/>
          <p:cNvSpPr/>
          <p:nvPr/>
        </p:nvSpPr>
        <p:spPr>
          <a:xfrm flipV="1">
            <a:off x="3530727" y="1795314"/>
            <a:ext cx="56007" cy="500"/>
          </a:xfrm>
          <a:prstGeom prst="line">
            <a:avLst/>
          </a:prstGeom>
          <a:noFill/>
          <a:ln w="28575">
            <a:solidFill>
              <a:srgbClr val="C8414C"/>
            </a:solidFill>
            <a:prstDash val="solid"/>
          </a:ln>
        </p:spPr>
      </p:sp>
      <p:sp>
        <p:nvSpPr>
          <p:cNvPr id="93" name="Shape 91"/>
          <p:cNvSpPr/>
          <p:nvPr/>
        </p:nvSpPr>
        <p:spPr>
          <a:xfrm flipV="1">
            <a:off x="3586734" y="1794883"/>
            <a:ext cx="56007" cy="430"/>
          </a:xfrm>
          <a:prstGeom prst="line">
            <a:avLst/>
          </a:prstGeom>
          <a:noFill/>
          <a:ln w="28575">
            <a:solidFill>
              <a:srgbClr val="C8414C"/>
            </a:solidFill>
            <a:prstDash val="solid"/>
          </a:ln>
        </p:spPr>
      </p:sp>
      <p:sp>
        <p:nvSpPr>
          <p:cNvPr id="94" name="Shape 92"/>
          <p:cNvSpPr/>
          <p:nvPr/>
        </p:nvSpPr>
        <p:spPr>
          <a:xfrm flipV="1">
            <a:off x="3642741" y="1794513"/>
            <a:ext cx="56007" cy="370"/>
          </a:xfrm>
          <a:prstGeom prst="line">
            <a:avLst/>
          </a:prstGeom>
          <a:noFill/>
          <a:ln w="28575">
            <a:solidFill>
              <a:srgbClr val="C8414C"/>
            </a:solidFill>
            <a:prstDash val="solid"/>
          </a:ln>
        </p:spPr>
      </p:sp>
      <p:sp>
        <p:nvSpPr>
          <p:cNvPr id="95" name="Shape 93"/>
          <p:cNvSpPr/>
          <p:nvPr/>
        </p:nvSpPr>
        <p:spPr>
          <a:xfrm flipV="1">
            <a:off x="3698748" y="1794194"/>
            <a:ext cx="56007" cy="319"/>
          </a:xfrm>
          <a:prstGeom prst="line">
            <a:avLst/>
          </a:prstGeom>
          <a:noFill/>
          <a:ln w="28575">
            <a:solidFill>
              <a:srgbClr val="C8414C"/>
            </a:solidFill>
            <a:prstDash val="solid"/>
          </a:ln>
        </p:spPr>
      </p:sp>
      <p:sp>
        <p:nvSpPr>
          <p:cNvPr id="96" name="Shape 94"/>
          <p:cNvSpPr/>
          <p:nvPr/>
        </p:nvSpPr>
        <p:spPr>
          <a:xfrm flipV="1">
            <a:off x="3754755" y="1793920"/>
            <a:ext cx="56007" cy="274"/>
          </a:xfrm>
          <a:prstGeom prst="line">
            <a:avLst/>
          </a:prstGeom>
          <a:noFill/>
          <a:ln w="28575">
            <a:solidFill>
              <a:srgbClr val="C8414C"/>
            </a:solidFill>
            <a:prstDash val="solid"/>
          </a:ln>
        </p:spPr>
      </p:sp>
      <p:sp>
        <p:nvSpPr>
          <p:cNvPr id="97" name="Shape 95"/>
          <p:cNvSpPr/>
          <p:nvPr/>
        </p:nvSpPr>
        <p:spPr>
          <a:xfrm flipV="1">
            <a:off x="3810762" y="1793683"/>
            <a:ext cx="56007" cy="236"/>
          </a:xfrm>
          <a:prstGeom prst="line">
            <a:avLst/>
          </a:prstGeom>
          <a:noFill/>
          <a:ln w="28575">
            <a:solidFill>
              <a:srgbClr val="C8414C"/>
            </a:solidFill>
            <a:prstDash val="solid"/>
          </a:ln>
        </p:spPr>
      </p:sp>
      <p:sp>
        <p:nvSpPr>
          <p:cNvPr id="98" name="Shape 96"/>
          <p:cNvSpPr/>
          <p:nvPr/>
        </p:nvSpPr>
        <p:spPr>
          <a:xfrm flipV="1">
            <a:off x="3866769" y="1793480"/>
            <a:ext cx="56007" cy="203"/>
          </a:xfrm>
          <a:prstGeom prst="line">
            <a:avLst/>
          </a:prstGeom>
          <a:noFill/>
          <a:ln w="28575">
            <a:solidFill>
              <a:srgbClr val="C8414C"/>
            </a:solidFill>
            <a:prstDash val="solid"/>
          </a:ln>
        </p:spPr>
      </p:sp>
      <p:sp>
        <p:nvSpPr>
          <p:cNvPr id="99" name="Shape 97"/>
          <p:cNvSpPr/>
          <p:nvPr/>
        </p:nvSpPr>
        <p:spPr>
          <a:xfrm flipV="1">
            <a:off x="3922776" y="1793305"/>
            <a:ext cx="56007" cy="175"/>
          </a:xfrm>
          <a:prstGeom prst="line">
            <a:avLst/>
          </a:prstGeom>
          <a:noFill/>
          <a:ln w="28575">
            <a:solidFill>
              <a:srgbClr val="C8414C"/>
            </a:solidFill>
            <a:prstDash val="solid"/>
          </a:ln>
        </p:spPr>
      </p:sp>
      <p:sp>
        <p:nvSpPr>
          <p:cNvPr id="100" name="Shape 98"/>
          <p:cNvSpPr/>
          <p:nvPr/>
        </p:nvSpPr>
        <p:spPr>
          <a:xfrm flipV="1">
            <a:off x="3978783" y="1793155"/>
            <a:ext cx="56007" cy="151"/>
          </a:xfrm>
          <a:prstGeom prst="line">
            <a:avLst/>
          </a:prstGeom>
          <a:noFill/>
          <a:ln w="28575">
            <a:solidFill>
              <a:srgbClr val="C8414C"/>
            </a:solidFill>
            <a:prstDash val="solid"/>
          </a:ln>
        </p:spPr>
      </p:sp>
      <p:sp>
        <p:nvSpPr>
          <p:cNvPr id="101" name="Shape 99"/>
          <p:cNvSpPr/>
          <p:nvPr/>
        </p:nvSpPr>
        <p:spPr>
          <a:xfrm flipV="1">
            <a:off x="4034790" y="1793025"/>
            <a:ext cx="56007" cy="130"/>
          </a:xfrm>
          <a:prstGeom prst="line">
            <a:avLst/>
          </a:prstGeom>
          <a:noFill/>
          <a:ln w="28575">
            <a:solidFill>
              <a:srgbClr val="C8414C"/>
            </a:solidFill>
            <a:prstDash val="solid"/>
          </a:ln>
        </p:spPr>
      </p:sp>
      <p:sp>
        <p:nvSpPr>
          <p:cNvPr id="102" name="Shape 100"/>
          <p:cNvSpPr/>
          <p:nvPr/>
        </p:nvSpPr>
        <p:spPr>
          <a:xfrm flipV="1">
            <a:off x="4090797" y="1792913"/>
            <a:ext cx="56007" cy="112"/>
          </a:xfrm>
          <a:prstGeom prst="line">
            <a:avLst/>
          </a:prstGeom>
          <a:noFill/>
          <a:ln w="28575">
            <a:solidFill>
              <a:srgbClr val="C8414C"/>
            </a:solidFill>
            <a:prstDash val="solid"/>
          </a:ln>
        </p:spPr>
      </p:sp>
      <p:sp>
        <p:nvSpPr>
          <p:cNvPr id="103" name="Shape 101"/>
          <p:cNvSpPr/>
          <p:nvPr/>
        </p:nvSpPr>
        <p:spPr>
          <a:xfrm flipV="1">
            <a:off x="4146804" y="1792817"/>
            <a:ext cx="56007" cy="96"/>
          </a:xfrm>
          <a:prstGeom prst="line">
            <a:avLst/>
          </a:prstGeom>
          <a:noFill/>
          <a:ln w="28575">
            <a:solidFill>
              <a:srgbClr val="C8414C"/>
            </a:solidFill>
            <a:prstDash val="solid"/>
          </a:ln>
        </p:spPr>
      </p:sp>
      <p:sp>
        <p:nvSpPr>
          <p:cNvPr id="104" name="Shape 102"/>
          <p:cNvSpPr/>
          <p:nvPr/>
        </p:nvSpPr>
        <p:spPr>
          <a:xfrm flipV="1">
            <a:off x="4202811" y="1792735"/>
            <a:ext cx="56007" cy="83"/>
          </a:xfrm>
          <a:prstGeom prst="line">
            <a:avLst/>
          </a:prstGeom>
          <a:noFill/>
          <a:ln w="28575">
            <a:solidFill>
              <a:srgbClr val="C8414C"/>
            </a:solidFill>
            <a:prstDash val="solid"/>
          </a:ln>
        </p:spPr>
      </p:sp>
      <p:sp>
        <p:nvSpPr>
          <p:cNvPr id="105" name="Shape 103"/>
          <p:cNvSpPr/>
          <p:nvPr/>
        </p:nvSpPr>
        <p:spPr>
          <a:xfrm flipV="1">
            <a:off x="4258818" y="1792664"/>
            <a:ext cx="56007" cy="71"/>
          </a:xfrm>
          <a:prstGeom prst="line">
            <a:avLst/>
          </a:prstGeom>
          <a:noFill/>
          <a:ln w="28575">
            <a:solidFill>
              <a:srgbClr val="C8414C"/>
            </a:solidFill>
            <a:prstDash val="solid"/>
          </a:ln>
        </p:spPr>
      </p:sp>
      <p:sp>
        <p:nvSpPr>
          <p:cNvPr id="106" name="Shape 104"/>
          <p:cNvSpPr/>
          <p:nvPr/>
        </p:nvSpPr>
        <p:spPr>
          <a:xfrm flipV="1">
            <a:off x="4314825" y="1792602"/>
            <a:ext cx="56007" cy="61"/>
          </a:xfrm>
          <a:prstGeom prst="line">
            <a:avLst/>
          </a:prstGeom>
          <a:noFill/>
          <a:ln w="28575">
            <a:solidFill>
              <a:srgbClr val="C8414C"/>
            </a:solidFill>
            <a:prstDash val="solid"/>
          </a:ln>
        </p:spPr>
      </p:sp>
      <p:sp>
        <p:nvSpPr>
          <p:cNvPr id="107" name="Shape 105"/>
          <p:cNvSpPr/>
          <p:nvPr/>
        </p:nvSpPr>
        <p:spPr>
          <a:xfrm flipV="1">
            <a:off x="4370832" y="1792550"/>
            <a:ext cx="56007" cy="53"/>
          </a:xfrm>
          <a:prstGeom prst="line">
            <a:avLst/>
          </a:prstGeom>
          <a:noFill/>
          <a:ln w="28575">
            <a:solidFill>
              <a:srgbClr val="C8414C"/>
            </a:solidFill>
            <a:prstDash val="solid"/>
          </a:ln>
        </p:spPr>
      </p:sp>
      <p:sp>
        <p:nvSpPr>
          <p:cNvPr id="108" name="Shape 106"/>
          <p:cNvSpPr/>
          <p:nvPr/>
        </p:nvSpPr>
        <p:spPr>
          <a:xfrm flipV="1">
            <a:off x="4426839" y="1792504"/>
            <a:ext cx="56007" cy="45"/>
          </a:xfrm>
          <a:prstGeom prst="line">
            <a:avLst/>
          </a:prstGeom>
          <a:noFill/>
          <a:ln w="28575">
            <a:solidFill>
              <a:srgbClr val="C8414C"/>
            </a:solidFill>
            <a:prstDash val="solid"/>
          </a:ln>
        </p:spPr>
      </p:sp>
      <p:sp>
        <p:nvSpPr>
          <p:cNvPr id="109" name="Shape 107"/>
          <p:cNvSpPr/>
          <p:nvPr/>
        </p:nvSpPr>
        <p:spPr>
          <a:xfrm flipV="1">
            <a:off x="4482846" y="1792465"/>
            <a:ext cx="56007" cy="39"/>
          </a:xfrm>
          <a:prstGeom prst="line">
            <a:avLst/>
          </a:prstGeom>
          <a:noFill/>
          <a:ln w="28575">
            <a:solidFill>
              <a:srgbClr val="C8414C"/>
            </a:solidFill>
            <a:prstDash val="solid"/>
          </a:ln>
        </p:spPr>
      </p:sp>
      <p:sp>
        <p:nvSpPr>
          <p:cNvPr id="110" name="Shape 108"/>
          <p:cNvSpPr/>
          <p:nvPr/>
        </p:nvSpPr>
        <p:spPr>
          <a:xfrm flipV="1">
            <a:off x="4538853" y="1792432"/>
            <a:ext cx="56007" cy="34"/>
          </a:xfrm>
          <a:prstGeom prst="line">
            <a:avLst/>
          </a:prstGeom>
          <a:noFill/>
          <a:ln w="28575">
            <a:solidFill>
              <a:srgbClr val="C8414C"/>
            </a:solidFill>
            <a:prstDash val="solid"/>
          </a:ln>
        </p:spPr>
      </p:sp>
      <p:sp>
        <p:nvSpPr>
          <p:cNvPr id="111" name="Shape 109"/>
          <p:cNvSpPr/>
          <p:nvPr/>
        </p:nvSpPr>
        <p:spPr>
          <a:xfrm flipV="1">
            <a:off x="4594860" y="1792403"/>
            <a:ext cx="56007" cy="29"/>
          </a:xfrm>
          <a:prstGeom prst="line">
            <a:avLst/>
          </a:prstGeom>
          <a:noFill/>
          <a:ln w="28575">
            <a:solidFill>
              <a:srgbClr val="C8414C"/>
            </a:solidFill>
            <a:prstDash val="solid"/>
          </a:ln>
        </p:spPr>
      </p:sp>
      <p:sp>
        <p:nvSpPr>
          <p:cNvPr id="112" name="Shape 110"/>
          <p:cNvSpPr/>
          <p:nvPr/>
        </p:nvSpPr>
        <p:spPr>
          <a:xfrm flipV="1">
            <a:off x="4650867" y="1792378"/>
            <a:ext cx="56007" cy="25"/>
          </a:xfrm>
          <a:prstGeom prst="line">
            <a:avLst/>
          </a:prstGeom>
          <a:noFill/>
          <a:ln w="28575">
            <a:solidFill>
              <a:srgbClr val="C8414C"/>
            </a:solidFill>
            <a:prstDash val="solid"/>
          </a:ln>
        </p:spPr>
      </p:sp>
      <p:sp>
        <p:nvSpPr>
          <p:cNvPr id="113" name="Shape 111"/>
          <p:cNvSpPr/>
          <p:nvPr/>
        </p:nvSpPr>
        <p:spPr>
          <a:xfrm flipV="1">
            <a:off x="4706874" y="1792356"/>
            <a:ext cx="56007" cy="21"/>
          </a:xfrm>
          <a:prstGeom prst="line">
            <a:avLst/>
          </a:prstGeom>
          <a:noFill/>
          <a:ln w="28575">
            <a:solidFill>
              <a:srgbClr val="C8414C"/>
            </a:solidFill>
            <a:prstDash val="solid"/>
          </a:ln>
        </p:spPr>
      </p:sp>
      <p:sp>
        <p:nvSpPr>
          <p:cNvPr id="114" name="Shape 112"/>
          <p:cNvSpPr/>
          <p:nvPr/>
        </p:nvSpPr>
        <p:spPr>
          <a:xfrm flipV="1">
            <a:off x="4762881" y="1792338"/>
            <a:ext cx="56007" cy="18"/>
          </a:xfrm>
          <a:prstGeom prst="line">
            <a:avLst/>
          </a:prstGeom>
          <a:noFill/>
          <a:ln w="28575">
            <a:solidFill>
              <a:srgbClr val="C8414C"/>
            </a:solidFill>
            <a:prstDash val="solid"/>
          </a:ln>
        </p:spPr>
      </p:sp>
      <p:sp>
        <p:nvSpPr>
          <p:cNvPr id="115" name="Shape 113"/>
          <p:cNvSpPr/>
          <p:nvPr/>
        </p:nvSpPr>
        <p:spPr>
          <a:xfrm flipV="1">
            <a:off x="4818888" y="1792322"/>
            <a:ext cx="56007" cy="16"/>
          </a:xfrm>
          <a:prstGeom prst="line">
            <a:avLst/>
          </a:prstGeom>
          <a:noFill/>
          <a:ln w="28575">
            <a:solidFill>
              <a:srgbClr val="C8414C"/>
            </a:solidFill>
            <a:prstDash val="solid"/>
          </a:ln>
        </p:spPr>
      </p:sp>
      <p:sp>
        <p:nvSpPr>
          <p:cNvPr id="116" name="Shape 114"/>
          <p:cNvSpPr/>
          <p:nvPr/>
        </p:nvSpPr>
        <p:spPr>
          <a:xfrm flipV="1">
            <a:off x="4874895" y="1792308"/>
            <a:ext cx="56007" cy="14"/>
          </a:xfrm>
          <a:prstGeom prst="line">
            <a:avLst/>
          </a:prstGeom>
          <a:noFill/>
          <a:ln w="28575">
            <a:solidFill>
              <a:srgbClr val="C8414C"/>
            </a:solidFill>
            <a:prstDash val="solid"/>
          </a:ln>
        </p:spPr>
      </p:sp>
      <p:sp>
        <p:nvSpPr>
          <p:cNvPr id="117" name="Shape 115"/>
          <p:cNvSpPr/>
          <p:nvPr/>
        </p:nvSpPr>
        <p:spPr>
          <a:xfrm flipV="1">
            <a:off x="4930902" y="1792297"/>
            <a:ext cx="56007" cy="12"/>
          </a:xfrm>
          <a:prstGeom prst="line">
            <a:avLst/>
          </a:prstGeom>
          <a:noFill/>
          <a:ln w="28575">
            <a:solidFill>
              <a:srgbClr val="C8414C"/>
            </a:solidFill>
            <a:prstDash val="solid"/>
          </a:ln>
        </p:spPr>
      </p:sp>
      <p:sp>
        <p:nvSpPr>
          <p:cNvPr id="118" name="Shape 116"/>
          <p:cNvSpPr/>
          <p:nvPr/>
        </p:nvSpPr>
        <p:spPr>
          <a:xfrm flipV="1">
            <a:off x="4986909" y="1792287"/>
            <a:ext cx="56007" cy="10"/>
          </a:xfrm>
          <a:prstGeom prst="line">
            <a:avLst/>
          </a:prstGeom>
          <a:noFill/>
          <a:ln w="28575">
            <a:solidFill>
              <a:srgbClr val="C8414C"/>
            </a:solidFill>
            <a:prstDash val="solid"/>
          </a:ln>
        </p:spPr>
      </p:sp>
      <p:sp>
        <p:nvSpPr>
          <p:cNvPr id="119" name="Shape 117"/>
          <p:cNvSpPr/>
          <p:nvPr/>
        </p:nvSpPr>
        <p:spPr>
          <a:xfrm flipV="1">
            <a:off x="5042916" y="1792278"/>
            <a:ext cx="56007" cy="9"/>
          </a:xfrm>
          <a:prstGeom prst="line">
            <a:avLst/>
          </a:prstGeom>
          <a:noFill/>
          <a:ln w="28575">
            <a:solidFill>
              <a:srgbClr val="C8414C"/>
            </a:solidFill>
            <a:prstDash val="solid"/>
          </a:ln>
        </p:spPr>
      </p:sp>
      <p:sp>
        <p:nvSpPr>
          <p:cNvPr id="120" name="Shape 118"/>
          <p:cNvSpPr/>
          <p:nvPr/>
        </p:nvSpPr>
        <p:spPr>
          <a:xfrm flipV="1">
            <a:off x="5098923" y="1792270"/>
            <a:ext cx="56007" cy="7"/>
          </a:xfrm>
          <a:prstGeom prst="line">
            <a:avLst/>
          </a:prstGeom>
          <a:noFill/>
          <a:ln w="28575">
            <a:solidFill>
              <a:srgbClr val="C8414C"/>
            </a:solidFill>
            <a:prstDash val="solid"/>
          </a:ln>
        </p:spPr>
      </p:sp>
      <p:sp>
        <p:nvSpPr>
          <p:cNvPr id="121" name="Shape 119"/>
          <p:cNvSpPr/>
          <p:nvPr/>
        </p:nvSpPr>
        <p:spPr>
          <a:xfrm flipV="1">
            <a:off x="5154930" y="1792264"/>
            <a:ext cx="56007" cy="6"/>
          </a:xfrm>
          <a:prstGeom prst="line">
            <a:avLst/>
          </a:prstGeom>
          <a:noFill/>
          <a:ln w="28575">
            <a:solidFill>
              <a:srgbClr val="C8414C"/>
            </a:solidFill>
            <a:prstDash val="solid"/>
          </a:ln>
        </p:spPr>
      </p:sp>
      <p:sp>
        <p:nvSpPr>
          <p:cNvPr id="122" name="Shape 120"/>
          <p:cNvSpPr/>
          <p:nvPr/>
        </p:nvSpPr>
        <p:spPr>
          <a:xfrm flipV="1">
            <a:off x="5210937" y="1792258"/>
            <a:ext cx="56007" cy="6"/>
          </a:xfrm>
          <a:prstGeom prst="line">
            <a:avLst/>
          </a:prstGeom>
          <a:noFill/>
          <a:ln w="28575">
            <a:solidFill>
              <a:srgbClr val="C8414C"/>
            </a:solidFill>
            <a:prstDash val="solid"/>
          </a:ln>
        </p:spPr>
      </p:sp>
      <p:sp>
        <p:nvSpPr>
          <p:cNvPr id="123" name="Shape 121"/>
          <p:cNvSpPr/>
          <p:nvPr/>
        </p:nvSpPr>
        <p:spPr>
          <a:xfrm flipV="1">
            <a:off x="5266944" y="1792254"/>
            <a:ext cx="56007" cy="5"/>
          </a:xfrm>
          <a:prstGeom prst="line">
            <a:avLst/>
          </a:prstGeom>
          <a:noFill/>
          <a:ln w="28575">
            <a:solidFill>
              <a:srgbClr val="C8414C"/>
            </a:solidFill>
            <a:prstDash val="solid"/>
          </a:ln>
        </p:spPr>
      </p:sp>
      <p:sp>
        <p:nvSpPr>
          <p:cNvPr id="124" name="Shape 122"/>
          <p:cNvSpPr/>
          <p:nvPr/>
        </p:nvSpPr>
        <p:spPr>
          <a:xfrm flipV="1">
            <a:off x="5322951" y="1792249"/>
            <a:ext cx="56007" cy="4"/>
          </a:xfrm>
          <a:prstGeom prst="line">
            <a:avLst/>
          </a:prstGeom>
          <a:noFill/>
          <a:ln w="28575">
            <a:solidFill>
              <a:srgbClr val="C8414C"/>
            </a:solidFill>
            <a:prstDash val="solid"/>
          </a:ln>
        </p:spPr>
      </p:sp>
      <p:sp>
        <p:nvSpPr>
          <p:cNvPr id="125" name="Shape 123"/>
          <p:cNvSpPr/>
          <p:nvPr/>
        </p:nvSpPr>
        <p:spPr>
          <a:xfrm flipV="1">
            <a:off x="5378958" y="1792246"/>
            <a:ext cx="56007" cy="4"/>
          </a:xfrm>
          <a:prstGeom prst="line">
            <a:avLst/>
          </a:prstGeom>
          <a:noFill/>
          <a:ln w="28575">
            <a:solidFill>
              <a:srgbClr val="C8414C"/>
            </a:solidFill>
            <a:prstDash val="solid"/>
          </a:ln>
        </p:spPr>
      </p:sp>
      <p:sp>
        <p:nvSpPr>
          <p:cNvPr id="126" name="Shape 124"/>
          <p:cNvSpPr/>
          <p:nvPr/>
        </p:nvSpPr>
        <p:spPr>
          <a:xfrm flipV="1">
            <a:off x="5434965" y="1792243"/>
            <a:ext cx="56007" cy="3"/>
          </a:xfrm>
          <a:prstGeom prst="line">
            <a:avLst/>
          </a:prstGeom>
          <a:noFill/>
          <a:ln w="28575">
            <a:solidFill>
              <a:srgbClr val="C8414C"/>
            </a:solidFill>
            <a:prstDash val="solid"/>
          </a:ln>
        </p:spPr>
      </p:sp>
      <p:sp>
        <p:nvSpPr>
          <p:cNvPr id="127" name="Shape 125"/>
          <p:cNvSpPr/>
          <p:nvPr/>
        </p:nvSpPr>
        <p:spPr>
          <a:xfrm flipV="1">
            <a:off x="5490972" y="1792240"/>
            <a:ext cx="56007" cy="3"/>
          </a:xfrm>
          <a:prstGeom prst="line">
            <a:avLst/>
          </a:prstGeom>
          <a:noFill/>
          <a:ln w="28575">
            <a:solidFill>
              <a:srgbClr val="C8414C"/>
            </a:solidFill>
            <a:prstDash val="solid"/>
          </a:ln>
        </p:spPr>
      </p:sp>
      <p:sp>
        <p:nvSpPr>
          <p:cNvPr id="128" name="Shape 126"/>
          <p:cNvSpPr/>
          <p:nvPr/>
        </p:nvSpPr>
        <p:spPr>
          <a:xfrm flipV="1">
            <a:off x="5546979" y="1792238"/>
            <a:ext cx="56007" cy="2"/>
          </a:xfrm>
          <a:prstGeom prst="line">
            <a:avLst/>
          </a:prstGeom>
          <a:noFill/>
          <a:ln w="28575">
            <a:solidFill>
              <a:srgbClr val="C8414C"/>
            </a:solidFill>
            <a:prstDash val="solid"/>
          </a:ln>
        </p:spPr>
      </p:sp>
      <p:sp>
        <p:nvSpPr>
          <p:cNvPr id="129" name="Shape 127"/>
          <p:cNvSpPr/>
          <p:nvPr/>
        </p:nvSpPr>
        <p:spPr>
          <a:xfrm flipV="1">
            <a:off x="5602986" y="1792236"/>
            <a:ext cx="56007" cy="2"/>
          </a:xfrm>
          <a:prstGeom prst="line">
            <a:avLst/>
          </a:prstGeom>
          <a:noFill/>
          <a:ln w="28575">
            <a:solidFill>
              <a:srgbClr val="C8414C"/>
            </a:solidFill>
            <a:prstDash val="solid"/>
          </a:ln>
        </p:spPr>
      </p:sp>
      <p:sp>
        <p:nvSpPr>
          <p:cNvPr id="130" name="Shape 128"/>
          <p:cNvSpPr/>
          <p:nvPr/>
        </p:nvSpPr>
        <p:spPr>
          <a:xfrm flipV="1">
            <a:off x="5658993" y="1792234"/>
            <a:ext cx="56007" cy="2"/>
          </a:xfrm>
          <a:prstGeom prst="line">
            <a:avLst/>
          </a:prstGeom>
          <a:noFill/>
          <a:ln w="28575">
            <a:solidFill>
              <a:srgbClr val="C8414C"/>
            </a:solidFill>
            <a:prstDash val="solid"/>
          </a:ln>
        </p:spPr>
      </p:sp>
      <p:sp>
        <p:nvSpPr>
          <p:cNvPr id="131" name="Shape 129"/>
          <p:cNvSpPr/>
          <p:nvPr/>
        </p:nvSpPr>
        <p:spPr>
          <a:xfrm flipV="1">
            <a:off x="1234440" y="3353149"/>
            <a:ext cx="56007" cy="121571"/>
          </a:xfrm>
          <a:prstGeom prst="line">
            <a:avLst/>
          </a:prstGeom>
          <a:noFill/>
          <a:ln w="28575">
            <a:solidFill>
              <a:srgbClr val="6A3FA0"/>
            </a:solidFill>
            <a:prstDash val="solid"/>
          </a:ln>
        </p:spPr>
      </p:sp>
      <p:sp>
        <p:nvSpPr>
          <p:cNvPr id="132" name="Shape 130"/>
          <p:cNvSpPr/>
          <p:nvPr/>
        </p:nvSpPr>
        <p:spPr>
          <a:xfrm flipV="1">
            <a:off x="1290447" y="3240362"/>
            <a:ext cx="56007" cy="112787"/>
          </a:xfrm>
          <a:prstGeom prst="line">
            <a:avLst/>
          </a:prstGeom>
          <a:noFill/>
          <a:ln w="28575">
            <a:solidFill>
              <a:srgbClr val="6A3FA0"/>
            </a:solidFill>
            <a:prstDash val="solid"/>
          </a:ln>
        </p:spPr>
      </p:sp>
      <p:sp>
        <p:nvSpPr>
          <p:cNvPr id="133" name="Shape 131"/>
          <p:cNvSpPr/>
          <p:nvPr/>
        </p:nvSpPr>
        <p:spPr>
          <a:xfrm flipV="1">
            <a:off x="1346454" y="3135724"/>
            <a:ext cx="56007" cy="104637"/>
          </a:xfrm>
          <a:prstGeom prst="line">
            <a:avLst/>
          </a:prstGeom>
          <a:noFill/>
          <a:ln w="28575">
            <a:solidFill>
              <a:srgbClr val="6A3FA0"/>
            </a:solidFill>
            <a:prstDash val="solid"/>
          </a:ln>
        </p:spPr>
      </p:sp>
      <p:sp>
        <p:nvSpPr>
          <p:cNvPr id="134" name="Shape 132"/>
          <p:cNvSpPr/>
          <p:nvPr/>
        </p:nvSpPr>
        <p:spPr>
          <a:xfrm flipV="1">
            <a:off x="1402461" y="3038648"/>
            <a:ext cx="56007" cy="97077"/>
          </a:xfrm>
          <a:prstGeom prst="line">
            <a:avLst/>
          </a:prstGeom>
          <a:noFill/>
          <a:ln w="28575">
            <a:solidFill>
              <a:srgbClr val="6A3FA0"/>
            </a:solidFill>
            <a:prstDash val="solid"/>
          </a:ln>
        </p:spPr>
      </p:sp>
      <p:sp>
        <p:nvSpPr>
          <p:cNvPr id="135" name="Shape 133"/>
          <p:cNvSpPr/>
          <p:nvPr/>
        </p:nvSpPr>
        <p:spPr>
          <a:xfrm flipV="1">
            <a:off x="1458468" y="2948585"/>
            <a:ext cx="56007" cy="90062"/>
          </a:xfrm>
          <a:prstGeom prst="line">
            <a:avLst/>
          </a:prstGeom>
          <a:noFill/>
          <a:ln w="28575">
            <a:solidFill>
              <a:srgbClr val="6A3FA0"/>
            </a:solidFill>
            <a:prstDash val="solid"/>
          </a:ln>
        </p:spPr>
      </p:sp>
      <p:sp>
        <p:nvSpPr>
          <p:cNvPr id="136" name="Shape 134"/>
          <p:cNvSpPr/>
          <p:nvPr/>
        </p:nvSpPr>
        <p:spPr>
          <a:xfrm flipV="1">
            <a:off x="1514475" y="2865031"/>
            <a:ext cx="56007" cy="83555"/>
          </a:xfrm>
          <a:prstGeom prst="line">
            <a:avLst/>
          </a:prstGeom>
          <a:noFill/>
          <a:ln w="28575">
            <a:solidFill>
              <a:srgbClr val="6A3FA0"/>
            </a:solidFill>
            <a:prstDash val="solid"/>
          </a:ln>
        </p:spPr>
      </p:sp>
      <p:sp>
        <p:nvSpPr>
          <p:cNvPr id="137" name="Shape 135"/>
          <p:cNvSpPr/>
          <p:nvPr/>
        </p:nvSpPr>
        <p:spPr>
          <a:xfrm flipV="1">
            <a:off x="1570482" y="2787514"/>
            <a:ext cx="56007" cy="77517"/>
          </a:xfrm>
          <a:prstGeom prst="line">
            <a:avLst/>
          </a:prstGeom>
          <a:noFill/>
          <a:ln w="28575">
            <a:solidFill>
              <a:srgbClr val="6A3FA0"/>
            </a:solidFill>
            <a:prstDash val="solid"/>
          </a:ln>
        </p:spPr>
      </p:sp>
      <p:sp>
        <p:nvSpPr>
          <p:cNvPr id="138" name="Shape 136"/>
          <p:cNvSpPr/>
          <p:nvPr/>
        </p:nvSpPr>
        <p:spPr>
          <a:xfrm flipV="1">
            <a:off x="1626489" y="2715597"/>
            <a:ext cx="56007" cy="71916"/>
          </a:xfrm>
          <a:prstGeom prst="line">
            <a:avLst/>
          </a:prstGeom>
          <a:noFill/>
          <a:ln w="28575">
            <a:solidFill>
              <a:srgbClr val="6A3FA0"/>
            </a:solidFill>
            <a:prstDash val="solid"/>
          </a:ln>
        </p:spPr>
      </p:sp>
      <p:sp>
        <p:nvSpPr>
          <p:cNvPr id="139" name="Shape 137"/>
          <p:cNvSpPr/>
          <p:nvPr/>
        </p:nvSpPr>
        <p:spPr>
          <a:xfrm flipV="1">
            <a:off x="1682496" y="2648878"/>
            <a:ext cx="56007" cy="66720"/>
          </a:xfrm>
          <a:prstGeom prst="line">
            <a:avLst/>
          </a:prstGeom>
          <a:noFill/>
          <a:ln w="28575">
            <a:solidFill>
              <a:srgbClr val="6A3FA0"/>
            </a:solidFill>
            <a:prstDash val="solid"/>
          </a:ln>
        </p:spPr>
      </p:sp>
      <p:sp>
        <p:nvSpPr>
          <p:cNvPr id="140" name="Shape 138"/>
          <p:cNvSpPr/>
          <p:nvPr/>
        </p:nvSpPr>
        <p:spPr>
          <a:xfrm flipV="1">
            <a:off x="1738503" y="2586979"/>
            <a:ext cx="56007" cy="61899"/>
          </a:xfrm>
          <a:prstGeom prst="line">
            <a:avLst/>
          </a:prstGeom>
          <a:noFill/>
          <a:ln w="28575">
            <a:solidFill>
              <a:srgbClr val="6A3FA0"/>
            </a:solidFill>
            <a:prstDash val="solid"/>
          </a:ln>
        </p:spPr>
      </p:sp>
      <p:sp>
        <p:nvSpPr>
          <p:cNvPr id="141" name="Shape 139"/>
          <p:cNvSpPr/>
          <p:nvPr/>
        </p:nvSpPr>
        <p:spPr>
          <a:xfrm flipV="1">
            <a:off x="1794510" y="2529553"/>
            <a:ext cx="56007" cy="57426"/>
          </a:xfrm>
          <a:prstGeom prst="line">
            <a:avLst/>
          </a:prstGeom>
          <a:noFill/>
          <a:ln w="28575">
            <a:solidFill>
              <a:srgbClr val="6A3FA0"/>
            </a:solidFill>
            <a:prstDash val="solid"/>
          </a:ln>
        </p:spPr>
      </p:sp>
      <p:sp>
        <p:nvSpPr>
          <p:cNvPr id="142" name="Shape 140"/>
          <p:cNvSpPr/>
          <p:nvPr/>
        </p:nvSpPr>
        <p:spPr>
          <a:xfrm flipV="1">
            <a:off x="1850517" y="2476276"/>
            <a:ext cx="56007" cy="53277"/>
          </a:xfrm>
          <a:prstGeom prst="line">
            <a:avLst/>
          </a:prstGeom>
          <a:noFill/>
          <a:ln w="28575">
            <a:solidFill>
              <a:srgbClr val="6A3FA0"/>
            </a:solidFill>
            <a:prstDash val="solid"/>
          </a:ln>
        </p:spPr>
      </p:sp>
      <p:sp>
        <p:nvSpPr>
          <p:cNvPr id="143" name="Shape 141"/>
          <p:cNvSpPr/>
          <p:nvPr/>
        </p:nvSpPr>
        <p:spPr>
          <a:xfrm flipV="1">
            <a:off x="1906524" y="2426849"/>
            <a:ext cx="56007" cy="49427"/>
          </a:xfrm>
          <a:prstGeom prst="line">
            <a:avLst/>
          </a:prstGeom>
          <a:noFill/>
          <a:ln w="28575">
            <a:solidFill>
              <a:srgbClr val="6A3FA0"/>
            </a:solidFill>
            <a:prstDash val="solid"/>
          </a:ln>
        </p:spPr>
      </p:sp>
      <p:sp>
        <p:nvSpPr>
          <p:cNvPr id="144" name="Shape 142"/>
          <p:cNvSpPr/>
          <p:nvPr/>
        </p:nvSpPr>
        <p:spPr>
          <a:xfrm flipV="1">
            <a:off x="1962531" y="2380993"/>
            <a:ext cx="56007" cy="45856"/>
          </a:xfrm>
          <a:prstGeom prst="line">
            <a:avLst/>
          </a:prstGeom>
          <a:noFill/>
          <a:ln w="28575">
            <a:solidFill>
              <a:srgbClr val="6A3FA0"/>
            </a:solidFill>
            <a:prstDash val="solid"/>
          </a:ln>
        </p:spPr>
      </p:sp>
      <p:sp>
        <p:nvSpPr>
          <p:cNvPr id="145" name="Shape 143"/>
          <p:cNvSpPr/>
          <p:nvPr/>
        </p:nvSpPr>
        <p:spPr>
          <a:xfrm flipV="1">
            <a:off x="2018538" y="2338450"/>
            <a:ext cx="56007" cy="42542"/>
          </a:xfrm>
          <a:prstGeom prst="line">
            <a:avLst/>
          </a:prstGeom>
          <a:noFill/>
          <a:ln w="28575">
            <a:solidFill>
              <a:srgbClr val="6A3FA0"/>
            </a:solidFill>
            <a:prstDash val="solid"/>
          </a:ln>
        </p:spPr>
      </p:sp>
      <p:sp>
        <p:nvSpPr>
          <p:cNvPr id="146" name="Shape 144"/>
          <p:cNvSpPr/>
          <p:nvPr/>
        </p:nvSpPr>
        <p:spPr>
          <a:xfrm flipV="1">
            <a:off x="2074545" y="2298982"/>
            <a:ext cx="56007" cy="39468"/>
          </a:xfrm>
          <a:prstGeom prst="line">
            <a:avLst/>
          </a:prstGeom>
          <a:noFill/>
          <a:ln w="28575">
            <a:solidFill>
              <a:srgbClr val="6A3FA0"/>
            </a:solidFill>
            <a:prstDash val="solid"/>
          </a:ln>
        </p:spPr>
      </p:sp>
      <p:sp>
        <p:nvSpPr>
          <p:cNvPr id="147" name="Shape 145"/>
          <p:cNvSpPr/>
          <p:nvPr/>
        </p:nvSpPr>
        <p:spPr>
          <a:xfrm flipV="1">
            <a:off x="2130552" y="2262365"/>
            <a:ext cx="56007" cy="36617"/>
          </a:xfrm>
          <a:prstGeom prst="line">
            <a:avLst/>
          </a:prstGeom>
          <a:noFill/>
          <a:ln w="28575">
            <a:solidFill>
              <a:srgbClr val="6A3FA0"/>
            </a:solidFill>
            <a:prstDash val="solid"/>
          </a:ln>
        </p:spPr>
      </p:sp>
      <p:sp>
        <p:nvSpPr>
          <p:cNvPr id="148" name="Shape 146"/>
          <p:cNvSpPr/>
          <p:nvPr/>
        </p:nvSpPr>
        <p:spPr>
          <a:xfrm flipV="1">
            <a:off x="2186559" y="2228395"/>
            <a:ext cx="56007" cy="33971"/>
          </a:xfrm>
          <a:prstGeom prst="line">
            <a:avLst/>
          </a:prstGeom>
          <a:noFill/>
          <a:ln w="28575">
            <a:solidFill>
              <a:srgbClr val="6A3FA0"/>
            </a:solidFill>
            <a:prstDash val="solid"/>
          </a:ln>
        </p:spPr>
      </p:sp>
      <p:sp>
        <p:nvSpPr>
          <p:cNvPr id="149" name="Shape 147"/>
          <p:cNvSpPr/>
          <p:nvPr/>
        </p:nvSpPr>
        <p:spPr>
          <a:xfrm flipV="1">
            <a:off x="2242566" y="2196879"/>
            <a:ext cx="56007" cy="31516"/>
          </a:xfrm>
          <a:prstGeom prst="line">
            <a:avLst/>
          </a:prstGeom>
          <a:noFill/>
          <a:ln w="28575">
            <a:solidFill>
              <a:srgbClr val="6A3FA0"/>
            </a:solidFill>
            <a:prstDash val="solid"/>
          </a:ln>
        </p:spPr>
      </p:sp>
      <p:sp>
        <p:nvSpPr>
          <p:cNvPr id="150" name="Shape 148"/>
          <p:cNvSpPr/>
          <p:nvPr/>
        </p:nvSpPr>
        <p:spPr>
          <a:xfrm flipV="1">
            <a:off x="2298573" y="2167640"/>
            <a:ext cx="56007" cy="29239"/>
          </a:xfrm>
          <a:prstGeom prst="line">
            <a:avLst/>
          </a:prstGeom>
          <a:noFill/>
          <a:ln w="28575">
            <a:solidFill>
              <a:srgbClr val="6A3FA0"/>
            </a:solidFill>
            <a:prstDash val="solid"/>
          </a:ln>
        </p:spPr>
      </p:sp>
      <p:sp>
        <p:nvSpPr>
          <p:cNvPr id="151" name="Shape 149"/>
          <p:cNvSpPr/>
          <p:nvPr/>
        </p:nvSpPr>
        <p:spPr>
          <a:xfrm flipV="1">
            <a:off x="2354580" y="2140513"/>
            <a:ext cx="56007" cy="27126"/>
          </a:xfrm>
          <a:prstGeom prst="line">
            <a:avLst/>
          </a:prstGeom>
          <a:noFill/>
          <a:ln w="28575">
            <a:solidFill>
              <a:srgbClr val="6A3FA0"/>
            </a:solidFill>
            <a:prstDash val="solid"/>
          </a:ln>
        </p:spPr>
      </p:sp>
      <p:sp>
        <p:nvSpPr>
          <p:cNvPr id="152" name="Shape 150"/>
          <p:cNvSpPr/>
          <p:nvPr/>
        </p:nvSpPr>
        <p:spPr>
          <a:xfrm flipV="1">
            <a:off x="2410587" y="2115347"/>
            <a:ext cx="56007" cy="25166"/>
          </a:xfrm>
          <a:prstGeom prst="line">
            <a:avLst/>
          </a:prstGeom>
          <a:noFill/>
          <a:ln w="28575">
            <a:solidFill>
              <a:srgbClr val="6A3FA0"/>
            </a:solidFill>
            <a:prstDash val="solid"/>
          </a:ln>
        </p:spPr>
      </p:sp>
      <p:sp>
        <p:nvSpPr>
          <p:cNvPr id="153" name="Shape 151"/>
          <p:cNvSpPr/>
          <p:nvPr/>
        </p:nvSpPr>
        <p:spPr>
          <a:xfrm flipV="1">
            <a:off x="2466594" y="2091999"/>
            <a:ext cx="56007" cy="23348"/>
          </a:xfrm>
          <a:prstGeom prst="line">
            <a:avLst/>
          </a:prstGeom>
          <a:noFill/>
          <a:ln w="28575">
            <a:solidFill>
              <a:srgbClr val="6A3FA0"/>
            </a:solidFill>
            <a:prstDash val="solid"/>
          </a:ln>
        </p:spPr>
      </p:sp>
      <p:sp>
        <p:nvSpPr>
          <p:cNvPr id="154" name="Shape 152"/>
          <p:cNvSpPr/>
          <p:nvPr/>
        </p:nvSpPr>
        <p:spPr>
          <a:xfrm flipV="1">
            <a:off x="2522601" y="2070339"/>
            <a:ext cx="56007" cy="21661"/>
          </a:xfrm>
          <a:prstGeom prst="line">
            <a:avLst/>
          </a:prstGeom>
          <a:noFill/>
          <a:ln w="28575">
            <a:solidFill>
              <a:srgbClr val="6A3FA0"/>
            </a:solidFill>
            <a:prstDash val="solid"/>
          </a:ln>
        </p:spPr>
      </p:sp>
      <p:sp>
        <p:nvSpPr>
          <p:cNvPr id="155" name="Shape 153"/>
          <p:cNvSpPr/>
          <p:nvPr/>
        </p:nvSpPr>
        <p:spPr>
          <a:xfrm flipV="1">
            <a:off x="2578608" y="2050243"/>
            <a:ext cx="56007" cy="20096"/>
          </a:xfrm>
          <a:prstGeom prst="line">
            <a:avLst/>
          </a:prstGeom>
          <a:noFill/>
          <a:ln w="28575">
            <a:solidFill>
              <a:srgbClr val="6A3FA0"/>
            </a:solidFill>
            <a:prstDash val="solid"/>
          </a:ln>
        </p:spPr>
      </p:sp>
      <p:sp>
        <p:nvSpPr>
          <p:cNvPr id="156" name="Shape 154"/>
          <p:cNvSpPr/>
          <p:nvPr/>
        </p:nvSpPr>
        <p:spPr>
          <a:xfrm flipV="1">
            <a:off x="2634615" y="2031600"/>
            <a:ext cx="56007" cy="18644"/>
          </a:xfrm>
          <a:prstGeom prst="line">
            <a:avLst/>
          </a:prstGeom>
          <a:noFill/>
          <a:ln w="28575">
            <a:solidFill>
              <a:srgbClr val="6A3FA0"/>
            </a:solidFill>
            <a:prstDash val="solid"/>
          </a:ln>
        </p:spPr>
      </p:sp>
      <p:sp>
        <p:nvSpPr>
          <p:cNvPr id="157" name="Shape 155"/>
          <p:cNvSpPr/>
          <p:nvPr/>
        </p:nvSpPr>
        <p:spPr>
          <a:xfrm flipV="1">
            <a:off x="2690622" y="2014303"/>
            <a:ext cx="56007" cy="17296"/>
          </a:xfrm>
          <a:prstGeom prst="line">
            <a:avLst/>
          </a:prstGeom>
          <a:noFill/>
          <a:ln w="28575">
            <a:solidFill>
              <a:srgbClr val="6A3FA0"/>
            </a:solidFill>
            <a:prstDash val="solid"/>
          </a:ln>
        </p:spPr>
      </p:sp>
      <p:sp>
        <p:nvSpPr>
          <p:cNvPr id="158" name="Shape 156"/>
          <p:cNvSpPr/>
          <p:nvPr/>
        </p:nvSpPr>
        <p:spPr>
          <a:xfrm flipV="1">
            <a:off x="2746629" y="1998256"/>
            <a:ext cx="56007" cy="16047"/>
          </a:xfrm>
          <a:prstGeom prst="line">
            <a:avLst/>
          </a:prstGeom>
          <a:noFill/>
          <a:ln w="28575">
            <a:solidFill>
              <a:srgbClr val="6A3FA0"/>
            </a:solidFill>
            <a:prstDash val="solid"/>
          </a:ln>
        </p:spPr>
      </p:sp>
      <p:sp>
        <p:nvSpPr>
          <p:cNvPr id="159" name="Shape 157"/>
          <p:cNvSpPr/>
          <p:nvPr/>
        </p:nvSpPr>
        <p:spPr>
          <a:xfrm flipV="1">
            <a:off x="2802636" y="1983369"/>
            <a:ext cx="56007" cy="14887"/>
          </a:xfrm>
          <a:prstGeom prst="line">
            <a:avLst/>
          </a:prstGeom>
          <a:noFill/>
          <a:ln w="28575">
            <a:solidFill>
              <a:srgbClr val="6A3FA0"/>
            </a:solidFill>
            <a:prstDash val="solid"/>
          </a:ln>
        </p:spPr>
      </p:sp>
      <p:sp>
        <p:nvSpPr>
          <p:cNvPr id="160" name="Shape 158"/>
          <p:cNvSpPr/>
          <p:nvPr/>
        </p:nvSpPr>
        <p:spPr>
          <a:xfrm flipV="1">
            <a:off x="2858643" y="1969558"/>
            <a:ext cx="56007" cy="13811"/>
          </a:xfrm>
          <a:prstGeom prst="line">
            <a:avLst/>
          </a:prstGeom>
          <a:noFill/>
          <a:ln w="28575">
            <a:solidFill>
              <a:srgbClr val="6A3FA0"/>
            </a:solidFill>
            <a:prstDash val="solid"/>
          </a:ln>
        </p:spPr>
      </p:sp>
      <p:sp>
        <p:nvSpPr>
          <p:cNvPr id="161" name="Shape 159"/>
          <p:cNvSpPr/>
          <p:nvPr/>
        </p:nvSpPr>
        <p:spPr>
          <a:xfrm flipV="1">
            <a:off x="2914650" y="1956744"/>
            <a:ext cx="56007" cy="12814"/>
          </a:xfrm>
          <a:prstGeom prst="line">
            <a:avLst/>
          </a:prstGeom>
          <a:noFill/>
          <a:ln w="28575">
            <a:solidFill>
              <a:srgbClr val="6A3FA0"/>
            </a:solidFill>
            <a:prstDash val="solid"/>
          </a:ln>
        </p:spPr>
      </p:sp>
      <p:sp>
        <p:nvSpPr>
          <p:cNvPr id="162" name="Shape 160"/>
          <p:cNvSpPr/>
          <p:nvPr/>
        </p:nvSpPr>
        <p:spPr>
          <a:xfrm flipV="1">
            <a:off x="2970657" y="1944857"/>
            <a:ext cx="56007" cy="11888"/>
          </a:xfrm>
          <a:prstGeom prst="line">
            <a:avLst/>
          </a:prstGeom>
          <a:noFill/>
          <a:ln w="28575">
            <a:solidFill>
              <a:srgbClr val="6A3FA0"/>
            </a:solidFill>
            <a:prstDash val="solid"/>
          </a:ln>
        </p:spPr>
      </p:sp>
      <p:sp>
        <p:nvSpPr>
          <p:cNvPr id="163" name="Shape 161"/>
          <p:cNvSpPr/>
          <p:nvPr/>
        </p:nvSpPr>
        <p:spPr>
          <a:xfrm flipV="1">
            <a:off x="3026664" y="1933828"/>
            <a:ext cx="56007" cy="11029"/>
          </a:xfrm>
          <a:prstGeom prst="line">
            <a:avLst/>
          </a:prstGeom>
          <a:noFill/>
          <a:ln w="28575">
            <a:solidFill>
              <a:srgbClr val="6A3FA0"/>
            </a:solidFill>
            <a:prstDash val="solid"/>
          </a:ln>
        </p:spPr>
      </p:sp>
      <p:sp>
        <p:nvSpPr>
          <p:cNvPr id="164" name="Shape 162"/>
          <p:cNvSpPr/>
          <p:nvPr/>
        </p:nvSpPr>
        <p:spPr>
          <a:xfrm flipV="1">
            <a:off x="3082671" y="1923596"/>
            <a:ext cx="56007" cy="10232"/>
          </a:xfrm>
          <a:prstGeom prst="line">
            <a:avLst/>
          </a:prstGeom>
          <a:noFill/>
          <a:ln w="28575">
            <a:solidFill>
              <a:srgbClr val="6A3FA0"/>
            </a:solidFill>
            <a:prstDash val="solid"/>
          </a:ln>
        </p:spPr>
      </p:sp>
      <p:sp>
        <p:nvSpPr>
          <p:cNvPr id="165" name="Shape 163"/>
          <p:cNvSpPr/>
          <p:nvPr/>
        </p:nvSpPr>
        <p:spPr>
          <a:xfrm flipV="1">
            <a:off x="3138678" y="1914104"/>
            <a:ext cx="56007" cy="9492"/>
          </a:xfrm>
          <a:prstGeom prst="line">
            <a:avLst/>
          </a:prstGeom>
          <a:noFill/>
          <a:ln w="28575">
            <a:solidFill>
              <a:srgbClr val="6A3FA0"/>
            </a:solidFill>
            <a:prstDash val="solid"/>
          </a:ln>
        </p:spPr>
      </p:sp>
      <p:sp>
        <p:nvSpPr>
          <p:cNvPr id="166" name="Shape 164"/>
          <p:cNvSpPr/>
          <p:nvPr/>
        </p:nvSpPr>
        <p:spPr>
          <a:xfrm flipV="1">
            <a:off x="3194685" y="1905297"/>
            <a:ext cx="56007" cy="8807"/>
          </a:xfrm>
          <a:prstGeom prst="line">
            <a:avLst/>
          </a:prstGeom>
          <a:noFill/>
          <a:ln w="28575">
            <a:solidFill>
              <a:srgbClr val="6A3FA0"/>
            </a:solidFill>
            <a:prstDash val="solid"/>
          </a:ln>
        </p:spPr>
      </p:sp>
      <p:sp>
        <p:nvSpPr>
          <p:cNvPr id="167" name="Shape 165"/>
          <p:cNvSpPr/>
          <p:nvPr/>
        </p:nvSpPr>
        <p:spPr>
          <a:xfrm flipV="1">
            <a:off x="3250692" y="1897127"/>
            <a:ext cx="56007" cy="8170"/>
          </a:xfrm>
          <a:prstGeom prst="line">
            <a:avLst/>
          </a:prstGeom>
          <a:noFill/>
          <a:ln w="28575">
            <a:solidFill>
              <a:srgbClr val="6A3FA0"/>
            </a:solidFill>
            <a:prstDash val="solid"/>
          </a:ln>
        </p:spPr>
      </p:sp>
      <p:sp>
        <p:nvSpPr>
          <p:cNvPr id="168" name="Shape 166"/>
          <p:cNvSpPr/>
          <p:nvPr/>
        </p:nvSpPr>
        <p:spPr>
          <a:xfrm flipV="1">
            <a:off x="3306699" y="1889547"/>
            <a:ext cx="56007" cy="7580"/>
          </a:xfrm>
          <a:prstGeom prst="line">
            <a:avLst/>
          </a:prstGeom>
          <a:noFill/>
          <a:ln w="28575">
            <a:solidFill>
              <a:srgbClr val="6A3FA0"/>
            </a:solidFill>
            <a:prstDash val="solid"/>
          </a:ln>
        </p:spPr>
      </p:sp>
      <p:sp>
        <p:nvSpPr>
          <p:cNvPr id="169" name="Shape 167"/>
          <p:cNvSpPr/>
          <p:nvPr/>
        </p:nvSpPr>
        <p:spPr>
          <a:xfrm flipV="1">
            <a:off x="3362706" y="1882515"/>
            <a:ext cx="56007" cy="7032"/>
          </a:xfrm>
          <a:prstGeom prst="line">
            <a:avLst/>
          </a:prstGeom>
          <a:noFill/>
          <a:ln w="28575">
            <a:solidFill>
              <a:srgbClr val="6A3FA0"/>
            </a:solidFill>
            <a:prstDash val="solid"/>
          </a:ln>
        </p:spPr>
      </p:sp>
      <p:sp>
        <p:nvSpPr>
          <p:cNvPr id="170" name="Shape 168"/>
          <p:cNvSpPr/>
          <p:nvPr/>
        </p:nvSpPr>
        <p:spPr>
          <a:xfrm flipV="1">
            <a:off x="3418713" y="1875991"/>
            <a:ext cx="56007" cy="6524"/>
          </a:xfrm>
          <a:prstGeom prst="line">
            <a:avLst/>
          </a:prstGeom>
          <a:noFill/>
          <a:ln w="28575">
            <a:solidFill>
              <a:srgbClr val="6A3FA0"/>
            </a:solidFill>
            <a:prstDash val="solid"/>
          </a:ln>
        </p:spPr>
      </p:sp>
      <p:sp>
        <p:nvSpPr>
          <p:cNvPr id="171" name="Shape 169"/>
          <p:cNvSpPr/>
          <p:nvPr/>
        </p:nvSpPr>
        <p:spPr>
          <a:xfrm flipV="1">
            <a:off x="3474720" y="1869938"/>
            <a:ext cx="56007" cy="6053"/>
          </a:xfrm>
          <a:prstGeom prst="line">
            <a:avLst/>
          </a:prstGeom>
          <a:noFill/>
          <a:ln w="28575">
            <a:solidFill>
              <a:srgbClr val="6A3FA0"/>
            </a:solidFill>
            <a:prstDash val="solid"/>
          </a:ln>
        </p:spPr>
      </p:sp>
      <p:sp>
        <p:nvSpPr>
          <p:cNvPr id="172" name="Shape 170"/>
          <p:cNvSpPr/>
          <p:nvPr/>
        </p:nvSpPr>
        <p:spPr>
          <a:xfrm flipV="1">
            <a:off x="3530727" y="1864323"/>
            <a:ext cx="56007" cy="5615"/>
          </a:xfrm>
          <a:prstGeom prst="line">
            <a:avLst/>
          </a:prstGeom>
          <a:noFill/>
          <a:ln w="28575">
            <a:solidFill>
              <a:srgbClr val="6A3FA0"/>
            </a:solidFill>
            <a:prstDash val="solid"/>
          </a:ln>
        </p:spPr>
      </p:sp>
      <p:sp>
        <p:nvSpPr>
          <p:cNvPr id="173" name="Shape 171"/>
          <p:cNvSpPr/>
          <p:nvPr/>
        </p:nvSpPr>
        <p:spPr>
          <a:xfrm flipV="1">
            <a:off x="3586734" y="1859113"/>
            <a:ext cx="56007" cy="5210"/>
          </a:xfrm>
          <a:prstGeom prst="line">
            <a:avLst/>
          </a:prstGeom>
          <a:noFill/>
          <a:ln w="28575">
            <a:solidFill>
              <a:srgbClr val="6A3FA0"/>
            </a:solidFill>
            <a:prstDash val="solid"/>
          </a:ln>
        </p:spPr>
      </p:sp>
      <p:sp>
        <p:nvSpPr>
          <p:cNvPr id="174" name="Shape 172"/>
          <p:cNvSpPr/>
          <p:nvPr/>
        </p:nvSpPr>
        <p:spPr>
          <a:xfrm flipV="1">
            <a:off x="3642741" y="1854280"/>
            <a:ext cx="56007" cy="4833"/>
          </a:xfrm>
          <a:prstGeom prst="line">
            <a:avLst/>
          </a:prstGeom>
          <a:noFill/>
          <a:ln w="28575">
            <a:solidFill>
              <a:srgbClr val="6A3FA0"/>
            </a:solidFill>
            <a:prstDash val="solid"/>
          </a:ln>
        </p:spPr>
      </p:sp>
      <p:sp>
        <p:nvSpPr>
          <p:cNvPr id="175" name="Shape 173"/>
          <p:cNvSpPr/>
          <p:nvPr/>
        </p:nvSpPr>
        <p:spPr>
          <a:xfrm flipV="1">
            <a:off x="3698748" y="1849796"/>
            <a:ext cx="56007" cy="4484"/>
          </a:xfrm>
          <a:prstGeom prst="line">
            <a:avLst/>
          </a:prstGeom>
          <a:noFill/>
          <a:ln w="28575">
            <a:solidFill>
              <a:srgbClr val="6A3FA0"/>
            </a:solidFill>
            <a:prstDash val="solid"/>
          </a:ln>
        </p:spPr>
      </p:sp>
      <p:sp>
        <p:nvSpPr>
          <p:cNvPr id="176" name="Shape 174"/>
          <p:cNvSpPr/>
          <p:nvPr/>
        </p:nvSpPr>
        <p:spPr>
          <a:xfrm flipV="1">
            <a:off x="3754755" y="1845636"/>
            <a:ext cx="56007" cy="4160"/>
          </a:xfrm>
          <a:prstGeom prst="line">
            <a:avLst/>
          </a:prstGeom>
          <a:noFill/>
          <a:ln w="28575">
            <a:solidFill>
              <a:srgbClr val="6A3FA0"/>
            </a:solidFill>
            <a:prstDash val="solid"/>
          </a:ln>
        </p:spPr>
      </p:sp>
      <p:sp>
        <p:nvSpPr>
          <p:cNvPr id="177" name="Shape 175"/>
          <p:cNvSpPr/>
          <p:nvPr/>
        </p:nvSpPr>
        <p:spPr>
          <a:xfrm flipV="1">
            <a:off x="3810762" y="1841777"/>
            <a:ext cx="56007" cy="3859"/>
          </a:xfrm>
          <a:prstGeom prst="line">
            <a:avLst/>
          </a:prstGeom>
          <a:noFill/>
          <a:ln w="28575">
            <a:solidFill>
              <a:srgbClr val="6A3FA0"/>
            </a:solidFill>
            <a:prstDash val="solid"/>
          </a:ln>
        </p:spPr>
      </p:sp>
      <p:sp>
        <p:nvSpPr>
          <p:cNvPr id="178" name="Shape 176"/>
          <p:cNvSpPr/>
          <p:nvPr/>
        </p:nvSpPr>
        <p:spPr>
          <a:xfrm flipV="1">
            <a:off x="3866769" y="1838196"/>
            <a:ext cx="56007" cy="3580"/>
          </a:xfrm>
          <a:prstGeom prst="line">
            <a:avLst/>
          </a:prstGeom>
          <a:noFill/>
          <a:ln w="28575">
            <a:solidFill>
              <a:srgbClr val="6A3FA0"/>
            </a:solidFill>
            <a:prstDash val="solid"/>
          </a:ln>
        </p:spPr>
      </p:sp>
      <p:sp>
        <p:nvSpPr>
          <p:cNvPr id="179" name="Shape 177"/>
          <p:cNvSpPr/>
          <p:nvPr/>
        </p:nvSpPr>
        <p:spPr>
          <a:xfrm flipV="1">
            <a:off x="3922776" y="1834874"/>
            <a:ext cx="56007" cy="3322"/>
          </a:xfrm>
          <a:prstGeom prst="line">
            <a:avLst/>
          </a:prstGeom>
          <a:noFill/>
          <a:ln w="28575">
            <a:solidFill>
              <a:srgbClr val="6A3FA0"/>
            </a:solidFill>
            <a:prstDash val="solid"/>
          </a:ln>
        </p:spPr>
      </p:sp>
      <p:sp>
        <p:nvSpPr>
          <p:cNvPr id="180" name="Shape 178"/>
          <p:cNvSpPr/>
          <p:nvPr/>
        </p:nvSpPr>
        <p:spPr>
          <a:xfrm flipV="1">
            <a:off x="3978783" y="1831793"/>
            <a:ext cx="56007" cy="3082"/>
          </a:xfrm>
          <a:prstGeom prst="line">
            <a:avLst/>
          </a:prstGeom>
          <a:noFill/>
          <a:ln w="28575">
            <a:solidFill>
              <a:srgbClr val="6A3FA0"/>
            </a:solidFill>
            <a:prstDash val="solid"/>
          </a:ln>
        </p:spPr>
      </p:sp>
      <p:sp>
        <p:nvSpPr>
          <p:cNvPr id="181" name="Shape 179"/>
          <p:cNvSpPr/>
          <p:nvPr/>
        </p:nvSpPr>
        <p:spPr>
          <a:xfrm flipV="1">
            <a:off x="4034790" y="1828933"/>
            <a:ext cx="56007" cy="2859"/>
          </a:xfrm>
          <a:prstGeom prst="line">
            <a:avLst/>
          </a:prstGeom>
          <a:noFill/>
          <a:ln w="28575">
            <a:solidFill>
              <a:srgbClr val="6A3FA0"/>
            </a:solidFill>
            <a:prstDash val="solid"/>
          </a:ln>
        </p:spPr>
      </p:sp>
      <p:sp>
        <p:nvSpPr>
          <p:cNvPr id="182" name="Shape 180"/>
          <p:cNvSpPr/>
          <p:nvPr/>
        </p:nvSpPr>
        <p:spPr>
          <a:xfrm flipV="1">
            <a:off x="4090797" y="1826281"/>
            <a:ext cx="56007" cy="2652"/>
          </a:xfrm>
          <a:prstGeom prst="line">
            <a:avLst/>
          </a:prstGeom>
          <a:noFill/>
          <a:ln w="28575">
            <a:solidFill>
              <a:srgbClr val="6A3FA0"/>
            </a:solidFill>
            <a:prstDash val="solid"/>
          </a:ln>
        </p:spPr>
      </p:sp>
      <p:sp>
        <p:nvSpPr>
          <p:cNvPr id="183" name="Shape 181"/>
          <p:cNvSpPr/>
          <p:nvPr/>
        </p:nvSpPr>
        <p:spPr>
          <a:xfrm flipV="1">
            <a:off x="4146804" y="1823820"/>
            <a:ext cx="56007" cy="2461"/>
          </a:xfrm>
          <a:prstGeom prst="line">
            <a:avLst/>
          </a:prstGeom>
          <a:noFill/>
          <a:ln w="28575">
            <a:solidFill>
              <a:srgbClr val="6A3FA0"/>
            </a:solidFill>
            <a:prstDash val="solid"/>
          </a:ln>
        </p:spPr>
      </p:sp>
      <p:sp>
        <p:nvSpPr>
          <p:cNvPr id="184" name="Shape 182"/>
          <p:cNvSpPr/>
          <p:nvPr/>
        </p:nvSpPr>
        <p:spPr>
          <a:xfrm flipV="1">
            <a:off x="4202811" y="1821537"/>
            <a:ext cx="56007" cy="2283"/>
          </a:xfrm>
          <a:prstGeom prst="line">
            <a:avLst/>
          </a:prstGeom>
          <a:noFill/>
          <a:ln w="28575">
            <a:solidFill>
              <a:srgbClr val="6A3FA0"/>
            </a:solidFill>
            <a:prstDash val="solid"/>
          </a:ln>
        </p:spPr>
      </p:sp>
      <p:sp>
        <p:nvSpPr>
          <p:cNvPr id="185" name="Shape 183"/>
          <p:cNvSpPr/>
          <p:nvPr/>
        </p:nvSpPr>
        <p:spPr>
          <a:xfrm flipV="1">
            <a:off x="4258818" y="1819419"/>
            <a:ext cx="56007" cy="2118"/>
          </a:xfrm>
          <a:prstGeom prst="line">
            <a:avLst/>
          </a:prstGeom>
          <a:noFill/>
          <a:ln w="28575">
            <a:solidFill>
              <a:srgbClr val="6A3FA0"/>
            </a:solidFill>
            <a:prstDash val="solid"/>
          </a:ln>
        </p:spPr>
      </p:sp>
      <p:sp>
        <p:nvSpPr>
          <p:cNvPr id="186" name="Shape 184"/>
          <p:cNvSpPr/>
          <p:nvPr/>
        </p:nvSpPr>
        <p:spPr>
          <a:xfrm flipV="1">
            <a:off x="4314825" y="1817454"/>
            <a:ext cx="56007" cy="1965"/>
          </a:xfrm>
          <a:prstGeom prst="line">
            <a:avLst/>
          </a:prstGeom>
          <a:noFill/>
          <a:ln w="28575">
            <a:solidFill>
              <a:srgbClr val="6A3FA0"/>
            </a:solidFill>
            <a:prstDash val="solid"/>
          </a:ln>
        </p:spPr>
      </p:sp>
      <p:sp>
        <p:nvSpPr>
          <p:cNvPr id="187" name="Shape 185"/>
          <p:cNvSpPr/>
          <p:nvPr/>
        </p:nvSpPr>
        <p:spPr>
          <a:xfrm flipV="1">
            <a:off x="4370832" y="1815631"/>
            <a:ext cx="56007" cy="1823"/>
          </a:xfrm>
          <a:prstGeom prst="line">
            <a:avLst/>
          </a:prstGeom>
          <a:noFill/>
          <a:ln w="28575">
            <a:solidFill>
              <a:srgbClr val="6A3FA0"/>
            </a:solidFill>
            <a:prstDash val="solid"/>
          </a:ln>
        </p:spPr>
      </p:sp>
      <p:sp>
        <p:nvSpPr>
          <p:cNvPr id="188" name="Shape 186"/>
          <p:cNvSpPr/>
          <p:nvPr/>
        </p:nvSpPr>
        <p:spPr>
          <a:xfrm flipV="1">
            <a:off x="4426839" y="1813940"/>
            <a:ext cx="56007" cy="1691"/>
          </a:xfrm>
          <a:prstGeom prst="line">
            <a:avLst/>
          </a:prstGeom>
          <a:noFill/>
          <a:ln w="28575">
            <a:solidFill>
              <a:srgbClr val="6A3FA0"/>
            </a:solidFill>
            <a:prstDash val="solid"/>
          </a:ln>
        </p:spPr>
      </p:sp>
      <p:sp>
        <p:nvSpPr>
          <p:cNvPr id="189" name="Shape 187"/>
          <p:cNvSpPr/>
          <p:nvPr/>
        </p:nvSpPr>
        <p:spPr>
          <a:xfrm flipV="1">
            <a:off x="4482846" y="1812371"/>
            <a:ext cx="56007" cy="1569"/>
          </a:xfrm>
          <a:prstGeom prst="line">
            <a:avLst/>
          </a:prstGeom>
          <a:noFill/>
          <a:ln w="28575">
            <a:solidFill>
              <a:srgbClr val="6A3FA0"/>
            </a:solidFill>
            <a:prstDash val="solid"/>
          </a:ln>
        </p:spPr>
      </p:sp>
      <p:sp>
        <p:nvSpPr>
          <p:cNvPr id="190" name="Shape 188"/>
          <p:cNvSpPr/>
          <p:nvPr/>
        </p:nvSpPr>
        <p:spPr>
          <a:xfrm flipV="1">
            <a:off x="4538853" y="1810915"/>
            <a:ext cx="56007" cy="1456"/>
          </a:xfrm>
          <a:prstGeom prst="line">
            <a:avLst/>
          </a:prstGeom>
          <a:noFill/>
          <a:ln w="28575">
            <a:solidFill>
              <a:srgbClr val="6A3FA0"/>
            </a:solidFill>
            <a:prstDash val="solid"/>
          </a:ln>
        </p:spPr>
      </p:sp>
      <p:sp>
        <p:nvSpPr>
          <p:cNvPr id="191" name="Shape 189"/>
          <p:cNvSpPr/>
          <p:nvPr/>
        </p:nvSpPr>
        <p:spPr>
          <a:xfrm flipV="1">
            <a:off x="4594860" y="1809564"/>
            <a:ext cx="56007" cy="1351"/>
          </a:xfrm>
          <a:prstGeom prst="line">
            <a:avLst/>
          </a:prstGeom>
          <a:noFill/>
          <a:ln w="28575">
            <a:solidFill>
              <a:srgbClr val="6A3FA0"/>
            </a:solidFill>
            <a:prstDash val="solid"/>
          </a:ln>
        </p:spPr>
      </p:sp>
      <p:sp>
        <p:nvSpPr>
          <p:cNvPr id="192" name="Shape 190"/>
          <p:cNvSpPr/>
          <p:nvPr/>
        </p:nvSpPr>
        <p:spPr>
          <a:xfrm flipV="1">
            <a:off x="4650867" y="1808311"/>
            <a:ext cx="56007" cy="1253"/>
          </a:xfrm>
          <a:prstGeom prst="line">
            <a:avLst/>
          </a:prstGeom>
          <a:noFill/>
          <a:ln w="28575">
            <a:solidFill>
              <a:srgbClr val="6A3FA0"/>
            </a:solidFill>
            <a:prstDash val="solid"/>
          </a:ln>
        </p:spPr>
      </p:sp>
      <p:sp>
        <p:nvSpPr>
          <p:cNvPr id="193" name="Shape 191"/>
          <p:cNvSpPr/>
          <p:nvPr/>
        </p:nvSpPr>
        <p:spPr>
          <a:xfrm flipV="1">
            <a:off x="4706874" y="1807149"/>
            <a:ext cx="56007" cy="1162"/>
          </a:xfrm>
          <a:prstGeom prst="line">
            <a:avLst/>
          </a:prstGeom>
          <a:noFill/>
          <a:ln w="28575">
            <a:solidFill>
              <a:srgbClr val="6A3FA0"/>
            </a:solidFill>
            <a:prstDash val="solid"/>
          </a:ln>
        </p:spPr>
      </p:sp>
      <p:sp>
        <p:nvSpPr>
          <p:cNvPr id="194" name="Shape 192"/>
          <p:cNvSpPr/>
          <p:nvPr/>
        </p:nvSpPr>
        <p:spPr>
          <a:xfrm flipV="1">
            <a:off x="4762881" y="1806071"/>
            <a:ext cx="56007" cy="1078"/>
          </a:xfrm>
          <a:prstGeom prst="line">
            <a:avLst/>
          </a:prstGeom>
          <a:noFill/>
          <a:ln w="28575">
            <a:solidFill>
              <a:srgbClr val="6A3FA0"/>
            </a:solidFill>
            <a:prstDash val="solid"/>
          </a:ln>
        </p:spPr>
      </p:sp>
      <p:sp>
        <p:nvSpPr>
          <p:cNvPr id="195" name="Shape 193"/>
          <p:cNvSpPr/>
          <p:nvPr/>
        </p:nvSpPr>
        <p:spPr>
          <a:xfrm flipV="1">
            <a:off x="4818888" y="1805070"/>
            <a:ext cx="56007" cy="1001"/>
          </a:xfrm>
          <a:prstGeom prst="line">
            <a:avLst/>
          </a:prstGeom>
          <a:noFill/>
          <a:ln w="28575">
            <a:solidFill>
              <a:srgbClr val="6A3FA0"/>
            </a:solidFill>
            <a:prstDash val="solid"/>
          </a:ln>
        </p:spPr>
      </p:sp>
      <p:sp>
        <p:nvSpPr>
          <p:cNvPr id="196" name="Shape 194"/>
          <p:cNvSpPr/>
          <p:nvPr/>
        </p:nvSpPr>
        <p:spPr>
          <a:xfrm flipV="1">
            <a:off x="4874895" y="1804142"/>
            <a:ext cx="56007" cy="928"/>
          </a:xfrm>
          <a:prstGeom prst="line">
            <a:avLst/>
          </a:prstGeom>
          <a:noFill/>
          <a:ln w="28575">
            <a:solidFill>
              <a:srgbClr val="6A3FA0"/>
            </a:solidFill>
            <a:prstDash val="solid"/>
          </a:ln>
        </p:spPr>
      </p:sp>
      <p:sp>
        <p:nvSpPr>
          <p:cNvPr id="197" name="Shape 195"/>
          <p:cNvSpPr/>
          <p:nvPr/>
        </p:nvSpPr>
        <p:spPr>
          <a:xfrm flipV="1">
            <a:off x="4930902" y="1803281"/>
            <a:ext cx="56007" cy="861"/>
          </a:xfrm>
          <a:prstGeom prst="line">
            <a:avLst/>
          </a:prstGeom>
          <a:noFill/>
          <a:ln w="28575">
            <a:solidFill>
              <a:srgbClr val="6A3FA0"/>
            </a:solidFill>
            <a:prstDash val="solid"/>
          </a:ln>
        </p:spPr>
      </p:sp>
      <p:sp>
        <p:nvSpPr>
          <p:cNvPr id="198" name="Shape 196"/>
          <p:cNvSpPr/>
          <p:nvPr/>
        </p:nvSpPr>
        <p:spPr>
          <a:xfrm flipV="1">
            <a:off x="4986909" y="1802482"/>
            <a:ext cx="56007" cy="799"/>
          </a:xfrm>
          <a:prstGeom prst="line">
            <a:avLst/>
          </a:prstGeom>
          <a:noFill/>
          <a:ln w="28575">
            <a:solidFill>
              <a:srgbClr val="6A3FA0"/>
            </a:solidFill>
            <a:prstDash val="solid"/>
          </a:ln>
        </p:spPr>
      </p:sp>
      <p:sp>
        <p:nvSpPr>
          <p:cNvPr id="199" name="Shape 197"/>
          <p:cNvSpPr/>
          <p:nvPr/>
        </p:nvSpPr>
        <p:spPr>
          <a:xfrm flipV="1">
            <a:off x="5042916" y="1801741"/>
            <a:ext cx="56007" cy="741"/>
          </a:xfrm>
          <a:prstGeom prst="line">
            <a:avLst/>
          </a:prstGeom>
          <a:noFill/>
          <a:ln w="28575">
            <a:solidFill>
              <a:srgbClr val="6A3FA0"/>
            </a:solidFill>
            <a:prstDash val="solid"/>
          </a:ln>
        </p:spPr>
      </p:sp>
      <p:sp>
        <p:nvSpPr>
          <p:cNvPr id="200" name="Shape 198"/>
          <p:cNvSpPr/>
          <p:nvPr/>
        </p:nvSpPr>
        <p:spPr>
          <a:xfrm flipV="1">
            <a:off x="5098923" y="1801053"/>
            <a:ext cx="56007" cy="688"/>
          </a:xfrm>
          <a:prstGeom prst="line">
            <a:avLst/>
          </a:prstGeom>
          <a:noFill/>
          <a:ln w="28575">
            <a:solidFill>
              <a:srgbClr val="6A3FA0"/>
            </a:solidFill>
            <a:prstDash val="solid"/>
          </a:ln>
        </p:spPr>
      </p:sp>
      <p:sp>
        <p:nvSpPr>
          <p:cNvPr id="201" name="Shape 199"/>
          <p:cNvSpPr/>
          <p:nvPr/>
        </p:nvSpPr>
        <p:spPr>
          <a:xfrm flipV="1">
            <a:off x="5154930" y="1800415"/>
            <a:ext cx="56007" cy="638"/>
          </a:xfrm>
          <a:prstGeom prst="line">
            <a:avLst/>
          </a:prstGeom>
          <a:noFill/>
          <a:ln w="28575">
            <a:solidFill>
              <a:srgbClr val="6A3FA0"/>
            </a:solidFill>
            <a:prstDash val="solid"/>
          </a:ln>
        </p:spPr>
      </p:sp>
      <p:sp>
        <p:nvSpPr>
          <p:cNvPr id="202" name="Shape 200"/>
          <p:cNvSpPr/>
          <p:nvPr/>
        </p:nvSpPr>
        <p:spPr>
          <a:xfrm flipV="1">
            <a:off x="5210937" y="1799823"/>
            <a:ext cx="56007" cy="592"/>
          </a:xfrm>
          <a:prstGeom prst="line">
            <a:avLst/>
          </a:prstGeom>
          <a:noFill/>
          <a:ln w="28575">
            <a:solidFill>
              <a:srgbClr val="6A3FA0"/>
            </a:solidFill>
            <a:prstDash val="solid"/>
          </a:ln>
        </p:spPr>
      </p:sp>
      <p:sp>
        <p:nvSpPr>
          <p:cNvPr id="203" name="Shape 201"/>
          <p:cNvSpPr/>
          <p:nvPr/>
        </p:nvSpPr>
        <p:spPr>
          <a:xfrm flipV="1">
            <a:off x="5266944" y="1799274"/>
            <a:ext cx="56007" cy="549"/>
          </a:xfrm>
          <a:prstGeom prst="line">
            <a:avLst/>
          </a:prstGeom>
          <a:noFill/>
          <a:ln w="28575">
            <a:solidFill>
              <a:srgbClr val="6A3FA0"/>
            </a:solidFill>
            <a:prstDash val="solid"/>
          </a:ln>
        </p:spPr>
      </p:sp>
      <p:sp>
        <p:nvSpPr>
          <p:cNvPr id="204" name="Shape 202"/>
          <p:cNvSpPr/>
          <p:nvPr/>
        </p:nvSpPr>
        <p:spPr>
          <a:xfrm flipV="1">
            <a:off x="5322951" y="1798765"/>
            <a:ext cx="56007" cy="509"/>
          </a:xfrm>
          <a:prstGeom prst="line">
            <a:avLst/>
          </a:prstGeom>
          <a:noFill/>
          <a:ln w="28575">
            <a:solidFill>
              <a:srgbClr val="6A3FA0"/>
            </a:solidFill>
            <a:prstDash val="solid"/>
          </a:ln>
        </p:spPr>
      </p:sp>
      <p:sp>
        <p:nvSpPr>
          <p:cNvPr id="205" name="Shape 203"/>
          <p:cNvSpPr/>
          <p:nvPr/>
        </p:nvSpPr>
        <p:spPr>
          <a:xfrm flipV="1">
            <a:off x="5378958" y="1798292"/>
            <a:ext cx="56007" cy="473"/>
          </a:xfrm>
          <a:prstGeom prst="line">
            <a:avLst/>
          </a:prstGeom>
          <a:noFill/>
          <a:ln w="28575">
            <a:solidFill>
              <a:srgbClr val="6A3FA0"/>
            </a:solidFill>
            <a:prstDash val="solid"/>
          </a:ln>
        </p:spPr>
      </p:sp>
      <p:sp>
        <p:nvSpPr>
          <p:cNvPr id="206" name="Shape 204"/>
          <p:cNvSpPr/>
          <p:nvPr/>
        </p:nvSpPr>
        <p:spPr>
          <a:xfrm flipV="1">
            <a:off x="5434965" y="1797854"/>
            <a:ext cx="56007" cy="438"/>
          </a:xfrm>
          <a:prstGeom prst="line">
            <a:avLst/>
          </a:prstGeom>
          <a:noFill/>
          <a:ln w="28575">
            <a:solidFill>
              <a:srgbClr val="6A3FA0"/>
            </a:solidFill>
            <a:prstDash val="solid"/>
          </a:ln>
        </p:spPr>
      </p:sp>
      <p:sp>
        <p:nvSpPr>
          <p:cNvPr id="207" name="Shape 205"/>
          <p:cNvSpPr/>
          <p:nvPr/>
        </p:nvSpPr>
        <p:spPr>
          <a:xfrm flipV="1">
            <a:off x="5490972" y="1797447"/>
            <a:ext cx="56007" cy="407"/>
          </a:xfrm>
          <a:prstGeom prst="line">
            <a:avLst/>
          </a:prstGeom>
          <a:noFill/>
          <a:ln w="28575">
            <a:solidFill>
              <a:srgbClr val="6A3FA0"/>
            </a:solidFill>
            <a:prstDash val="solid"/>
          </a:ln>
        </p:spPr>
      </p:sp>
      <p:sp>
        <p:nvSpPr>
          <p:cNvPr id="208" name="Shape 206"/>
          <p:cNvSpPr/>
          <p:nvPr/>
        </p:nvSpPr>
        <p:spPr>
          <a:xfrm flipV="1">
            <a:off x="5546979" y="1797069"/>
            <a:ext cx="56007" cy="377"/>
          </a:xfrm>
          <a:prstGeom prst="line">
            <a:avLst/>
          </a:prstGeom>
          <a:noFill/>
          <a:ln w="28575">
            <a:solidFill>
              <a:srgbClr val="6A3FA0"/>
            </a:solidFill>
            <a:prstDash val="solid"/>
          </a:ln>
        </p:spPr>
      </p:sp>
      <p:sp>
        <p:nvSpPr>
          <p:cNvPr id="209" name="Shape 207"/>
          <p:cNvSpPr/>
          <p:nvPr/>
        </p:nvSpPr>
        <p:spPr>
          <a:xfrm flipV="1">
            <a:off x="5602986" y="1796719"/>
            <a:ext cx="56007" cy="350"/>
          </a:xfrm>
          <a:prstGeom prst="line">
            <a:avLst/>
          </a:prstGeom>
          <a:noFill/>
          <a:ln w="28575">
            <a:solidFill>
              <a:srgbClr val="6A3FA0"/>
            </a:solidFill>
            <a:prstDash val="solid"/>
          </a:ln>
        </p:spPr>
      </p:sp>
      <p:sp>
        <p:nvSpPr>
          <p:cNvPr id="210" name="Shape 208"/>
          <p:cNvSpPr/>
          <p:nvPr/>
        </p:nvSpPr>
        <p:spPr>
          <a:xfrm flipV="1">
            <a:off x="5658993" y="1796394"/>
            <a:ext cx="56007" cy="325"/>
          </a:xfrm>
          <a:prstGeom prst="line">
            <a:avLst/>
          </a:prstGeom>
          <a:noFill/>
          <a:ln w="28575">
            <a:solidFill>
              <a:srgbClr val="6A3FA0"/>
            </a:solidFill>
            <a:prstDash val="solid"/>
          </a:ln>
        </p:spPr>
      </p:sp>
      <p:sp>
        <p:nvSpPr>
          <p:cNvPr id="211" name="Shape 209"/>
          <p:cNvSpPr/>
          <p:nvPr/>
        </p:nvSpPr>
        <p:spPr>
          <a:xfrm flipV="1">
            <a:off x="1234440" y="3412795"/>
            <a:ext cx="56007" cy="61925"/>
          </a:xfrm>
          <a:prstGeom prst="line">
            <a:avLst/>
          </a:prstGeom>
          <a:noFill/>
          <a:ln w="28575">
            <a:solidFill>
              <a:srgbClr val="2E8B57"/>
            </a:solidFill>
            <a:prstDash val="solid"/>
          </a:ln>
        </p:spPr>
      </p:sp>
      <p:sp>
        <p:nvSpPr>
          <p:cNvPr id="212" name="Shape 210"/>
          <p:cNvSpPr/>
          <p:nvPr/>
        </p:nvSpPr>
        <p:spPr>
          <a:xfrm flipV="1">
            <a:off x="1290447" y="3353149"/>
            <a:ext cx="56007" cy="59646"/>
          </a:xfrm>
          <a:prstGeom prst="line">
            <a:avLst/>
          </a:prstGeom>
          <a:noFill/>
          <a:ln w="28575">
            <a:solidFill>
              <a:srgbClr val="2E8B57"/>
            </a:solidFill>
            <a:prstDash val="solid"/>
          </a:ln>
        </p:spPr>
      </p:sp>
      <p:sp>
        <p:nvSpPr>
          <p:cNvPr id="213" name="Shape 211"/>
          <p:cNvSpPr/>
          <p:nvPr/>
        </p:nvSpPr>
        <p:spPr>
          <a:xfrm flipV="1">
            <a:off x="1346454" y="3295698"/>
            <a:ext cx="56007" cy="57451"/>
          </a:xfrm>
          <a:prstGeom prst="line">
            <a:avLst/>
          </a:prstGeom>
          <a:noFill/>
          <a:ln w="28575">
            <a:solidFill>
              <a:srgbClr val="2E8B57"/>
            </a:solidFill>
            <a:prstDash val="solid"/>
          </a:ln>
        </p:spPr>
      </p:sp>
      <p:sp>
        <p:nvSpPr>
          <p:cNvPr id="214" name="Shape 212"/>
          <p:cNvSpPr/>
          <p:nvPr/>
        </p:nvSpPr>
        <p:spPr>
          <a:xfrm flipV="1">
            <a:off x="1402461" y="3240362"/>
            <a:ext cx="56007" cy="55336"/>
          </a:xfrm>
          <a:prstGeom prst="line">
            <a:avLst/>
          </a:prstGeom>
          <a:noFill/>
          <a:ln w="28575">
            <a:solidFill>
              <a:srgbClr val="2E8B57"/>
            </a:solidFill>
            <a:prstDash val="solid"/>
          </a:ln>
        </p:spPr>
      </p:sp>
      <p:sp>
        <p:nvSpPr>
          <p:cNvPr id="215" name="Shape 213"/>
          <p:cNvSpPr/>
          <p:nvPr/>
        </p:nvSpPr>
        <p:spPr>
          <a:xfrm flipV="1">
            <a:off x="1458468" y="3187062"/>
            <a:ext cx="56007" cy="53300"/>
          </a:xfrm>
          <a:prstGeom prst="line">
            <a:avLst/>
          </a:prstGeom>
          <a:noFill/>
          <a:ln w="28575">
            <a:solidFill>
              <a:srgbClr val="2E8B57"/>
            </a:solidFill>
            <a:prstDash val="solid"/>
          </a:ln>
        </p:spPr>
      </p:sp>
      <p:sp>
        <p:nvSpPr>
          <p:cNvPr id="216" name="Shape 214"/>
          <p:cNvSpPr/>
          <p:nvPr/>
        </p:nvSpPr>
        <p:spPr>
          <a:xfrm flipV="1">
            <a:off x="1514475" y="3135724"/>
            <a:ext cx="56007" cy="51338"/>
          </a:xfrm>
          <a:prstGeom prst="line">
            <a:avLst/>
          </a:prstGeom>
          <a:noFill/>
          <a:ln w="28575">
            <a:solidFill>
              <a:srgbClr val="2E8B57"/>
            </a:solidFill>
            <a:prstDash val="solid"/>
          </a:ln>
        </p:spPr>
      </p:sp>
      <p:sp>
        <p:nvSpPr>
          <p:cNvPr id="217" name="Shape 215"/>
          <p:cNvSpPr/>
          <p:nvPr/>
        </p:nvSpPr>
        <p:spPr>
          <a:xfrm flipV="1">
            <a:off x="1570482" y="3086276"/>
            <a:ext cx="56007" cy="49448"/>
          </a:xfrm>
          <a:prstGeom prst="line">
            <a:avLst/>
          </a:prstGeom>
          <a:noFill/>
          <a:ln w="28575">
            <a:solidFill>
              <a:srgbClr val="2E8B57"/>
            </a:solidFill>
            <a:prstDash val="solid"/>
          </a:ln>
        </p:spPr>
      </p:sp>
      <p:sp>
        <p:nvSpPr>
          <p:cNvPr id="218" name="Shape 216"/>
          <p:cNvSpPr/>
          <p:nvPr/>
        </p:nvSpPr>
        <p:spPr>
          <a:xfrm flipV="1">
            <a:off x="1626489" y="3038648"/>
            <a:ext cx="56007" cy="47628"/>
          </a:xfrm>
          <a:prstGeom prst="line">
            <a:avLst/>
          </a:prstGeom>
          <a:noFill/>
          <a:ln w="28575">
            <a:solidFill>
              <a:srgbClr val="2E8B57"/>
            </a:solidFill>
            <a:prstDash val="solid"/>
          </a:ln>
        </p:spPr>
      </p:sp>
      <p:sp>
        <p:nvSpPr>
          <p:cNvPr id="219" name="Shape 217"/>
          <p:cNvSpPr/>
          <p:nvPr/>
        </p:nvSpPr>
        <p:spPr>
          <a:xfrm flipV="1">
            <a:off x="1682496" y="2992772"/>
            <a:ext cx="56007" cy="45875"/>
          </a:xfrm>
          <a:prstGeom prst="line">
            <a:avLst/>
          </a:prstGeom>
          <a:noFill/>
          <a:ln w="28575">
            <a:solidFill>
              <a:srgbClr val="2E8B57"/>
            </a:solidFill>
            <a:prstDash val="solid"/>
          </a:ln>
        </p:spPr>
      </p:sp>
      <p:sp>
        <p:nvSpPr>
          <p:cNvPr id="220" name="Shape 218"/>
          <p:cNvSpPr/>
          <p:nvPr/>
        </p:nvSpPr>
        <p:spPr>
          <a:xfrm flipV="1">
            <a:off x="1738503" y="2948585"/>
            <a:ext cx="56007" cy="44187"/>
          </a:xfrm>
          <a:prstGeom prst="line">
            <a:avLst/>
          </a:prstGeom>
          <a:noFill/>
          <a:ln w="28575">
            <a:solidFill>
              <a:srgbClr val="2E8B57"/>
            </a:solidFill>
            <a:prstDash val="solid"/>
          </a:ln>
        </p:spPr>
      </p:sp>
      <p:sp>
        <p:nvSpPr>
          <p:cNvPr id="221" name="Shape 219"/>
          <p:cNvSpPr/>
          <p:nvPr/>
        </p:nvSpPr>
        <p:spPr>
          <a:xfrm flipV="1">
            <a:off x="1794510" y="2906025"/>
            <a:ext cx="56007" cy="42561"/>
          </a:xfrm>
          <a:prstGeom prst="line">
            <a:avLst/>
          </a:prstGeom>
          <a:noFill/>
          <a:ln w="28575">
            <a:solidFill>
              <a:srgbClr val="2E8B57"/>
            </a:solidFill>
            <a:prstDash val="solid"/>
          </a:ln>
        </p:spPr>
      </p:sp>
      <p:sp>
        <p:nvSpPr>
          <p:cNvPr id="222" name="Shape 220"/>
          <p:cNvSpPr/>
          <p:nvPr/>
        </p:nvSpPr>
        <p:spPr>
          <a:xfrm flipV="1">
            <a:off x="1850517" y="2865031"/>
            <a:ext cx="56007" cy="40994"/>
          </a:xfrm>
          <a:prstGeom prst="line">
            <a:avLst/>
          </a:prstGeom>
          <a:noFill/>
          <a:ln w="28575">
            <a:solidFill>
              <a:srgbClr val="2E8B57"/>
            </a:solidFill>
            <a:prstDash val="solid"/>
          </a:ln>
        </p:spPr>
      </p:sp>
      <p:sp>
        <p:nvSpPr>
          <p:cNvPr id="223" name="Shape 221"/>
          <p:cNvSpPr/>
          <p:nvPr/>
        </p:nvSpPr>
        <p:spPr>
          <a:xfrm flipV="1">
            <a:off x="1906524" y="2825546"/>
            <a:ext cx="56007" cy="39485"/>
          </a:xfrm>
          <a:prstGeom prst="line">
            <a:avLst/>
          </a:prstGeom>
          <a:noFill/>
          <a:ln w="28575">
            <a:solidFill>
              <a:srgbClr val="2E8B57"/>
            </a:solidFill>
            <a:prstDash val="solid"/>
          </a:ln>
        </p:spPr>
      </p:sp>
      <p:sp>
        <p:nvSpPr>
          <p:cNvPr id="224" name="Shape 222"/>
          <p:cNvSpPr/>
          <p:nvPr/>
        </p:nvSpPr>
        <p:spPr>
          <a:xfrm flipV="1">
            <a:off x="1962531" y="2787514"/>
            <a:ext cx="56007" cy="38032"/>
          </a:xfrm>
          <a:prstGeom prst="line">
            <a:avLst/>
          </a:prstGeom>
          <a:noFill/>
          <a:ln w="28575">
            <a:solidFill>
              <a:srgbClr val="2E8B57"/>
            </a:solidFill>
            <a:prstDash val="solid"/>
          </a:ln>
        </p:spPr>
      </p:sp>
      <p:sp>
        <p:nvSpPr>
          <p:cNvPr id="225" name="Shape 223"/>
          <p:cNvSpPr/>
          <p:nvPr/>
        </p:nvSpPr>
        <p:spPr>
          <a:xfrm flipV="1">
            <a:off x="2018538" y="2750881"/>
            <a:ext cx="56007" cy="36632"/>
          </a:xfrm>
          <a:prstGeom prst="line">
            <a:avLst/>
          </a:prstGeom>
          <a:noFill/>
          <a:ln w="28575">
            <a:solidFill>
              <a:srgbClr val="2E8B57"/>
            </a:solidFill>
            <a:prstDash val="solid"/>
          </a:ln>
        </p:spPr>
      </p:sp>
      <p:sp>
        <p:nvSpPr>
          <p:cNvPr id="226" name="Shape 224"/>
          <p:cNvSpPr/>
          <p:nvPr/>
        </p:nvSpPr>
        <p:spPr>
          <a:xfrm flipV="1">
            <a:off x="2074545" y="2715597"/>
            <a:ext cx="56007" cy="35284"/>
          </a:xfrm>
          <a:prstGeom prst="line">
            <a:avLst/>
          </a:prstGeom>
          <a:noFill/>
          <a:ln w="28575">
            <a:solidFill>
              <a:srgbClr val="2E8B57"/>
            </a:solidFill>
            <a:prstDash val="solid"/>
          </a:ln>
        </p:spPr>
      </p:sp>
      <p:sp>
        <p:nvSpPr>
          <p:cNvPr id="227" name="Shape 225"/>
          <p:cNvSpPr/>
          <p:nvPr/>
        </p:nvSpPr>
        <p:spPr>
          <a:xfrm flipV="1">
            <a:off x="2130552" y="2681612"/>
            <a:ext cx="56007" cy="33985"/>
          </a:xfrm>
          <a:prstGeom prst="line">
            <a:avLst/>
          </a:prstGeom>
          <a:noFill/>
          <a:ln w="28575">
            <a:solidFill>
              <a:srgbClr val="2E8B57"/>
            </a:solidFill>
            <a:prstDash val="solid"/>
          </a:ln>
        </p:spPr>
      </p:sp>
      <p:sp>
        <p:nvSpPr>
          <p:cNvPr id="228" name="Shape 226"/>
          <p:cNvSpPr/>
          <p:nvPr/>
        </p:nvSpPr>
        <p:spPr>
          <a:xfrm flipV="1">
            <a:off x="2186559" y="2648878"/>
            <a:ext cx="56007" cy="32734"/>
          </a:xfrm>
          <a:prstGeom prst="line">
            <a:avLst/>
          </a:prstGeom>
          <a:noFill/>
          <a:ln w="28575">
            <a:solidFill>
              <a:srgbClr val="2E8B57"/>
            </a:solidFill>
            <a:prstDash val="solid"/>
          </a:ln>
        </p:spPr>
      </p:sp>
      <p:sp>
        <p:nvSpPr>
          <p:cNvPr id="229" name="Shape 227"/>
          <p:cNvSpPr/>
          <p:nvPr/>
        </p:nvSpPr>
        <p:spPr>
          <a:xfrm flipV="1">
            <a:off x="2242566" y="2617348"/>
            <a:ext cx="56007" cy="31530"/>
          </a:xfrm>
          <a:prstGeom prst="line">
            <a:avLst/>
          </a:prstGeom>
          <a:noFill/>
          <a:ln w="28575">
            <a:solidFill>
              <a:srgbClr val="2E8B57"/>
            </a:solidFill>
            <a:prstDash val="solid"/>
          </a:ln>
        </p:spPr>
      </p:sp>
      <p:sp>
        <p:nvSpPr>
          <p:cNvPr id="230" name="Shape 228"/>
          <p:cNvSpPr/>
          <p:nvPr/>
        </p:nvSpPr>
        <p:spPr>
          <a:xfrm flipV="1">
            <a:off x="2298573" y="2586979"/>
            <a:ext cx="56007" cy="30369"/>
          </a:xfrm>
          <a:prstGeom prst="line">
            <a:avLst/>
          </a:prstGeom>
          <a:noFill/>
          <a:ln w="28575">
            <a:solidFill>
              <a:srgbClr val="2E8B57"/>
            </a:solidFill>
            <a:prstDash val="solid"/>
          </a:ln>
        </p:spPr>
      </p:sp>
      <p:sp>
        <p:nvSpPr>
          <p:cNvPr id="231" name="Shape 229"/>
          <p:cNvSpPr/>
          <p:nvPr/>
        </p:nvSpPr>
        <p:spPr>
          <a:xfrm flipV="1">
            <a:off x="2354580" y="2557727"/>
            <a:ext cx="56007" cy="29251"/>
          </a:xfrm>
          <a:prstGeom prst="line">
            <a:avLst/>
          </a:prstGeom>
          <a:noFill/>
          <a:ln w="28575">
            <a:solidFill>
              <a:srgbClr val="2E8B57"/>
            </a:solidFill>
            <a:prstDash val="solid"/>
          </a:ln>
        </p:spPr>
      </p:sp>
      <p:sp>
        <p:nvSpPr>
          <p:cNvPr id="232" name="Shape 230"/>
          <p:cNvSpPr/>
          <p:nvPr/>
        </p:nvSpPr>
        <p:spPr>
          <a:xfrm flipV="1">
            <a:off x="2410587" y="2529553"/>
            <a:ext cx="56007" cy="28175"/>
          </a:xfrm>
          <a:prstGeom prst="line">
            <a:avLst/>
          </a:prstGeom>
          <a:noFill/>
          <a:ln w="28575">
            <a:solidFill>
              <a:srgbClr val="2E8B57"/>
            </a:solidFill>
            <a:prstDash val="solid"/>
          </a:ln>
        </p:spPr>
      </p:sp>
      <p:sp>
        <p:nvSpPr>
          <p:cNvPr id="233" name="Shape 231"/>
          <p:cNvSpPr/>
          <p:nvPr/>
        </p:nvSpPr>
        <p:spPr>
          <a:xfrm flipV="1">
            <a:off x="2466594" y="2502415"/>
            <a:ext cx="56007" cy="27138"/>
          </a:xfrm>
          <a:prstGeom prst="line">
            <a:avLst/>
          </a:prstGeom>
          <a:noFill/>
          <a:ln w="28575">
            <a:solidFill>
              <a:srgbClr val="2E8B57"/>
            </a:solidFill>
            <a:prstDash val="solid"/>
          </a:ln>
        </p:spPr>
      </p:sp>
      <p:sp>
        <p:nvSpPr>
          <p:cNvPr id="234" name="Shape 232"/>
          <p:cNvSpPr/>
          <p:nvPr/>
        </p:nvSpPr>
        <p:spPr>
          <a:xfrm flipV="1">
            <a:off x="2522601" y="2476276"/>
            <a:ext cx="56007" cy="26139"/>
          </a:xfrm>
          <a:prstGeom prst="line">
            <a:avLst/>
          </a:prstGeom>
          <a:noFill/>
          <a:ln w="28575">
            <a:solidFill>
              <a:srgbClr val="2E8B57"/>
            </a:solidFill>
            <a:prstDash val="solid"/>
          </a:ln>
        </p:spPr>
      </p:sp>
      <p:sp>
        <p:nvSpPr>
          <p:cNvPr id="235" name="Shape 233"/>
          <p:cNvSpPr/>
          <p:nvPr/>
        </p:nvSpPr>
        <p:spPr>
          <a:xfrm flipV="1">
            <a:off x="2578608" y="2451099"/>
            <a:ext cx="56007" cy="25177"/>
          </a:xfrm>
          <a:prstGeom prst="line">
            <a:avLst/>
          </a:prstGeom>
          <a:noFill/>
          <a:ln w="28575">
            <a:solidFill>
              <a:srgbClr val="2E8B57"/>
            </a:solidFill>
            <a:prstDash val="solid"/>
          </a:ln>
        </p:spPr>
      </p:sp>
      <p:sp>
        <p:nvSpPr>
          <p:cNvPr id="236" name="Shape 234"/>
          <p:cNvSpPr/>
          <p:nvPr/>
        </p:nvSpPr>
        <p:spPr>
          <a:xfrm flipV="1">
            <a:off x="2634615" y="2426849"/>
            <a:ext cx="56007" cy="24250"/>
          </a:xfrm>
          <a:prstGeom prst="line">
            <a:avLst/>
          </a:prstGeom>
          <a:noFill/>
          <a:ln w="28575">
            <a:solidFill>
              <a:srgbClr val="2E8B57"/>
            </a:solidFill>
            <a:prstDash val="solid"/>
          </a:ln>
        </p:spPr>
      </p:sp>
      <p:sp>
        <p:nvSpPr>
          <p:cNvPr id="237" name="Shape 235"/>
          <p:cNvSpPr/>
          <p:nvPr/>
        </p:nvSpPr>
        <p:spPr>
          <a:xfrm flipV="1">
            <a:off x="2690622" y="2403491"/>
            <a:ext cx="56007" cy="23358"/>
          </a:xfrm>
          <a:prstGeom prst="line">
            <a:avLst/>
          </a:prstGeom>
          <a:noFill/>
          <a:ln w="28575">
            <a:solidFill>
              <a:srgbClr val="2E8B57"/>
            </a:solidFill>
            <a:prstDash val="solid"/>
          </a:ln>
        </p:spPr>
      </p:sp>
      <p:sp>
        <p:nvSpPr>
          <p:cNvPr id="238" name="Shape 236"/>
          <p:cNvSpPr/>
          <p:nvPr/>
        </p:nvSpPr>
        <p:spPr>
          <a:xfrm flipV="1">
            <a:off x="2746629" y="2380993"/>
            <a:ext cx="56007" cy="22498"/>
          </a:xfrm>
          <a:prstGeom prst="line">
            <a:avLst/>
          </a:prstGeom>
          <a:noFill/>
          <a:ln w="28575">
            <a:solidFill>
              <a:srgbClr val="2E8B57"/>
            </a:solidFill>
            <a:prstDash val="solid"/>
          </a:ln>
        </p:spPr>
      </p:sp>
      <p:sp>
        <p:nvSpPr>
          <p:cNvPr id="239" name="Shape 237"/>
          <p:cNvSpPr/>
          <p:nvPr/>
        </p:nvSpPr>
        <p:spPr>
          <a:xfrm flipV="1">
            <a:off x="2802636" y="2359323"/>
            <a:ext cx="56007" cy="21670"/>
          </a:xfrm>
          <a:prstGeom prst="line">
            <a:avLst/>
          </a:prstGeom>
          <a:noFill/>
          <a:ln w="28575">
            <a:solidFill>
              <a:srgbClr val="2E8B57"/>
            </a:solidFill>
            <a:prstDash val="solid"/>
          </a:ln>
        </p:spPr>
      </p:sp>
      <p:sp>
        <p:nvSpPr>
          <p:cNvPr id="240" name="Shape 238"/>
          <p:cNvSpPr/>
          <p:nvPr/>
        </p:nvSpPr>
        <p:spPr>
          <a:xfrm flipV="1">
            <a:off x="2858643" y="2338450"/>
            <a:ext cx="56007" cy="20872"/>
          </a:xfrm>
          <a:prstGeom prst="line">
            <a:avLst/>
          </a:prstGeom>
          <a:noFill/>
          <a:ln w="28575">
            <a:solidFill>
              <a:srgbClr val="2E8B57"/>
            </a:solidFill>
            <a:prstDash val="solid"/>
          </a:ln>
        </p:spPr>
      </p:sp>
      <p:sp>
        <p:nvSpPr>
          <p:cNvPr id="241" name="Shape 239"/>
          <p:cNvSpPr/>
          <p:nvPr/>
        </p:nvSpPr>
        <p:spPr>
          <a:xfrm flipV="1">
            <a:off x="2914650" y="2318346"/>
            <a:ext cx="56007" cy="20104"/>
          </a:xfrm>
          <a:prstGeom prst="line">
            <a:avLst/>
          </a:prstGeom>
          <a:noFill/>
          <a:ln w="28575">
            <a:solidFill>
              <a:srgbClr val="2E8B57"/>
            </a:solidFill>
            <a:prstDash val="solid"/>
          </a:ln>
        </p:spPr>
      </p:sp>
      <p:sp>
        <p:nvSpPr>
          <p:cNvPr id="242" name="Shape 240"/>
          <p:cNvSpPr/>
          <p:nvPr/>
        </p:nvSpPr>
        <p:spPr>
          <a:xfrm flipV="1">
            <a:off x="2970657" y="2298982"/>
            <a:ext cx="56007" cy="19364"/>
          </a:xfrm>
          <a:prstGeom prst="line">
            <a:avLst/>
          </a:prstGeom>
          <a:noFill/>
          <a:ln w="28575">
            <a:solidFill>
              <a:srgbClr val="2E8B57"/>
            </a:solidFill>
            <a:prstDash val="solid"/>
          </a:ln>
        </p:spPr>
      </p:sp>
      <p:sp>
        <p:nvSpPr>
          <p:cNvPr id="243" name="Shape 241"/>
          <p:cNvSpPr/>
          <p:nvPr/>
        </p:nvSpPr>
        <p:spPr>
          <a:xfrm flipV="1">
            <a:off x="3026664" y="2280331"/>
            <a:ext cx="56007" cy="18652"/>
          </a:xfrm>
          <a:prstGeom prst="line">
            <a:avLst/>
          </a:prstGeom>
          <a:noFill/>
          <a:ln w="28575">
            <a:solidFill>
              <a:srgbClr val="2E8B57"/>
            </a:solidFill>
            <a:prstDash val="solid"/>
          </a:ln>
        </p:spPr>
      </p:sp>
      <p:sp>
        <p:nvSpPr>
          <p:cNvPr id="244" name="Shape 242"/>
          <p:cNvSpPr/>
          <p:nvPr/>
        </p:nvSpPr>
        <p:spPr>
          <a:xfrm flipV="1">
            <a:off x="3082671" y="2262365"/>
            <a:ext cx="56007" cy="17965"/>
          </a:xfrm>
          <a:prstGeom prst="line">
            <a:avLst/>
          </a:prstGeom>
          <a:noFill/>
          <a:ln w="28575">
            <a:solidFill>
              <a:srgbClr val="2E8B57"/>
            </a:solidFill>
            <a:prstDash val="solid"/>
          </a:ln>
        </p:spPr>
      </p:sp>
      <p:sp>
        <p:nvSpPr>
          <p:cNvPr id="245" name="Shape 243"/>
          <p:cNvSpPr/>
          <p:nvPr/>
        </p:nvSpPr>
        <p:spPr>
          <a:xfrm flipV="1">
            <a:off x="3138678" y="2245062"/>
            <a:ext cx="56007" cy="17304"/>
          </a:xfrm>
          <a:prstGeom prst="line">
            <a:avLst/>
          </a:prstGeom>
          <a:noFill/>
          <a:ln w="28575">
            <a:solidFill>
              <a:srgbClr val="2E8B57"/>
            </a:solidFill>
            <a:prstDash val="solid"/>
          </a:ln>
        </p:spPr>
      </p:sp>
      <p:sp>
        <p:nvSpPr>
          <p:cNvPr id="246" name="Shape 244"/>
          <p:cNvSpPr/>
          <p:nvPr/>
        </p:nvSpPr>
        <p:spPr>
          <a:xfrm flipV="1">
            <a:off x="3194685" y="2228395"/>
            <a:ext cx="56007" cy="16667"/>
          </a:xfrm>
          <a:prstGeom prst="line">
            <a:avLst/>
          </a:prstGeom>
          <a:noFill/>
          <a:ln w="28575">
            <a:solidFill>
              <a:srgbClr val="2E8B57"/>
            </a:solidFill>
            <a:prstDash val="solid"/>
          </a:ln>
        </p:spPr>
      </p:sp>
      <p:sp>
        <p:nvSpPr>
          <p:cNvPr id="247" name="Shape 245"/>
          <p:cNvSpPr/>
          <p:nvPr/>
        </p:nvSpPr>
        <p:spPr>
          <a:xfrm flipV="1">
            <a:off x="3250692" y="2212341"/>
            <a:ext cx="56007" cy="16054"/>
          </a:xfrm>
          <a:prstGeom prst="line">
            <a:avLst/>
          </a:prstGeom>
          <a:noFill/>
          <a:ln w="28575">
            <a:solidFill>
              <a:srgbClr val="2E8B57"/>
            </a:solidFill>
            <a:prstDash val="solid"/>
          </a:ln>
        </p:spPr>
      </p:sp>
      <p:sp>
        <p:nvSpPr>
          <p:cNvPr id="248" name="Shape 246"/>
          <p:cNvSpPr/>
          <p:nvPr/>
        </p:nvSpPr>
        <p:spPr>
          <a:xfrm flipV="1">
            <a:off x="3306699" y="2196879"/>
            <a:ext cx="56007" cy="15463"/>
          </a:xfrm>
          <a:prstGeom prst="line">
            <a:avLst/>
          </a:prstGeom>
          <a:noFill/>
          <a:ln w="28575">
            <a:solidFill>
              <a:srgbClr val="2E8B57"/>
            </a:solidFill>
            <a:prstDash val="solid"/>
          </a:ln>
        </p:spPr>
      </p:sp>
      <p:sp>
        <p:nvSpPr>
          <p:cNvPr id="249" name="Shape 247"/>
          <p:cNvSpPr/>
          <p:nvPr/>
        </p:nvSpPr>
        <p:spPr>
          <a:xfrm flipV="1">
            <a:off x="3362706" y="2181985"/>
            <a:ext cx="56007" cy="14894"/>
          </a:xfrm>
          <a:prstGeom prst="line">
            <a:avLst/>
          </a:prstGeom>
          <a:noFill/>
          <a:ln w="28575">
            <a:solidFill>
              <a:srgbClr val="2E8B57"/>
            </a:solidFill>
            <a:prstDash val="solid"/>
          </a:ln>
        </p:spPr>
      </p:sp>
      <p:sp>
        <p:nvSpPr>
          <p:cNvPr id="250" name="Shape 248"/>
          <p:cNvSpPr/>
          <p:nvPr/>
        </p:nvSpPr>
        <p:spPr>
          <a:xfrm flipV="1">
            <a:off x="3418713" y="2167640"/>
            <a:ext cx="56007" cy="14345"/>
          </a:xfrm>
          <a:prstGeom prst="line">
            <a:avLst/>
          </a:prstGeom>
          <a:noFill/>
          <a:ln w="28575">
            <a:solidFill>
              <a:srgbClr val="2E8B57"/>
            </a:solidFill>
            <a:prstDash val="solid"/>
          </a:ln>
        </p:spPr>
      </p:sp>
      <p:sp>
        <p:nvSpPr>
          <p:cNvPr id="251" name="Shape 249"/>
          <p:cNvSpPr/>
          <p:nvPr/>
        </p:nvSpPr>
        <p:spPr>
          <a:xfrm flipV="1">
            <a:off x="3474720" y="2153822"/>
            <a:ext cx="56007" cy="13817"/>
          </a:xfrm>
          <a:prstGeom prst="line">
            <a:avLst/>
          </a:prstGeom>
          <a:noFill/>
          <a:ln w="28575">
            <a:solidFill>
              <a:srgbClr val="2E8B57"/>
            </a:solidFill>
            <a:prstDash val="solid"/>
          </a:ln>
        </p:spPr>
      </p:sp>
      <p:sp>
        <p:nvSpPr>
          <p:cNvPr id="252" name="Shape 250"/>
          <p:cNvSpPr/>
          <p:nvPr/>
        </p:nvSpPr>
        <p:spPr>
          <a:xfrm flipV="1">
            <a:off x="3530727" y="2140513"/>
            <a:ext cx="56007" cy="13309"/>
          </a:xfrm>
          <a:prstGeom prst="line">
            <a:avLst/>
          </a:prstGeom>
          <a:noFill/>
          <a:ln w="28575">
            <a:solidFill>
              <a:srgbClr val="2E8B57"/>
            </a:solidFill>
            <a:prstDash val="solid"/>
          </a:ln>
        </p:spPr>
      </p:sp>
      <p:sp>
        <p:nvSpPr>
          <p:cNvPr id="253" name="Shape 251"/>
          <p:cNvSpPr/>
          <p:nvPr/>
        </p:nvSpPr>
        <p:spPr>
          <a:xfrm flipV="1">
            <a:off x="3586734" y="2127694"/>
            <a:ext cx="56007" cy="12819"/>
          </a:xfrm>
          <a:prstGeom prst="line">
            <a:avLst/>
          </a:prstGeom>
          <a:noFill/>
          <a:ln w="28575">
            <a:solidFill>
              <a:srgbClr val="2E8B57"/>
            </a:solidFill>
            <a:prstDash val="solid"/>
          </a:ln>
        </p:spPr>
      </p:sp>
      <p:sp>
        <p:nvSpPr>
          <p:cNvPr id="254" name="Shape 252"/>
          <p:cNvSpPr/>
          <p:nvPr/>
        </p:nvSpPr>
        <p:spPr>
          <a:xfrm flipV="1">
            <a:off x="3642741" y="2115347"/>
            <a:ext cx="56007" cy="12347"/>
          </a:xfrm>
          <a:prstGeom prst="line">
            <a:avLst/>
          </a:prstGeom>
          <a:noFill/>
          <a:ln w="28575">
            <a:solidFill>
              <a:srgbClr val="2E8B57"/>
            </a:solidFill>
            <a:prstDash val="solid"/>
          </a:ln>
        </p:spPr>
      </p:sp>
      <p:sp>
        <p:nvSpPr>
          <p:cNvPr id="255" name="Shape 253"/>
          <p:cNvSpPr/>
          <p:nvPr/>
        </p:nvSpPr>
        <p:spPr>
          <a:xfrm flipV="1">
            <a:off x="3698748" y="2103454"/>
            <a:ext cx="56007" cy="11893"/>
          </a:xfrm>
          <a:prstGeom prst="line">
            <a:avLst/>
          </a:prstGeom>
          <a:noFill/>
          <a:ln w="28575">
            <a:solidFill>
              <a:srgbClr val="2E8B57"/>
            </a:solidFill>
            <a:prstDash val="solid"/>
          </a:ln>
        </p:spPr>
      </p:sp>
      <p:sp>
        <p:nvSpPr>
          <p:cNvPr id="256" name="Shape 254"/>
          <p:cNvSpPr/>
          <p:nvPr/>
        </p:nvSpPr>
        <p:spPr>
          <a:xfrm flipV="1">
            <a:off x="3754755" y="2091999"/>
            <a:ext cx="56007" cy="11455"/>
          </a:xfrm>
          <a:prstGeom prst="line">
            <a:avLst/>
          </a:prstGeom>
          <a:noFill/>
          <a:ln w="28575">
            <a:solidFill>
              <a:srgbClr val="2E8B57"/>
            </a:solidFill>
            <a:prstDash val="solid"/>
          </a:ln>
        </p:spPr>
      </p:sp>
      <p:sp>
        <p:nvSpPr>
          <p:cNvPr id="257" name="Shape 255"/>
          <p:cNvSpPr/>
          <p:nvPr/>
        </p:nvSpPr>
        <p:spPr>
          <a:xfrm flipV="1">
            <a:off x="3810762" y="2080966"/>
            <a:ext cx="56007" cy="11033"/>
          </a:xfrm>
          <a:prstGeom prst="line">
            <a:avLst/>
          </a:prstGeom>
          <a:noFill/>
          <a:ln w="28575">
            <a:solidFill>
              <a:srgbClr val="2E8B57"/>
            </a:solidFill>
            <a:prstDash val="solid"/>
          </a:ln>
        </p:spPr>
      </p:sp>
      <p:sp>
        <p:nvSpPr>
          <p:cNvPr id="258" name="Shape 256"/>
          <p:cNvSpPr/>
          <p:nvPr/>
        </p:nvSpPr>
        <p:spPr>
          <a:xfrm flipV="1">
            <a:off x="3866769" y="2070339"/>
            <a:ext cx="56007" cy="10627"/>
          </a:xfrm>
          <a:prstGeom prst="line">
            <a:avLst/>
          </a:prstGeom>
          <a:noFill/>
          <a:ln w="28575">
            <a:solidFill>
              <a:srgbClr val="2E8B57"/>
            </a:solidFill>
            <a:prstDash val="solid"/>
          </a:ln>
        </p:spPr>
      </p:sp>
      <p:sp>
        <p:nvSpPr>
          <p:cNvPr id="259" name="Shape 257"/>
          <p:cNvSpPr/>
          <p:nvPr/>
        </p:nvSpPr>
        <p:spPr>
          <a:xfrm flipV="1">
            <a:off x="3922776" y="2060103"/>
            <a:ext cx="56007" cy="10236"/>
          </a:xfrm>
          <a:prstGeom prst="line">
            <a:avLst/>
          </a:prstGeom>
          <a:noFill/>
          <a:ln w="28575">
            <a:solidFill>
              <a:srgbClr val="2E8B57"/>
            </a:solidFill>
            <a:prstDash val="solid"/>
          </a:ln>
        </p:spPr>
      </p:sp>
      <p:sp>
        <p:nvSpPr>
          <p:cNvPr id="260" name="Shape 258"/>
          <p:cNvSpPr/>
          <p:nvPr/>
        </p:nvSpPr>
        <p:spPr>
          <a:xfrm flipV="1">
            <a:off x="3978783" y="2050243"/>
            <a:ext cx="56007" cy="9859"/>
          </a:xfrm>
          <a:prstGeom prst="line">
            <a:avLst/>
          </a:prstGeom>
          <a:noFill/>
          <a:ln w="28575">
            <a:solidFill>
              <a:srgbClr val="2E8B57"/>
            </a:solidFill>
            <a:prstDash val="solid"/>
          </a:ln>
        </p:spPr>
      </p:sp>
      <p:sp>
        <p:nvSpPr>
          <p:cNvPr id="261" name="Shape 259"/>
          <p:cNvSpPr/>
          <p:nvPr/>
        </p:nvSpPr>
        <p:spPr>
          <a:xfrm flipV="1">
            <a:off x="4034790" y="2040747"/>
            <a:ext cx="56007" cy="9497"/>
          </a:xfrm>
          <a:prstGeom prst="line">
            <a:avLst/>
          </a:prstGeom>
          <a:noFill/>
          <a:ln w="28575">
            <a:solidFill>
              <a:srgbClr val="2E8B57"/>
            </a:solidFill>
            <a:prstDash val="solid"/>
          </a:ln>
        </p:spPr>
      </p:sp>
      <p:sp>
        <p:nvSpPr>
          <p:cNvPr id="262" name="Shape 260"/>
          <p:cNvSpPr/>
          <p:nvPr/>
        </p:nvSpPr>
        <p:spPr>
          <a:xfrm flipV="1">
            <a:off x="4090797" y="2031600"/>
            <a:ext cx="56007" cy="9147"/>
          </a:xfrm>
          <a:prstGeom prst="line">
            <a:avLst/>
          </a:prstGeom>
          <a:noFill/>
          <a:ln w="28575">
            <a:solidFill>
              <a:srgbClr val="2E8B57"/>
            </a:solidFill>
            <a:prstDash val="solid"/>
          </a:ln>
        </p:spPr>
      </p:sp>
      <p:sp>
        <p:nvSpPr>
          <p:cNvPr id="263" name="Shape 261"/>
          <p:cNvSpPr/>
          <p:nvPr/>
        </p:nvSpPr>
        <p:spPr>
          <a:xfrm flipV="1">
            <a:off x="4146804" y="2022789"/>
            <a:ext cx="56007" cy="8810"/>
          </a:xfrm>
          <a:prstGeom prst="line">
            <a:avLst/>
          </a:prstGeom>
          <a:noFill/>
          <a:ln w="28575">
            <a:solidFill>
              <a:srgbClr val="2E8B57"/>
            </a:solidFill>
            <a:prstDash val="solid"/>
          </a:ln>
        </p:spPr>
      </p:sp>
      <p:sp>
        <p:nvSpPr>
          <p:cNvPr id="264" name="Shape 262"/>
          <p:cNvSpPr/>
          <p:nvPr/>
        </p:nvSpPr>
        <p:spPr>
          <a:xfrm flipV="1">
            <a:off x="4202811" y="2014303"/>
            <a:ext cx="56007" cy="8486"/>
          </a:xfrm>
          <a:prstGeom prst="line">
            <a:avLst/>
          </a:prstGeom>
          <a:noFill/>
          <a:ln w="28575">
            <a:solidFill>
              <a:srgbClr val="2E8B57"/>
            </a:solidFill>
            <a:prstDash val="solid"/>
          </a:ln>
        </p:spPr>
      </p:sp>
      <p:sp>
        <p:nvSpPr>
          <p:cNvPr id="265" name="Shape 263"/>
          <p:cNvSpPr/>
          <p:nvPr/>
        </p:nvSpPr>
        <p:spPr>
          <a:xfrm flipV="1">
            <a:off x="4258818" y="2006129"/>
            <a:ext cx="56007" cy="8174"/>
          </a:xfrm>
          <a:prstGeom prst="line">
            <a:avLst/>
          </a:prstGeom>
          <a:noFill/>
          <a:ln w="28575">
            <a:solidFill>
              <a:srgbClr val="2E8B57"/>
            </a:solidFill>
            <a:prstDash val="solid"/>
          </a:ln>
        </p:spPr>
      </p:sp>
      <p:sp>
        <p:nvSpPr>
          <p:cNvPr id="266" name="Shape 264"/>
          <p:cNvSpPr/>
          <p:nvPr/>
        </p:nvSpPr>
        <p:spPr>
          <a:xfrm flipV="1">
            <a:off x="4314825" y="1998256"/>
            <a:ext cx="56007" cy="7873"/>
          </a:xfrm>
          <a:prstGeom prst="line">
            <a:avLst/>
          </a:prstGeom>
          <a:noFill/>
          <a:ln w="28575">
            <a:solidFill>
              <a:srgbClr val="2E8B57"/>
            </a:solidFill>
            <a:prstDash val="solid"/>
          </a:ln>
        </p:spPr>
      </p:sp>
      <p:sp>
        <p:nvSpPr>
          <p:cNvPr id="267" name="Shape 265"/>
          <p:cNvSpPr/>
          <p:nvPr/>
        </p:nvSpPr>
        <p:spPr>
          <a:xfrm flipV="1">
            <a:off x="4370832" y="1990673"/>
            <a:ext cx="56007" cy="7583"/>
          </a:xfrm>
          <a:prstGeom prst="line">
            <a:avLst/>
          </a:prstGeom>
          <a:noFill/>
          <a:ln w="28575">
            <a:solidFill>
              <a:srgbClr val="2E8B57"/>
            </a:solidFill>
            <a:prstDash val="solid"/>
          </a:ln>
        </p:spPr>
      </p:sp>
      <p:sp>
        <p:nvSpPr>
          <p:cNvPr id="268" name="Shape 266"/>
          <p:cNvSpPr/>
          <p:nvPr/>
        </p:nvSpPr>
        <p:spPr>
          <a:xfrm flipV="1">
            <a:off x="4426839" y="1983369"/>
            <a:ext cx="56007" cy="7304"/>
          </a:xfrm>
          <a:prstGeom prst="line">
            <a:avLst/>
          </a:prstGeom>
          <a:noFill/>
          <a:ln w="28575">
            <a:solidFill>
              <a:srgbClr val="2E8B57"/>
            </a:solidFill>
            <a:prstDash val="solid"/>
          </a:ln>
        </p:spPr>
      </p:sp>
      <p:sp>
        <p:nvSpPr>
          <p:cNvPr id="269" name="Shape 267"/>
          <p:cNvSpPr/>
          <p:nvPr/>
        </p:nvSpPr>
        <p:spPr>
          <a:xfrm flipV="1">
            <a:off x="4482846" y="1976334"/>
            <a:ext cx="56007" cy="7035"/>
          </a:xfrm>
          <a:prstGeom prst="line">
            <a:avLst/>
          </a:prstGeom>
          <a:noFill/>
          <a:ln w="28575">
            <a:solidFill>
              <a:srgbClr val="2E8B57"/>
            </a:solidFill>
            <a:prstDash val="solid"/>
          </a:ln>
        </p:spPr>
      </p:sp>
      <p:sp>
        <p:nvSpPr>
          <p:cNvPr id="270" name="Shape 268"/>
          <p:cNvSpPr/>
          <p:nvPr/>
        </p:nvSpPr>
        <p:spPr>
          <a:xfrm flipV="1">
            <a:off x="4538853" y="1969558"/>
            <a:ext cx="56007" cy="6776"/>
          </a:xfrm>
          <a:prstGeom prst="line">
            <a:avLst/>
          </a:prstGeom>
          <a:noFill/>
          <a:ln w="28575">
            <a:solidFill>
              <a:srgbClr val="2E8B57"/>
            </a:solidFill>
            <a:prstDash val="solid"/>
          </a:ln>
        </p:spPr>
      </p:sp>
      <p:sp>
        <p:nvSpPr>
          <p:cNvPr id="271" name="Shape 269"/>
          <p:cNvSpPr/>
          <p:nvPr/>
        </p:nvSpPr>
        <p:spPr>
          <a:xfrm flipV="1">
            <a:off x="4594860" y="1963031"/>
            <a:ext cx="56007" cy="6527"/>
          </a:xfrm>
          <a:prstGeom prst="line">
            <a:avLst/>
          </a:prstGeom>
          <a:noFill/>
          <a:ln w="28575">
            <a:solidFill>
              <a:srgbClr val="2E8B57"/>
            </a:solidFill>
            <a:prstDash val="solid"/>
          </a:ln>
        </p:spPr>
      </p:sp>
      <p:sp>
        <p:nvSpPr>
          <p:cNvPr id="272" name="Shape 270"/>
          <p:cNvSpPr/>
          <p:nvPr/>
        </p:nvSpPr>
        <p:spPr>
          <a:xfrm flipV="1">
            <a:off x="4650867" y="1956744"/>
            <a:ext cx="56007" cy="6287"/>
          </a:xfrm>
          <a:prstGeom prst="line">
            <a:avLst/>
          </a:prstGeom>
          <a:noFill/>
          <a:ln w="28575">
            <a:solidFill>
              <a:srgbClr val="2E8B57"/>
            </a:solidFill>
            <a:prstDash val="solid"/>
          </a:ln>
        </p:spPr>
      </p:sp>
      <p:sp>
        <p:nvSpPr>
          <p:cNvPr id="273" name="Shape 271"/>
          <p:cNvSpPr/>
          <p:nvPr/>
        </p:nvSpPr>
        <p:spPr>
          <a:xfrm flipV="1">
            <a:off x="4706874" y="1950689"/>
            <a:ext cx="56007" cy="6055"/>
          </a:xfrm>
          <a:prstGeom prst="line">
            <a:avLst/>
          </a:prstGeom>
          <a:noFill/>
          <a:ln w="28575">
            <a:solidFill>
              <a:srgbClr val="2E8B57"/>
            </a:solidFill>
            <a:prstDash val="solid"/>
          </a:ln>
        </p:spPr>
      </p:sp>
      <p:sp>
        <p:nvSpPr>
          <p:cNvPr id="274" name="Shape 272"/>
          <p:cNvSpPr/>
          <p:nvPr/>
        </p:nvSpPr>
        <p:spPr>
          <a:xfrm flipV="1">
            <a:off x="4762881" y="1944857"/>
            <a:ext cx="56007" cy="5832"/>
          </a:xfrm>
          <a:prstGeom prst="line">
            <a:avLst/>
          </a:prstGeom>
          <a:noFill/>
          <a:ln w="28575">
            <a:solidFill>
              <a:srgbClr val="2E8B57"/>
            </a:solidFill>
            <a:prstDash val="solid"/>
          </a:ln>
        </p:spPr>
      </p:sp>
      <p:sp>
        <p:nvSpPr>
          <p:cNvPr id="275" name="Shape 273"/>
          <p:cNvSpPr/>
          <p:nvPr/>
        </p:nvSpPr>
        <p:spPr>
          <a:xfrm flipV="1">
            <a:off x="4818888" y="1939239"/>
            <a:ext cx="56007" cy="5618"/>
          </a:xfrm>
          <a:prstGeom prst="line">
            <a:avLst/>
          </a:prstGeom>
          <a:noFill/>
          <a:ln w="28575">
            <a:solidFill>
              <a:srgbClr val="2E8B57"/>
            </a:solidFill>
            <a:prstDash val="solid"/>
          </a:ln>
        </p:spPr>
      </p:sp>
      <p:sp>
        <p:nvSpPr>
          <p:cNvPr id="276" name="Shape 274"/>
          <p:cNvSpPr/>
          <p:nvPr/>
        </p:nvSpPr>
        <p:spPr>
          <a:xfrm flipV="1">
            <a:off x="4874895" y="1933828"/>
            <a:ext cx="56007" cy="5411"/>
          </a:xfrm>
          <a:prstGeom prst="line">
            <a:avLst/>
          </a:prstGeom>
          <a:noFill/>
          <a:ln w="28575">
            <a:solidFill>
              <a:srgbClr val="2E8B57"/>
            </a:solidFill>
            <a:prstDash val="solid"/>
          </a:ln>
        </p:spPr>
      </p:sp>
      <p:sp>
        <p:nvSpPr>
          <p:cNvPr id="277" name="Shape 275"/>
          <p:cNvSpPr/>
          <p:nvPr/>
        </p:nvSpPr>
        <p:spPr>
          <a:xfrm flipV="1">
            <a:off x="4930902" y="1928616"/>
            <a:ext cx="56007" cy="5212"/>
          </a:xfrm>
          <a:prstGeom prst="line">
            <a:avLst/>
          </a:prstGeom>
          <a:noFill/>
          <a:ln w="28575">
            <a:solidFill>
              <a:srgbClr val="2E8B57"/>
            </a:solidFill>
            <a:prstDash val="solid"/>
          </a:ln>
        </p:spPr>
      </p:sp>
      <p:sp>
        <p:nvSpPr>
          <p:cNvPr id="278" name="Shape 276"/>
          <p:cNvSpPr/>
          <p:nvPr/>
        </p:nvSpPr>
        <p:spPr>
          <a:xfrm flipV="1">
            <a:off x="4986909" y="1923596"/>
            <a:ext cx="56007" cy="5020"/>
          </a:xfrm>
          <a:prstGeom prst="line">
            <a:avLst/>
          </a:prstGeom>
          <a:noFill/>
          <a:ln w="28575">
            <a:solidFill>
              <a:srgbClr val="2E8B57"/>
            </a:solidFill>
            <a:prstDash val="solid"/>
          </a:ln>
        </p:spPr>
      </p:sp>
      <p:sp>
        <p:nvSpPr>
          <p:cNvPr id="279" name="Shape 277"/>
          <p:cNvSpPr/>
          <p:nvPr/>
        </p:nvSpPr>
        <p:spPr>
          <a:xfrm flipV="1">
            <a:off x="5042916" y="1918761"/>
            <a:ext cx="56007" cy="4835"/>
          </a:xfrm>
          <a:prstGeom prst="line">
            <a:avLst/>
          </a:prstGeom>
          <a:noFill/>
          <a:ln w="28575">
            <a:solidFill>
              <a:srgbClr val="2E8B57"/>
            </a:solidFill>
            <a:prstDash val="solid"/>
          </a:ln>
        </p:spPr>
      </p:sp>
      <p:sp>
        <p:nvSpPr>
          <p:cNvPr id="280" name="Shape 278"/>
          <p:cNvSpPr/>
          <p:nvPr/>
        </p:nvSpPr>
        <p:spPr>
          <a:xfrm flipV="1">
            <a:off x="5098923" y="1914104"/>
            <a:ext cx="56007" cy="4657"/>
          </a:xfrm>
          <a:prstGeom prst="line">
            <a:avLst/>
          </a:prstGeom>
          <a:noFill/>
          <a:ln w="28575">
            <a:solidFill>
              <a:srgbClr val="2E8B57"/>
            </a:solidFill>
            <a:prstDash val="solid"/>
          </a:ln>
        </p:spPr>
      </p:sp>
      <p:sp>
        <p:nvSpPr>
          <p:cNvPr id="281" name="Shape 279"/>
          <p:cNvSpPr/>
          <p:nvPr/>
        </p:nvSpPr>
        <p:spPr>
          <a:xfrm flipV="1">
            <a:off x="5154930" y="1909618"/>
            <a:ext cx="56007" cy="4486"/>
          </a:xfrm>
          <a:prstGeom prst="line">
            <a:avLst/>
          </a:prstGeom>
          <a:noFill/>
          <a:ln w="28575">
            <a:solidFill>
              <a:srgbClr val="2E8B57"/>
            </a:solidFill>
            <a:prstDash val="solid"/>
          </a:ln>
        </p:spPr>
      </p:sp>
      <p:sp>
        <p:nvSpPr>
          <p:cNvPr id="282" name="Shape 280"/>
          <p:cNvSpPr/>
          <p:nvPr/>
        </p:nvSpPr>
        <p:spPr>
          <a:xfrm flipV="1">
            <a:off x="5210937" y="1905297"/>
            <a:ext cx="56007" cy="4321"/>
          </a:xfrm>
          <a:prstGeom prst="line">
            <a:avLst/>
          </a:prstGeom>
          <a:noFill/>
          <a:ln w="28575">
            <a:solidFill>
              <a:srgbClr val="2E8B57"/>
            </a:solidFill>
            <a:prstDash val="solid"/>
          </a:ln>
        </p:spPr>
      </p:sp>
      <p:sp>
        <p:nvSpPr>
          <p:cNvPr id="283" name="Shape 281"/>
          <p:cNvSpPr/>
          <p:nvPr/>
        </p:nvSpPr>
        <p:spPr>
          <a:xfrm flipV="1">
            <a:off x="5266944" y="1901135"/>
            <a:ext cx="56007" cy="4162"/>
          </a:xfrm>
          <a:prstGeom prst="line">
            <a:avLst/>
          </a:prstGeom>
          <a:noFill/>
          <a:ln w="28575">
            <a:solidFill>
              <a:srgbClr val="2E8B57"/>
            </a:solidFill>
            <a:prstDash val="solid"/>
          </a:ln>
        </p:spPr>
      </p:sp>
      <p:sp>
        <p:nvSpPr>
          <p:cNvPr id="284" name="Shape 282"/>
          <p:cNvSpPr/>
          <p:nvPr/>
        </p:nvSpPr>
        <p:spPr>
          <a:xfrm flipV="1">
            <a:off x="5322951" y="1897127"/>
            <a:ext cx="56007" cy="4009"/>
          </a:xfrm>
          <a:prstGeom prst="line">
            <a:avLst/>
          </a:prstGeom>
          <a:noFill/>
          <a:ln w="28575">
            <a:solidFill>
              <a:srgbClr val="2E8B57"/>
            </a:solidFill>
            <a:prstDash val="solid"/>
          </a:ln>
        </p:spPr>
      </p:sp>
      <p:sp>
        <p:nvSpPr>
          <p:cNvPr id="285" name="Shape 283"/>
          <p:cNvSpPr/>
          <p:nvPr/>
        </p:nvSpPr>
        <p:spPr>
          <a:xfrm flipV="1">
            <a:off x="5378958" y="1893266"/>
            <a:ext cx="56007" cy="3861"/>
          </a:xfrm>
          <a:prstGeom prst="line">
            <a:avLst/>
          </a:prstGeom>
          <a:noFill/>
          <a:ln w="28575">
            <a:solidFill>
              <a:srgbClr val="2E8B57"/>
            </a:solidFill>
            <a:prstDash val="solid"/>
          </a:ln>
        </p:spPr>
      </p:sp>
      <p:sp>
        <p:nvSpPr>
          <p:cNvPr id="286" name="Shape 284"/>
          <p:cNvSpPr/>
          <p:nvPr/>
        </p:nvSpPr>
        <p:spPr>
          <a:xfrm flipV="1">
            <a:off x="5434965" y="1889547"/>
            <a:ext cx="56007" cy="3719"/>
          </a:xfrm>
          <a:prstGeom prst="line">
            <a:avLst/>
          </a:prstGeom>
          <a:noFill/>
          <a:ln w="28575">
            <a:solidFill>
              <a:srgbClr val="2E8B57"/>
            </a:solidFill>
            <a:prstDash val="solid"/>
          </a:ln>
        </p:spPr>
      </p:sp>
      <p:sp>
        <p:nvSpPr>
          <p:cNvPr id="287" name="Shape 285"/>
          <p:cNvSpPr/>
          <p:nvPr/>
        </p:nvSpPr>
        <p:spPr>
          <a:xfrm flipV="1">
            <a:off x="5490972" y="1885965"/>
            <a:ext cx="56007" cy="3582"/>
          </a:xfrm>
          <a:prstGeom prst="line">
            <a:avLst/>
          </a:prstGeom>
          <a:noFill/>
          <a:ln w="28575">
            <a:solidFill>
              <a:srgbClr val="2E8B57"/>
            </a:solidFill>
            <a:prstDash val="solid"/>
          </a:ln>
        </p:spPr>
      </p:sp>
      <p:sp>
        <p:nvSpPr>
          <p:cNvPr id="288" name="Shape 286"/>
          <p:cNvSpPr/>
          <p:nvPr/>
        </p:nvSpPr>
        <p:spPr>
          <a:xfrm flipV="1">
            <a:off x="5546979" y="1882515"/>
            <a:ext cx="56007" cy="3450"/>
          </a:xfrm>
          <a:prstGeom prst="line">
            <a:avLst/>
          </a:prstGeom>
          <a:noFill/>
          <a:ln w="28575">
            <a:solidFill>
              <a:srgbClr val="2E8B57"/>
            </a:solidFill>
            <a:prstDash val="solid"/>
          </a:ln>
        </p:spPr>
      </p:sp>
      <p:sp>
        <p:nvSpPr>
          <p:cNvPr id="289" name="Shape 287"/>
          <p:cNvSpPr/>
          <p:nvPr/>
        </p:nvSpPr>
        <p:spPr>
          <a:xfrm flipV="1">
            <a:off x="5602986" y="1879191"/>
            <a:ext cx="56007" cy="3323"/>
          </a:xfrm>
          <a:prstGeom prst="line">
            <a:avLst/>
          </a:prstGeom>
          <a:noFill/>
          <a:ln w="28575">
            <a:solidFill>
              <a:srgbClr val="2E8B57"/>
            </a:solidFill>
            <a:prstDash val="solid"/>
          </a:ln>
        </p:spPr>
      </p:sp>
      <p:sp>
        <p:nvSpPr>
          <p:cNvPr id="290" name="Shape 288"/>
          <p:cNvSpPr/>
          <p:nvPr/>
        </p:nvSpPr>
        <p:spPr>
          <a:xfrm flipV="1">
            <a:off x="5658993" y="1875991"/>
            <a:ext cx="56007" cy="3201"/>
          </a:xfrm>
          <a:prstGeom prst="line">
            <a:avLst/>
          </a:prstGeom>
          <a:noFill/>
          <a:ln w="28575">
            <a:solidFill>
              <a:srgbClr val="2E8B57"/>
            </a:solidFill>
            <a:prstDash val="solid"/>
          </a:ln>
        </p:spPr>
      </p:sp>
      <p:sp>
        <p:nvSpPr>
          <p:cNvPr id="291" name="Text 289"/>
          <p:cNvSpPr/>
          <p:nvPr/>
        </p:nvSpPr>
        <p:spPr>
          <a:xfrm>
            <a:off x="1049731" y="1944014"/>
            <a:ext cx="548640" cy="201168"/>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A</a:t>
            </a:r>
            <a:endParaRPr lang="en-US" sz="1100" dirty="0"/>
          </a:p>
        </p:txBody>
      </p:sp>
      <p:sp>
        <p:nvSpPr>
          <p:cNvPr id="292" name="Text 290"/>
          <p:cNvSpPr/>
          <p:nvPr/>
        </p:nvSpPr>
        <p:spPr>
          <a:xfrm>
            <a:off x="2349094" y="2217420"/>
            <a:ext cx="548640" cy="201168"/>
          </a:xfrm>
          <a:prstGeom prst="rect">
            <a:avLst/>
          </a:prstGeom>
          <a:noFill/>
          <a:ln/>
        </p:spPr>
        <p:txBody>
          <a:bodyPr wrap="square" lIns="0" tIns="0" rIns="0" bIns="0" rtlCol="0" anchor="ctr"/>
          <a:lstStyle/>
          <a:p>
            <a:pPr algn="ctr" indent="0" marL="0">
              <a:buNone/>
            </a:pPr>
            <a:r>
              <a:rPr lang="en-US" sz="1100" b="1" dirty="0">
                <a:solidFill>
                  <a:srgbClr val="6A3FA0"/>
                </a:solidFill>
                <a:latin typeface="Calibri" pitchFamily="34" charset="0"/>
                <a:ea typeface="Calibri" pitchFamily="34" charset="-122"/>
                <a:cs typeface="Calibri" pitchFamily="34" charset="-120"/>
              </a:rPr>
              <a:t>B</a:t>
            </a:r>
            <a:endParaRPr lang="en-US" sz="1100" dirty="0"/>
          </a:p>
        </p:txBody>
      </p:sp>
      <p:sp>
        <p:nvSpPr>
          <p:cNvPr id="293" name="Text 291"/>
          <p:cNvSpPr/>
          <p:nvPr/>
        </p:nvSpPr>
        <p:spPr>
          <a:xfrm>
            <a:off x="3469234" y="2364638"/>
            <a:ext cx="548640" cy="201168"/>
          </a:xfrm>
          <a:prstGeom prst="rect">
            <a:avLst/>
          </a:prstGeom>
          <a:noFill/>
          <a:ln/>
        </p:spPr>
        <p:txBody>
          <a:bodyPr wrap="square" lIns="0" tIns="0" rIns="0" bIns="0" rtlCol="0" anchor="ctr"/>
          <a:lstStyle/>
          <a:p>
            <a:pPr algn="ctr" indent="0" marL="0">
              <a:buNone/>
            </a:pPr>
            <a:r>
              <a:rPr lang="en-US" sz="1100" b="1" dirty="0">
                <a:solidFill>
                  <a:srgbClr val="2E8B57"/>
                </a:solidFill>
                <a:latin typeface="Calibri" pitchFamily="34" charset="0"/>
                <a:ea typeface="Calibri" pitchFamily="34" charset="-122"/>
                <a:cs typeface="Calibri" pitchFamily="34" charset="-120"/>
              </a:rPr>
              <a:t>C</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85800" y="4023360"/>
          <a:ext cx="5029200" cy="914400"/>
        </p:xfrm>
        <a:graphic>
          <a:graphicData uri="http://schemas.openxmlformats.org/drawingml/2006/table">
            <a:tbl>
              <a:tblPr/>
              <a:tblGrid>
                <a:gridCol w="2103120"/>
                <a:gridCol w="1554480"/>
                <a:gridCol w="1371600"/>
              </a:tblGrid>
              <a:tr h="228600">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Change</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Applies to</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Rate</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r>
              <a:tr h="228600">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Higher temperature</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all reactions</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b="1" dirty="0">
                          <a:solidFill>
                            <a:srgbClr val="C8414C"/>
                          </a:solidFill>
                          <a:latin typeface="Calibri" pitchFamily="34" charset="0"/>
                          <a:ea typeface="Calibri" pitchFamily="34" charset="-122"/>
                          <a:cs typeface="Calibri" pitchFamily="34" charset="-120"/>
                        </a:rPr>
                        <a:t>increases</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r h="228600">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Higher concentration</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solutions</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8414C"/>
                          </a:solidFill>
                          <a:latin typeface="Calibri" pitchFamily="34" charset="0"/>
                          <a:ea typeface="Calibri" pitchFamily="34" charset="-122"/>
                          <a:cs typeface="Calibri" pitchFamily="34" charset="-120"/>
                        </a:rPr>
                        <a:t>increases</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r>
              <a:tr h="228600">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Higher pressure</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gases</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b="1" dirty="0">
                          <a:solidFill>
                            <a:srgbClr val="C8414C"/>
                          </a:solidFill>
                          <a:latin typeface="Calibri" pitchFamily="34" charset="0"/>
                          <a:ea typeface="Calibri" pitchFamily="34" charset="-122"/>
                          <a:cs typeface="Calibri" pitchFamily="34" charset="-120"/>
                        </a:rPr>
                        <a:t>increases</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r h="228600">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Smaller pieces (more SA)</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solids</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8414C"/>
                          </a:solidFill>
                          <a:latin typeface="Calibri" pitchFamily="34" charset="0"/>
                          <a:ea typeface="Calibri" pitchFamily="34" charset="-122"/>
                          <a:cs typeface="Calibri" pitchFamily="34" charset="-120"/>
                        </a:rPr>
                        <a:t>increases</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r>
            </a:tbl>
          </a:graphicData>
        </a:graphic>
      </p:graphicFrame>
      <p:sp>
        <p:nvSpPr>
          <p:cNvPr id="295" name="Shape 292"/>
          <p:cNvSpPr/>
          <p:nvPr/>
        </p:nvSpPr>
        <p:spPr>
          <a:xfrm>
            <a:off x="6217920" y="1188720"/>
            <a:ext cx="5562295" cy="3200400"/>
          </a:xfrm>
          <a:prstGeom prst="roundRect">
            <a:avLst>
              <a:gd name="adj" fmla="val 1714"/>
            </a:avLst>
          </a:prstGeom>
          <a:solidFill>
            <a:srgbClr val="F8F5FC"/>
          </a:solidFill>
          <a:ln w="9525">
            <a:solidFill>
              <a:srgbClr val="DDD3EC"/>
            </a:solidFill>
            <a:prstDash val="solid"/>
          </a:ln>
        </p:spPr>
      </p:sp>
      <p:sp>
        <p:nvSpPr>
          <p:cNvPr id="296" name="Text 293"/>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Four conditions chemists can change</a:t>
            </a:r>
            <a:endParaRPr lang="en-US" sz="1300" dirty="0"/>
          </a:p>
        </p:txBody>
      </p:sp>
      <p:sp>
        <p:nvSpPr>
          <p:cNvPr id="297" name="Text 294"/>
          <p:cNvSpPr/>
          <p:nvPr/>
        </p:nvSpPr>
        <p:spPr>
          <a:xfrm>
            <a:off x="6382512" y="1609344"/>
            <a:ext cx="5233111" cy="270662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Increasing the </a:t>
            </a:r>
            <a:r>
              <a:rPr lang="en-US" sz="1150" b="1" dirty="0">
                <a:solidFill>
                  <a:srgbClr val="262B3A"/>
                </a:solidFill>
                <a:latin typeface="Calibri" pitchFamily="34" charset="0"/>
                <a:ea typeface="Calibri" pitchFamily="34" charset="-122"/>
                <a:cs typeface="Calibri" pitchFamily="34" charset="-120"/>
              </a:rPr>
              <a:t>temperature</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concentration</a:t>
            </a:r>
            <a:r>
              <a:rPr lang="en-US" sz="1150" dirty="0">
                <a:solidFill>
                  <a:srgbClr val="262B3A"/>
                </a:solidFill>
                <a:latin typeface="Calibri" pitchFamily="34" charset="0"/>
                <a:ea typeface="Calibri" pitchFamily="34" charset="-122"/>
                <a:cs typeface="Calibri" pitchFamily="34" charset="-120"/>
              </a:rPr>
              <a:t> (solutions), </a:t>
            </a:r>
            <a:r>
              <a:rPr lang="en-US" sz="1150" b="1" dirty="0">
                <a:solidFill>
                  <a:srgbClr val="262B3A"/>
                </a:solidFill>
                <a:latin typeface="Calibri" pitchFamily="34" charset="0"/>
                <a:ea typeface="Calibri" pitchFamily="34" charset="-122"/>
                <a:cs typeface="Calibri" pitchFamily="34" charset="-120"/>
              </a:rPr>
              <a:t>pressure</a:t>
            </a:r>
            <a:r>
              <a:rPr lang="en-US" sz="1150" dirty="0">
                <a:solidFill>
                  <a:srgbClr val="262B3A"/>
                </a:solidFill>
                <a:latin typeface="Calibri" pitchFamily="34" charset="0"/>
                <a:ea typeface="Calibri" pitchFamily="34" charset="-122"/>
                <a:cs typeface="Calibri" pitchFamily="34" charset="-120"/>
              </a:rPr>
              <a:t> (gases) or </a:t>
            </a:r>
            <a:r>
              <a:rPr lang="en-US" sz="1150" b="1" dirty="0">
                <a:solidFill>
                  <a:srgbClr val="262B3A"/>
                </a:solidFill>
                <a:latin typeface="Calibri" pitchFamily="34" charset="0"/>
                <a:ea typeface="Calibri" pitchFamily="34" charset="-122"/>
                <a:cs typeface="Calibri" pitchFamily="34" charset="-120"/>
              </a:rPr>
              <a:t>surface area</a:t>
            </a:r>
            <a:r>
              <a:rPr lang="en-US" sz="1150" dirty="0">
                <a:solidFill>
                  <a:srgbClr val="262B3A"/>
                </a:solidFill>
                <a:latin typeface="Calibri" pitchFamily="34" charset="0"/>
                <a:ea typeface="Calibri" pitchFamily="34" charset="-122"/>
                <a:cs typeface="Calibri" pitchFamily="34" charset="-120"/>
              </a:rPr>
              <a:t> (solids) </a:t>
            </a:r>
            <a:r>
              <a:rPr lang="en-US" sz="1150" b="1" dirty="0">
                <a:solidFill>
                  <a:srgbClr val="262B3A"/>
                </a:solidFill>
                <a:latin typeface="Calibri" pitchFamily="34" charset="0"/>
                <a:ea typeface="Calibri" pitchFamily="34" charset="-122"/>
                <a:cs typeface="Calibri" pitchFamily="34" charset="-120"/>
              </a:rPr>
              <a:t>increases</a:t>
            </a:r>
            <a:r>
              <a:rPr lang="en-US" sz="1150" dirty="0">
                <a:solidFill>
                  <a:srgbClr val="262B3A"/>
                </a:solidFill>
                <a:latin typeface="Calibri" pitchFamily="34" charset="0"/>
                <a:ea typeface="Calibri" pitchFamily="34" charset="-122"/>
                <a:cs typeface="Calibri" pitchFamily="34" charset="-120"/>
              </a:rPr>
              <a:t> the rate.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faster reaction gives a </a:t>
            </a:r>
            <a:r>
              <a:rPr lang="en-US" sz="1150" b="1" dirty="0">
                <a:solidFill>
                  <a:srgbClr val="262B3A"/>
                </a:solidFill>
                <a:latin typeface="Calibri" pitchFamily="34" charset="0"/>
                <a:ea typeface="Calibri" pitchFamily="34" charset="-122"/>
                <a:cs typeface="Calibri" pitchFamily="34" charset="-120"/>
              </a:rPr>
              <a:t>steeper</a:t>
            </a:r>
            <a:r>
              <a:rPr lang="en-US" sz="1150" dirty="0">
                <a:solidFill>
                  <a:srgbClr val="262B3A"/>
                </a:solidFill>
                <a:latin typeface="Calibri" pitchFamily="34" charset="0"/>
                <a:ea typeface="Calibri" pitchFamily="34" charset="-122"/>
                <a:cs typeface="Calibri" pitchFamily="34" charset="-120"/>
              </a:rPr>
              <a:t> curve that </a:t>
            </a:r>
            <a:r>
              <a:rPr lang="en-US" sz="1150" b="1" dirty="0">
                <a:solidFill>
                  <a:srgbClr val="262B3A"/>
                </a:solidFill>
                <a:latin typeface="Calibri" pitchFamily="34" charset="0"/>
                <a:ea typeface="Calibri" pitchFamily="34" charset="-122"/>
                <a:cs typeface="Calibri" pitchFamily="34" charset="-120"/>
              </a:rPr>
              <a:t>levels off sooner</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If the amount of the </a:t>
            </a:r>
            <a:r>
              <a:rPr lang="en-US" sz="1150" b="1" dirty="0">
                <a:solidFill>
                  <a:srgbClr val="262B3A"/>
                </a:solidFill>
                <a:latin typeface="Calibri" pitchFamily="34" charset="0"/>
                <a:ea typeface="Calibri" pitchFamily="34" charset="-122"/>
                <a:cs typeface="Calibri" pitchFamily="34" charset="-120"/>
              </a:rPr>
              <a:t>limiting reactant</a:t>
            </a:r>
            <a:r>
              <a:rPr lang="en-US" sz="1150" dirty="0">
                <a:solidFill>
                  <a:srgbClr val="262B3A"/>
                </a:solidFill>
                <a:latin typeface="Calibri" pitchFamily="34" charset="0"/>
                <a:ea typeface="Calibri" pitchFamily="34" charset="-122"/>
                <a:cs typeface="Calibri" pitchFamily="34" charset="-120"/>
              </a:rPr>
              <a:t> is the same, the </a:t>
            </a:r>
            <a:r>
              <a:rPr lang="en-US" sz="1150" b="1" dirty="0">
                <a:solidFill>
                  <a:srgbClr val="262B3A"/>
                </a:solidFill>
                <a:latin typeface="Calibri" pitchFamily="34" charset="0"/>
                <a:ea typeface="Calibri" pitchFamily="34" charset="-122"/>
                <a:cs typeface="Calibri" pitchFamily="34" charset="-120"/>
              </a:rPr>
              <a:t>same total</a:t>
            </a:r>
            <a:r>
              <a:rPr lang="en-US" sz="1150" dirty="0">
                <a:solidFill>
                  <a:srgbClr val="262B3A"/>
                </a:solidFill>
                <a:latin typeface="Calibri" pitchFamily="34" charset="0"/>
                <a:ea typeface="Calibri" pitchFamily="34" charset="-122"/>
                <a:cs typeface="Calibri" pitchFamily="34" charset="-120"/>
              </a:rPr>
              <a:t> amount of product forms: only the </a:t>
            </a:r>
            <a:r>
              <a:rPr lang="en-US" sz="1150" b="1" dirty="0">
                <a:solidFill>
                  <a:srgbClr val="262B3A"/>
                </a:solidFill>
                <a:latin typeface="Calibri" pitchFamily="34" charset="0"/>
                <a:ea typeface="Calibri" pitchFamily="34" charset="-122"/>
                <a:cs typeface="Calibri" pitchFamily="34" charset="-120"/>
              </a:rPr>
              <a:t>time</a:t>
            </a:r>
            <a:r>
              <a:rPr lang="en-US" sz="1150" dirty="0">
                <a:solidFill>
                  <a:srgbClr val="262B3A"/>
                </a:solidFill>
                <a:latin typeface="Calibri" pitchFamily="34" charset="0"/>
                <a:ea typeface="Calibri" pitchFamily="34" charset="-122"/>
                <a:cs typeface="Calibri" pitchFamily="34" charset="-120"/>
              </a:rPr>
              <a:t> changes.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Chemists choose conditions that are </a:t>
            </a:r>
            <a:r>
              <a:rPr lang="en-US" sz="1150" b="1" dirty="0">
                <a:solidFill>
                  <a:srgbClr val="262B3A"/>
                </a:solidFill>
                <a:latin typeface="Calibri" pitchFamily="34" charset="0"/>
                <a:ea typeface="Calibri" pitchFamily="34" charset="-122"/>
                <a:cs typeface="Calibri" pitchFamily="34" charset="-120"/>
              </a:rPr>
              <a:t>fast enough</a:t>
            </a:r>
            <a:r>
              <a:rPr lang="en-US" sz="1150" dirty="0">
                <a:solidFill>
                  <a:srgbClr val="262B3A"/>
                </a:solidFill>
                <a:latin typeface="Calibri" pitchFamily="34" charset="0"/>
                <a:ea typeface="Calibri" pitchFamily="34" charset="-122"/>
                <a:cs typeface="Calibri" pitchFamily="34" charset="-120"/>
              </a:rPr>
              <a:t>, but also </a:t>
            </a:r>
            <a:r>
              <a:rPr lang="en-US" sz="1150" b="1" dirty="0">
                <a:solidFill>
                  <a:srgbClr val="262B3A"/>
                </a:solidFill>
                <a:latin typeface="Calibri" pitchFamily="34" charset="0"/>
                <a:ea typeface="Calibri" pitchFamily="34" charset="-122"/>
                <a:cs typeface="Calibri" pitchFamily="34" charset="-120"/>
              </a:rPr>
              <a:t>safe</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not too costly</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298" name="Shape 295"/>
          <p:cNvSpPr/>
          <p:nvPr/>
        </p:nvSpPr>
        <p:spPr>
          <a:xfrm>
            <a:off x="6217920" y="4526280"/>
            <a:ext cx="5562295" cy="1188720"/>
          </a:xfrm>
          <a:prstGeom prst="roundRect">
            <a:avLst>
              <a:gd name="adj" fmla="val 4615"/>
            </a:avLst>
          </a:prstGeom>
          <a:solidFill>
            <a:srgbClr val="FFF4E0"/>
          </a:solidFill>
          <a:ln w="9525">
            <a:solidFill>
              <a:srgbClr val="F1D9A8"/>
            </a:solidFill>
            <a:prstDash val="solid"/>
          </a:ln>
        </p:spPr>
      </p:sp>
      <p:sp>
        <p:nvSpPr>
          <p:cNvPr id="299" name="Text 296"/>
          <p:cNvSpPr/>
          <p:nvPr/>
        </p:nvSpPr>
        <p:spPr>
          <a:xfrm>
            <a:off x="6382512" y="45994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reading curves</a:t>
            </a:r>
            <a:endParaRPr lang="en-US" sz="1300" dirty="0"/>
          </a:p>
        </p:txBody>
      </p:sp>
      <p:sp>
        <p:nvSpPr>
          <p:cNvPr id="300" name="Text 297"/>
          <p:cNvSpPr/>
          <p:nvPr/>
        </p:nvSpPr>
        <p:spPr>
          <a:xfrm>
            <a:off x="6382512" y="4910328"/>
            <a:ext cx="5233111" cy="7315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B is acid at 20 °C. Which curve is the same acid at 40 °C?</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Hotter   </a:t>
            </a:r>
            <a:r>
              <a:rPr lang="en-US" sz="1050" dirty="0">
                <a:solidFill>
                  <a:srgbClr val="262B3A"/>
                </a:solidFill>
                <a:latin typeface="Calibri" pitchFamily="34" charset="0"/>
                <a:ea typeface="Calibri" pitchFamily="34" charset="-122"/>
                <a:cs typeface="Calibri" pitchFamily="34" charset="-120"/>
              </a:rPr>
              <a:t>faster, so steeper at the start</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A</a:t>
            </a:r>
            <a:r>
              <a:rPr lang="en-US" sz="1050" b="1" dirty="0">
                <a:solidFill>
                  <a:srgbClr val="C8414C"/>
                </a:solidFill>
                <a:latin typeface="Calibri" pitchFamily="34" charset="0"/>
                <a:ea typeface="Calibri" pitchFamily="34" charset="-122"/>
                <a:cs typeface="Calibri" pitchFamily="34" charset="-120"/>
              </a:rPr>
              <a:t>: it levels off at the same 40 cm³, but sooner</a:t>
            </a:r>
            <a:endParaRPr lang="en-US" sz="1050" dirty="0"/>
          </a:p>
        </p:txBody>
      </p:sp>
      <p:sp>
        <p:nvSpPr>
          <p:cNvPr id="301" name="Shape 298"/>
          <p:cNvSpPr/>
          <p:nvPr/>
        </p:nvSpPr>
        <p:spPr>
          <a:xfrm>
            <a:off x="411480" y="5833872"/>
            <a:ext cx="11368735" cy="530352"/>
          </a:xfrm>
          <a:prstGeom prst="rect">
            <a:avLst/>
          </a:prstGeom>
          <a:solidFill>
            <a:srgbClr val="FFF4E0"/>
          </a:solidFill>
          <a:ln w="6350">
            <a:solidFill>
              <a:srgbClr val="F1D9A8"/>
            </a:solidFill>
            <a:prstDash val="solid"/>
          </a:ln>
        </p:spPr>
      </p:sp>
      <p:sp>
        <p:nvSpPr>
          <p:cNvPr id="302" name="Shape 299"/>
          <p:cNvSpPr/>
          <p:nvPr/>
        </p:nvSpPr>
        <p:spPr>
          <a:xfrm>
            <a:off x="411480" y="5833872"/>
            <a:ext cx="82296" cy="530352"/>
          </a:xfrm>
          <a:prstGeom prst="rect">
            <a:avLst/>
          </a:prstGeom>
          <a:solidFill>
            <a:srgbClr val="E39A2F"/>
          </a:solidFill>
          <a:ln w="12700">
            <a:solidFill>
              <a:srgbClr val="E39A2F"/>
            </a:solidFill>
            <a:prstDash val="solid"/>
          </a:ln>
        </p:spPr>
      </p:sp>
      <p:sp>
        <p:nvSpPr>
          <p:cNvPr id="303" name="Text 30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Curve </a:t>
            </a:r>
            <a:r>
              <a:rPr lang="en-US" sz="1150" b="1" dirty="0">
                <a:solidFill>
                  <a:srgbClr val="262B3A"/>
                </a:solidFill>
                <a:latin typeface="Calibri" pitchFamily="34" charset="0"/>
                <a:ea typeface="Calibri" pitchFamily="34" charset="-122"/>
                <a:cs typeface="Calibri" pitchFamily="34" charset="-120"/>
              </a:rPr>
              <a:t>B</a:t>
            </a:r>
            <a:r>
              <a:rPr lang="en-US" sz="1150" dirty="0">
                <a:solidFill>
                  <a:srgbClr val="262B3A"/>
                </a:solidFill>
                <a:latin typeface="Calibri" pitchFamily="34" charset="0"/>
                <a:ea typeface="Calibri" pitchFamily="34" charset="-122"/>
                <a:cs typeface="Calibri" pitchFamily="34" charset="-120"/>
              </a:rPr>
              <a:t> used marble </a:t>
            </a:r>
            <a:r>
              <a:rPr lang="en-US" sz="1150" b="1" dirty="0">
                <a:solidFill>
                  <a:srgbClr val="262B3A"/>
                </a:solidFill>
                <a:latin typeface="Calibri" pitchFamily="34" charset="0"/>
                <a:ea typeface="Calibri" pitchFamily="34" charset="-122"/>
                <a:cs typeface="Calibri" pitchFamily="34" charset="-120"/>
              </a:rPr>
              <a:t>chips</a:t>
            </a:r>
            <a:r>
              <a:rPr lang="en-US" sz="1150" dirty="0">
                <a:solidFill>
                  <a:srgbClr val="262B3A"/>
                </a:solidFill>
                <a:latin typeface="Calibri" pitchFamily="34" charset="0"/>
                <a:ea typeface="Calibri" pitchFamily="34" charset="-122"/>
                <a:cs typeface="Calibri" pitchFamily="34" charset="-120"/>
              </a:rPr>
              <a:t>. Which curve could be the same mass of marble as </a:t>
            </a:r>
            <a:r>
              <a:rPr lang="en-US" sz="1150" b="1" dirty="0">
                <a:solidFill>
                  <a:srgbClr val="262B3A"/>
                </a:solidFill>
                <a:latin typeface="Calibri" pitchFamily="34" charset="0"/>
                <a:ea typeface="Calibri" pitchFamily="34" charset="-122"/>
                <a:cs typeface="Calibri" pitchFamily="34" charset="-120"/>
              </a:rPr>
              <a:t>lumps</a:t>
            </a:r>
            <a:r>
              <a:rPr lang="en-US" sz="1150" dirty="0">
                <a:solidFill>
                  <a:srgbClr val="262B3A"/>
                </a:solidFill>
                <a:latin typeface="Calibri" pitchFamily="34" charset="0"/>
                <a:ea typeface="Calibri" pitchFamily="34" charset="-122"/>
                <a:cs typeface="Calibri" pitchFamily="34" charset="-120"/>
              </a:rPr>
              <a:t>? Which curve would </a:t>
            </a:r>
            <a:r>
              <a:rPr lang="en-US" sz="1150" b="1" dirty="0">
                <a:solidFill>
                  <a:srgbClr val="262B3A"/>
                </a:solidFill>
                <a:latin typeface="Calibri" pitchFamily="34" charset="0"/>
                <a:ea typeface="Calibri" pitchFamily="34" charset="-122"/>
                <a:cs typeface="Calibri" pitchFamily="34" charset="-120"/>
              </a:rPr>
              <a:t>powder</a:t>
            </a:r>
            <a:r>
              <a:rPr lang="en-US" sz="1150" dirty="0">
                <a:solidFill>
                  <a:srgbClr val="262B3A"/>
                </a:solidFill>
                <a:latin typeface="Calibri" pitchFamily="34" charset="0"/>
                <a:ea typeface="Calibri" pitchFamily="34" charset="-122"/>
                <a:cs typeface="Calibri" pitchFamily="34" charset="-120"/>
              </a:rPr>
              <a:t> give?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Collision theory</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C6.2.2 • explain rate changes using the frequency and energy of collisions between particles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C6.2 How do chemists control the rate of reactions?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C6.2.2  |  10</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particle models; arrows show speed; not to scale</a:t>
            </a:r>
            <a:endParaRPr lang="en-US" sz="1000" dirty="0"/>
          </a:p>
        </p:txBody>
      </p:sp>
      <p:sp>
        <p:nvSpPr>
          <p:cNvPr id="10" name="Text 8"/>
          <p:cNvSpPr/>
          <p:nvPr/>
        </p:nvSpPr>
        <p:spPr>
          <a:xfrm>
            <a:off x="548640" y="1298448"/>
            <a:ext cx="1783080" cy="237744"/>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Low concentration</a:t>
            </a:r>
            <a:endParaRPr lang="en-US" sz="1050" dirty="0"/>
          </a:p>
        </p:txBody>
      </p:sp>
      <p:sp>
        <p:nvSpPr>
          <p:cNvPr id="11" name="Shape 9"/>
          <p:cNvSpPr/>
          <p:nvPr/>
        </p:nvSpPr>
        <p:spPr>
          <a:xfrm>
            <a:off x="594360" y="1572768"/>
            <a:ext cx="1691640" cy="1600200"/>
          </a:xfrm>
          <a:prstGeom prst="rect">
            <a:avLst/>
          </a:prstGeom>
          <a:solidFill>
            <a:srgbClr val="FFFFFF"/>
          </a:solidFill>
          <a:ln w="15875">
            <a:solidFill>
              <a:srgbClr val="2A1F3D"/>
            </a:solidFill>
            <a:prstDash val="solid"/>
          </a:ln>
        </p:spPr>
      </p:sp>
      <p:sp>
        <p:nvSpPr>
          <p:cNvPr id="12" name="Shape 10"/>
          <p:cNvSpPr/>
          <p:nvPr/>
        </p:nvSpPr>
        <p:spPr>
          <a:xfrm flipH="1">
            <a:off x="1585290" y="2909091"/>
            <a:ext cx="67342" cy="218456"/>
          </a:xfrm>
          <a:prstGeom prst="line">
            <a:avLst/>
          </a:prstGeom>
          <a:noFill/>
          <a:ln w="12700">
            <a:solidFill>
              <a:srgbClr val="6B7385"/>
            </a:solidFill>
            <a:prstDash val="solid"/>
            <a:tailEnd type="triangle"/>
          </a:ln>
        </p:spPr>
      </p:sp>
      <p:sp>
        <p:nvSpPr>
          <p:cNvPr id="13" name="Shape 11"/>
          <p:cNvSpPr/>
          <p:nvPr/>
        </p:nvSpPr>
        <p:spPr>
          <a:xfrm>
            <a:off x="1588624" y="2845083"/>
            <a:ext cx="128016" cy="128016"/>
          </a:xfrm>
          <a:prstGeom prst="ellipse">
            <a:avLst/>
          </a:prstGeom>
          <a:solidFill>
            <a:srgbClr val="E06666"/>
          </a:solidFill>
          <a:ln w="9525">
            <a:solidFill>
              <a:srgbClr val="9E2A2A"/>
            </a:solidFill>
            <a:prstDash val="solid"/>
          </a:ln>
        </p:spPr>
      </p:sp>
      <p:sp>
        <p:nvSpPr>
          <p:cNvPr id="14" name="Shape 12"/>
          <p:cNvSpPr/>
          <p:nvPr/>
        </p:nvSpPr>
        <p:spPr>
          <a:xfrm flipV="1">
            <a:off x="879030" y="1784308"/>
            <a:ext cx="13618" cy="228194"/>
          </a:xfrm>
          <a:prstGeom prst="line">
            <a:avLst/>
          </a:prstGeom>
          <a:noFill/>
          <a:ln w="12700">
            <a:solidFill>
              <a:srgbClr val="6B7385"/>
            </a:solidFill>
            <a:prstDash val="solid"/>
            <a:tailEnd type="triangle"/>
          </a:ln>
        </p:spPr>
      </p:sp>
      <p:sp>
        <p:nvSpPr>
          <p:cNvPr id="15" name="Shape 13"/>
          <p:cNvSpPr/>
          <p:nvPr/>
        </p:nvSpPr>
        <p:spPr>
          <a:xfrm>
            <a:off x="815022" y="1948494"/>
            <a:ext cx="128016" cy="128016"/>
          </a:xfrm>
          <a:prstGeom prst="ellipse">
            <a:avLst/>
          </a:prstGeom>
          <a:solidFill>
            <a:srgbClr val="5B8FD6"/>
          </a:solidFill>
          <a:ln w="9525">
            <a:solidFill>
              <a:srgbClr val="2E5F99"/>
            </a:solidFill>
            <a:prstDash val="solid"/>
          </a:ln>
        </p:spPr>
      </p:sp>
      <p:sp>
        <p:nvSpPr>
          <p:cNvPr id="16" name="Shape 14"/>
          <p:cNvSpPr/>
          <p:nvPr/>
        </p:nvSpPr>
        <p:spPr>
          <a:xfrm flipH="1" flipV="1">
            <a:off x="1700979" y="2003923"/>
            <a:ext cx="167799" cy="155246"/>
          </a:xfrm>
          <a:prstGeom prst="line">
            <a:avLst/>
          </a:prstGeom>
          <a:noFill/>
          <a:ln w="12700">
            <a:solidFill>
              <a:srgbClr val="6B7385"/>
            </a:solidFill>
            <a:prstDash val="solid"/>
            <a:tailEnd type="triangle"/>
          </a:ln>
        </p:spPr>
      </p:sp>
      <p:sp>
        <p:nvSpPr>
          <p:cNvPr id="17" name="Shape 15"/>
          <p:cNvSpPr/>
          <p:nvPr/>
        </p:nvSpPr>
        <p:spPr>
          <a:xfrm>
            <a:off x="1804770" y="2095161"/>
            <a:ext cx="128016" cy="128016"/>
          </a:xfrm>
          <a:prstGeom prst="ellipse">
            <a:avLst/>
          </a:prstGeom>
          <a:solidFill>
            <a:srgbClr val="E06666"/>
          </a:solidFill>
          <a:ln w="9525">
            <a:solidFill>
              <a:srgbClr val="9E2A2A"/>
            </a:solidFill>
            <a:prstDash val="solid"/>
          </a:ln>
        </p:spPr>
      </p:sp>
      <p:sp>
        <p:nvSpPr>
          <p:cNvPr id="18" name="Shape 16"/>
          <p:cNvSpPr/>
          <p:nvPr/>
        </p:nvSpPr>
        <p:spPr>
          <a:xfrm flipH="1" flipV="1">
            <a:off x="1699345" y="2945923"/>
            <a:ext cx="226975" cy="27205"/>
          </a:xfrm>
          <a:prstGeom prst="line">
            <a:avLst/>
          </a:prstGeom>
          <a:noFill/>
          <a:ln w="12700">
            <a:solidFill>
              <a:srgbClr val="6B7385"/>
            </a:solidFill>
            <a:prstDash val="solid"/>
            <a:tailEnd type="triangle"/>
          </a:ln>
        </p:spPr>
      </p:sp>
      <p:sp>
        <p:nvSpPr>
          <p:cNvPr id="19" name="Shape 17"/>
          <p:cNvSpPr/>
          <p:nvPr/>
        </p:nvSpPr>
        <p:spPr>
          <a:xfrm>
            <a:off x="1862313" y="2909121"/>
            <a:ext cx="128016" cy="128016"/>
          </a:xfrm>
          <a:prstGeom prst="ellipse">
            <a:avLst/>
          </a:prstGeom>
          <a:solidFill>
            <a:srgbClr val="5B8FD6"/>
          </a:solidFill>
          <a:ln w="9525">
            <a:solidFill>
              <a:srgbClr val="2E5F99"/>
            </a:solidFill>
            <a:prstDash val="solid"/>
          </a:ln>
        </p:spPr>
      </p:sp>
      <p:sp>
        <p:nvSpPr>
          <p:cNvPr id="20" name="Shape 18"/>
          <p:cNvSpPr/>
          <p:nvPr/>
        </p:nvSpPr>
        <p:spPr>
          <a:xfrm flipH="1">
            <a:off x="938914" y="2310820"/>
            <a:ext cx="214898" cy="77954"/>
          </a:xfrm>
          <a:prstGeom prst="line">
            <a:avLst/>
          </a:prstGeom>
          <a:noFill/>
          <a:ln w="12700">
            <a:solidFill>
              <a:srgbClr val="6B7385"/>
            </a:solidFill>
            <a:prstDash val="solid"/>
            <a:tailEnd type="triangle"/>
          </a:ln>
        </p:spPr>
      </p:sp>
      <p:sp>
        <p:nvSpPr>
          <p:cNvPr id="21" name="Shape 19"/>
          <p:cNvSpPr/>
          <p:nvPr/>
        </p:nvSpPr>
        <p:spPr>
          <a:xfrm>
            <a:off x="1089804" y="2246812"/>
            <a:ext cx="128016" cy="128016"/>
          </a:xfrm>
          <a:prstGeom prst="ellipse">
            <a:avLst/>
          </a:prstGeom>
          <a:solidFill>
            <a:srgbClr val="E06666"/>
          </a:solidFill>
          <a:ln w="9525">
            <a:solidFill>
              <a:srgbClr val="9E2A2A"/>
            </a:solidFill>
            <a:prstDash val="solid"/>
          </a:ln>
        </p:spPr>
      </p:sp>
      <p:sp>
        <p:nvSpPr>
          <p:cNvPr id="22" name="Shape 20"/>
          <p:cNvSpPr/>
          <p:nvPr/>
        </p:nvSpPr>
        <p:spPr>
          <a:xfrm flipV="1">
            <a:off x="1559122" y="1839304"/>
            <a:ext cx="87316" cy="211267"/>
          </a:xfrm>
          <a:prstGeom prst="line">
            <a:avLst/>
          </a:prstGeom>
          <a:noFill/>
          <a:ln w="12700">
            <a:solidFill>
              <a:srgbClr val="6B7385"/>
            </a:solidFill>
            <a:prstDash val="solid"/>
            <a:tailEnd type="triangle"/>
          </a:ln>
        </p:spPr>
      </p:sp>
      <p:sp>
        <p:nvSpPr>
          <p:cNvPr id="23" name="Shape 21"/>
          <p:cNvSpPr/>
          <p:nvPr/>
        </p:nvSpPr>
        <p:spPr>
          <a:xfrm>
            <a:off x="1495114" y="1986563"/>
            <a:ext cx="128016" cy="128016"/>
          </a:xfrm>
          <a:prstGeom prst="ellipse">
            <a:avLst/>
          </a:prstGeom>
          <a:solidFill>
            <a:srgbClr val="5B8FD6"/>
          </a:solidFill>
          <a:ln w="9525">
            <a:solidFill>
              <a:srgbClr val="2E5F99"/>
            </a:solidFill>
            <a:prstDash val="solid"/>
          </a:ln>
        </p:spPr>
      </p:sp>
      <p:sp>
        <p:nvSpPr>
          <p:cNvPr id="24" name="Text 22"/>
          <p:cNvSpPr/>
          <p:nvPr/>
        </p:nvSpPr>
        <p:spPr>
          <a:xfrm>
            <a:off x="2331720" y="1298448"/>
            <a:ext cx="1783080" cy="237744"/>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High concentration</a:t>
            </a:r>
            <a:endParaRPr lang="en-US" sz="1050" dirty="0"/>
          </a:p>
        </p:txBody>
      </p:sp>
      <p:sp>
        <p:nvSpPr>
          <p:cNvPr id="25" name="Shape 23"/>
          <p:cNvSpPr/>
          <p:nvPr/>
        </p:nvSpPr>
        <p:spPr>
          <a:xfrm>
            <a:off x="2377440" y="1572768"/>
            <a:ext cx="1691640" cy="1600200"/>
          </a:xfrm>
          <a:prstGeom prst="rect">
            <a:avLst/>
          </a:prstGeom>
          <a:solidFill>
            <a:srgbClr val="FFFFFF"/>
          </a:solidFill>
          <a:ln w="15875">
            <a:solidFill>
              <a:srgbClr val="2A1F3D"/>
            </a:solidFill>
            <a:prstDash val="solid"/>
          </a:ln>
        </p:spPr>
      </p:sp>
      <p:sp>
        <p:nvSpPr>
          <p:cNvPr id="26" name="Shape 24"/>
          <p:cNvSpPr/>
          <p:nvPr/>
        </p:nvSpPr>
        <p:spPr>
          <a:xfrm flipH="1" flipV="1">
            <a:off x="2866106" y="2817138"/>
            <a:ext cx="169454" cy="153439"/>
          </a:xfrm>
          <a:prstGeom prst="line">
            <a:avLst/>
          </a:prstGeom>
          <a:noFill/>
          <a:ln w="12700">
            <a:solidFill>
              <a:srgbClr val="6B7385"/>
            </a:solidFill>
            <a:prstDash val="solid"/>
            <a:tailEnd type="triangle"/>
          </a:ln>
        </p:spPr>
      </p:sp>
      <p:sp>
        <p:nvSpPr>
          <p:cNvPr id="27" name="Shape 25"/>
          <p:cNvSpPr/>
          <p:nvPr/>
        </p:nvSpPr>
        <p:spPr>
          <a:xfrm>
            <a:off x="2971552" y="2906569"/>
            <a:ext cx="128016" cy="128016"/>
          </a:xfrm>
          <a:prstGeom prst="ellipse">
            <a:avLst/>
          </a:prstGeom>
          <a:solidFill>
            <a:srgbClr val="E06666"/>
          </a:solidFill>
          <a:ln w="9525">
            <a:solidFill>
              <a:srgbClr val="9E2A2A"/>
            </a:solidFill>
            <a:prstDash val="solid"/>
          </a:ln>
        </p:spPr>
      </p:sp>
      <p:sp>
        <p:nvSpPr>
          <p:cNvPr id="28" name="Shape 26"/>
          <p:cNvSpPr/>
          <p:nvPr/>
        </p:nvSpPr>
        <p:spPr>
          <a:xfrm flipV="1">
            <a:off x="3895813" y="1919413"/>
            <a:ext cx="183626" cy="136160"/>
          </a:xfrm>
          <a:prstGeom prst="line">
            <a:avLst/>
          </a:prstGeom>
          <a:noFill/>
          <a:ln w="12700">
            <a:solidFill>
              <a:srgbClr val="6B7385"/>
            </a:solidFill>
            <a:prstDash val="solid"/>
            <a:tailEnd type="triangle"/>
          </a:ln>
        </p:spPr>
      </p:sp>
      <p:sp>
        <p:nvSpPr>
          <p:cNvPr id="29" name="Shape 27"/>
          <p:cNvSpPr/>
          <p:nvPr/>
        </p:nvSpPr>
        <p:spPr>
          <a:xfrm>
            <a:off x="3831805" y="1991565"/>
            <a:ext cx="128016" cy="128016"/>
          </a:xfrm>
          <a:prstGeom prst="ellipse">
            <a:avLst/>
          </a:prstGeom>
          <a:solidFill>
            <a:srgbClr val="5B8FD6"/>
          </a:solidFill>
          <a:ln w="9525">
            <a:solidFill>
              <a:srgbClr val="2E5F99"/>
            </a:solidFill>
            <a:prstDash val="solid"/>
          </a:ln>
        </p:spPr>
      </p:sp>
      <p:sp>
        <p:nvSpPr>
          <p:cNvPr id="30" name="Shape 28"/>
          <p:cNvSpPr/>
          <p:nvPr/>
        </p:nvSpPr>
        <p:spPr>
          <a:xfrm flipH="1">
            <a:off x="3516798" y="2831680"/>
            <a:ext cx="15516" cy="228073"/>
          </a:xfrm>
          <a:prstGeom prst="line">
            <a:avLst/>
          </a:prstGeom>
          <a:noFill/>
          <a:ln w="12700">
            <a:solidFill>
              <a:srgbClr val="6B7385"/>
            </a:solidFill>
            <a:prstDash val="solid"/>
            <a:tailEnd type="triangle"/>
          </a:ln>
        </p:spPr>
      </p:sp>
      <p:sp>
        <p:nvSpPr>
          <p:cNvPr id="31" name="Shape 29"/>
          <p:cNvSpPr/>
          <p:nvPr/>
        </p:nvSpPr>
        <p:spPr>
          <a:xfrm>
            <a:off x="3468307" y="2767672"/>
            <a:ext cx="128016" cy="128016"/>
          </a:xfrm>
          <a:prstGeom prst="ellipse">
            <a:avLst/>
          </a:prstGeom>
          <a:solidFill>
            <a:srgbClr val="E06666"/>
          </a:solidFill>
          <a:ln w="9525">
            <a:solidFill>
              <a:srgbClr val="9E2A2A"/>
            </a:solidFill>
            <a:prstDash val="solid"/>
          </a:ln>
        </p:spPr>
      </p:sp>
      <p:sp>
        <p:nvSpPr>
          <p:cNvPr id="32" name="Shape 30"/>
          <p:cNvSpPr/>
          <p:nvPr/>
        </p:nvSpPr>
        <p:spPr>
          <a:xfrm>
            <a:off x="2535616" y="1873708"/>
            <a:ext cx="165799" cy="157380"/>
          </a:xfrm>
          <a:prstGeom prst="line">
            <a:avLst/>
          </a:prstGeom>
          <a:noFill/>
          <a:ln w="12700">
            <a:solidFill>
              <a:srgbClr val="6B7385"/>
            </a:solidFill>
            <a:prstDash val="solid"/>
            <a:tailEnd type="triangle"/>
          </a:ln>
        </p:spPr>
      </p:sp>
      <p:sp>
        <p:nvSpPr>
          <p:cNvPr id="33" name="Shape 31"/>
          <p:cNvSpPr/>
          <p:nvPr/>
        </p:nvSpPr>
        <p:spPr>
          <a:xfrm>
            <a:off x="2471608" y="1809700"/>
            <a:ext cx="128016" cy="128016"/>
          </a:xfrm>
          <a:prstGeom prst="ellipse">
            <a:avLst/>
          </a:prstGeom>
          <a:solidFill>
            <a:srgbClr val="5B8FD6"/>
          </a:solidFill>
          <a:ln w="9525">
            <a:solidFill>
              <a:srgbClr val="2E5F99"/>
            </a:solidFill>
            <a:prstDash val="solid"/>
          </a:ln>
        </p:spPr>
      </p:sp>
      <p:sp>
        <p:nvSpPr>
          <p:cNvPr id="34" name="Shape 32"/>
          <p:cNvSpPr/>
          <p:nvPr/>
        </p:nvSpPr>
        <p:spPr>
          <a:xfrm flipV="1">
            <a:off x="2913586" y="2246040"/>
            <a:ext cx="180850" cy="139826"/>
          </a:xfrm>
          <a:prstGeom prst="line">
            <a:avLst/>
          </a:prstGeom>
          <a:noFill/>
          <a:ln w="12700">
            <a:solidFill>
              <a:srgbClr val="6B7385"/>
            </a:solidFill>
            <a:prstDash val="solid"/>
            <a:tailEnd type="triangle"/>
          </a:ln>
        </p:spPr>
      </p:sp>
      <p:sp>
        <p:nvSpPr>
          <p:cNvPr id="35" name="Shape 33"/>
          <p:cNvSpPr/>
          <p:nvPr/>
        </p:nvSpPr>
        <p:spPr>
          <a:xfrm>
            <a:off x="2849578" y="2321858"/>
            <a:ext cx="128016" cy="128016"/>
          </a:xfrm>
          <a:prstGeom prst="ellipse">
            <a:avLst/>
          </a:prstGeom>
          <a:solidFill>
            <a:srgbClr val="E06666"/>
          </a:solidFill>
          <a:ln w="9525">
            <a:solidFill>
              <a:srgbClr val="9E2A2A"/>
            </a:solidFill>
            <a:prstDash val="solid"/>
          </a:ln>
        </p:spPr>
      </p:sp>
      <p:sp>
        <p:nvSpPr>
          <p:cNvPr id="36" name="Shape 34"/>
          <p:cNvSpPr/>
          <p:nvPr/>
        </p:nvSpPr>
        <p:spPr>
          <a:xfrm flipH="1">
            <a:off x="2479191" y="2228685"/>
            <a:ext cx="36351" cy="225691"/>
          </a:xfrm>
          <a:prstGeom prst="line">
            <a:avLst/>
          </a:prstGeom>
          <a:noFill/>
          <a:ln w="12700">
            <a:solidFill>
              <a:srgbClr val="6B7385"/>
            </a:solidFill>
            <a:prstDash val="solid"/>
            <a:tailEnd type="triangle"/>
          </a:ln>
        </p:spPr>
      </p:sp>
      <p:sp>
        <p:nvSpPr>
          <p:cNvPr id="37" name="Shape 35"/>
          <p:cNvSpPr/>
          <p:nvPr/>
        </p:nvSpPr>
        <p:spPr>
          <a:xfrm>
            <a:off x="2451534" y="2164677"/>
            <a:ext cx="128016" cy="128016"/>
          </a:xfrm>
          <a:prstGeom prst="ellipse">
            <a:avLst/>
          </a:prstGeom>
          <a:solidFill>
            <a:srgbClr val="5B8FD6"/>
          </a:solidFill>
          <a:ln w="9525">
            <a:solidFill>
              <a:srgbClr val="2E5F99"/>
            </a:solidFill>
            <a:prstDash val="solid"/>
          </a:ln>
        </p:spPr>
      </p:sp>
      <p:sp>
        <p:nvSpPr>
          <p:cNvPr id="38" name="Shape 36"/>
          <p:cNvSpPr/>
          <p:nvPr/>
        </p:nvSpPr>
        <p:spPr>
          <a:xfrm flipH="1">
            <a:off x="3496697" y="1799633"/>
            <a:ext cx="227959" cy="17101"/>
          </a:xfrm>
          <a:prstGeom prst="line">
            <a:avLst/>
          </a:prstGeom>
          <a:noFill/>
          <a:ln w="12700">
            <a:solidFill>
              <a:srgbClr val="6B7385"/>
            </a:solidFill>
            <a:prstDash val="solid"/>
            <a:tailEnd type="triangle"/>
          </a:ln>
        </p:spPr>
      </p:sp>
      <p:sp>
        <p:nvSpPr>
          <p:cNvPr id="39" name="Shape 37"/>
          <p:cNvSpPr/>
          <p:nvPr/>
        </p:nvSpPr>
        <p:spPr>
          <a:xfrm>
            <a:off x="3660648" y="1735625"/>
            <a:ext cx="128016" cy="128016"/>
          </a:xfrm>
          <a:prstGeom prst="ellipse">
            <a:avLst/>
          </a:prstGeom>
          <a:solidFill>
            <a:srgbClr val="E06666"/>
          </a:solidFill>
          <a:ln w="9525">
            <a:solidFill>
              <a:srgbClr val="9E2A2A"/>
            </a:solidFill>
            <a:prstDash val="solid"/>
          </a:ln>
        </p:spPr>
      </p:sp>
      <p:sp>
        <p:nvSpPr>
          <p:cNvPr id="40" name="Shape 38"/>
          <p:cNvSpPr/>
          <p:nvPr/>
        </p:nvSpPr>
        <p:spPr>
          <a:xfrm flipH="1" flipV="1">
            <a:off x="3185021" y="2104118"/>
            <a:ext cx="4525" cy="228555"/>
          </a:xfrm>
          <a:prstGeom prst="line">
            <a:avLst/>
          </a:prstGeom>
          <a:noFill/>
          <a:ln w="12700">
            <a:solidFill>
              <a:srgbClr val="6B7385"/>
            </a:solidFill>
            <a:prstDash val="solid"/>
            <a:tailEnd type="triangle"/>
          </a:ln>
        </p:spPr>
      </p:sp>
      <p:sp>
        <p:nvSpPr>
          <p:cNvPr id="41" name="Shape 39"/>
          <p:cNvSpPr/>
          <p:nvPr/>
        </p:nvSpPr>
        <p:spPr>
          <a:xfrm>
            <a:off x="3125538" y="2268665"/>
            <a:ext cx="128016" cy="128016"/>
          </a:xfrm>
          <a:prstGeom prst="ellipse">
            <a:avLst/>
          </a:prstGeom>
          <a:solidFill>
            <a:srgbClr val="5B8FD6"/>
          </a:solidFill>
          <a:ln w="9525">
            <a:solidFill>
              <a:srgbClr val="2E5F99"/>
            </a:solidFill>
            <a:prstDash val="solid"/>
          </a:ln>
        </p:spPr>
      </p:sp>
      <p:sp>
        <p:nvSpPr>
          <p:cNvPr id="42" name="Shape 40"/>
          <p:cNvSpPr/>
          <p:nvPr/>
        </p:nvSpPr>
        <p:spPr>
          <a:xfrm flipH="1" flipV="1">
            <a:off x="3246801" y="1683371"/>
            <a:ext cx="198232" cy="113852"/>
          </a:xfrm>
          <a:prstGeom prst="line">
            <a:avLst/>
          </a:prstGeom>
          <a:noFill/>
          <a:ln w="12700">
            <a:solidFill>
              <a:srgbClr val="6B7385"/>
            </a:solidFill>
            <a:prstDash val="solid"/>
            <a:tailEnd type="triangle"/>
          </a:ln>
        </p:spPr>
      </p:sp>
      <p:sp>
        <p:nvSpPr>
          <p:cNvPr id="43" name="Shape 41"/>
          <p:cNvSpPr/>
          <p:nvPr/>
        </p:nvSpPr>
        <p:spPr>
          <a:xfrm>
            <a:off x="3381024" y="1733215"/>
            <a:ext cx="128016" cy="128016"/>
          </a:xfrm>
          <a:prstGeom prst="ellipse">
            <a:avLst/>
          </a:prstGeom>
          <a:solidFill>
            <a:srgbClr val="E06666"/>
          </a:solidFill>
          <a:ln w="9525">
            <a:solidFill>
              <a:srgbClr val="9E2A2A"/>
            </a:solidFill>
            <a:prstDash val="solid"/>
          </a:ln>
        </p:spPr>
      </p:sp>
      <p:sp>
        <p:nvSpPr>
          <p:cNvPr id="44" name="Shape 42"/>
          <p:cNvSpPr/>
          <p:nvPr/>
        </p:nvSpPr>
        <p:spPr>
          <a:xfrm flipH="1">
            <a:off x="3067715" y="1811154"/>
            <a:ext cx="78342" cy="214757"/>
          </a:xfrm>
          <a:prstGeom prst="line">
            <a:avLst/>
          </a:prstGeom>
          <a:noFill/>
          <a:ln w="12700">
            <a:solidFill>
              <a:srgbClr val="6B7385"/>
            </a:solidFill>
            <a:prstDash val="solid"/>
            <a:tailEnd type="triangle"/>
          </a:ln>
        </p:spPr>
      </p:sp>
      <p:sp>
        <p:nvSpPr>
          <p:cNvPr id="45" name="Shape 43"/>
          <p:cNvSpPr/>
          <p:nvPr/>
        </p:nvSpPr>
        <p:spPr>
          <a:xfrm>
            <a:off x="3082049" y="1747146"/>
            <a:ext cx="128016" cy="128016"/>
          </a:xfrm>
          <a:prstGeom prst="ellipse">
            <a:avLst/>
          </a:prstGeom>
          <a:solidFill>
            <a:srgbClr val="5B8FD6"/>
          </a:solidFill>
          <a:ln w="9525">
            <a:solidFill>
              <a:srgbClr val="2E5F99"/>
            </a:solidFill>
            <a:prstDash val="solid"/>
          </a:ln>
        </p:spPr>
      </p:sp>
      <p:sp>
        <p:nvSpPr>
          <p:cNvPr id="46" name="Shape 44"/>
          <p:cNvSpPr/>
          <p:nvPr/>
        </p:nvSpPr>
        <p:spPr>
          <a:xfrm flipV="1">
            <a:off x="2664959" y="2722754"/>
            <a:ext cx="72150" cy="216915"/>
          </a:xfrm>
          <a:prstGeom prst="line">
            <a:avLst/>
          </a:prstGeom>
          <a:noFill/>
          <a:ln w="12700">
            <a:solidFill>
              <a:srgbClr val="6B7385"/>
            </a:solidFill>
            <a:prstDash val="solid"/>
            <a:tailEnd type="triangle"/>
          </a:ln>
        </p:spPr>
      </p:sp>
      <p:sp>
        <p:nvSpPr>
          <p:cNvPr id="47" name="Shape 45"/>
          <p:cNvSpPr/>
          <p:nvPr/>
        </p:nvSpPr>
        <p:spPr>
          <a:xfrm>
            <a:off x="2600951" y="2875661"/>
            <a:ext cx="128016" cy="128016"/>
          </a:xfrm>
          <a:prstGeom prst="ellipse">
            <a:avLst/>
          </a:prstGeom>
          <a:solidFill>
            <a:srgbClr val="E06666"/>
          </a:solidFill>
          <a:ln w="9525">
            <a:solidFill>
              <a:srgbClr val="9E2A2A"/>
            </a:solidFill>
            <a:prstDash val="solid"/>
          </a:ln>
        </p:spPr>
      </p:sp>
      <p:sp>
        <p:nvSpPr>
          <p:cNvPr id="48" name="Shape 46"/>
          <p:cNvSpPr/>
          <p:nvPr/>
        </p:nvSpPr>
        <p:spPr>
          <a:xfrm flipH="1" flipV="1">
            <a:off x="2311365" y="2535511"/>
            <a:ext cx="208794" cy="93076"/>
          </a:xfrm>
          <a:prstGeom prst="line">
            <a:avLst/>
          </a:prstGeom>
          <a:noFill/>
          <a:ln w="12700">
            <a:solidFill>
              <a:srgbClr val="6B7385"/>
            </a:solidFill>
            <a:prstDash val="solid"/>
            <a:tailEnd type="triangle"/>
          </a:ln>
        </p:spPr>
      </p:sp>
      <p:sp>
        <p:nvSpPr>
          <p:cNvPr id="49" name="Shape 47"/>
          <p:cNvSpPr/>
          <p:nvPr/>
        </p:nvSpPr>
        <p:spPr>
          <a:xfrm>
            <a:off x="2456151" y="2564578"/>
            <a:ext cx="128016" cy="128016"/>
          </a:xfrm>
          <a:prstGeom prst="ellipse">
            <a:avLst/>
          </a:prstGeom>
          <a:solidFill>
            <a:srgbClr val="5B8FD6"/>
          </a:solidFill>
          <a:ln w="9525">
            <a:solidFill>
              <a:srgbClr val="2E5F99"/>
            </a:solidFill>
            <a:prstDash val="solid"/>
          </a:ln>
        </p:spPr>
      </p:sp>
      <p:sp>
        <p:nvSpPr>
          <p:cNvPr id="50" name="Shape 48"/>
          <p:cNvSpPr/>
          <p:nvPr/>
        </p:nvSpPr>
        <p:spPr>
          <a:xfrm flipV="1">
            <a:off x="3184097" y="2556152"/>
            <a:ext cx="210312" cy="89593"/>
          </a:xfrm>
          <a:prstGeom prst="line">
            <a:avLst/>
          </a:prstGeom>
          <a:noFill/>
          <a:ln w="12700">
            <a:solidFill>
              <a:srgbClr val="6B7385"/>
            </a:solidFill>
            <a:prstDash val="solid"/>
            <a:tailEnd type="triangle"/>
          </a:ln>
        </p:spPr>
      </p:sp>
      <p:sp>
        <p:nvSpPr>
          <p:cNvPr id="51" name="Shape 49"/>
          <p:cNvSpPr/>
          <p:nvPr/>
        </p:nvSpPr>
        <p:spPr>
          <a:xfrm>
            <a:off x="3120089" y="2581737"/>
            <a:ext cx="128016" cy="128016"/>
          </a:xfrm>
          <a:prstGeom prst="ellipse">
            <a:avLst/>
          </a:prstGeom>
          <a:solidFill>
            <a:srgbClr val="E06666"/>
          </a:solidFill>
          <a:ln w="9525">
            <a:solidFill>
              <a:srgbClr val="9E2A2A"/>
            </a:solidFill>
            <a:prstDash val="solid"/>
          </a:ln>
        </p:spPr>
      </p:sp>
      <p:sp>
        <p:nvSpPr>
          <p:cNvPr id="52" name="Shape 50"/>
          <p:cNvSpPr/>
          <p:nvPr/>
        </p:nvSpPr>
        <p:spPr>
          <a:xfrm flipH="1">
            <a:off x="3658991" y="2598611"/>
            <a:ext cx="56157" cy="221595"/>
          </a:xfrm>
          <a:prstGeom prst="line">
            <a:avLst/>
          </a:prstGeom>
          <a:noFill/>
          <a:ln w="12700">
            <a:solidFill>
              <a:srgbClr val="6B7385"/>
            </a:solidFill>
            <a:prstDash val="solid"/>
            <a:tailEnd type="triangle"/>
          </a:ln>
        </p:spPr>
      </p:sp>
      <p:sp>
        <p:nvSpPr>
          <p:cNvPr id="53" name="Shape 51"/>
          <p:cNvSpPr/>
          <p:nvPr/>
        </p:nvSpPr>
        <p:spPr>
          <a:xfrm>
            <a:off x="3651140" y="2534603"/>
            <a:ext cx="128016" cy="128016"/>
          </a:xfrm>
          <a:prstGeom prst="ellipse">
            <a:avLst/>
          </a:prstGeom>
          <a:solidFill>
            <a:srgbClr val="5B8FD6"/>
          </a:solidFill>
          <a:ln w="9525">
            <a:solidFill>
              <a:srgbClr val="2E5F99"/>
            </a:solidFill>
            <a:prstDash val="solid"/>
          </a:ln>
        </p:spPr>
      </p:sp>
      <p:sp>
        <p:nvSpPr>
          <p:cNvPr id="54" name="Text 52"/>
          <p:cNvSpPr/>
          <p:nvPr/>
        </p:nvSpPr>
        <p:spPr>
          <a:xfrm>
            <a:off x="4114800" y="1298448"/>
            <a:ext cx="1783080" cy="237744"/>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High temperature</a:t>
            </a:r>
            <a:endParaRPr lang="en-US" sz="1050" dirty="0"/>
          </a:p>
        </p:txBody>
      </p:sp>
      <p:sp>
        <p:nvSpPr>
          <p:cNvPr id="55" name="Shape 53"/>
          <p:cNvSpPr/>
          <p:nvPr/>
        </p:nvSpPr>
        <p:spPr>
          <a:xfrm>
            <a:off x="4160520" y="1572768"/>
            <a:ext cx="1691640" cy="1600200"/>
          </a:xfrm>
          <a:prstGeom prst="rect">
            <a:avLst/>
          </a:prstGeom>
          <a:solidFill>
            <a:srgbClr val="FFFFFF"/>
          </a:solidFill>
          <a:ln w="15875">
            <a:solidFill>
              <a:srgbClr val="2A1F3D"/>
            </a:solidFill>
            <a:prstDash val="solid"/>
          </a:ln>
        </p:spPr>
      </p:sp>
      <p:sp>
        <p:nvSpPr>
          <p:cNvPr id="56" name="Shape 54"/>
          <p:cNvSpPr/>
          <p:nvPr/>
        </p:nvSpPr>
        <p:spPr>
          <a:xfrm flipH="1">
            <a:off x="5097576" y="2909091"/>
            <a:ext cx="121216" cy="393221"/>
          </a:xfrm>
          <a:prstGeom prst="line">
            <a:avLst/>
          </a:prstGeom>
          <a:noFill/>
          <a:ln w="12700">
            <a:solidFill>
              <a:srgbClr val="6B7385"/>
            </a:solidFill>
            <a:prstDash val="solid"/>
            <a:tailEnd type="triangle"/>
          </a:ln>
        </p:spPr>
      </p:sp>
      <p:sp>
        <p:nvSpPr>
          <p:cNvPr id="57" name="Shape 55"/>
          <p:cNvSpPr/>
          <p:nvPr/>
        </p:nvSpPr>
        <p:spPr>
          <a:xfrm>
            <a:off x="5154784" y="2845083"/>
            <a:ext cx="128016" cy="128016"/>
          </a:xfrm>
          <a:prstGeom prst="ellipse">
            <a:avLst/>
          </a:prstGeom>
          <a:solidFill>
            <a:srgbClr val="E06666"/>
          </a:solidFill>
          <a:ln w="9525">
            <a:solidFill>
              <a:srgbClr val="9E2A2A"/>
            </a:solidFill>
            <a:prstDash val="solid"/>
          </a:ln>
        </p:spPr>
      </p:sp>
      <p:sp>
        <p:nvSpPr>
          <p:cNvPr id="58" name="Shape 56"/>
          <p:cNvSpPr/>
          <p:nvPr/>
        </p:nvSpPr>
        <p:spPr>
          <a:xfrm flipV="1">
            <a:off x="4445190" y="1601753"/>
            <a:ext cx="24512" cy="410749"/>
          </a:xfrm>
          <a:prstGeom prst="line">
            <a:avLst/>
          </a:prstGeom>
          <a:noFill/>
          <a:ln w="12700">
            <a:solidFill>
              <a:srgbClr val="6B7385"/>
            </a:solidFill>
            <a:prstDash val="solid"/>
            <a:tailEnd type="triangle"/>
          </a:ln>
        </p:spPr>
      </p:sp>
      <p:sp>
        <p:nvSpPr>
          <p:cNvPr id="59" name="Shape 57"/>
          <p:cNvSpPr/>
          <p:nvPr/>
        </p:nvSpPr>
        <p:spPr>
          <a:xfrm>
            <a:off x="4381182" y="1948494"/>
            <a:ext cx="128016" cy="128016"/>
          </a:xfrm>
          <a:prstGeom prst="ellipse">
            <a:avLst/>
          </a:prstGeom>
          <a:solidFill>
            <a:srgbClr val="5B8FD6"/>
          </a:solidFill>
          <a:ln w="9525">
            <a:solidFill>
              <a:srgbClr val="2E5F99"/>
            </a:solidFill>
            <a:prstDash val="solid"/>
          </a:ln>
        </p:spPr>
      </p:sp>
      <p:sp>
        <p:nvSpPr>
          <p:cNvPr id="60" name="Shape 58"/>
          <p:cNvSpPr/>
          <p:nvPr/>
        </p:nvSpPr>
        <p:spPr>
          <a:xfrm flipH="1" flipV="1">
            <a:off x="5132900" y="1879726"/>
            <a:ext cx="302039" cy="279443"/>
          </a:xfrm>
          <a:prstGeom prst="line">
            <a:avLst/>
          </a:prstGeom>
          <a:noFill/>
          <a:ln w="12700">
            <a:solidFill>
              <a:srgbClr val="6B7385"/>
            </a:solidFill>
            <a:prstDash val="solid"/>
            <a:tailEnd type="triangle"/>
          </a:ln>
        </p:spPr>
      </p:sp>
      <p:sp>
        <p:nvSpPr>
          <p:cNvPr id="61" name="Shape 59"/>
          <p:cNvSpPr/>
          <p:nvPr/>
        </p:nvSpPr>
        <p:spPr>
          <a:xfrm>
            <a:off x="5370930" y="2095161"/>
            <a:ext cx="128016" cy="128016"/>
          </a:xfrm>
          <a:prstGeom prst="ellipse">
            <a:avLst/>
          </a:prstGeom>
          <a:solidFill>
            <a:srgbClr val="E06666"/>
          </a:solidFill>
          <a:ln w="9525">
            <a:solidFill>
              <a:srgbClr val="9E2A2A"/>
            </a:solidFill>
            <a:prstDash val="solid"/>
          </a:ln>
        </p:spPr>
      </p:sp>
      <p:sp>
        <p:nvSpPr>
          <p:cNvPr id="62" name="Shape 60"/>
          <p:cNvSpPr/>
          <p:nvPr/>
        </p:nvSpPr>
        <p:spPr>
          <a:xfrm flipH="1" flipV="1">
            <a:off x="5083925" y="2924159"/>
            <a:ext cx="408556" cy="48970"/>
          </a:xfrm>
          <a:prstGeom prst="line">
            <a:avLst/>
          </a:prstGeom>
          <a:noFill/>
          <a:ln w="12700">
            <a:solidFill>
              <a:srgbClr val="6B7385"/>
            </a:solidFill>
            <a:prstDash val="solid"/>
            <a:tailEnd type="triangle"/>
          </a:ln>
        </p:spPr>
      </p:sp>
      <p:sp>
        <p:nvSpPr>
          <p:cNvPr id="63" name="Shape 61"/>
          <p:cNvSpPr/>
          <p:nvPr/>
        </p:nvSpPr>
        <p:spPr>
          <a:xfrm>
            <a:off x="5428473" y="2909121"/>
            <a:ext cx="128016" cy="128016"/>
          </a:xfrm>
          <a:prstGeom prst="ellipse">
            <a:avLst/>
          </a:prstGeom>
          <a:solidFill>
            <a:srgbClr val="5B8FD6"/>
          </a:solidFill>
          <a:ln w="9525">
            <a:solidFill>
              <a:srgbClr val="2E5F99"/>
            </a:solidFill>
            <a:prstDash val="solid"/>
          </a:ln>
        </p:spPr>
      </p:sp>
      <p:sp>
        <p:nvSpPr>
          <p:cNvPr id="64" name="Shape 62"/>
          <p:cNvSpPr/>
          <p:nvPr/>
        </p:nvSpPr>
        <p:spPr>
          <a:xfrm flipH="1">
            <a:off x="4333156" y="2310820"/>
            <a:ext cx="386816" cy="140318"/>
          </a:xfrm>
          <a:prstGeom prst="line">
            <a:avLst/>
          </a:prstGeom>
          <a:noFill/>
          <a:ln w="12700">
            <a:solidFill>
              <a:srgbClr val="6B7385"/>
            </a:solidFill>
            <a:prstDash val="solid"/>
            <a:tailEnd type="triangle"/>
          </a:ln>
        </p:spPr>
      </p:sp>
      <p:sp>
        <p:nvSpPr>
          <p:cNvPr id="65" name="Shape 63"/>
          <p:cNvSpPr/>
          <p:nvPr/>
        </p:nvSpPr>
        <p:spPr>
          <a:xfrm>
            <a:off x="4655964" y="2246812"/>
            <a:ext cx="128016" cy="128016"/>
          </a:xfrm>
          <a:prstGeom prst="ellipse">
            <a:avLst/>
          </a:prstGeom>
          <a:solidFill>
            <a:srgbClr val="E06666"/>
          </a:solidFill>
          <a:ln w="9525">
            <a:solidFill>
              <a:srgbClr val="9E2A2A"/>
            </a:solidFill>
            <a:prstDash val="solid"/>
          </a:ln>
        </p:spPr>
      </p:sp>
      <p:sp>
        <p:nvSpPr>
          <p:cNvPr id="66" name="Shape 64"/>
          <p:cNvSpPr/>
          <p:nvPr/>
        </p:nvSpPr>
        <p:spPr>
          <a:xfrm flipV="1">
            <a:off x="5125282" y="1670291"/>
            <a:ext cx="157170" cy="380281"/>
          </a:xfrm>
          <a:prstGeom prst="line">
            <a:avLst/>
          </a:prstGeom>
          <a:noFill/>
          <a:ln w="12700">
            <a:solidFill>
              <a:srgbClr val="6B7385"/>
            </a:solidFill>
            <a:prstDash val="solid"/>
            <a:tailEnd type="triangle"/>
          </a:ln>
        </p:spPr>
      </p:sp>
      <p:sp>
        <p:nvSpPr>
          <p:cNvPr id="67" name="Shape 65"/>
          <p:cNvSpPr/>
          <p:nvPr/>
        </p:nvSpPr>
        <p:spPr>
          <a:xfrm>
            <a:off x="5061274" y="1986563"/>
            <a:ext cx="128016" cy="128016"/>
          </a:xfrm>
          <a:prstGeom prst="ellipse">
            <a:avLst/>
          </a:prstGeom>
          <a:solidFill>
            <a:srgbClr val="5B8FD6"/>
          </a:solidFill>
          <a:ln w="9525">
            <a:solidFill>
              <a:srgbClr val="2E5F99"/>
            </a:solidFill>
            <a:prstDash val="solid"/>
          </a:ln>
        </p:spPr>
      </p:sp>
      <p:sp>
        <p:nvSpPr>
          <p:cNvPr id="68" name="Text 66"/>
          <p:cNvSpPr/>
          <p:nvPr/>
        </p:nvSpPr>
        <p:spPr>
          <a:xfrm>
            <a:off x="594360" y="3218688"/>
            <a:ext cx="1691640" cy="365760"/>
          </a:xfrm>
          <a:prstGeom prst="rect">
            <a:avLst/>
          </a:prstGeom>
          <a:noFill/>
          <a:ln/>
        </p:spPr>
        <p:txBody>
          <a:bodyPr wrap="square" lIns="0" tIns="0" rIns="0" bIns="0" rtlCol="0" anchor="t"/>
          <a:lstStyle/>
          <a:p>
            <a:pPr algn="ctr" indent="0" marL="0">
              <a:buNone/>
            </a:pPr>
            <a:r>
              <a:rPr lang="en-US" sz="1000" i="1" dirty="0">
                <a:solidFill>
                  <a:srgbClr val="6B7385"/>
                </a:solidFill>
                <a:latin typeface="Calibri" pitchFamily="34" charset="0"/>
                <a:ea typeface="Calibri" pitchFamily="34" charset="-122"/>
                <a:cs typeface="Calibri" pitchFamily="34" charset="-120"/>
              </a:rPr>
              <a:t>few collisions per second</a:t>
            </a:r>
            <a:endParaRPr lang="en-US" sz="1000" dirty="0"/>
          </a:p>
        </p:txBody>
      </p:sp>
      <p:sp>
        <p:nvSpPr>
          <p:cNvPr id="69" name="Text 67"/>
          <p:cNvSpPr/>
          <p:nvPr/>
        </p:nvSpPr>
        <p:spPr>
          <a:xfrm>
            <a:off x="2377440" y="3218688"/>
            <a:ext cx="1691640" cy="365760"/>
          </a:xfrm>
          <a:prstGeom prst="rect">
            <a:avLst/>
          </a:prstGeom>
          <a:noFill/>
          <a:ln/>
        </p:spPr>
        <p:txBody>
          <a:bodyPr wrap="square" lIns="0" tIns="0" rIns="0" bIns="0" rtlCol="0" anchor="t"/>
          <a:lstStyle/>
          <a:p>
            <a:pPr algn="ctr" indent="0" marL="0">
              <a:buNone/>
            </a:pPr>
            <a:r>
              <a:rPr lang="en-US" sz="1000" b="1" dirty="0">
                <a:solidFill>
                  <a:srgbClr val="2A1F3D"/>
                </a:solidFill>
                <a:latin typeface="Calibri" pitchFamily="34" charset="0"/>
                <a:ea typeface="Calibri" pitchFamily="34" charset="-122"/>
                <a:cs typeface="Calibri" pitchFamily="34" charset="-120"/>
              </a:rPr>
              <a:t>more frequent</a:t>
            </a:r>
            <a:r>
              <a:rPr lang="en-US" sz="1000" dirty="0">
                <a:solidFill>
                  <a:srgbClr val="2A1F3D"/>
                </a:solidFill>
                <a:latin typeface="Calibri" pitchFamily="34" charset="0"/>
                <a:ea typeface="Calibri" pitchFamily="34" charset="-122"/>
                <a:cs typeface="Calibri" pitchFamily="34" charset="-120"/>
              </a:rPr>
              <a:t> collisions</a:t>
            </a:r>
            <a:endParaRPr lang="en-US" sz="1000" dirty="0"/>
          </a:p>
        </p:txBody>
      </p:sp>
      <p:sp>
        <p:nvSpPr>
          <p:cNvPr id="70" name="Text 68"/>
          <p:cNvSpPr/>
          <p:nvPr/>
        </p:nvSpPr>
        <p:spPr>
          <a:xfrm>
            <a:off x="4160520" y="3218688"/>
            <a:ext cx="1691640" cy="365760"/>
          </a:xfrm>
          <a:prstGeom prst="rect">
            <a:avLst/>
          </a:prstGeom>
          <a:noFill/>
          <a:ln/>
        </p:spPr>
        <p:txBody>
          <a:bodyPr wrap="square" lIns="0" tIns="0" rIns="0" bIns="0" rtlCol="0" anchor="t"/>
          <a:lstStyle/>
          <a:p>
            <a:pPr algn="ctr" indent="0" marL="0">
              <a:buNone/>
            </a:pPr>
            <a:r>
              <a:rPr lang="en-US" sz="1000" dirty="0">
                <a:solidFill>
                  <a:srgbClr val="2A1F3D"/>
                </a:solidFill>
                <a:latin typeface="Calibri" pitchFamily="34" charset="0"/>
                <a:ea typeface="Calibri" pitchFamily="34" charset="-122"/>
                <a:cs typeface="Calibri" pitchFamily="34" charset="-120"/>
              </a:rPr>
              <a:t>more frequent </a:t>
            </a:r>
            <a:r>
              <a:rPr lang="en-US" sz="1000" b="1" dirty="0">
                <a:solidFill>
                  <a:srgbClr val="2A1F3D"/>
                </a:solidFill>
                <a:latin typeface="Calibri" pitchFamily="34" charset="0"/>
                <a:ea typeface="Calibri" pitchFamily="34" charset="-122"/>
                <a:cs typeface="Calibri" pitchFamily="34" charset="-120"/>
              </a:rPr>
              <a:t>and</a:t>
            </a:r>
            <a:r>
              <a:rPr lang="en-US" sz="1000" dirty="0">
                <a:solidFill>
                  <a:srgbClr val="2A1F3D"/>
                </a:solidFill>
                <a:latin typeface="Calibri" pitchFamily="34" charset="0"/>
                <a:ea typeface="Calibri" pitchFamily="34" charset="-122"/>
                <a:cs typeface="Calibri" pitchFamily="34" charset="-120"/>
              </a:rPr>
              <a:t> more </a:t>
            </a:r>
            <a:r>
              <a:rPr lang="en-US" sz="1000" b="1" dirty="0">
                <a:solidFill>
                  <a:srgbClr val="2A1F3D"/>
                </a:solidFill>
                <a:latin typeface="Calibri" pitchFamily="34" charset="0"/>
                <a:ea typeface="Calibri" pitchFamily="34" charset="-122"/>
                <a:cs typeface="Calibri" pitchFamily="34" charset="-120"/>
              </a:rPr>
              <a:t>energetic</a:t>
            </a:r>
            <a:endParaRPr lang="en-US" sz="1000" dirty="0"/>
          </a:p>
        </p:txBody>
      </p:sp>
      <p:sp>
        <p:nvSpPr>
          <p:cNvPr id="71" name="Shape 69"/>
          <p:cNvSpPr/>
          <p:nvPr/>
        </p:nvSpPr>
        <p:spPr>
          <a:xfrm>
            <a:off x="594360" y="3703320"/>
            <a:ext cx="5257800" cy="1600200"/>
          </a:xfrm>
          <a:prstGeom prst="roundRect">
            <a:avLst>
              <a:gd name="adj" fmla="val 2857"/>
            </a:avLst>
          </a:prstGeom>
          <a:solidFill>
            <a:srgbClr val="FFFFFF"/>
          </a:solidFill>
          <a:ln w="12700">
            <a:solidFill>
              <a:srgbClr val="DDD3EC"/>
            </a:solidFill>
            <a:prstDash val="solid"/>
          </a:ln>
        </p:spPr>
      </p:sp>
      <p:sp>
        <p:nvSpPr>
          <p:cNvPr id="72" name="Shape 70"/>
          <p:cNvSpPr/>
          <p:nvPr/>
        </p:nvSpPr>
        <p:spPr>
          <a:xfrm>
            <a:off x="896112" y="4096512"/>
            <a:ext cx="219456" cy="219456"/>
          </a:xfrm>
          <a:prstGeom prst="ellipse">
            <a:avLst/>
          </a:prstGeom>
          <a:solidFill>
            <a:srgbClr val="E06666"/>
          </a:solidFill>
          <a:ln w="9525">
            <a:solidFill>
              <a:srgbClr val="9E2A2A"/>
            </a:solidFill>
            <a:prstDash val="solid"/>
          </a:ln>
        </p:spPr>
      </p:sp>
      <p:sp>
        <p:nvSpPr>
          <p:cNvPr id="73" name="Shape 71"/>
          <p:cNvSpPr/>
          <p:nvPr/>
        </p:nvSpPr>
        <p:spPr>
          <a:xfrm>
            <a:off x="1133856" y="4096512"/>
            <a:ext cx="219456" cy="219456"/>
          </a:xfrm>
          <a:prstGeom prst="ellipse">
            <a:avLst/>
          </a:prstGeom>
          <a:solidFill>
            <a:srgbClr val="5B8FD6"/>
          </a:solidFill>
          <a:ln w="9525">
            <a:solidFill>
              <a:srgbClr val="2E5F99"/>
            </a:solidFill>
            <a:prstDash val="solid"/>
          </a:ln>
        </p:spPr>
      </p:sp>
      <p:sp>
        <p:nvSpPr>
          <p:cNvPr id="74" name="Shape 72"/>
          <p:cNvSpPr/>
          <p:nvPr/>
        </p:nvSpPr>
        <p:spPr>
          <a:xfrm>
            <a:off x="987552" y="4005072"/>
            <a:ext cx="274320" cy="274320"/>
          </a:xfrm>
          <a:prstGeom prst="star8">
            <a:avLst/>
          </a:prstGeom>
          <a:solidFill>
            <a:srgbClr val="F5C342">
              <a:alpha val="70000"/>
            </a:srgbClr>
          </a:solidFill>
          <a:ln w="9525">
            <a:solidFill>
              <a:srgbClr val="B8730A"/>
            </a:solidFill>
            <a:prstDash val="solid"/>
          </a:ln>
        </p:spPr>
      </p:sp>
      <p:sp>
        <p:nvSpPr>
          <p:cNvPr id="75" name="Shape 73"/>
          <p:cNvSpPr/>
          <p:nvPr/>
        </p:nvSpPr>
        <p:spPr>
          <a:xfrm>
            <a:off x="1417320" y="4206240"/>
            <a:ext cx="411480" cy="91"/>
          </a:xfrm>
          <a:prstGeom prst="line">
            <a:avLst/>
          </a:prstGeom>
          <a:noFill/>
          <a:ln w="19050">
            <a:solidFill>
              <a:srgbClr val="2A1F3D"/>
            </a:solidFill>
            <a:prstDash val="solid"/>
            <a:tailEnd type="triangle"/>
          </a:ln>
        </p:spPr>
      </p:sp>
      <p:sp>
        <p:nvSpPr>
          <p:cNvPr id="76" name="Shape 74"/>
          <p:cNvSpPr/>
          <p:nvPr/>
        </p:nvSpPr>
        <p:spPr>
          <a:xfrm>
            <a:off x="1911096" y="4105656"/>
            <a:ext cx="201168" cy="201168"/>
          </a:xfrm>
          <a:prstGeom prst="ellipse">
            <a:avLst/>
          </a:prstGeom>
          <a:solidFill>
            <a:srgbClr val="9B6FC0"/>
          </a:solidFill>
          <a:ln w="9525">
            <a:solidFill>
              <a:srgbClr val="5A3590"/>
            </a:solidFill>
            <a:prstDash val="solid"/>
          </a:ln>
        </p:spPr>
      </p:sp>
      <p:sp>
        <p:nvSpPr>
          <p:cNvPr id="77" name="Shape 75"/>
          <p:cNvSpPr/>
          <p:nvPr/>
        </p:nvSpPr>
        <p:spPr>
          <a:xfrm>
            <a:off x="2139696" y="4105656"/>
            <a:ext cx="201168" cy="201168"/>
          </a:xfrm>
          <a:prstGeom prst="ellipse">
            <a:avLst/>
          </a:prstGeom>
          <a:solidFill>
            <a:srgbClr val="9B6FC0"/>
          </a:solidFill>
          <a:ln w="9525">
            <a:solidFill>
              <a:srgbClr val="5A3590"/>
            </a:solidFill>
            <a:prstDash val="solid"/>
          </a:ln>
        </p:spPr>
      </p:sp>
      <p:sp>
        <p:nvSpPr>
          <p:cNvPr id="78" name="Text 76"/>
          <p:cNvSpPr/>
          <p:nvPr/>
        </p:nvSpPr>
        <p:spPr>
          <a:xfrm>
            <a:off x="2514600" y="4005072"/>
            <a:ext cx="3246120" cy="411480"/>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Successful</a:t>
            </a:r>
            <a:r>
              <a:rPr lang="en-US" sz="1050" dirty="0">
                <a:solidFill>
                  <a:srgbClr val="262B3A"/>
                </a:solidFill>
                <a:latin typeface="Calibri" pitchFamily="34" charset="0"/>
                <a:ea typeface="Calibri" pitchFamily="34" charset="-122"/>
                <a:cs typeface="Calibri" pitchFamily="34" charset="-120"/>
              </a:rPr>
              <a:t>: energy ≥ </a:t>
            </a:r>
            <a:r>
              <a:rPr lang="en-US" sz="1050" b="1" dirty="0">
                <a:solidFill>
                  <a:srgbClr val="262B3A"/>
                </a:solidFill>
                <a:latin typeface="Calibri" pitchFamily="34" charset="0"/>
                <a:ea typeface="Calibri" pitchFamily="34" charset="-122"/>
                <a:cs typeface="Calibri" pitchFamily="34" charset="-120"/>
              </a:rPr>
              <a:t>activation energy</a:t>
            </a:r>
            <a:r>
              <a:rPr lang="en-US" sz="1050" dirty="0">
                <a:solidFill>
                  <a:srgbClr val="262B3A"/>
                </a:solidFill>
                <a:latin typeface="Calibri" pitchFamily="34" charset="0"/>
                <a:ea typeface="Calibri" pitchFamily="34" charset="-122"/>
                <a:cs typeface="Calibri" pitchFamily="34" charset="-120"/>
              </a:rPr>
              <a:t>, so the particles </a:t>
            </a:r>
            <a:r>
              <a:rPr lang="en-US" sz="1050" b="1" dirty="0">
                <a:solidFill>
                  <a:srgbClr val="262B3A"/>
                </a:solidFill>
                <a:latin typeface="Calibri" pitchFamily="34" charset="0"/>
                <a:ea typeface="Calibri" pitchFamily="34" charset="-122"/>
                <a:cs typeface="Calibri" pitchFamily="34" charset="-120"/>
              </a:rPr>
              <a:t>react</a:t>
            </a:r>
            <a:endParaRPr lang="en-US" sz="1050" dirty="0"/>
          </a:p>
        </p:txBody>
      </p:sp>
      <p:sp>
        <p:nvSpPr>
          <p:cNvPr id="79" name="Shape 77"/>
          <p:cNvSpPr/>
          <p:nvPr/>
        </p:nvSpPr>
        <p:spPr>
          <a:xfrm>
            <a:off x="896112" y="4782312"/>
            <a:ext cx="219456" cy="219456"/>
          </a:xfrm>
          <a:prstGeom prst="ellipse">
            <a:avLst/>
          </a:prstGeom>
          <a:solidFill>
            <a:srgbClr val="E06666"/>
          </a:solidFill>
          <a:ln w="9525">
            <a:solidFill>
              <a:srgbClr val="9E2A2A"/>
            </a:solidFill>
            <a:prstDash val="solid"/>
          </a:ln>
        </p:spPr>
      </p:sp>
      <p:sp>
        <p:nvSpPr>
          <p:cNvPr id="80" name="Shape 78"/>
          <p:cNvSpPr/>
          <p:nvPr/>
        </p:nvSpPr>
        <p:spPr>
          <a:xfrm>
            <a:off x="1133856" y="4782312"/>
            <a:ext cx="219456" cy="219456"/>
          </a:xfrm>
          <a:prstGeom prst="ellipse">
            <a:avLst/>
          </a:prstGeom>
          <a:solidFill>
            <a:srgbClr val="5B8FD6"/>
          </a:solidFill>
          <a:ln w="9525">
            <a:solidFill>
              <a:srgbClr val="2E5F99"/>
            </a:solidFill>
            <a:prstDash val="solid"/>
          </a:ln>
        </p:spPr>
      </p:sp>
      <p:sp>
        <p:nvSpPr>
          <p:cNvPr id="81" name="Shape 79"/>
          <p:cNvSpPr/>
          <p:nvPr/>
        </p:nvSpPr>
        <p:spPr>
          <a:xfrm flipH="1" flipV="1">
            <a:off x="685800" y="4709160"/>
            <a:ext cx="228600" cy="182880"/>
          </a:xfrm>
          <a:prstGeom prst="line">
            <a:avLst/>
          </a:prstGeom>
          <a:noFill/>
          <a:ln w="15875">
            <a:solidFill>
              <a:srgbClr val="6B7385"/>
            </a:solidFill>
            <a:prstDash val="solid"/>
            <a:tailEnd type="triangle"/>
          </a:ln>
        </p:spPr>
      </p:sp>
      <p:sp>
        <p:nvSpPr>
          <p:cNvPr id="82" name="Shape 80"/>
          <p:cNvSpPr/>
          <p:nvPr/>
        </p:nvSpPr>
        <p:spPr>
          <a:xfrm flipV="1">
            <a:off x="1335024" y="4709160"/>
            <a:ext cx="228600" cy="182880"/>
          </a:xfrm>
          <a:prstGeom prst="line">
            <a:avLst/>
          </a:prstGeom>
          <a:noFill/>
          <a:ln w="15875">
            <a:solidFill>
              <a:srgbClr val="6B7385"/>
            </a:solidFill>
            <a:prstDash val="solid"/>
            <a:tailEnd type="triangle"/>
          </a:ln>
        </p:spPr>
      </p:sp>
      <p:sp>
        <p:nvSpPr>
          <p:cNvPr id="83" name="Text 81"/>
          <p:cNvSpPr/>
          <p:nvPr/>
        </p:nvSpPr>
        <p:spPr>
          <a:xfrm>
            <a:off x="2514600" y="4690872"/>
            <a:ext cx="3246120" cy="411480"/>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Unsuccessful</a:t>
            </a:r>
            <a:r>
              <a:rPr lang="en-US" sz="1050" dirty="0">
                <a:solidFill>
                  <a:srgbClr val="262B3A"/>
                </a:solidFill>
                <a:latin typeface="Calibri" pitchFamily="34" charset="0"/>
                <a:ea typeface="Calibri" pitchFamily="34" charset="-122"/>
                <a:cs typeface="Calibri" pitchFamily="34" charset="-120"/>
              </a:rPr>
              <a:t>: too little energy, so the particles just </a:t>
            </a:r>
            <a:r>
              <a:rPr lang="en-US" sz="1050" b="1" dirty="0">
                <a:solidFill>
                  <a:srgbClr val="262B3A"/>
                </a:solidFill>
                <a:latin typeface="Calibri" pitchFamily="34" charset="0"/>
                <a:ea typeface="Calibri" pitchFamily="34" charset="-122"/>
                <a:cs typeface="Calibri" pitchFamily="34" charset="-120"/>
              </a:rPr>
              <a:t>bounce apart</a:t>
            </a:r>
            <a:endParaRPr lang="en-US" sz="1050" dirty="0"/>
          </a:p>
        </p:txBody>
      </p:sp>
      <p:sp>
        <p:nvSpPr>
          <p:cNvPr id="84" name="Shape 82"/>
          <p:cNvSpPr/>
          <p:nvPr/>
        </p:nvSpPr>
        <p:spPr>
          <a:xfrm>
            <a:off x="6217920" y="1188720"/>
            <a:ext cx="5559552" cy="2606040"/>
          </a:xfrm>
          <a:prstGeom prst="roundRect">
            <a:avLst>
              <a:gd name="adj" fmla="val 2105"/>
            </a:avLst>
          </a:prstGeom>
          <a:solidFill>
            <a:srgbClr val="F8F5FC"/>
          </a:solidFill>
          <a:ln w="9525">
            <a:solidFill>
              <a:srgbClr val="DDD3EC"/>
            </a:solidFill>
            <a:prstDash val="solid"/>
          </a:ln>
        </p:spPr>
      </p:sp>
      <p:sp>
        <p:nvSpPr>
          <p:cNvPr id="85" name="Text 83"/>
          <p:cNvSpPr/>
          <p:nvPr/>
        </p:nvSpPr>
        <p:spPr>
          <a:xfrm>
            <a:off x="6382512" y="1280160"/>
            <a:ext cx="52303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Why the conditions matter</a:t>
            </a:r>
            <a:endParaRPr lang="en-US" sz="1300" dirty="0"/>
          </a:p>
        </p:txBody>
      </p:sp>
      <p:sp>
        <p:nvSpPr>
          <p:cNvPr id="86" name="Text 84"/>
          <p:cNvSpPr/>
          <p:nvPr/>
        </p:nvSpPr>
        <p:spPr>
          <a:xfrm>
            <a:off x="6382512" y="1609344"/>
            <a:ext cx="5230368" cy="211226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Particles must </a:t>
            </a:r>
            <a:r>
              <a:rPr lang="en-US" sz="1100" b="1" dirty="0">
                <a:solidFill>
                  <a:srgbClr val="262B3A"/>
                </a:solidFill>
                <a:latin typeface="Calibri" pitchFamily="34" charset="0"/>
                <a:ea typeface="Calibri" pitchFamily="34" charset="-122"/>
                <a:cs typeface="Calibri" pitchFamily="34" charset="-120"/>
              </a:rPr>
              <a:t>collide</a:t>
            </a:r>
            <a:r>
              <a:rPr lang="en-US" sz="1100" dirty="0">
                <a:solidFill>
                  <a:srgbClr val="262B3A"/>
                </a:solidFill>
                <a:latin typeface="Calibri" pitchFamily="34" charset="0"/>
                <a:ea typeface="Calibri" pitchFamily="34" charset="-122"/>
                <a:cs typeface="Calibri" pitchFamily="34" charset="-120"/>
              </a:rPr>
              <a:t> with at least the </a:t>
            </a:r>
            <a:r>
              <a:rPr lang="en-US" sz="1100" b="1" dirty="0">
                <a:solidFill>
                  <a:srgbClr val="262B3A"/>
                </a:solidFill>
                <a:latin typeface="Calibri" pitchFamily="34" charset="0"/>
                <a:ea typeface="Calibri" pitchFamily="34" charset="-122"/>
                <a:cs typeface="Calibri" pitchFamily="34" charset="-120"/>
              </a:rPr>
              <a:t>activation energy</a:t>
            </a:r>
            <a:r>
              <a:rPr lang="en-US" sz="1100" dirty="0">
                <a:solidFill>
                  <a:srgbClr val="262B3A"/>
                </a:solidFill>
                <a:latin typeface="Calibri" pitchFamily="34" charset="0"/>
                <a:ea typeface="Calibri" pitchFamily="34" charset="-122"/>
                <a:cs typeface="Calibri" pitchFamily="34" charset="-120"/>
              </a:rPr>
              <a:t> to react.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Rate depends on the number of </a:t>
            </a:r>
            <a:r>
              <a:rPr lang="en-US" sz="1100" b="1" dirty="0">
                <a:solidFill>
                  <a:srgbClr val="262B3A"/>
                </a:solidFill>
                <a:latin typeface="Calibri" pitchFamily="34" charset="0"/>
                <a:ea typeface="Calibri" pitchFamily="34" charset="-122"/>
                <a:cs typeface="Calibri" pitchFamily="34" charset="-120"/>
              </a:rPr>
              <a:t>successful collisions per second</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Concentration</a:t>
            </a:r>
            <a:r>
              <a:rPr lang="en-US" sz="1100" dirty="0">
                <a:solidFill>
                  <a:srgbClr val="262B3A"/>
                </a:solidFill>
                <a:latin typeface="Calibri" pitchFamily="34" charset="0"/>
                <a:ea typeface="Calibri" pitchFamily="34" charset="-122"/>
                <a:cs typeface="Calibri" pitchFamily="34" charset="-120"/>
              </a:rPr>
              <a:t> or </a:t>
            </a:r>
            <a:r>
              <a:rPr lang="en-US" sz="1100" b="1" dirty="0">
                <a:solidFill>
                  <a:srgbClr val="262B3A"/>
                </a:solidFill>
                <a:latin typeface="Calibri" pitchFamily="34" charset="0"/>
                <a:ea typeface="Calibri" pitchFamily="34" charset="-122"/>
                <a:cs typeface="Calibri" pitchFamily="34" charset="-120"/>
              </a:rPr>
              <a:t>pressure</a:t>
            </a:r>
            <a:r>
              <a:rPr lang="en-US" sz="1100" dirty="0">
                <a:solidFill>
                  <a:srgbClr val="262B3A"/>
                </a:solidFill>
                <a:latin typeface="Calibri" pitchFamily="34" charset="0"/>
                <a:ea typeface="Calibri" pitchFamily="34" charset="-122"/>
                <a:cs typeface="Calibri" pitchFamily="34" charset="-120"/>
              </a:rPr>
              <a:t> up: more particles in the same volume, so collisions are </a:t>
            </a:r>
            <a:r>
              <a:rPr lang="en-US" sz="1100" b="1" dirty="0">
                <a:solidFill>
                  <a:srgbClr val="262B3A"/>
                </a:solidFill>
                <a:latin typeface="Calibri" pitchFamily="34" charset="0"/>
                <a:ea typeface="Calibri" pitchFamily="34" charset="-122"/>
                <a:cs typeface="Calibri" pitchFamily="34" charset="-120"/>
              </a:rPr>
              <a:t>more frequent</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Temperature</a:t>
            </a:r>
            <a:r>
              <a:rPr lang="en-US" sz="1100" dirty="0">
                <a:solidFill>
                  <a:srgbClr val="262B3A"/>
                </a:solidFill>
                <a:latin typeface="Calibri" pitchFamily="34" charset="0"/>
                <a:ea typeface="Calibri" pitchFamily="34" charset="-122"/>
                <a:cs typeface="Calibri" pitchFamily="34" charset="-120"/>
              </a:rPr>
              <a:t> up: particles move </a:t>
            </a:r>
            <a:r>
              <a:rPr lang="en-US" sz="1100" b="1" dirty="0">
                <a:solidFill>
                  <a:srgbClr val="262B3A"/>
                </a:solidFill>
                <a:latin typeface="Calibri" pitchFamily="34" charset="0"/>
                <a:ea typeface="Calibri" pitchFamily="34" charset="-122"/>
                <a:cs typeface="Calibri" pitchFamily="34" charset="-120"/>
              </a:rPr>
              <a:t>faster</a:t>
            </a:r>
            <a:r>
              <a:rPr lang="en-US" sz="1100" dirty="0">
                <a:solidFill>
                  <a:srgbClr val="262B3A"/>
                </a:solidFill>
                <a:latin typeface="Calibri" pitchFamily="34" charset="0"/>
                <a:ea typeface="Calibri" pitchFamily="34" charset="-122"/>
                <a:cs typeface="Calibri" pitchFamily="34" charset="-120"/>
              </a:rPr>
              <a:t>, so collisions are </a:t>
            </a:r>
            <a:r>
              <a:rPr lang="en-US" sz="1100" b="1" dirty="0">
                <a:solidFill>
                  <a:srgbClr val="262B3A"/>
                </a:solidFill>
                <a:latin typeface="Calibri" pitchFamily="34" charset="0"/>
                <a:ea typeface="Calibri" pitchFamily="34" charset="-122"/>
                <a:cs typeface="Calibri" pitchFamily="34" charset="-120"/>
              </a:rPr>
              <a:t>more frequent</a:t>
            </a:r>
            <a:r>
              <a:rPr lang="en-US" sz="1100" dirty="0">
                <a:solidFill>
                  <a:srgbClr val="262B3A"/>
                </a:solidFill>
                <a:latin typeface="Calibri" pitchFamily="34" charset="0"/>
                <a:ea typeface="Calibri" pitchFamily="34" charset="-122"/>
                <a:cs typeface="Calibri" pitchFamily="34" charset="-120"/>
              </a:rPr>
              <a:t> and a </a:t>
            </a:r>
            <a:r>
              <a:rPr lang="en-US" sz="1100" b="1" dirty="0">
                <a:solidFill>
                  <a:srgbClr val="262B3A"/>
                </a:solidFill>
                <a:latin typeface="Calibri" pitchFamily="34" charset="0"/>
                <a:ea typeface="Calibri" pitchFamily="34" charset="-122"/>
                <a:cs typeface="Calibri" pitchFamily="34" charset="-120"/>
              </a:rPr>
              <a:t>greater proportion</a:t>
            </a:r>
            <a:r>
              <a:rPr lang="en-US" sz="1100" dirty="0">
                <a:solidFill>
                  <a:srgbClr val="262B3A"/>
                </a:solidFill>
                <a:latin typeface="Calibri" pitchFamily="34" charset="0"/>
                <a:ea typeface="Calibri" pitchFamily="34" charset="-122"/>
                <a:cs typeface="Calibri" pitchFamily="34" charset="-120"/>
              </a:rPr>
              <a:t> have enough </a:t>
            </a:r>
            <a:r>
              <a:rPr lang="en-US" sz="1100" b="1" dirty="0">
                <a:solidFill>
                  <a:srgbClr val="262B3A"/>
                </a:solidFill>
                <a:latin typeface="Calibri" pitchFamily="34" charset="0"/>
                <a:ea typeface="Calibri" pitchFamily="34" charset="-122"/>
                <a:cs typeface="Calibri" pitchFamily="34" charset="-120"/>
              </a:rPr>
              <a:t>energy</a:t>
            </a:r>
            <a:r>
              <a:rPr lang="en-US" sz="1100" dirty="0">
                <a:solidFill>
                  <a:srgbClr val="262B3A"/>
                </a:solidFill>
                <a:latin typeface="Calibri" pitchFamily="34" charset="0"/>
                <a:ea typeface="Calibri" pitchFamily="34" charset="-122"/>
                <a:cs typeface="Calibri" pitchFamily="34" charset="-120"/>
              </a:rPr>
              <a:t>.</a:t>
            </a:r>
            <a:endParaRPr lang="en-US" sz="1100" dirty="0"/>
          </a:p>
        </p:txBody>
      </p:sp>
      <p:sp>
        <p:nvSpPr>
          <p:cNvPr id="87" name="Shape 85"/>
          <p:cNvSpPr/>
          <p:nvPr/>
        </p:nvSpPr>
        <p:spPr>
          <a:xfrm>
            <a:off x="6217920" y="3931920"/>
            <a:ext cx="5559552" cy="1783080"/>
          </a:xfrm>
          <a:prstGeom prst="roundRect">
            <a:avLst>
              <a:gd name="adj" fmla="val 3077"/>
            </a:avLst>
          </a:prstGeom>
          <a:solidFill>
            <a:srgbClr val="FFF4E0"/>
          </a:solidFill>
          <a:ln w="9525">
            <a:solidFill>
              <a:srgbClr val="F1D9A8"/>
            </a:solidFill>
            <a:prstDash val="solid"/>
          </a:ln>
        </p:spPr>
      </p:sp>
      <p:sp>
        <p:nvSpPr>
          <p:cNvPr id="88" name="Text 86"/>
          <p:cNvSpPr/>
          <p:nvPr/>
        </p:nvSpPr>
        <p:spPr>
          <a:xfrm>
            <a:off x="6382512" y="400507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explain</a:t>
            </a:r>
            <a:endParaRPr lang="en-US" sz="1300" dirty="0"/>
          </a:p>
        </p:txBody>
      </p:sp>
      <p:sp>
        <p:nvSpPr>
          <p:cNvPr id="89" name="Text 87"/>
          <p:cNvSpPr/>
          <p:nvPr/>
        </p:nvSpPr>
        <p:spPr>
          <a:xfrm>
            <a:off x="6382512" y="4315968"/>
            <a:ext cx="5230368" cy="132588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Why does more concentrated acid react faster with magnesium?</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Particles   </a:t>
            </a:r>
            <a:r>
              <a:rPr lang="en-US" sz="1050" dirty="0">
                <a:solidFill>
                  <a:srgbClr val="262B3A"/>
                </a:solidFill>
                <a:latin typeface="Calibri" pitchFamily="34" charset="0"/>
                <a:ea typeface="Calibri" pitchFamily="34" charset="-122"/>
                <a:cs typeface="Calibri" pitchFamily="34" charset="-120"/>
              </a:rPr>
              <a:t>more acid particles in the same volume</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Collisions   </a:t>
            </a:r>
            <a:r>
              <a:rPr lang="en-US" sz="1050" dirty="0">
                <a:solidFill>
                  <a:srgbClr val="262B3A"/>
                </a:solidFill>
                <a:latin typeface="Calibri" pitchFamily="34" charset="0"/>
                <a:ea typeface="Calibri" pitchFamily="34" charset="-122"/>
                <a:cs typeface="Calibri" pitchFamily="34" charset="-120"/>
              </a:rPr>
              <a:t>more frequent collisions with the Mg surface</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more </a:t>
            </a:r>
            <a:r>
              <a:rPr lang="en-US" sz="1050" b="1" dirty="0">
                <a:solidFill>
                  <a:srgbClr val="C8414C"/>
                </a:solidFill>
                <a:latin typeface="Calibri" pitchFamily="34" charset="0"/>
                <a:ea typeface="Calibri" pitchFamily="34" charset="-122"/>
                <a:cs typeface="Calibri" pitchFamily="34" charset="-120"/>
              </a:rPr>
              <a:t>successful collisions per second</a:t>
            </a:r>
            <a:r>
              <a:rPr lang="en-US" sz="1050" b="1" dirty="0">
                <a:solidFill>
                  <a:srgbClr val="C8414C"/>
                </a:solidFill>
                <a:latin typeface="Calibri" pitchFamily="34" charset="0"/>
                <a:ea typeface="Calibri" pitchFamily="34" charset="-122"/>
                <a:cs typeface="Calibri" pitchFamily="34" charset="-120"/>
              </a:rPr>
              <a:t>, so a </a:t>
            </a:r>
            <a:r>
              <a:rPr lang="en-US" sz="1050" b="1" dirty="0">
                <a:solidFill>
                  <a:srgbClr val="C8414C"/>
                </a:solidFill>
                <a:latin typeface="Calibri" pitchFamily="34" charset="0"/>
                <a:ea typeface="Calibri" pitchFamily="34" charset="-122"/>
                <a:cs typeface="Calibri" pitchFamily="34" charset="-120"/>
              </a:rPr>
              <a:t>faster</a:t>
            </a:r>
            <a:r>
              <a:rPr lang="en-US" sz="1050" b="1" dirty="0">
                <a:solidFill>
                  <a:srgbClr val="C8414C"/>
                </a:solidFill>
                <a:latin typeface="Calibri" pitchFamily="34" charset="0"/>
                <a:ea typeface="Calibri" pitchFamily="34" charset="-122"/>
                <a:cs typeface="Calibri" pitchFamily="34" charset="-120"/>
              </a:rPr>
              <a:t> rate</a:t>
            </a:r>
            <a:endParaRPr lang="en-US" sz="1050" dirty="0"/>
          </a:p>
        </p:txBody>
      </p:sp>
      <p:sp>
        <p:nvSpPr>
          <p:cNvPr id="90" name="Shape 88"/>
          <p:cNvSpPr/>
          <p:nvPr/>
        </p:nvSpPr>
        <p:spPr>
          <a:xfrm>
            <a:off x="411480" y="5833872"/>
            <a:ext cx="11368735" cy="530352"/>
          </a:xfrm>
          <a:prstGeom prst="rect">
            <a:avLst/>
          </a:prstGeom>
          <a:solidFill>
            <a:srgbClr val="FFF4E0"/>
          </a:solidFill>
          <a:ln w="6350">
            <a:solidFill>
              <a:srgbClr val="F1D9A8"/>
            </a:solidFill>
            <a:prstDash val="solid"/>
          </a:ln>
        </p:spPr>
      </p:sp>
      <p:sp>
        <p:nvSpPr>
          <p:cNvPr id="91" name="Shape 89"/>
          <p:cNvSpPr/>
          <p:nvPr/>
        </p:nvSpPr>
        <p:spPr>
          <a:xfrm>
            <a:off x="411480" y="5833872"/>
            <a:ext cx="82296" cy="530352"/>
          </a:xfrm>
          <a:prstGeom prst="rect">
            <a:avLst/>
          </a:prstGeom>
          <a:solidFill>
            <a:srgbClr val="E39A2F"/>
          </a:solidFill>
          <a:ln w="12700">
            <a:solidFill>
              <a:srgbClr val="E39A2F"/>
            </a:solidFill>
            <a:prstDash val="solid"/>
          </a:ln>
        </p:spPr>
      </p:sp>
      <p:sp>
        <p:nvSpPr>
          <p:cNvPr id="92" name="Text 9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Explain why increasing the </a:t>
            </a:r>
            <a:r>
              <a:rPr lang="en-US" sz="1150" b="1" dirty="0">
                <a:solidFill>
                  <a:srgbClr val="262B3A"/>
                </a:solidFill>
                <a:latin typeface="Calibri" pitchFamily="34" charset="0"/>
                <a:ea typeface="Calibri" pitchFamily="34" charset="-122"/>
                <a:cs typeface="Calibri" pitchFamily="34" charset="-120"/>
              </a:rPr>
              <a:t>pressure</a:t>
            </a:r>
            <a:r>
              <a:rPr lang="en-US" sz="1150" dirty="0">
                <a:solidFill>
                  <a:srgbClr val="262B3A"/>
                </a:solidFill>
                <a:latin typeface="Calibri" pitchFamily="34" charset="0"/>
                <a:ea typeface="Calibri" pitchFamily="34" charset="-122"/>
                <a:cs typeface="Calibri" pitchFamily="34" charset="-120"/>
              </a:rPr>
              <a:t> of a mixture of two </a:t>
            </a:r>
            <a:r>
              <a:rPr lang="en-US" sz="1150" b="1" dirty="0">
                <a:solidFill>
                  <a:srgbClr val="262B3A"/>
                </a:solidFill>
                <a:latin typeface="Calibri" pitchFamily="34" charset="0"/>
                <a:ea typeface="Calibri" pitchFamily="34" charset="-122"/>
                <a:cs typeface="Calibri" pitchFamily="34" charset="-120"/>
              </a:rPr>
              <a:t>gases</a:t>
            </a:r>
            <a:r>
              <a:rPr lang="en-US" sz="1150" dirty="0">
                <a:solidFill>
                  <a:srgbClr val="262B3A"/>
                </a:solidFill>
                <a:latin typeface="Calibri" pitchFamily="34" charset="0"/>
                <a:ea typeface="Calibri" pitchFamily="34" charset="-122"/>
                <a:cs typeface="Calibri" pitchFamily="34" charset="-120"/>
              </a:rPr>
              <a:t> increases the rate. Why does temperature have a </a:t>
            </a:r>
            <a:r>
              <a:rPr lang="en-US" sz="1150" b="1" dirty="0">
                <a:solidFill>
                  <a:srgbClr val="262B3A"/>
                </a:solidFill>
                <a:latin typeface="Calibri" pitchFamily="34" charset="0"/>
                <a:ea typeface="Calibri" pitchFamily="34" charset="-122"/>
                <a:cs typeface="Calibri" pitchFamily="34" charset="-120"/>
              </a:rPr>
              <a:t>bigger</a:t>
            </a:r>
            <a:r>
              <a:rPr lang="en-US" sz="1150" dirty="0">
                <a:solidFill>
                  <a:srgbClr val="262B3A"/>
                </a:solidFill>
                <a:latin typeface="Calibri" pitchFamily="34" charset="0"/>
                <a:ea typeface="Calibri" pitchFamily="34" charset="-122"/>
                <a:cs typeface="Calibri" pitchFamily="34" charset="-120"/>
              </a:rPr>
              <a:t> effect than its effect on collision frequency alone?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Surface area to volume ratio</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C6.2.3 • the effect of the size of the pieces of a reacting solid, in terms of SA:V</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C6.2 How do chemists control the rate of reactions?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C6.2.3  |  11</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cubes drawn to the same scale; the volume is the same in both</a:t>
            </a:r>
            <a:endParaRPr lang="en-US" sz="1000" dirty="0"/>
          </a:p>
        </p:txBody>
      </p:sp>
      <p:sp>
        <p:nvSpPr>
          <p:cNvPr id="10" name="Text 8"/>
          <p:cNvSpPr/>
          <p:nvPr/>
        </p:nvSpPr>
        <p:spPr>
          <a:xfrm>
            <a:off x="640080" y="1298448"/>
            <a:ext cx="2194560" cy="237744"/>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One 2 cm cube</a:t>
            </a:r>
            <a:endParaRPr lang="en-US" sz="1050" dirty="0"/>
          </a:p>
        </p:txBody>
      </p:sp>
      <p:sp>
        <p:nvSpPr>
          <p:cNvPr id="11" name="Shape 9"/>
          <p:cNvSpPr/>
          <p:nvPr/>
        </p:nvSpPr>
        <p:spPr>
          <a:xfrm>
            <a:off x="960120" y="1545336"/>
            <a:ext cx="1792224" cy="512064"/>
          </a:xfrm>
          <a:custGeom>
            <a:avLst/>
            <a:gdLst/>
            <a:ahLst/>
            <a:cxnLst/>
            <a:rect l="l" t="t" r="r" b="b"/>
            <a:pathLst>
              <a:path w="1792224" h="512064">
                <a:moveTo>
                  <a:pt x="0" y="512064"/>
                </a:moveTo>
                <a:lnTo>
                  <a:pt x="512064" y="0"/>
                </a:lnTo>
                <a:lnTo>
                  <a:pt x="1792224" y="0"/>
                </a:lnTo>
                <a:lnTo>
                  <a:pt x="1280160" y="512064"/>
                </a:lnTo>
                <a:close/>
              </a:path>
            </a:pathLst>
          </a:custGeom>
          <a:solidFill>
            <a:srgbClr val="F7F3EA"/>
          </a:solidFill>
          <a:ln w="12700">
            <a:solidFill>
              <a:srgbClr val="8A7A50"/>
            </a:solidFill>
            <a:prstDash val="solid"/>
          </a:ln>
        </p:spPr>
      </p:sp>
      <p:sp>
        <p:nvSpPr>
          <p:cNvPr id="12" name="Shape 10"/>
          <p:cNvSpPr/>
          <p:nvPr/>
        </p:nvSpPr>
        <p:spPr>
          <a:xfrm>
            <a:off x="2240280" y="1545336"/>
            <a:ext cx="512064" cy="1792224"/>
          </a:xfrm>
          <a:custGeom>
            <a:avLst/>
            <a:gdLst/>
            <a:ahLst/>
            <a:cxnLst/>
            <a:rect l="l" t="t" r="r" b="b"/>
            <a:pathLst>
              <a:path w="512064" h="1792224">
                <a:moveTo>
                  <a:pt x="0" y="512064"/>
                </a:moveTo>
                <a:lnTo>
                  <a:pt x="512064" y="0"/>
                </a:lnTo>
                <a:lnTo>
                  <a:pt x="512064" y="1280160"/>
                </a:lnTo>
                <a:lnTo>
                  <a:pt x="0" y="1792224"/>
                </a:lnTo>
                <a:close/>
              </a:path>
            </a:pathLst>
          </a:custGeom>
          <a:solidFill>
            <a:srgbClr val="D8CFBD"/>
          </a:solidFill>
          <a:ln w="12700">
            <a:solidFill>
              <a:srgbClr val="8A7A50"/>
            </a:solidFill>
            <a:prstDash val="solid"/>
          </a:ln>
        </p:spPr>
      </p:sp>
      <p:sp>
        <p:nvSpPr>
          <p:cNvPr id="13" name="Shape 11"/>
          <p:cNvSpPr/>
          <p:nvPr/>
        </p:nvSpPr>
        <p:spPr>
          <a:xfrm>
            <a:off x="960120" y="2057400"/>
            <a:ext cx="1280160" cy="1280160"/>
          </a:xfrm>
          <a:prstGeom prst="rect">
            <a:avLst/>
          </a:prstGeom>
          <a:solidFill>
            <a:srgbClr val="EDE7DA"/>
          </a:solidFill>
          <a:ln w="12700">
            <a:solidFill>
              <a:srgbClr val="8A7A50"/>
            </a:solidFill>
            <a:prstDash val="solid"/>
          </a:ln>
        </p:spPr>
      </p:sp>
      <p:sp>
        <p:nvSpPr>
          <p:cNvPr id="14" name="Text 12"/>
          <p:cNvSpPr/>
          <p:nvPr/>
        </p:nvSpPr>
        <p:spPr>
          <a:xfrm>
            <a:off x="731520" y="3401568"/>
            <a:ext cx="1737360" cy="201168"/>
          </a:xfrm>
          <a:prstGeom prst="rect">
            <a:avLst/>
          </a:prstGeom>
          <a:noFill/>
          <a:ln/>
        </p:spPr>
        <p:txBody>
          <a:bodyPr wrap="square" lIns="0" tIns="0" rIns="0" bIns="0" rtlCol="0" anchor="ctr"/>
          <a:lstStyle/>
          <a:p>
            <a:pPr algn="ctr" indent="0" marL="0">
              <a:buNone/>
            </a:pPr>
            <a:r>
              <a:rPr lang="en-US" sz="1000" dirty="0">
                <a:solidFill>
                  <a:srgbClr val="6B7385"/>
                </a:solidFill>
                <a:latin typeface="Calibri" pitchFamily="34" charset="0"/>
                <a:ea typeface="Calibri" pitchFamily="34" charset="-122"/>
                <a:cs typeface="Calibri" pitchFamily="34" charset="-120"/>
              </a:rPr>
              <a:t>2 cm</a:t>
            </a:r>
            <a:endParaRPr lang="en-US" sz="1000" dirty="0"/>
          </a:p>
        </p:txBody>
      </p:sp>
      <p:sp>
        <p:nvSpPr>
          <p:cNvPr id="15" name="Shape 13"/>
          <p:cNvSpPr/>
          <p:nvPr/>
        </p:nvSpPr>
        <p:spPr>
          <a:xfrm>
            <a:off x="2743200" y="2697480"/>
            <a:ext cx="457200" cy="91"/>
          </a:xfrm>
          <a:prstGeom prst="line">
            <a:avLst/>
          </a:prstGeom>
          <a:noFill/>
          <a:ln w="25400">
            <a:solidFill>
              <a:srgbClr val="2A1F3D"/>
            </a:solidFill>
            <a:prstDash val="solid"/>
            <a:tailEnd type="triangle"/>
          </a:ln>
        </p:spPr>
      </p:sp>
      <p:sp>
        <p:nvSpPr>
          <p:cNvPr id="16" name="Text 14"/>
          <p:cNvSpPr/>
          <p:nvPr/>
        </p:nvSpPr>
        <p:spPr>
          <a:xfrm>
            <a:off x="2560320" y="2286000"/>
            <a:ext cx="822960" cy="201168"/>
          </a:xfrm>
          <a:prstGeom prst="rect">
            <a:avLst/>
          </a:prstGeom>
          <a:noFill/>
          <a:ln/>
        </p:spPr>
        <p:txBody>
          <a:bodyPr wrap="square" lIns="0" tIns="0" rIns="0" bIns="0" rtlCol="0" anchor="ctr"/>
          <a:lstStyle/>
          <a:p>
            <a:pPr algn="ctr" indent="0" marL="0">
              <a:buNone/>
            </a:pPr>
            <a:r>
              <a:rPr lang="en-US" sz="1000" i="1" dirty="0">
                <a:solidFill>
                  <a:srgbClr val="262B3A"/>
                </a:solidFill>
                <a:latin typeface="Calibri" pitchFamily="34" charset="0"/>
                <a:ea typeface="Calibri" pitchFamily="34" charset="-122"/>
                <a:cs typeface="Calibri" pitchFamily="34" charset="-120"/>
              </a:rPr>
              <a:t>cut</a:t>
            </a:r>
            <a:endParaRPr lang="en-US" sz="1000" dirty="0"/>
          </a:p>
        </p:txBody>
      </p:sp>
      <p:sp>
        <p:nvSpPr>
          <p:cNvPr id="17" name="Text 15"/>
          <p:cNvSpPr/>
          <p:nvPr/>
        </p:nvSpPr>
        <p:spPr>
          <a:xfrm>
            <a:off x="3383280" y="1298448"/>
            <a:ext cx="2377440" cy="237744"/>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Eight 1 cm cubes</a:t>
            </a:r>
            <a:endParaRPr lang="en-US" sz="1050" dirty="0"/>
          </a:p>
        </p:txBody>
      </p:sp>
      <p:sp>
        <p:nvSpPr>
          <p:cNvPr id="18" name="Shape 16"/>
          <p:cNvSpPr/>
          <p:nvPr/>
        </p:nvSpPr>
        <p:spPr>
          <a:xfrm>
            <a:off x="3611880" y="1837944"/>
            <a:ext cx="768096" cy="219456"/>
          </a:xfrm>
          <a:custGeom>
            <a:avLst/>
            <a:gdLst/>
            <a:ahLst/>
            <a:cxnLst/>
            <a:rect l="l" t="t" r="r" b="b"/>
            <a:pathLst>
              <a:path w="768096" h="219456">
                <a:moveTo>
                  <a:pt x="0" y="219456"/>
                </a:moveTo>
                <a:lnTo>
                  <a:pt x="219456" y="0"/>
                </a:lnTo>
                <a:lnTo>
                  <a:pt x="768096" y="0"/>
                </a:lnTo>
                <a:lnTo>
                  <a:pt x="548640" y="219456"/>
                </a:lnTo>
                <a:close/>
              </a:path>
            </a:pathLst>
          </a:custGeom>
          <a:solidFill>
            <a:srgbClr val="F7F3EA"/>
          </a:solidFill>
          <a:ln w="12700">
            <a:solidFill>
              <a:srgbClr val="8A7A50"/>
            </a:solidFill>
            <a:prstDash val="solid"/>
          </a:ln>
        </p:spPr>
      </p:sp>
      <p:sp>
        <p:nvSpPr>
          <p:cNvPr id="19" name="Shape 17"/>
          <p:cNvSpPr/>
          <p:nvPr/>
        </p:nvSpPr>
        <p:spPr>
          <a:xfrm>
            <a:off x="4160520" y="1837944"/>
            <a:ext cx="219456" cy="768096"/>
          </a:xfrm>
          <a:custGeom>
            <a:avLst/>
            <a:gdLst/>
            <a:ahLst/>
            <a:cxnLst/>
            <a:rect l="l" t="t" r="r" b="b"/>
            <a:pathLst>
              <a:path w="219456" h="768096">
                <a:moveTo>
                  <a:pt x="0" y="219456"/>
                </a:moveTo>
                <a:lnTo>
                  <a:pt x="219456" y="0"/>
                </a:lnTo>
                <a:lnTo>
                  <a:pt x="219456" y="548640"/>
                </a:lnTo>
                <a:lnTo>
                  <a:pt x="0" y="768096"/>
                </a:lnTo>
                <a:close/>
              </a:path>
            </a:pathLst>
          </a:custGeom>
          <a:solidFill>
            <a:srgbClr val="D8CFBD"/>
          </a:solidFill>
          <a:ln w="12700">
            <a:solidFill>
              <a:srgbClr val="8A7A50"/>
            </a:solidFill>
            <a:prstDash val="solid"/>
          </a:ln>
        </p:spPr>
      </p:sp>
      <p:sp>
        <p:nvSpPr>
          <p:cNvPr id="20" name="Shape 18"/>
          <p:cNvSpPr/>
          <p:nvPr/>
        </p:nvSpPr>
        <p:spPr>
          <a:xfrm>
            <a:off x="3611880" y="2057400"/>
            <a:ext cx="548640" cy="548640"/>
          </a:xfrm>
          <a:prstGeom prst="rect">
            <a:avLst/>
          </a:prstGeom>
          <a:solidFill>
            <a:srgbClr val="F2EBDD"/>
          </a:solidFill>
          <a:ln w="12700">
            <a:solidFill>
              <a:srgbClr val="8A7A50"/>
            </a:solidFill>
            <a:prstDash val="solid"/>
          </a:ln>
        </p:spPr>
      </p:sp>
      <p:sp>
        <p:nvSpPr>
          <p:cNvPr id="21" name="Shape 19"/>
          <p:cNvSpPr/>
          <p:nvPr/>
        </p:nvSpPr>
        <p:spPr>
          <a:xfrm>
            <a:off x="4480560" y="1837944"/>
            <a:ext cx="768096" cy="219456"/>
          </a:xfrm>
          <a:custGeom>
            <a:avLst/>
            <a:gdLst/>
            <a:ahLst/>
            <a:cxnLst/>
            <a:rect l="l" t="t" r="r" b="b"/>
            <a:pathLst>
              <a:path w="768096" h="219456">
                <a:moveTo>
                  <a:pt x="0" y="219456"/>
                </a:moveTo>
                <a:lnTo>
                  <a:pt x="219456" y="0"/>
                </a:lnTo>
                <a:lnTo>
                  <a:pt x="768096" y="0"/>
                </a:lnTo>
                <a:lnTo>
                  <a:pt x="548640" y="219456"/>
                </a:lnTo>
                <a:close/>
              </a:path>
            </a:pathLst>
          </a:custGeom>
          <a:solidFill>
            <a:srgbClr val="F7F3EA"/>
          </a:solidFill>
          <a:ln w="12700">
            <a:solidFill>
              <a:srgbClr val="8A7A50"/>
            </a:solidFill>
            <a:prstDash val="solid"/>
          </a:ln>
        </p:spPr>
      </p:sp>
      <p:sp>
        <p:nvSpPr>
          <p:cNvPr id="22" name="Shape 20"/>
          <p:cNvSpPr/>
          <p:nvPr/>
        </p:nvSpPr>
        <p:spPr>
          <a:xfrm>
            <a:off x="5029200" y="1837944"/>
            <a:ext cx="219456" cy="768096"/>
          </a:xfrm>
          <a:custGeom>
            <a:avLst/>
            <a:gdLst/>
            <a:ahLst/>
            <a:cxnLst/>
            <a:rect l="l" t="t" r="r" b="b"/>
            <a:pathLst>
              <a:path w="219456" h="768096">
                <a:moveTo>
                  <a:pt x="0" y="219456"/>
                </a:moveTo>
                <a:lnTo>
                  <a:pt x="219456" y="0"/>
                </a:lnTo>
                <a:lnTo>
                  <a:pt x="219456" y="548640"/>
                </a:lnTo>
                <a:lnTo>
                  <a:pt x="0" y="768096"/>
                </a:lnTo>
                <a:close/>
              </a:path>
            </a:pathLst>
          </a:custGeom>
          <a:solidFill>
            <a:srgbClr val="D8CFBD"/>
          </a:solidFill>
          <a:ln w="12700">
            <a:solidFill>
              <a:srgbClr val="8A7A50"/>
            </a:solidFill>
            <a:prstDash val="solid"/>
          </a:ln>
        </p:spPr>
      </p:sp>
      <p:sp>
        <p:nvSpPr>
          <p:cNvPr id="23" name="Shape 21"/>
          <p:cNvSpPr/>
          <p:nvPr/>
        </p:nvSpPr>
        <p:spPr>
          <a:xfrm>
            <a:off x="4480560" y="2057400"/>
            <a:ext cx="548640" cy="548640"/>
          </a:xfrm>
          <a:prstGeom prst="rect">
            <a:avLst/>
          </a:prstGeom>
          <a:solidFill>
            <a:srgbClr val="F2EBDD"/>
          </a:solidFill>
          <a:ln w="12700">
            <a:solidFill>
              <a:srgbClr val="8A7A50"/>
            </a:solidFill>
            <a:prstDash val="solid"/>
          </a:ln>
        </p:spPr>
      </p:sp>
      <p:sp>
        <p:nvSpPr>
          <p:cNvPr id="24" name="Shape 22"/>
          <p:cNvSpPr/>
          <p:nvPr/>
        </p:nvSpPr>
        <p:spPr>
          <a:xfrm>
            <a:off x="3611880" y="2615184"/>
            <a:ext cx="768096" cy="219456"/>
          </a:xfrm>
          <a:custGeom>
            <a:avLst/>
            <a:gdLst/>
            <a:ahLst/>
            <a:cxnLst/>
            <a:rect l="l" t="t" r="r" b="b"/>
            <a:pathLst>
              <a:path w="768096" h="219456">
                <a:moveTo>
                  <a:pt x="0" y="219456"/>
                </a:moveTo>
                <a:lnTo>
                  <a:pt x="219456" y="0"/>
                </a:lnTo>
                <a:lnTo>
                  <a:pt x="768096" y="0"/>
                </a:lnTo>
                <a:lnTo>
                  <a:pt x="548640" y="219456"/>
                </a:lnTo>
                <a:close/>
              </a:path>
            </a:pathLst>
          </a:custGeom>
          <a:solidFill>
            <a:srgbClr val="F7F3EA"/>
          </a:solidFill>
          <a:ln w="12700">
            <a:solidFill>
              <a:srgbClr val="8A7A50"/>
            </a:solidFill>
            <a:prstDash val="solid"/>
          </a:ln>
        </p:spPr>
      </p:sp>
      <p:sp>
        <p:nvSpPr>
          <p:cNvPr id="25" name="Shape 23"/>
          <p:cNvSpPr/>
          <p:nvPr/>
        </p:nvSpPr>
        <p:spPr>
          <a:xfrm>
            <a:off x="4160520" y="2615184"/>
            <a:ext cx="219456" cy="768096"/>
          </a:xfrm>
          <a:custGeom>
            <a:avLst/>
            <a:gdLst/>
            <a:ahLst/>
            <a:cxnLst/>
            <a:rect l="l" t="t" r="r" b="b"/>
            <a:pathLst>
              <a:path w="219456" h="768096">
                <a:moveTo>
                  <a:pt x="0" y="219456"/>
                </a:moveTo>
                <a:lnTo>
                  <a:pt x="219456" y="0"/>
                </a:lnTo>
                <a:lnTo>
                  <a:pt x="219456" y="548640"/>
                </a:lnTo>
                <a:lnTo>
                  <a:pt x="0" y="768096"/>
                </a:lnTo>
                <a:close/>
              </a:path>
            </a:pathLst>
          </a:custGeom>
          <a:solidFill>
            <a:srgbClr val="D8CFBD"/>
          </a:solidFill>
          <a:ln w="12700">
            <a:solidFill>
              <a:srgbClr val="8A7A50"/>
            </a:solidFill>
            <a:prstDash val="solid"/>
          </a:ln>
        </p:spPr>
      </p:sp>
      <p:sp>
        <p:nvSpPr>
          <p:cNvPr id="26" name="Shape 24"/>
          <p:cNvSpPr/>
          <p:nvPr/>
        </p:nvSpPr>
        <p:spPr>
          <a:xfrm>
            <a:off x="3611880" y="2834640"/>
            <a:ext cx="548640" cy="548640"/>
          </a:xfrm>
          <a:prstGeom prst="rect">
            <a:avLst/>
          </a:prstGeom>
          <a:solidFill>
            <a:srgbClr val="F2EBDD"/>
          </a:solidFill>
          <a:ln w="12700">
            <a:solidFill>
              <a:srgbClr val="8A7A50"/>
            </a:solidFill>
            <a:prstDash val="solid"/>
          </a:ln>
        </p:spPr>
      </p:sp>
      <p:sp>
        <p:nvSpPr>
          <p:cNvPr id="27" name="Shape 25"/>
          <p:cNvSpPr/>
          <p:nvPr/>
        </p:nvSpPr>
        <p:spPr>
          <a:xfrm>
            <a:off x="4480560" y="2615184"/>
            <a:ext cx="768096" cy="219456"/>
          </a:xfrm>
          <a:custGeom>
            <a:avLst/>
            <a:gdLst/>
            <a:ahLst/>
            <a:cxnLst/>
            <a:rect l="l" t="t" r="r" b="b"/>
            <a:pathLst>
              <a:path w="768096" h="219456">
                <a:moveTo>
                  <a:pt x="0" y="219456"/>
                </a:moveTo>
                <a:lnTo>
                  <a:pt x="219456" y="0"/>
                </a:lnTo>
                <a:lnTo>
                  <a:pt x="768096" y="0"/>
                </a:lnTo>
                <a:lnTo>
                  <a:pt x="548640" y="219456"/>
                </a:lnTo>
                <a:close/>
              </a:path>
            </a:pathLst>
          </a:custGeom>
          <a:solidFill>
            <a:srgbClr val="F7F3EA"/>
          </a:solidFill>
          <a:ln w="12700">
            <a:solidFill>
              <a:srgbClr val="8A7A50"/>
            </a:solidFill>
            <a:prstDash val="solid"/>
          </a:ln>
        </p:spPr>
      </p:sp>
      <p:sp>
        <p:nvSpPr>
          <p:cNvPr id="28" name="Shape 26"/>
          <p:cNvSpPr/>
          <p:nvPr/>
        </p:nvSpPr>
        <p:spPr>
          <a:xfrm>
            <a:off x="5029200" y="2615184"/>
            <a:ext cx="219456" cy="768096"/>
          </a:xfrm>
          <a:custGeom>
            <a:avLst/>
            <a:gdLst/>
            <a:ahLst/>
            <a:cxnLst/>
            <a:rect l="l" t="t" r="r" b="b"/>
            <a:pathLst>
              <a:path w="219456" h="768096">
                <a:moveTo>
                  <a:pt x="0" y="219456"/>
                </a:moveTo>
                <a:lnTo>
                  <a:pt x="219456" y="0"/>
                </a:lnTo>
                <a:lnTo>
                  <a:pt x="219456" y="548640"/>
                </a:lnTo>
                <a:lnTo>
                  <a:pt x="0" y="768096"/>
                </a:lnTo>
                <a:close/>
              </a:path>
            </a:pathLst>
          </a:custGeom>
          <a:solidFill>
            <a:srgbClr val="D8CFBD"/>
          </a:solidFill>
          <a:ln w="12700">
            <a:solidFill>
              <a:srgbClr val="8A7A50"/>
            </a:solidFill>
            <a:prstDash val="solid"/>
          </a:ln>
        </p:spPr>
      </p:sp>
      <p:sp>
        <p:nvSpPr>
          <p:cNvPr id="29" name="Shape 27"/>
          <p:cNvSpPr/>
          <p:nvPr/>
        </p:nvSpPr>
        <p:spPr>
          <a:xfrm>
            <a:off x="4480560" y="2834640"/>
            <a:ext cx="548640" cy="548640"/>
          </a:xfrm>
          <a:prstGeom prst="rect">
            <a:avLst/>
          </a:prstGeom>
          <a:solidFill>
            <a:srgbClr val="F2EBDD"/>
          </a:solidFill>
          <a:ln w="12700">
            <a:solidFill>
              <a:srgbClr val="8A7A50"/>
            </a:solidFill>
            <a:prstDash val="solid"/>
          </a:ln>
        </p:spPr>
      </p:sp>
      <p:sp>
        <p:nvSpPr>
          <p:cNvPr id="30" name="Text 28"/>
          <p:cNvSpPr/>
          <p:nvPr/>
        </p:nvSpPr>
        <p:spPr>
          <a:xfrm>
            <a:off x="3611880" y="3611880"/>
            <a:ext cx="2011680" cy="201168"/>
          </a:xfrm>
          <a:prstGeom prst="rect">
            <a:avLst/>
          </a:prstGeom>
          <a:noFill/>
          <a:ln/>
        </p:spPr>
        <p:txBody>
          <a:bodyPr wrap="square" lIns="0" tIns="0" rIns="0" bIns="0" rtlCol="0" anchor="ctr"/>
          <a:lstStyle/>
          <a:p>
            <a:pPr algn="l" indent="0" marL="0">
              <a:buNone/>
            </a:pPr>
            <a:r>
              <a:rPr lang="en-US" sz="1000" i="1" dirty="0">
                <a:solidFill>
                  <a:srgbClr val="6B7385"/>
                </a:solidFill>
                <a:latin typeface="Calibri" pitchFamily="34" charset="0"/>
                <a:ea typeface="Calibri" pitchFamily="34" charset="-122"/>
                <a:cs typeface="Calibri" pitchFamily="34" charset="-120"/>
              </a:rPr>
              <a:t>four shown; four more behind</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3931920"/>
          <a:ext cx="5120640" cy="914400"/>
        </p:xfrm>
        <a:graphic>
          <a:graphicData uri="http://schemas.openxmlformats.org/drawingml/2006/table">
            <a:tbl>
              <a:tblPr/>
              <a:tblGrid>
                <a:gridCol w="1554480"/>
                <a:gridCol w="1600200"/>
                <a:gridCol w="1965960"/>
              </a:tblGrid>
              <a:tr h="274320">
                <a:tc>
                  <a:txBody>
                    <a:bodyPr/>
                    <a:lstStyle/>
                    <a:p>
                      <a:pPr algn="ctr" indent="0" marL="0">
                        <a:buNone/>
                      </a:pP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2 cm cube</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Eight 1 cm cubes</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r>
              <a:tr h="274320">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Surface area / cm²</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6 × 2 × 2 = 24</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8 × 6 × 1 × 1 = 48</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r h="274320">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Volume / cm³</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 × 2 × 2 = 8</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8 × 1 = 8</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r>
              <a:tr h="274320">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SA : V</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b="1" dirty="0">
                          <a:solidFill>
                            <a:srgbClr val="6A3FA0"/>
                          </a:solidFill>
                          <a:latin typeface="Calibri" pitchFamily="34" charset="0"/>
                          <a:ea typeface="Calibri" pitchFamily="34" charset="-122"/>
                          <a:cs typeface="Calibri" pitchFamily="34" charset="-120"/>
                        </a:rPr>
                        <a:t>24 ÷ 8 = 3</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b="1" dirty="0">
                          <a:solidFill>
                            <a:srgbClr val="C8414C"/>
                          </a:solidFill>
                          <a:latin typeface="Calibri" pitchFamily="34" charset="0"/>
                          <a:ea typeface="Calibri" pitchFamily="34" charset="-122"/>
                          <a:cs typeface="Calibri" pitchFamily="34" charset="-120"/>
                        </a:rPr>
                        <a:t>48 ÷ 8 = 6</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bl>
          </a:graphicData>
        </a:graphic>
      </p:graphicFrame>
      <p:sp>
        <p:nvSpPr>
          <p:cNvPr id="32" name="Shape 29"/>
          <p:cNvSpPr/>
          <p:nvPr/>
        </p:nvSpPr>
        <p:spPr>
          <a:xfrm>
            <a:off x="6217920" y="1188720"/>
            <a:ext cx="5562295" cy="3200400"/>
          </a:xfrm>
          <a:prstGeom prst="roundRect">
            <a:avLst>
              <a:gd name="adj" fmla="val 1714"/>
            </a:avLst>
          </a:prstGeom>
          <a:solidFill>
            <a:srgbClr val="F8F5FC"/>
          </a:solidFill>
          <a:ln w="9525">
            <a:solidFill>
              <a:srgbClr val="DDD3EC"/>
            </a:solidFill>
            <a:prstDash val="solid"/>
          </a:ln>
        </p:spPr>
      </p:sp>
      <p:sp>
        <p:nvSpPr>
          <p:cNvPr id="33" name="Text 30"/>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Smaller pieces react faster</a:t>
            </a:r>
            <a:endParaRPr lang="en-US" sz="1300" dirty="0"/>
          </a:p>
        </p:txBody>
      </p:sp>
      <p:sp>
        <p:nvSpPr>
          <p:cNvPr id="34" name="Text 31"/>
          <p:cNvSpPr/>
          <p:nvPr/>
        </p:nvSpPr>
        <p:spPr>
          <a:xfrm>
            <a:off x="6382512" y="1609344"/>
            <a:ext cx="5233111" cy="270662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 solid can only react at its </a:t>
            </a:r>
            <a:r>
              <a:rPr lang="en-US" sz="1100" b="1" dirty="0">
                <a:solidFill>
                  <a:srgbClr val="262B3A"/>
                </a:solidFill>
                <a:latin typeface="Calibri" pitchFamily="34" charset="0"/>
                <a:ea typeface="Calibri" pitchFamily="34" charset="-122"/>
                <a:cs typeface="Calibri" pitchFamily="34" charset="-120"/>
              </a:rPr>
              <a:t>surface</a:t>
            </a:r>
            <a:r>
              <a:rPr lang="en-US" sz="1100" dirty="0">
                <a:solidFill>
                  <a:srgbClr val="262B3A"/>
                </a:solidFill>
                <a:latin typeface="Calibri" pitchFamily="34" charset="0"/>
                <a:ea typeface="Calibri" pitchFamily="34" charset="-122"/>
                <a:cs typeface="Calibri" pitchFamily="34" charset="-120"/>
              </a:rPr>
              <a:t>, where acid particles can </a:t>
            </a:r>
            <a:r>
              <a:rPr lang="en-US" sz="1100" b="1" dirty="0">
                <a:solidFill>
                  <a:srgbClr val="262B3A"/>
                </a:solidFill>
                <a:latin typeface="Calibri" pitchFamily="34" charset="0"/>
                <a:ea typeface="Calibri" pitchFamily="34" charset="-122"/>
                <a:cs typeface="Calibri" pitchFamily="34" charset="-120"/>
              </a:rPr>
              <a:t>collide</a:t>
            </a:r>
            <a:r>
              <a:rPr lang="en-US" sz="1100" dirty="0">
                <a:solidFill>
                  <a:srgbClr val="262B3A"/>
                </a:solidFill>
                <a:latin typeface="Calibri" pitchFamily="34" charset="0"/>
                <a:ea typeface="Calibri" pitchFamily="34" charset="-122"/>
                <a:cs typeface="Calibri" pitchFamily="34" charset="-120"/>
              </a:rPr>
              <a:t> with it.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Cutting a solid into </a:t>
            </a:r>
            <a:r>
              <a:rPr lang="en-US" sz="1100" b="1" dirty="0">
                <a:solidFill>
                  <a:srgbClr val="262B3A"/>
                </a:solidFill>
                <a:latin typeface="Calibri" pitchFamily="34" charset="0"/>
                <a:ea typeface="Calibri" pitchFamily="34" charset="-122"/>
                <a:cs typeface="Calibri" pitchFamily="34" charset="-120"/>
              </a:rPr>
              <a:t>smaller pieces</a:t>
            </a:r>
            <a:r>
              <a:rPr lang="en-US" sz="1100" dirty="0">
                <a:solidFill>
                  <a:srgbClr val="262B3A"/>
                </a:solidFill>
                <a:latin typeface="Calibri" pitchFamily="34" charset="0"/>
                <a:ea typeface="Calibri" pitchFamily="34" charset="-122"/>
                <a:cs typeface="Calibri" pitchFamily="34" charset="-120"/>
              </a:rPr>
              <a:t> keeps the </a:t>
            </a:r>
            <a:r>
              <a:rPr lang="en-US" sz="1100" b="1" dirty="0">
                <a:solidFill>
                  <a:srgbClr val="262B3A"/>
                </a:solidFill>
                <a:latin typeface="Calibri" pitchFamily="34" charset="0"/>
                <a:ea typeface="Calibri" pitchFamily="34" charset="-122"/>
                <a:cs typeface="Calibri" pitchFamily="34" charset="-120"/>
              </a:rPr>
              <a:t>volume</a:t>
            </a:r>
            <a:r>
              <a:rPr lang="en-US" sz="1100" dirty="0">
                <a:solidFill>
                  <a:srgbClr val="262B3A"/>
                </a:solidFill>
                <a:latin typeface="Calibri" pitchFamily="34" charset="0"/>
                <a:ea typeface="Calibri" pitchFamily="34" charset="-122"/>
                <a:cs typeface="Calibri" pitchFamily="34" charset="-120"/>
              </a:rPr>
              <a:t> the same but exposes </a:t>
            </a:r>
            <a:r>
              <a:rPr lang="en-US" sz="1100" b="1" dirty="0">
                <a:solidFill>
                  <a:srgbClr val="262B3A"/>
                </a:solidFill>
                <a:latin typeface="Calibri" pitchFamily="34" charset="0"/>
                <a:ea typeface="Calibri" pitchFamily="34" charset="-122"/>
                <a:cs typeface="Calibri" pitchFamily="34" charset="-120"/>
              </a:rPr>
              <a:t>more surface</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So the </a:t>
            </a:r>
            <a:r>
              <a:rPr lang="en-US" sz="1100" b="1" dirty="0">
                <a:solidFill>
                  <a:srgbClr val="262B3A"/>
                </a:solidFill>
                <a:latin typeface="Calibri" pitchFamily="34" charset="0"/>
                <a:ea typeface="Calibri" pitchFamily="34" charset="-122"/>
                <a:cs typeface="Calibri" pitchFamily="34" charset="-120"/>
              </a:rPr>
              <a:t>surface area to volume ratio (SA:V)</a:t>
            </a:r>
            <a:r>
              <a:rPr lang="en-US" sz="1100" dirty="0">
                <a:solidFill>
                  <a:srgbClr val="262B3A"/>
                </a:solidFill>
                <a:latin typeface="Calibri" pitchFamily="34" charset="0"/>
                <a:ea typeface="Calibri" pitchFamily="34" charset="-122"/>
                <a:cs typeface="Calibri" pitchFamily="34" charset="-120"/>
              </a:rPr>
              <a:t> goes </a:t>
            </a:r>
            <a:r>
              <a:rPr lang="en-US" sz="1100" b="1" dirty="0">
                <a:solidFill>
                  <a:srgbClr val="262B3A"/>
                </a:solidFill>
                <a:latin typeface="Calibri" pitchFamily="34" charset="0"/>
                <a:ea typeface="Calibri" pitchFamily="34" charset="-122"/>
                <a:cs typeface="Calibri" pitchFamily="34" charset="-120"/>
              </a:rPr>
              <a:t>up</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More surface: </a:t>
            </a:r>
            <a:r>
              <a:rPr lang="en-US" sz="1100" b="1" dirty="0">
                <a:solidFill>
                  <a:srgbClr val="262B3A"/>
                </a:solidFill>
                <a:latin typeface="Calibri" pitchFamily="34" charset="0"/>
                <a:ea typeface="Calibri" pitchFamily="34" charset="-122"/>
                <a:cs typeface="Calibri" pitchFamily="34" charset="-120"/>
              </a:rPr>
              <a:t>more frequent collisions</a:t>
            </a:r>
            <a:r>
              <a:rPr lang="en-US" sz="1100" dirty="0">
                <a:solidFill>
                  <a:srgbClr val="262B3A"/>
                </a:solidFill>
                <a:latin typeface="Calibri" pitchFamily="34" charset="0"/>
                <a:ea typeface="Calibri" pitchFamily="34" charset="-122"/>
                <a:cs typeface="Calibri" pitchFamily="34" charset="-120"/>
              </a:rPr>
              <a:t>, so a </a:t>
            </a:r>
            <a:r>
              <a:rPr lang="en-US" sz="1100" b="1" dirty="0">
                <a:solidFill>
                  <a:srgbClr val="262B3A"/>
                </a:solidFill>
                <a:latin typeface="Calibri" pitchFamily="34" charset="0"/>
                <a:ea typeface="Calibri" pitchFamily="34" charset="-122"/>
                <a:cs typeface="Calibri" pitchFamily="34" charset="-120"/>
              </a:rPr>
              <a:t>faster</a:t>
            </a:r>
            <a:r>
              <a:rPr lang="en-US" sz="1100" dirty="0">
                <a:solidFill>
                  <a:srgbClr val="262B3A"/>
                </a:solidFill>
                <a:latin typeface="Calibri" pitchFamily="34" charset="0"/>
                <a:ea typeface="Calibri" pitchFamily="34" charset="-122"/>
                <a:cs typeface="Calibri" pitchFamily="34" charset="-120"/>
              </a:rPr>
              <a:t> rate. Powder reacts fastest.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Same mass of solid: the </a:t>
            </a:r>
            <a:r>
              <a:rPr lang="en-US" sz="1100" b="1" dirty="0">
                <a:solidFill>
                  <a:srgbClr val="262B3A"/>
                </a:solidFill>
                <a:latin typeface="Calibri" pitchFamily="34" charset="0"/>
                <a:ea typeface="Calibri" pitchFamily="34" charset="-122"/>
                <a:cs typeface="Calibri" pitchFamily="34" charset="-120"/>
              </a:rPr>
              <a:t>same total</a:t>
            </a:r>
            <a:r>
              <a:rPr lang="en-US" sz="1100" dirty="0">
                <a:solidFill>
                  <a:srgbClr val="262B3A"/>
                </a:solidFill>
                <a:latin typeface="Calibri" pitchFamily="34" charset="0"/>
                <a:ea typeface="Calibri" pitchFamily="34" charset="-122"/>
                <a:cs typeface="Calibri" pitchFamily="34" charset="-120"/>
              </a:rPr>
              <a:t> product, made </a:t>
            </a:r>
            <a:r>
              <a:rPr lang="en-US" sz="1100" b="1" dirty="0">
                <a:solidFill>
                  <a:srgbClr val="262B3A"/>
                </a:solidFill>
                <a:latin typeface="Calibri" pitchFamily="34" charset="0"/>
                <a:ea typeface="Calibri" pitchFamily="34" charset="-122"/>
                <a:cs typeface="Calibri" pitchFamily="34" charset="-120"/>
              </a:rPr>
              <a:t>sooner</a:t>
            </a:r>
            <a:r>
              <a:rPr lang="en-US" sz="1100" dirty="0">
                <a:solidFill>
                  <a:srgbClr val="262B3A"/>
                </a:solidFill>
                <a:latin typeface="Calibri" pitchFamily="34" charset="0"/>
                <a:ea typeface="Calibri" pitchFamily="34" charset="-122"/>
                <a:cs typeface="Calibri" pitchFamily="34" charset="-120"/>
              </a:rPr>
              <a:t>.</a:t>
            </a:r>
            <a:endParaRPr lang="en-US" sz="1100" dirty="0"/>
          </a:p>
        </p:txBody>
      </p:sp>
      <p:sp>
        <p:nvSpPr>
          <p:cNvPr id="35" name="Shape 32"/>
          <p:cNvSpPr/>
          <p:nvPr/>
        </p:nvSpPr>
        <p:spPr>
          <a:xfrm>
            <a:off x="6217920" y="4526280"/>
            <a:ext cx="5562295" cy="1188720"/>
          </a:xfrm>
          <a:prstGeom prst="roundRect">
            <a:avLst>
              <a:gd name="adj" fmla="val 4615"/>
            </a:avLst>
          </a:prstGeom>
          <a:solidFill>
            <a:srgbClr val="FFF4E0"/>
          </a:solidFill>
          <a:ln w="9525">
            <a:solidFill>
              <a:srgbClr val="F1D9A8"/>
            </a:solidFill>
            <a:prstDash val="solid"/>
          </a:ln>
        </p:spPr>
      </p:sp>
      <p:sp>
        <p:nvSpPr>
          <p:cNvPr id="36" name="Text 33"/>
          <p:cNvSpPr/>
          <p:nvPr/>
        </p:nvSpPr>
        <p:spPr>
          <a:xfrm>
            <a:off x="6382512" y="45994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SA:V</a:t>
            </a:r>
            <a:endParaRPr lang="en-US" sz="1300" dirty="0"/>
          </a:p>
        </p:txBody>
      </p:sp>
      <p:sp>
        <p:nvSpPr>
          <p:cNvPr id="37" name="Text 34"/>
          <p:cNvSpPr/>
          <p:nvPr/>
        </p:nvSpPr>
        <p:spPr>
          <a:xfrm>
            <a:off x="6382512" y="4910328"/>
            <a:ext cx="5233111" cy="7315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Compare a 2 cm cube with eight 1 cm cubes.</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SA:V   </a:t>
            </a:r>
            <a:r>
              <a:rPr lang="en-US" sz="1050" dirty="0">
                <a:solidFill>
                  <a:srgbClr val="262B3A"/>
                </a:solidFill>
                <a:latin typeface="Calibri" pitchFamily="34" charset="0"/>
                <a:ea typeface="Calibri" pitchFamily="34" charset="-122"/>
                <a:cs typeface="Calibri" pitchFamily="34" charset="-120"/>
              </a:rPr>
              <a:t>24 ÷ 8 = 3, and 48 ÷ 8 = 6</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SA:V </a:t>
            </a:r>
            <a:r>
              <a:rPr lang="en-US" sz="1050" b="1" dirty="0">
                <a:solidFill>
                  <a:srgbClr val="C8414C"/>
                </a:solidFill>
                <a:latin typeface="Calibri" pitchFamily="34" charset="0"/>
                <a:ea typeface="Calibri" pitchFamily="34" charset="-122"/>
                <a:cs typeface="Calibri" pitchFamily="34" charset="-120"/>
              </a:rPr>
              <a:t>doubles</a:t>
            </a:r>
            <a:r>
              <a:rPr lang="en-US" sz="1050" b="1" dirty="0">
                <a:solidFill>
                  <a:srgbClr val="C8414C"/>
                </a:solidFill>
                <a:latin typeface="Calibri" pitchFamily="34" charset="0"/>
                <a:ea typeface="Calibri" pitchFamily="34" charset="-122"/>
                <a:cs typeface="Calibri" pitchFamily="34" charset="-120"/>
              </a:rPr>
              <a:t>, so collisions are more frequent</a:t>
            </a:r>
            <a:endParaRPr lang="en-US" sz="1050" dirty="0"/>
          </a:p>
        </p:txBody>
      </p:sp>
      <p:sp>
        <p:nvSpPr>
          <p:cNvPr id="38" name="Shape 35"/>
          <p:cNvSpPr/>
          <p:nvPr/>
        </p:nvSpPr>
        <p:spPr>
          <a:xfrm>
            <a:off x="411480" y="5833872"/>
            <a:ext cx="11368735" cy="530352"/>
          </a:xfrm>
          <a:prstGeom prst="rect">
            <a:avLst/>
          </a:prstGeom>
          <a:solidFill>
            <a:srgbClr val="FFF4E0"/>
          </a:solidFill>
          <a:ln w="6350">
            <a:solidFill>
              <a:srgbClr val="F1D9A8"/>
            </a:solidFill>
            <a:prstDash val="solid"/>
          </a:ln>
        </p:spPr>
      </p:sp>
      <p:sp>
        <p:nvSpPr>
          <p:cNvPr id="39" name="Shape 36"/>
          <p:cNvSpPr/>
          <p:nvPr/>
        </p:nvSpPr>
        <p:spPr>
          <a:xfrm>
            <a:off x="411480" y="5833872"/>
            <a:ext cx="82296" cy="530352"/>
          </a:xfrm>
          <a:prstGeom prst="rect">
            <a:avLst/>
          </a:prstGeom>
          <a:solidFill>
            <a:srgbClr val="E39A2F"/>
          </a:solidFill>
          <a:ln w="12700">
            <a:solidFill>
              <a:srgbClr val="E39A2F"/>
            </a:solidFill>
            <a:prstDash val="solid"/>
          </a:ln>
        </p:spPr>
      </p:sp>
      <p:sp>
        <p:nvSpPr>
          <p:cNvPr id="40" name="Text 37"/>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a:t>
            </a:r>
            <a:r>
              <a:rPr lang="en-US" sz="1150" b="1" dirty="0">
                <a:solidFill>
                  <a:srgbClr val="262B3A"/>
                </a:solidFill>
                <a:latin typeface="Calibri" pitchFamily="34" charset="0"/>
                <a:ea typeface="Calibri" pitchFamily="34" charset="-122"/>
                <a:cs typeface="Calibri" pitchFamily="34" charset="-120"/>
              </a:rPr>
              <a:t>4 cm</a:t>
            </a:r>
            <a:r>
              <a:rPr lang="en-US" sz="1150" dirty="0">
                <a:solidFill>
                  <a:srgbClr val="262B3A"/>
                </a:solidFill>
                <a:latin typeface="Calibri" pitchFamily="34" charset="0"/>
                <a:ea typeface="Calibri" pitchFamily="34" charset="-122"/>
                <a:cs typeface="Calibri" pitchFamily="34" charset="-120"/>
              </a:rPr>
              <a:t> cube is cut into </a:t>
            </a:r>
            <a:r>
              <a:rPr lang="en-US" sz="1150" b="1" dirty="0">
                <a:solidFill>
                  <a:srgbClr val="262B3A"/>
                </a:solidFill>
                <a:latin typeface="Calibri" pitchFamily="34" charset="0"/>
                <a:ea typeface="Calibri" pitchFamily="34" charset="-122"/>
                <a:cs typeface="Calibri" pitchFamily="34" charset="-120"/>
              </a:rPr>
              <a:t>eight 2 cm</a:t>
            </a:r>
            <a:r>
              <a:rPr lang="en-US" sz="1150" dirty="0">
                <a:solidFill>
                  <a:srgbClr val="262B3A"/>
                </a:solidFill>
                <a:latin typeface="Calibri" pitchFamily="34" charset="0"/>
                <a:ea typeface="Calibri" pitchFamily="34" charset="-122"/>
                <a:cs typeface="Calibri" pitchFamily="34" charset="-120"/>
              </a:rPr>
              <a:t> cubes. Calculate SA:V </a:t>
            </a:r>
            <a:r>
              <a:rPr lang="en-US" sz="1150" b="1" dirty="0">
                <a:solidFill>
                  <a:srgbClr val="262B3A"/>
                </a:solidFill>
                <a:latin typeface="Calibri" pitchFamily="34" charset="0"/>
                <a:ea typeface="Calibri" pitchFamily="34" charset="-122"/>
                <a:cs typeface="Calibri" pitchFamily="34" charset="-120"/>
              </a:rPr>
              <a:t>before</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after</a:t>
            </a:r>
            <a:r>
              <a:rPr lang="en-US" sz="1150" dirty="0">
                <a:solidFill>
                  <a:srgbClr val="262B3A"/>
                </a:solidFill>
                <a:latin typeface="Calibri" pitchFamily="34" charset="0"/>
                <a:ea typeface="Calibri" pitchFamily="34" charset="-122"/>
                <a:cs typeface="Calibri" pitchFamily="34" charset="-120"/>
              </a:rPr>
              <a:t>. Why are powders a fire or explosion risk in flour mills?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2</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C6.2.1, C6.2.2, C6.2.3 • factors, collisions and SA:V</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C6.2 How do chemists control the rate of reactions?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2  |  12</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Use collision theory to explain why magnesium reacts </a:t>
            </a:r>
            <a:r>
              <a:rPr lang="en-US" sz="1250" b="1" dirty="0">
                <a:solidFill>
                  <a:srgbClr val="262B3A"/>
                </a:solidFill>
                <a:latin typeface="Calibri" pitchFamily="34" charset="0"/>
                <a:ea typeface="Calibri" pitchFamily="34" charset="-122"/>
                <a:cs typeface="Calibri" pitchFamily="34" charset="-120"/>
              </a:rPr>
              <a:t>faster</a:t>
            </a:r>
            <a:r>
              <a:rPr lang="en-US" sz="1250" dirty="0">
                <a:solidFill>
                  <a:srgbClr val="262B3A"/>
                </a:solidFill>
                <a:latin typeface="Calibri" pitchFamily="34" charset="0"/>
                <a:ea typeface="Calibri" pitchFamily="34" charset="-122"/>
                <a:cs typeface="Calibri" pitchFamily="34" charset="-120"/>
              </a:rPr>
              <a:t> with </a:t>
            </a:r>
            <a:r>
              <a:rPr lang="en-US" sz="1250" b="1" dirty="0">
                <a:solidFill>
                  <a:srgbClr val="262B3A"/>
                </a:solidFill>
                <a:latin typeface="Calibri" pitchFamily="34" charset="0"/>
                <a:ea typeface="Calibri" pitchFamily="34" charset="-122"/>
                <a:cs typeface="Calibri" pitchFamily="34" charset="-120"/>
              </a:rPr>
              <a:t>more concentrated</a:t>
            </a:r>
            <a:r>
              <a:rPr lang="en-US" sz="1250" dirty="0">
                <a:solidFill>
                  <a:srgbClr val="262B3A"/>
                </a:solidFill>
                <a:latin typeface="Calibri" pitchFamily="34" charset="0"/>
                <a:ea typeface="Calibri" pitchFamily="34" charset="-122"/>
                <a:cs typeface="Calibri" pitchFamily="34" charset="-120"/>
              </a:rPr>
              <a:t> hydrochloric acid.</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reasons why a reaction is faster at a </a:t>
            </a:r>
            <a:r>
              <a:rPr lang="en-US" sz="1250" b="1" dirty="0">
                <a:solidFill>
                  <a:srgbClr val="262B3A"/>
                </a:solidFill>
                <a:latin typeface="Calibri" pitchFamily="34" charset="0"/>
                <a:ea typeface="Calibri" pitchFamily="34" charset="-122"/>
                <a:cs typeface="Calibri" pitchFamily="34" charset="-120"/>
              </a:rPr>
              <a:t>higher temperature</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Calculate the </a:t>
            </a:r>
            <a:r>
              <a:rPr lang="en-US" sz="1250" b="1" dirty="0">
                <a:solidFill>
                  <a:srgbClr val="262B3A"/>
                </a:solidFill>
                <a:latin typeface="Calibri" pitchFamily="34" charset="0"/>
                <a:ea typeface="Calibri" pitchFamily="34" charset="-122"/>
                <a:cs typeface="Calibri" pitchFamily="34" charset="-120"/>
              </a:rPr>
              <a:t>surface area to volume ratio</a:t>
            </a:r>
            <a:r>
              <a:rPr lang="en-US" sz="1250" dirty="0">
                <a:solidFill>
                  <a:srgbClr val="262B3A"/>
                </a:solidFill>
                <a:latin typeface="Calibri" pitchFamily="34" charset="0"/>
                <a:ea typeface="Calibri" pitchFamily="34" charset="-122"/>
                <a:cs typeface="Calibri" pitchFamily="34" charset="-120"/>
              </a:rPr>
              <a:t> of a cube with sides of </a:t>
            </a:r>
            <a:r>
              <a:rPr lang="en-US" sz="1250" b="1" dirty="0">
                <a:solidFill>
                  <a:srgbClr val="262B3A"/>
                </a:solidFill>
                <a:latin typeface="Calibri" pitchFamily="34" charset="0"/>
                <a:ea typeface="Calibri" pitchFamily="34" charset="-122"/>
                <a:cs typeface="Calibri" pitchFamily="34" charset="-120"/>
              </a:rPr>
              <a:t>3 cm</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marble </a:t>
            </a:r>
            <a:r>
              <a:rPr lang="en-US" sz="1250" b="1" dirty="0">
                <a:solidFill>
                  <a:srgbClr val="262B3A"/>
                </a:solidFill>
                <a:latin typeface="Calibri" pitchFamily="34" charset="0"/>
                <a:ea typeface="Calibri" pitchFamily="34" charset="-122"/>
                <a:cs typeface="Calibri" pitchFamily="34" charset="-120"/>
              </a:rPr>
              <a:t>powder</a:t>
            </a:r>
            <a:r>
              <a:rPr lang="en-US" sz="1250" dirty="0">
                <a:solidFill>
                  <a:srgbClr val="262B3A"/>
                </a:solidFill>
                <a:latin typeface="Calibri" pitchFamily="34" charset="0"/>
                <a:ea typeface="Calibri" pitchFamily="34" charset="-122"/>
                <a:cs typeface="Calibri" pitchFamily="34" charset="-120"/>
              </a:rPr>
              <a:t> reacts faster with acid than the same mass of marble </a:t>
            </a:r>
            <a:r>
              <a:rPr lang="en-US" sz="1250" b="1" dirty="0">
                <a:solidFill>
                  <a:srgbClr val="262B3A"/>
                </a:solidFill>
                <a:latin typeface="Calibri" pitchFamily="34" charset="0"/>
                <a:ea typeface="Calibri" pitchFamily="34" charset="-122"/>
                <a:cs typeface="Calibri" pitchFamily="34" charset="-120"/>
              </a:rPr>
              <a:t>chips</a:t>
            </a:r>
            <a:r>
              <a:rPr lang="en-US" sz="1250" dirty="0">
                <a:solidFill>
                  <a:srgbClr val="262B3A"/>
                </a:solidFill>
                <a:latin typeface="Calibri" pitchFamily="34" charset="0"/>
                <a:ea typeface="Calibri" pitchFamily="34" charset="-122"/>
                <a:cs typeface="Calibri" pitchFamily="34" charset="-120"/>
              </a:rPr>
              <a:t>, but gives the </a:t>
            </a:r>
            <a:r>
              <a:rPr lang="en-US" sz="1250" b="1" dirty="0">
                <a:solidFill>
                  <a:srgbClr val="262B3A"/>
                </a:solidFill>
                <a:latin typeface="Calibri" pitchFamily="34" charset="0"/>
                <a:ea typeface="Calibri" pitchFamily="34" charset="-122"/>
                <a:cs typeface="Calibri" pitchFamily="34" charset="-120"/>
              </a:rPr>
              <a:t>same</a:t>
            </a:r>
            <a:r>
              <a:rPr lang="en-US" sz="1250" dirty="0">
                <a:solidFill>
                  <a:srgbClr val="262B3A"/>
                </a:solidFill>
                <a:latin typeface="Calibri" pitchFamily="34" charset="0"/>
                <a:ea typeface="Calibri" pitchFamily="34" charset="-122"/>
                <a:cs typeface="Calibri" pitchFamily="34" charset="-120"/>
              </a:rPr>
              <a:t> total mass of CO₂.</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Catalysts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C6.2.4, C6.2.5 • the characteristics of catalysts; identify catalysts in reactions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C6.2 How do chemists control the rate of reactions?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C6.2.4  |  13</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hydrogen peroxide with and without manganese(IV) oxide; graph to scale</a:t>
            </a:r>
            <a:endParaRPr lang="en-US" sz="1000" dirty="0"/>
          </a:p>
        </p:txBody>
      </p:sp>
      <p:sp>
        <p:nvSpPr>
          <p:cNvPr id="10" name="Text 8"/>
          <p:cNvSpPr/>
          <p:nvPr/>
        </p:nvSpPr>
        <p:spPr>
          <a:xfrm>
            <a:off x="548640" y="1298448"/>
            <a:ext cx="1737360" cy="237744"/>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No catalyst</a:t>
            </a:r>
            <a:endParaRPr lang="en-US" sz="1050" dirty="0"/>
          </a:p>
        </p:txBody>
      </p:sp>
      <p:sp>
        <p:nvSpPr>
          <p:cNvPr id="11" name="Shape 9"/>
          <p:cNvSpPr/>
          <p:nvPr/>
        </p:nvSpPr>
        <p:spPr>
          <a:xfrm>
            <a:off x="891540" y="1691640"/>
            <a:ext cx="1051560" cy="1097280"/>
          </a:xfrm>
          <a:custGeom>
            <a:avLst/>
            <a:gdLst/>
            <a:ahLst/>
            <a:cxnLst/>
            <a:rect l="l" t="t" r="r" b="b"/>
            <a:pathLst>
              <a:path w="1051560" h="1097280">
                <a:moveTo>
                  <a:pt x="389077" y="0"/>
                </a:moveTo>
                <a:lnTo>
                  <a:pt x="662483" y="0"/>
                </a:lnTo>
                <a:lnTo>
                  <a:pt x="662483" y="329184"/>
                </a:lnTo>
                <a:lnTo>
                  <a:pt x="1051560" y="1097280"/>
                </a:lnTo>
                <a:lnTo>
                  <a:pt x="0" y="1097280"/>
                </a:lnTo>
                <a:lnTo>
                  <a:pt x="389077" y="329184"/>
                </a:lnTo>
                <a:close/>
              </a:path>
            </a:pathLst>
          </a:custGeom>
          <a:solidFill>
            <a:srgbClr val="EEF5FB"/>
          </a:solidFill>
          <a:ln/>
        </p:spPr>
      </p:sp>
      <p:sp>
        <p:nvSpPr>
          <p:cNvPr id="12" name="Shape 10"/>
          <p:cNvSpPr/>
          <p:nvPr/>
        </p:nvSpPr>
        <p:spPr>
          <a:xfrm>
            <a:off x="891540" y="2466320"/>
            <a:ext cx="1051560" cy="322600"/>
          </a:xfrm>
          <a:custGeom>
            <a:avLst/>
            <a:gdLst/>
            <a:ahLst/>
            <a:cxnLst/>
            <a:rect l="l" t="t" r="r" b="b"/>
            <a:pathLst>
              <a:path w="1051560" h="322600">
                <a:moveTo>
                  <a:pt x="163412" y="0"/>
                </a:moveTo>
                <a:lnTo>
                  <a:pt x="888148" y="0"/>
                </a:lnTo>
                <a:lnTo>
                  <a:pt x="1051560" y="322600"/>
                </a:lnTo>
                <a:lnTo>
                  <a:pt x="0" y="322600"/>
                </a:lnTo>
                <a:close/>
              </a:path>
            </a:pathLst>
          </a:custGeom>
          <a:solidFill>
            <a:srgbClr val="DCEBF8"/>
          </a:solidFill>
          <a:ln/>
        </p:spPr>
      </p:sp>
      <p:sp>
        <p:nvSpPr>
          <p:cNvPr id="13" name="Shape 11"/>
          <p:cNvSpPr/>
          <p:nvPr/>
        </p:nvSpPr>
        <p:spPr>
          <a:xfrm>
            <a:off x="1095451" y="2493752"/>
            <a:ext cx="54864" cy="54864"/>
          </a:xfrm>
          <a:prstGeom prst="ellipse">
            <a:avLst/>
          </a:prstGeom>
          <a:solidFill>
            <a:srgbClr val="FFFFFF"/>
          </a:solidFill>
          <a:ln w="6350">
            <a:solidFill>
              <a:srgbClr val="5B9BD5"/>
            </a:solidFill>
            <a:prstDash val="solid"/>
          </a:ln>
        </p:spPr>
      </p:sp>
      <p:sp>
        <p:nvSpPr>
          <p:cNvPr id="14" name="Shape 12"/>
          <p:cNvSpPr/>
          <p:nvPr/>
        </p:nvSpPr>
        <p:spPr>
          <a:xfrm>
            <a:off x="1470189" y="2619678"/>
            <a:ext cx="54864" cy="54864"/>
          </a:xfrm>
          <a:prstGeom prst="ellipse">
            <a:avLst/>
          </a:prstGeom>
          <a:solidFill>
            <a:srgbClr val="FFFFFF"/>
          </a:solidFill>
          <a:ln w="6350">
            <a:solidFill>
              <a:srgbClr val="5B9BD5"/>
            </a:solidFill>
            <a:prstDash val="solid"/>
          </a:ln>
        </p:spPr>
      </p:sp>
      <p:sp>
        <p:nvSpPr>
          <p:cNvPr id="15" name="Shape 13"/>
          <p:cNvSpPr/>
          <p:nvPr/>
        </p:nvSpPr>
        <p:spPr>
          <a:xfrm>
            <a:off x="891540" y="1691640"/>
            <a:ext cx="1051560" cy="1097280"/>
          </a:xfrm>
          <a:custGeom>
            <a:avLst/>
            <a:gdLst/>
            <a:ahLst/>
            <a:cxnLst/>
            <a:rect l="l" t="t" r="r" b="b"/>
            <a:pathLst>
              <a:path w="1051560" h="1097280">
                <a:moveTo>
                  <a:pt x="389077" y="0"/>
                </a:moveTo>
                <a:lnTo>
                  <a:pt x="662483" y="0"/>
                </a:lnTo>
                <a:lnTo>
                  <a:pt x="662483" y="329184"/>
                </a:lnTo>
                <a:lnTo>
                  <a:pt x="1051560" y="1097280"/>
                </a:lnTo>
                <a:lnTo>
                  <a:pt x="0" y="1097280"/>
                </a:lnTo>
                <a:lnTo>
                  <a:pt x="389077" y="329184"/>
                </a:lnTo>
                <a:close/>
              </a:path>
            </a:pathLst>
          </a:custGeom>
          <a:ln w="19050">
            <a:solidFill>
              <a:srgbClr val="2A1F3D"/>
            </a:solidFill>
            <a:prstDash val="solid"/>
          </a:ln>
        </p:spPr>
      </p:sp>
      <p:sp>
        <p:nvSpPr>
          <p:cNvPr id="16" name="Text 14"/>
          <p:cNvSpPr/>
          <p:nvPr/>
        </p:nvSpPr>
        <p:spPr>
          <a:xfrm>
            <a:off x="2194560" y="1298448"/>
            <a:ext cx="1737360" cy="237744"/>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 MnO₂ powder</a:t>
            </a:r>
            <a:endParaRPr lang="en-US" sz="1050" dirty="0"/>
          </a:p>
        </p:txBody>
      </p:sp>
      <p:sp>
        <p:nvSpPr>
          <p:cNvPr id="17" name="Shape 15"/>
          <p:cNvSpPr/>
          <p:nvPr/>
        </p:nvSpPr>
        <p:spPr>
          <a:xfrm>
            <a:off x="2537460" y="1691640"/>
            <a:ext cx="1051560" cy="1097280"/>
          </a:xfrm>
          <a:custGeom>
            <a:avLst/>
            <a:gdLst/>
            <a:ahLst/>
            <a:cxnLst/>
            <a:rect l="l" t="t" r="r" b="b"/>
            <a:pathLst>
              <a:path w="1051560" h="1097280">
                <a:moveTo>
                  <a:pt x="389077" y="0"/>
                </a:moveTo>
                <a:lnTo>
                  <a:pt x="662483" y="0"/>
                </a:lnTo>
                <a:lnTo>
                  <a:pt x="662483" y="329184"/>
                </a:lnTo>
                <a:lnTo>
                  <a:pt x="1051560" y="1097280"/>
                </a:lnTo>
                <a:lnTo>
                  <a:pt x="0" y="1097280"/>
                </a:lnTo>
                <a:lnTo>
                  <a:pt x="389077" y="329184"/>
                </a:lnTo>
                <a:close/>
              </a:path>
            </a:pathLst>
          </a:custGeom>
          <a:solidFill>
            <a:srgbClr val="EEF5FB"/>
          </a:solidFill>
          <a:ln/>
        </p:spPr>
      </p:sp>
      <p:sp>
        <p:nvSpPr>
          <p:cNvPr id="18" name="Shape 16"/>
          <p:cNvSpPr/>
          <p:nvPr/>
        </p:nvSpPr>
        <p:spPr>
          <a:xfrm>
            <a:off x="2537460" y="2466320"/>
            <a:ext cx="1051560" cy="322600"/>
          </a:xfrm>
          <a:custGeom>
            <a:avLst/>
            <a:gdLst/>
            <a:ahLst/>
            <a:cxnLst/>
            <a:rect l="l" t="t" r="r" b="b"/>
            <a:pathLst>
              <a:path w="1051560" h="322600">
                <a:moveTo>
                  <a:pt x="163412" y="0"/>
                </a:moveTo>
                <a:lnTo>
                  <a:pt x="888148" y="0"/>
                </a:lnTo>
                <a:lnTo>
                  <a:pt x="1051560" y="322600"/>
                </a:lnTo>
                <a:lnTo>
                  <a:pt x="0" y="322600"/>
                </a:lnTo>
                <a:close/>
              </a:path>
            </a:pathLst>
          </a:custGeom>
          <a:solidFill>
            <a:srgbClr val="DCEBF8"/>
          </a:solidFill>
          <a:ln/>
        </p:spPr>
      </p:sp>
      <p:sp>
        <p:nvSpPr>
          <p:cNvPr id="19" name="Shape 17"/>
          <p:cNvSpPr/>
          <p:nvPr/>
        </p:nvSpPr>
        <p:spPr>
          <a:xfrm>
            <a:off x="2741371" y="2493752"/>
            <a:ext cx="54864" cy="54864"/>
          </a:xfrm>
          <a:prstGeom prst="ellipse">
            <a:avLst/>
          </a:prstGeom>
          <a:solidFill>
            <a:srgbClr val="FFFFFF"/>
          </a:solidFill>
          <a:ln w="6350">
            <a:solidFill>
              <a:srgbClr val="5B9BD5"/>
            </a:solidFill>
            <a:prstDash val="solid"/>
          </a:ln>
        </p:spPr>
      </p:sp>
      <p:sp>
        <p:nvSpPr>
          <p:cNvPr id="20" name="Shape 18"/>
          <p:cNvSpPr/>
          <p:nvPr/>
        </p:nvSpPr>
        <p:spPr>
          <a:xfrm>
            <a:off x="3116109" y="2619678"/>
            <a:ext cx="54864" cy="54864"/>
          </a:xfrm>
          <a:prstGeom prst="ellipse">
            <a:avLst/>
          </a:prstGeom>
          <a:solidFill>
            <a:srgbClr val="FFFFFF"/>
          </a:solidFill>
          <a:ln w="6350">
            <a:solidFill>
              <a:srgbClr val="5B9BD5"/>
            </a:solidFill>
            <a:prstDash val="solid"/>
          </a:ln>
        </p:spPr>
      </p:sp>
      <p:sp>
        <p:nvSpPr>
          <p:cNvPr id="21" name="Shape 19"/>
          <p:cNvSpPr/>
          <p:nvPr/>
        </p:nvSpPr>
        <p:spPr>
          <a:xfrm>
            <a:off x="2901973" y="2569307"/>
            <a:ext cx="54864" cy="54864"/>
          </a:xfrm>
          <a:prstGeom prst="ellipse">
            <a:avLst/>
          </a:prstGeom>
          <a:solidFill>
            <a:srgbClr val="FFFFFF"/>
          </a:solidFill>
          <a:ln w="6350">
            <a:solidFill>
              <a:srgbClr val="5B9BD5"/>
            </a:solidFill>
            <a:prstDash val="solid"/>
          </a:ln>
        </p:spPr>
      </p:sp>
      <p:sp>
        <p:nvSpPr>
          <p:cNvPr id="22" name="Shape 20"/>
          <p:cNvSpPr/>
          <p:nvPr/>
        </p:nvSpPr>
        <p:spPr>
          <a:xfrm>
            <a:off x="3276711" y="2518937"/>
            <a:ext cx="54864" cy="54864"/>
          </a:xfrm>
          <a:prstGeom prst="ellipse">
            <a:avLst/>
          </a:prstGeom>
          <a:solidFill>
            <a:srgbClr val="FFFFFF"/>
          </a:solidFill>
          <a:ln w="6350">
            <a:solidFill>
              <a:srgbClr val="5B9BD5"/>
            </a:solidFill>
            <a:prstDash val="solid"/>
          </a:ln>
        </p:spPr>
      </p:sp>
      <p:sp>
        <p:nvSpPr>
          <p:cNvPr id="23" name="Shape 21"/>
          <p:cNvSpPr/>
          <p:nvPr/>
        </p:nvSpPr>
        <p:spPr>
          <a:xfrm>
            <a:off x="3062575" y="2644863"/>
            <a:ext cx="54864" cy="54864"/>
          </a:xfrm>
          <a:prstGeom prst="ellipse">
            <a:avLst/>
          </a:prstGeom>
          <a:solidFill>
            <a:srgbClr val="FFFFFF"/>
          </a:solidFill>
          <a:ln w="6350">
            <a:solidFill>
              <a:srgbClr val="5B9BD5"/>
            </a:solidFill>
            <a:prstDash val="solid"/>
          </a:ln>
        </p:spPr>
      </p:sp>
      <p:sp>
        <p:nvSpPr>
          <p:cNvPr id="24" name="Shape 22"/>
          <p:cNvSpPr/>
          <p:nvPr/>
        </p:nvSpPr>
        <p:spPr>
          <a:xfrm>
            <a:off x="2848439" y="2594492"/>
            <a:ext cx="54864" cy="54864"/>
          </a:xfrm>
          <a:prstGeom prst="ellipse">
            <a:avLst/>
          </a:prstGeom>
          <a:solidFill>
            <a:srgbClr val="FFFFFF"/>
          </a:solidFill>
          <a:ln w="6350">
            <a:solidFill>
              <a:srgbClr val="5B9BD5"/>
            </a:solidFill>
            <a:prstDash val="solid"/>
          </a:ln>
        </p:spPr>
      </p:sp>
      <p:sp>
        <p:nvSpPr>
          <p:cNvPr id="25" name="Shape 23"/>
          <p:cNvSpPr/>
          <p:nvPr/>
        </p:nvSpPr>
        <p:spPr>
          <a:xfrm>
            <a:off x="3223177" y="2544122"/>
            <a:ext cx="54864" cy="54864"/>
          </a:xfrm>
          <a:prstGeom prst="ellipse">
            <a:avLst/>
          </a:prstGeom>
          <a:solidFill>
            <a:srgbClr val="FFFFFF"/>
          </a:solidFill>
          <a:ln w="6350">
            <a:solidFill>
              <a:srgbClr val="5B9BD5"/>
            </a:solidFill>
            <a:prstDash val="solid"/>
          </a:ln>
        </p:spPr>
      </p:sp>
      <p:sp>
        <p:nvSpPr>
          <p:cNvPr id="26" name="Shape 24"/>
          <p:cNvSpPr/>
          <p:nvPr/>
        </p:nvSpPr>
        <p:spPr>
          <a:xfrm>
            <a:off x="3009041" y="2493752"/>
            <a:ext cx="54864" cy="54864"/>
          </a:xfrm>
          <a:prstGeom prst="ellipse">
            <a:avLst/>
          </a:prstGeom>
          <a:solidFill>
            <a:srgbClr val="FFFFFF"/>
          </a:solidFill>
          <a:ln w="6350">
            <a:solidFill>
              <a:srgbClr val="5B9BD5"/>
            </a:solidFill>
            <a:prstDash val="solid"/>
          </a:ln>
        </p:spPr>
      </p:sp>
      <p:sp>
        <p:nvSpPr>
          <p:cNvPr id="27" name="Shape 25"/>
          <p:cNvSpPr/>
          <p:nvPr/>
        </p:nvSpPr>
        <p:spPr>
          <a:xfrm>
            <a:off x="2794905" y="2619678"/>
            <a:ext cx="54864" cy="54864"/>
          </a:xfrm>
          <a:prstGeom prst="ellipse">
            <a:avLst/>
          </a:prstGeom>
          <a:solidFill>
            <a:srgbClr val="FFFFFF"/>
          </a:solidFill>
          <a:ln w="6350">
            <a:solidFill>
              <a:srgbClr val="5B9BD5"/>
            </a:solidFill>
            <a:prstDash val="solid"/>
          </a:ln>
        </p:spPr>
      </p:sp>
      <p:sp>
        <p:nvSpPr>
          <p:cNvPr id="28" name="Shape 26"/>
          <p:cNvSpPr/>
          <p:nvPr/>
        </p:nvSpPr>
        <p:spPr>
          <a:xfrm>
            <a:off x="3169643" y="2569307"/>
            <a:ext cx="54864" cy="54864"/>
          </a:xfrm>
          <a:prstGeom prst="ellipse">
            <a:avLst/>
          </a:prstGeom>
          <a:solidFill>
            <a:srgbClr val="FFFFFF"/>
          </a:solidFill>
          <a:ln w="6350">
            <a:solidFill>
              <a:srgbClr val="5B9BD5"/>
            </a:solidFill>
            <a:prstDash val="solid"/>
          </a:ln>
        </p:spPr>
      </p:sp>
      <p:sp>
        <p:nvSpPr>
          <p:cNvPr id="29" name="Shape 27"/>
          <p:cNvSpPr/>
          <p:nvPr/>
        </p:nvSpPr>
        <p:spPr>
          <a:xfrm>
            <a:off x="2955507" y="2518937"/>
            <a:ext cx="54864" cy="54864"/>
          </a:xfrm>
          <a:prstGeom prst="ellipse">
            <a:avLst/>
          </a:prstGeom>
          <a:solidFill>
            <a:srgbClr val="FFFFFF"/>
          </a:solidFill>
          <a:ln w="6350">
            <a:solidFill>
              <a:srgbClr val="5B9BD5"/>
            </a:solidFill>
            <a:prstDash val="solid"/>
          </a:ln>
        </p:spPr>
      </p:sp>
      <p:sp>
        <p:nvSpPr>
          <p:cNvPr id="30" name="Shape 28"/>
          <p:cNvSpPr/>
          <p:nvPr/>
        </p:nvSpPr>
        <p:spPr>
          <a:xfrm>
            <a:off x="2741371" y="2644863"/>
            <a:ext cx="54864" cy="54864"/>
          </a:xfrm>
          <a:prstGeom prst="ellipse">
            <a:avLst/>
          </a:prstGeom>
          <a:solidFill>
            <a:srgbClr val="FFFFFF"/>
          </a:solidFill>
          <a:ln w="6350">
            <a:solidFill>
              <a:srgbClr val="5B9BD5"/>
            </a:solidFill>
            <a:prstDash val="solid"/>
          </a:ln>
        </p:spPr>
      </p:sp>
      <p:sp>
        <p:nvSpPr>
          <p:cNvPr id="31" name="Shape 29"/>
          <p:cNvSpPr/>
          <p:nvPr/>
        </p:nvSpPr>
        <p:spPr>
          <a:xfrm>
            <a:off x="3116109" y="2594492"/>
            <a:ext cx="54864" cy="54864"/>
          </a:xfrm>
          <a:prstGeom prst="ellipse">
            <a:avLst/>
          </a:prstGeom>
          <a:solidFill>
            <a:srgbClr val="FFFFFF"/>
          </a:solidFill>
          <a:ln w="6350">
            <a:solidFill>
              <a:srgbClr val="5B9BD5"/>
            </a:solidFill>
            <a:prstDash val="solid"/>
          </a:ln>
        </p:spPr>
      </p:sp>
      <p:sp>
        <p:nvSpPr>
          <p:cNvPr id="32" name="Shape 30"/>
          <p:cNvSpPr/>
          <p:nvPr/>
        </p:nvSpPr>
        <p:spPr>
          <a:xfrm>
            <a:off x="2901973" y="2544122"/>
            <a:ext cx="54864" cy="54864"/>
          </a:xfrm>
          <a:prstGeom prst="ellipse">
            <a:avLst/>
          </a:prstGeom>
          <a:solidFill>
            <a:srgbClr val="FFFFFF"/>
          </a:solidFill>
          <a:ln w="6350">
            <a:solidFill>
              <a:srgbClr val="5B9BD5"/>
            </a:solidFill>
            <a:prstDash val="solid"/>
          </a:ln>
        </p:spPr>
      </p:sp>
      <p:sp>
        <p:nvSpPr>
          <p:cNvPr id="33" name="Shape 31"/>
          <p:cNvSpPr/>
          <p:nvPr/>
        </p:nvSpPr>
        <p:spPr>
          <a:xfrm>
            <a:off x="2715768" y="2702052"/>
            <a:ext cx="64008" cy="64008"/>
          </a:xfrm>
          <a:prstGeom prst="ellipse">
            <a:avLst/>
          </a:prstGeom>
          <a:solidFill>
            <a:srgbClr val="2A2A2A"/>
          </a:solidFill>
          <a:ln w="6350">
            <a:solidFill>
              <a:srgbClr val="111111"/>
            </a:solidFill>
            <a:prstDash val="solid"/>
          </a:ln>
        </p:spPr>
      </p:sp>
      <p:sp>
        <p:nvSpPr>
          <p:cNvPr id="34" name="Shape 32"/>
          <p:cNvSpPr/>
          <p:nvPr/>
        </p:nvSpPr>
        <p:spPr>
          <a:xfrm>
            <a:off x="2841955" y="2702052"/>
            <a:ext cx="64008" cy="64008"/>
          </a:xfrm>
          <a:prstGeom prst="ellipse">
            <a:avLst/>
          </a:prstGeom>
          <a:solidFill>
            <a:srgbClr val="2A2A2A"/>
          </a:solidFill>
          <a:ln w="6350">
            <a:solidFill>
              <a:srgbClr val="111111"/>
            </a:solidFill>
            <a:prstDash val="solid"/>
          </a:ln>
        </p:spPr>
      </p:sp>
      <p:sp>
        <p:nvSpPr>
          <p:cNvPr id="35" name="Shape 33"/>
          <p:cNvSpPr/>
          <p:nvPr/>
        </p:nvSpPr>
        <p:spPr>
          <a:xfrm>
            <a:off x="2968142" y="2702052"/>
            <a:ext cx="64008" cy="64008"/>
          </a:xfrm>
          <a:prstGeom prst="ellipse">
            <a:avLst/>
          </a:prstGeom>
          <a:solidFill>
            <a:srgbClr val="2A2A2A"/>
          </a:solidFill>
          <a:ln w="6350">
            <a:solidFill>
              <a:srgbClr val="111111"/>
            </a:solidFill>
            <a:prstDash val="solid"/>
          </a:ln>
        </p:spPr>
      </p:sp>
      <p:sp>
        <p:nvSpPr>
          <p:cNvPr id="36" name="Shape 34"/>
          <p:cNvSpPr/>
          <p:nvPr/>
        </p:nvSpPr>
        <p:spPr>
          <a:xfrm>
            <a:off x="3094330" y="2702052"/>
            <a:ext cx="64008" cy="64008"/>
          </a:xfrm>
          <a:prstGeom prst="ellipse">
            <a:avLst/>
          </a:prstGeom>
          <a:solidFill>
            <a:srgbClr val="2A2A2A"/>
          </a:solidFill>
          <a:ln w="6350">
            <a:solidFill>
              <a:srgbClr val="111111"/>
            </a:solidFill>
            <a:prstDash val="solid"/>
          </a:ln>
        </p:spPr>
      </p:sp>
      <p:sp>
        <p:nvSpPr>
          <p:cNvPr id="37" name="Shape 35"/>
          <p:cNvSpPr/>
          <p:nvPr/>
        </p:nvSpPr>
        <p:spPr>
          <a:xfrm>
            <a:off x="3220517" y="2702052"/>
            <a:ext cx="64008" cy="64008"/>
          </a:xfrm>
          <a:prstGeom prst="ellipse">
            <a:avLst/>
          </a:prstGeom>
          <a:solidFill>
            <a:srgbClr val="2A2A2A"/>
          </a:solidFill>
          <a:ln w="6350">
            <a:solidFill>
              <a:srgbClr val="111111"/>
            </a:solidFill>
            <a:prstDash val="solid"/>
          </a:ln>
        </p:spPr>
      </p:sp>
      <p:sp>
        <p:nvSpPr>
          <p:cNvPr id="38" name="Shape 36"/>
          <p:cNvSpPr/>
          <p:nvPr/>
        </p:nvSpPr>
        <p:spPr>
          <a:xfrm>
            <a:off x="3346704" y="2702052"/>
            <a:ext cx="64008" cy="64008"/>
          </a:xfrm>
          <a:prstGeom prst="ellipse">
            <a:avLst/>
          </a:prstGeom>
          <a:solidFill>
            <a:srgbClr val="2A2A2A"/>
          </a:solidFill>
          <a:ln w="6350">
            <a:solidFill>
              <a:srgbClr val="111111"/>
            </a:solidFill>
            <a:prstDash val="solid"/>
          </a:ln>
        </p:spPr>
      </p:sp>
      <p:sp>
        <p:nvSpPr>
          <p:cNvPr id="39" name="Shape 37"/>
          <p:cNvSpPr/>
          <p:nvPr/>
        </p:nvSpPr>
        <p:spPr>
          <a:xfrm>
            <a:off x="2715768" y="2638044"/>
            <a:ext cx="64008" cy="64008"/>
          </a:xfrm>
          <a:prstGeom prst="ellipse">
            <a:avLst/>
          </a:prstGeom>
          <a:solidFill>
            <a:srgbClr val="2A2A2A"/>
          </a:solidFill>
          <a:ln w="6350">
            <a:solidFill>
              <a:srgbClr val="111111"/>
            </a:solidFill>
            <a:prstDash val="solid"/>
          </a:ln>
        </p:spPr>
      </p:sp>
      <p:sp>
        <p:nvSpPr>
          <p:cNvPr id="40" name="Shape 38"/>
          <p:cNvSpPr/>
          <p:nvPr/>
        </p:nvSpPr>
        <p:spPr>
          <a:xfrm>
            <a:off x="2841955" y="2638044"/>
            <a:ext cx="64008" cy="64008"/>
          </a:xfrm>
          <a:prstGeom prst="ellipse">
            <a:avLst/>
          </a:prstGeom>
          <a:solidFill>
            <a:srgbClr val="2A2A2A"/>
          </a:solidFill>
          <a:ln w="6350">
            <a:solidFill>
              <a:srgbClr val="111111"/>
            </a:solidFill>
            <a:prstDash val="solid"/>
          </a:ln>
        </p:spPr>
      </p:sp>
      <p:sp>
        <p:nvSpPr>
          <p:cNvPr id="41" name="Shape 39"/>
          <p:cNvSpPr/>
          <p:nvPr/>
        </p:nvSpPr>
        <p:spPr>
          <a:xfrm>
            <a:off x="2537460" y="1691640"/>
            <a:ext cx="1051560" cy="1097280"/>
          </a:xfrm>
          <a:custGeom>
            <a:avLst/>
            <a:gdLst/>
            <a:ahLst/>
            <a:cxnLst/>
            <a:rect l="l" t="t" r="r" b="b"/>
            <a:pathLst>
              <a:path w="1051560" h="1097280">
                <a:moveTo>
                  <a:pt x="389077" y="0"/>
                </a:moveTo>
                <a:lnTo>
                  <a:pt x="662483" y="0"/>
                </a:lnTo>
                <a:lnTo>
                  <a:pt x="662483" y="329184"/>
                </a:lnTo>
                <a:lnTo>
                  <a:pt x="1051560" y="1097280"/>
                </a:lnTo>
                <a:lnTo>
                  <a:pt x="0" y="1097280"/>
                </a:lnTo>
                <a:lnTo>
                  <a:pt x="389077" y="329184"/>
                </a:lnTo>
                <a:close/>
              </a:path>
            </a:pathLst>
          </a:custGeom>
          <a:ln w="19050">
            <a:solidFill>
              <a:srgbClr val="2A1F3D"/>
            </a:solidFill>
            <a:prstDash val="solid"/>
          </a:ln>
        </p:spPr>
      </p:sp>
      <p:sp>
        <p:nvSpPr>
          <p:cNvPr id="42" name="Text 40"/>
          <p:cNvSpPr/>
          <p:nvPr/>
        </p:nvSpPr>
        <p:spPr>
          <a:xfrm>
            <a:off x="548640" y="2834640"/>
            <a:ext cx="3474720" cy="201168"/>
          </a:xfrm>
          <a:prstGeom prst="rect">
            <a:avLst/>
          </a:prstGeom>
          <a:noFill/>
          <a:ln/>
        </p:spPr>
        <p:txBody>
          <a:bodyPr wrap="square" lIns="0" tIns="0" rIns="0" bIns="0" rtlCol="0" anchor="ctr"/>
          <a:lstStyle/>
          <a:p>
            <a:pPr algn="ctr" indent="0" marL="0">
              <a:buNone/>
            </a:pPr>
            <a:r>
              <a:rPr lang="en-US" sz="1000" dirty="0">
                <a:solidFill>
                  <a:srgbClr val="2A1F3D"/>
                </a:solidFill>
                <a:latin typeface="Calibri" pitchFamily="34" charset="0"/>
                <a:ea typeface="Calibri" pitchFamily="34" charset="-122"/>
                <a:cs typeface="Calibri" pitchFamily="34" charset="-120"/>
              </a:rPr>
              <a:t>few bubbles of O₂ / </a:t>
            </a:r>
            <a:r>
              <a:rPr lang="en-US" sz="1000" b="1" dirty="0">
                <a:solidFill>
                  <a:srgbClr val="2A1F3D"/>
                </a:solidFill>
                <a:latin typeface="Calibri" pitchFamily="34" charset="0"/>
                <a:ea typeface="Calibri" pitchFamily="34" charset="-122"/>
                <a:cs typeface="Calibri" pitchFamily="34" charset="-120"/>
              </a:rPr>
              <a:t>lots</a:t>
            </a:r>
            <a:r>
              <a:rPr lang="en-US" sz="1000" dirty="0">
                <a:solidFill>
                  <a:srgbClr val="2A1F3D"/>
                </a:solidFill>
                <a:latin typeface="Calibri" pitchFamily="34" charset="0"/>
                <a:ea typeface="Calibri" pitchFamily="34" charset="-122"/>
                <a:cs typeface="Calibri" pitchFamily="34" charset="-120"/>
              </a:rPr>
              <a:t> of bubbles of O₂</a:t>
            </a:r>
            <a:endParaRPr lang="en-US" sz="1000" dirty="0"/>
          </a:p>
        </p:txBody>
      </p:sp>
      <p:sp>
        <p:nvSpPr>
          <p:cNvPr id="43" name="Shape 41"/>
          <p:cNvSpPr/>
          <p:nvPr/>
        </p:nvSpPr>
        <p:spPr>
          <a:xfrm>
            <a:off x="3977640" y="1554480"/>
            <a:ext cx="1828800" cy="1143000"/>
          </a:xfrm>
          <a:prstGeom prst="roundRect">
            <a:avLst>
              <a:gd name="adj" fmla="val 4800"/>
            </a:avLst>
          </a:prstGeom>
          <a:solidFill>
            <a:srgbClr val="E8F4EC"/>
          </a:solidFill>
          <a:ln w="12700">
            <a:solidFill>
              <a:srgbClr val="2E8B57"/>
            </a:solidFill>
            <a:prstDash val="solid"/>
          </a:ln>
        </p:spPr>
      </p:sp>
      <p:sp>
        <p:nvSpPr>
          <p:cNvPr id="44" name="Text 42"/>
          <p:cNvSpPr/>
          <p:nvPr/>
        </p:nvSpPr>
        <p:spPr>
          <a:xfrm>
            <a:off x="4032504" y="1554480"/>
            <a:ext cx="1719072" cy="1143000"/>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MnO₂ at start </a:t>
            </a:r>
            <a:r>
              <a:rPr lang="en-US" sz="1050" b="1" dirty="0">
                <a:solidFill>
                  <a:srgbClr val="262B3A"/>
                </a:solidFill>
                <a:latin typeface="Calibri" pitchFamily="34" charset="0"/>
                <a:ea typeface="Calibri" pitchFamily="34" charset="-122"/>
                <a:cs typeface="Calibri" pitchFamily="34" charset="-120"/>
              </a:rPr>
              <a:t>0.50 g</a:t>
            </a:r>
            <a:endParaRPr lang="en-US" sz="1050" dirty="0"/>
          </a:p>
          <a:p>
            <a:pPr algn="ctr" indent="0" marL="0">
              <a:buNone/>
            </a:pPr>
            <a:r>
              <a:rPr lang="en-US" sz="1050" dirty="0">
                <a:solidFill>
                  <a:srgbClr val="262B3A"/>
                </a:solidFill>
                <a:latin typeface="Calibri" pitchFamily="34" charset="0"/>
                <a:ea typeface="Calibri" pitchFamily="34" charset="-122"/>
                <a:cs typeface="Calibri" pitchFamily="34" charset="-120"/>
              </a:rPr>
              <a:t>filtered, dried at end </a:t>
            </a:r>
            <a:endParaRPr lang="en-US" sz="1050" dirty="0"/>
          </a:p>
          <a:p>
            <a:pPr algn="ctr" indent="0" marL="0">
              <a:buNone/>
            </a:pPr>
            <a:r>
              <a:rPr lang="en-US" sz="1050" b="1" dirty="0">
                <a:solidFill>
                  <a:srgbClr val="262B3A"/>
                </a:solidFill>
                <a:latin typeface="Calibri" pitchFamily="34" charset="0"/>
                <a:ea typeface="Calibri" pitchFamily="34" charset="-122"/>
                <a:cs typeface="Calibri" pitchFamily="34" charset="-120"/>
              </a:rPr>
              <a:t>0.50 g</a:t>
            </a:r>
            <a:endParaRPr lang="en-US" sz="1050" dirty="0"/>
          </a:p>
        </p:txBody>
      </p:sp>
      <p:sp>
        <p:nvSpPr>
          <p:cNvPr id="45" name="Shape 43"/>
          <p:cNvSpPr/>
          <p:nvPr/>
        </p:nvSpPr>
        <p:spPr>
          <a:xfrm>
            <a:off x="640080" y="3127248"/>
            <a:ext cx="5120640" cy="310896"/>
          </a:xfrm>
          <a:prstGeom prst="roundRect">
            <a:avLst>
              <a:gd name="adj" fmla="val 14706"/>
            </a:avLst>
          </a:prstGeom>
          <a:solidFill>
            <a:srgbClr val="FFFFFF"/>
          </a:solidFill>
          <a:ln w="12700">
            <a:solidFill>
              <a:srgbClr val="DDD3EC"/>
            </a:solidFill>
            <a:prstDash val="solid"/>
          </a:ln>
        </p:spPr>
      </p:sp>
      <p:sp>
        <p:nvSpPr>
          <p:cNvPr id="46" name="Text 44"/>
          <p:cNvSpPr/>
          <p:nvPr/>
        </p:nvSpPr>
        <p:spPr>
          <a:xfrm>
            <a:off x="713232" y="3127248"/>
            <a:ext cx="4974336" cy="310896"/>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2H₂O₂(aq) → 2H₂O(l) + O₂(g)    (MnO₂ catalyst)</a:t>
            </a:r>
            <a:endParaRPr lang="en-US" sz="1100" dirty="0"/>
          </a:p>
        </p:txBody>
      </p:sp>
      <p:sp>
        <p:nvSpPr>
          <p:cNvPr id="47" name="Shape 45"/>
          <p:cNvSpPr/>
          <p:nvPr/>
        </p:nvSpPr>
        <p:spPr>
          <a:xfrm>
            <a:off x="1234440" y="3639312"/>
            <a:ext cx="4480560" cy="1188720"/>
          </a:xfrm>
          <a:prstGeom prst="rect">
            <a:avLst/>
          </a:prstGeom>
          <a:solidFill>
            <a:srgbClr val="FFFFFF"/>
          </a:solidFill>
          <a:ln/>
        </p:spPr>
      </p:sp>
      <p:sp>
        <p:nvSpPr>
          <p:cNvPr id="48" name="Shape 46"/>
          <p:cNvSpPr/>
          <p:nvPr/>
        </p:nvSpPr>
        <p:spPr>
          <a:xfrm>
            <a:off x="1234440" y="3639312"/>
            <a:ext cx="91" cy="1188720"/>
          </a:xfrm>
          <a:prstGeom prst="line">
            <a:avLst/>
          </a:prstGeom>
          <a:noFill/>
          <a:ln w="6350">
            <a:solidFill>
              <a:srgbClr val="D6CBE8"/>
            </a:solidFill>
            <a:prstDash val="solid"/>
          </a:ln>
        </p:spPr>
      </p:sp>
      <p:sp>
        <p:nvSpPr>
          <p:cNvPr id="49" name="Shape 47"/>
          <p:cNvSpPr/>
          <p:nvPr/>
        </p:nvSpPr>
        <p:spPr>
          <a:xfrm>
            <a:off x="1981200" y="3639312"/>
            <a:ext cx="91" cy="1188720"/>
          </a:xfrm>
          <a:prstGeom prst="line">
            <a:avLst/>
          </a:prstGeom>
          <a:noFill/>
          <a:ln w="6350">
            <a:solidFill>
              <a:srgbClr val="D6CBE8"/>
            </a:solidFill>
            <a:prstDash val="solid"/>
          </a:ln>
        </p:spPr>
      </p:sp>
      <p:sp>
        <p:nvSpPr>
          <p:cNvPr id="50" name="Shape 48"/>
          <p:cNvSpPr/>
          <p:nvPr/>
        </p:nvSpPr>
        <p:spPr>
          <a:xfrm>
            <a:off x="2727960" y="3639312"/>
            <a:ext cx="91" cy="1188720"/>
          </a:xfrm>
          <a:prstGeom prst="line">
            <a:avLst/>
          </a:prstGeom>
          <a:noFill/>
          <a:ln w="6350">
            <a:solidFill>
              <a:srgbClr val="D6CBE8"/>
            </a:solidFill>
            <a:prstDash val="solid"/>
          </a:ln>
        </p:spPr>
      </p:sp>
      <p:sp>
        <p:nvSpPr>
          <p:cNvPr id="51" name="Shape 49"/>
          <p:cNvSpPr/>
          <p:nvPr/>
        </p:nvSpPr>
        <p:spPr>
          <a:xfrm>
            <a:off x="3474720" y="3639312"/>
            <a:ext cx="91" cy="1188720"/>
          </a:xfrm>
          <a:prstGeom prst="line">
            <a:avLst/>
          </a:prstGeom>
          <a:noFill/>
          <a:ln w="6350">
            <a:solidFill>
              <a:srgbClr val="D6CBE8"/>
            </a:solidFill>
            <a:prstDash val="solid"/>
          </a:ln>
        </p:spPr>
      </p:sp>
      <p:sp>
        <p:nvSpPr>
          <p:cNvPr id="52" name="Shape 50"/>
          <p:cNvSpPr/>
          <p:nvPr/>
        </p:nvSpPr>
        <p:spPr>
          <a:xfrm>
            <a:off x="4221480" y="3639312"/>
            <a:ext cx="91" cy="1188720"/>
          </a:xfrm>
          <a:prstGeom prst="line">
            <a:avLst/>
          </a:prstGeom>
          <a:noFill/>
          <a:ln w="6350">
            <a:solidFill>
              <a:srgbClr val="D6CBE8"/>
            </a:solidFill>
            <a:prstDash val="solid"/>
          </a:ln>
        </p:spPr>
      </p:sp>
      <p:sp>
        <p:nvSpPr>
          <p:cNvPr id="53" name="Shape 51"/>
          <p:cNvSpPr/>
          <p:nvPr/>
        </p:nvSpPr>
        <p:spPr>
          <a:xfrm>
            <a:off x="4968240" y="3639312"/>
            <a:ext cx="91" cy="1188720"/>
          </a:xfrm>
          <a:prstGeom prst="line">
            <a:avLst/>
          </a:prstGeom>
          <a:noFill/>
          <a:ln w="6350">
            <a:solidFill>
              <a:srgbClr val="D6CBE8"/>
            </a:solidFill>
            <a:prstDash val="solid"/>
          </a:ln>
        </p:spPr>
      </p:sp>
      <p:sp>
        <p:nvSpPr>
          <p:cNvPr id="54" name="Shape 52"/>
          <p:cNvSpPr/>
          <p:nvPr/>
        </p:nvSpPr>
        <p:spPr>
          <a:xfrm>
            <a:off x="5715000" y="3639312"/>
            <a:ext cx="91" cy="1188720"/>
          </a:xfrm>
          <a:prstGeom prst="line">
            <a:avLst/>
          </a:prstGeom>
          <a:noFill/>
          <a:ln w="6350">
            <a:solidFill>
              <a:srgbClr val="D6CBE8"/>
            </a:solidFill>
            <a:prstDash val="solid"/>
          </a:ln>
        </p:spPr>
      </p:sp>
      <p:sp>
        <p:nvSpPr>
          <p:cNvPr id="55" name="Shape 53"/>
          <p:cNvSpPr/>
          <p:nvPr/>
        </p:nvSpPr>
        <p:spPr>
          <a:xfrm>
            <a:off x="1234440" y="4828032"/>
            <a:ext cx="4480560" cy="91"/>
          </a:xfrm>
          <a:prstGeom prst="line">
            <a:avLst/>
          </a:prstGeom>
          <a:noFill/>
          <a:ln w="6350">
            <a:solidFill>
              <a:srgbClr val="D6CBE8"/>
            </a:solidFill>
            <a:prstDash val="solid"/>
          </a:ln>
        </p:spPr>
      </p:sp>
      <p:sp>
        <p:nvSpPr>
          <p:cNvPr id="56" name="Shape 54"/>
          <p:cNvSpPr/>
          <p:nvPr/>
        </p:nvSpPr>
        <p:spPr>
          <a:xfrm>
            <a:off x="1234440" y="4233672"/>
            <a:ext cx="4480560" cy="91"/>
          </a:xfrm>
          <a:prstGeom prst="line">
            <a:avLst/>
          </a:prstGeom>
          <a:noFill/>
          <a:ln w="6350">
            <a:solidFill>
              <a:srgbClr val="D6CBE8"/>
            </a:solidFill>
            <a:prstDash val="solid"/>
          </a:ln>
        </p:spPr>
      </p:sp>
      <p:sp>
        <p:nvSpPr>
          <p:cNvPr id="57" name="Shape 55"/>
          <p:cNvSpPr/>
          <p:nvPr/>
        </p:nvSpPr>
        <p:spPr>
          <a:xfrm>
            <a:off x="1234440" y="3639312"/>
            <a:ext cx="4480560" cy="91"/>
          </a:xfrm>
          <a:prstGeom prst="line">
            <a:avLst/>
          </a:prstGeom>
          <a:noFill/>
          <a:ln w="6350">
            <a:solidFill>
              <a:srgbClr val="D6CBE8"/>
            </a:solidFill>
            <a:prstDash val="solid"/>
          </a:ln>
        </p:spPr>
      </p:sp>
      <p:sp>
        <p:nvSpPr>
          <p:cNvPr id="58" name="Shape 56"/>
          <p:cNvSpPr/>
          <p:nvPr/>
        </p:nvSpPr>
        <p:spPr>
          <a:xfrm>
            <a:off x="1234440" y="4828032"/>
            <a:ext cx="4480560" cy="91"/>
          </a:xfrm>
          <a:prstGeom prst="line">
            <a:avLst/>
          </a:prstGeom>
          <a:noFill/>
          <a:ln w="19050">
            <a:solidFill>
              <a:srgbClr val="2A1F3D"/>
            </a:solidFill>
            <a:prstDash val="solid"/>
          </a:ln>
        </p:spPr>
      </p:sp>
      <p:sp>
        <p:nvSpPr>
          <p:cNvPr id="59" name="Shape 57"/>
          <p:cNvSpPr/>
          <p:nvPr/>
        </p:nvSpPr>
        <p:spPr>
          <a:xfrm flipV="1">
            <a:off x="1234440" y="3639312"/>
            <a:ext cx="91" cy="1188720"/>
          </a:xfrm>
          <a:prstGeom prst="line">
            <a:avLst/>
          </a:prstGeom>
          <a:noFill/>
          <a:ln w="19050">
            <a:solidFill>
              <a:srgbClr val="2A1F3D"/>
            </a:solidFill>
            <a:prstDash val="solid"/>
          </a:ln>
        </p:spPr>
      </p:sp>
      <p:sp>
        <p:nvSpPr>
          <p:cNvPr id="60" name="Shape 58"/>
          <p:cNvSpPr/>
          <p:nvPr/>
        </p:nvSpPr>
        <p:spPr>
          <a:xfrm>
            <a:off x="1234440" y="4828032"/>
            <a:ext cx="91" cy="54864"/>
          </a:xfrm>
          <a:prstGeom prst="line">
            <a:avLst/>
          </a:prstGeom>
          <a:noFill/>
          <a:ln w="12700">
            <a:solidFill>
              <a:srgbClr val="2A1F3D"/>
            </a:solidFill>
            <a:prstDash val="solid"/>
          </a:ln>
        </p:spPr>
      </p:sp>
      <p:sp>
        <p:nvSpPr>
          <p:cNvPr id="61" name="Text 59"/>
          <p:cNvSpPr/>
          <p:nvPr/>
        </p:nvSpPr>
        <p:spPr>
          <a:xfrm>
            <a:off x="960120" y="488289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62" name="Shape 60"/>
          <p:cNvSpPr/>
          <p:nvPr/>
        </p:nvSpPr>
        <p:spPr>
          <a:xfrm>
            <a:off x="1981200" y="4828032"/>
            <a:ext cx="91" cy="54864"/>
          </a:xfrm>
          <a:prstGeom prst="line">
            <a:avLst/>
          </a:prstGeom>
          <a:noFill/>
          <a:ln w="12700">
            <a:solidFill>
              <a:srgbClr val="2A1F3D"/>
            </a:solidFill>
            <a:prstDash val="solid"/>
          </a:ln>
        </p:spPr>
      </p:sp>
      <p:sp>
        <p:nvSpPr>
          <p:cNvPr id="63" name="Text 61"/>
          <p:cNvSpPr/>
          <p:nvPr/>
        </p:nvSpPr>
        <p:spPr>
          <a:xfrm>
            <a:off x="1706880" y="488289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64" name="Shape 62"/>
          <p:cNvSpPr/>
          <p:nvPr/>
        </p:nvSpPr>
        <p:spPr>
          <a:xfrm>
            <a:off x="2727960" y="4828032"/>
            <a:ext cx="91" cy="54864"/>
          </a:xfrm>
          <a:prstGeom prst="line">
            <a:avLst/>
          </a:prstGeom>
          <a:noFill/>
          <a:ln w="12700">
            <a:solidFill>
              <a:srgbClr val="2A1F3D"/>
            </a:solidFill>
            <a:prstDash val="solid"/>
          </a:ln>
        </p:spPr>
      </p:sp>
      <p:sp>
        <p:nvSpPr>
          <p:cNvPr id="65" name="Text 63"/>
          <p:cNvSpPr/>
          <p:nvPr/>
        </p:nvSpPr>
        <p:spPr>
          <a:xfrm>
            <a:off x="2453640" y="488289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66" name="Shape 64"/>
          <p:cNvSpPr/>
          <p:nvPr/>
        </p:nvSpPr>
        <p:spPr>
          <a:xfrm>
            <a:off x="3474720" y="4828032"/>
            <a:ext cx="91" cy="54864"/>
          </a:xfrm>
          <a:prstGeom prst="line">
            <a:avLst/>
          </a:prstGeom>
          <a:noFill/>
          <a:ln w="12700">
            <a:solidFill>
              <a:srgbClr val="2A1F3D"/>
            </a:solidFill>
            <a:prstDash val="solid"/>
          </a:ln>
        </p:spPr>
      </p:sp>
      <p:sp>
        <p:nvSpPr>
          <p:cNvPr id="67" name="Text 65"/>
          <p:cNvSpPr/>
          <p:nvPr/>
        </p:nvSpPr>
        <p:spPr>
          <a:xfrm>
            <a:off x="3200400" y="488289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60</a:t>
            </a:r>
            <a:endParaRPr lang="en-US" sz="1000" dirty="0"/>
          </a:p>
        </p:txBody>
      </p:sp>
      <p:sp>
        <p:nvSpPr>
          <p:cNvPr id="68" name="Shape 66"/>
          <p:cNvSpPr/>
          <p:nvPr/>
        </p:nvSpPr>
        <p:spPr>
          <a:xfrm>
            <a:off x="4221480" y="4828032"/>
            <a:ext cx="91" cy="54864"/>
          </a:xfrm>
          <a:prstGeom prst="line">
            <a:avLst/>
          </a:prstGeom>
          <a:noFill/>
          <a:ln w="12700">
            <a:solidFill>
              <a:srgbClr val="2A1F3D"/>
            </a:solidFill>
            <a:prstDash val="solid"/>
          </a:ln>
        </p:spPr>
      </p:sp>
      <p:sp>
        <p:nvSpPr>
          <p:cNvPr id="69" name="Text 67"/>
          <p:cNvSpPr/>
          <p:nvPr/>
        </p:nvSpPr>
        <p:spPr>
          <a:xfrm>
            <a:off x="3947160" y="488289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80</a:t>
            </a:r>
            <a:endParaRPr lang="en-US" sz="1000" dirty="0"/>
          </a:p>
        </p:txBody>
      </p:sp>
      <p:sp>
        <p:nvSpPr>
          <p:cNvPr id="70" name="Shape 68"/>
          <p:cNvSpPr/>
          <p:nvPr/>
        </p:nvSpPr>
        <p:spPr>
          <a:xfrm>
            <a:off x="4968240" y="4828032"/>
            <a:ext cx="91" cy="54864"/>
          </a:xfrm>
          <a:prstGeom prst="line">
            <a:avLst/>
          </a:prstGeom>
          <a:noFill/>
          <a:ln w="12700">
            <a:solidFill>
              <a:srgbClr val="2A1F3D"/>
            </a:solidFill>
            <a:prstDash val="solid"/>
          </a:ln>
        </p:spPr>
      </p:sp>
      <p:sp>
        <p:nvSpPr>
          <p:cNvPr id="71" name="Text 69"/>
          <p:cNvSpPr/>
          <p:nvPr/>
        </p:nvSpPr>
        <p:spPr>
          <a:xfrm>
            <a:off x="4693920" y="488289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p>
        </p:txBody>
      </p:sp>
      <p:sp>
        <p:nvSpPr>
          <p:cNvPr id="72" name="Shape 70"/>
          <p:cNvSpPr/>
          <p:nvPr/>
        </p:nvSpPr>
        <p:spPr>
          <a:xfrm>
            <a:off x="5715000" y="4828032"/>
            <a:ext cx="91" cy="54864"/>
          </a:xfrm>
          <a:prstGeom prst="line">
            <a:avLst/>
          </a:prstGeom>
          <a:noFill/>
          <a:ln w="12700">
            <a:solidFill>
              <a:srgbClr val="2A1F3D"/>
            </a:solidFill>
            <a:prstDash val="solid"/>
          </a:ln>
        </p:spPr>
      </p:sp>
      <p:sp>
        <p:nvSpPr>
          <p:cNvPr id="73" name="Text 71"/>
          <p:cNvSpPr/>
          <p:nvPr/>
        </p:nvSpPr>
        <p:spPr>
          <a:xfrm>
            <a:off x="5440680" y="488289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120</a:t>
            </a:r>
            <a:endParaRPr lang="en-US" sz="1000" dirty="0"/>
          </a:p>
        </p:txBody>
      </p:sp>
      <p:sp>
        <p:nvSpPr>
          <p:cNvPr id="74" name="Shape 72"/>
          <p:cNvSpPr/>
          <p:nvPr/>
        </p:nvSpPr>
        <p:spPr>
          <a:xfrm>
            <a:off x="1179576" y="4828032"/>
            <a:ext cx="54864" cy="91"/>
          </a:xfrm>
          <a:prstGeom prst="line">
            <a:avLst/>
          </a:prstGeom>
          <a:noFill/>
          <a:ln w="12700">
            <a:solidFill>
              <a:srgbClr val="2A1F3D"/>
            </a:solidFill>
            <a:prstDash val="solid"/>
          </a:ln>
        </p:spPr>
      </p:sp>
      <p:sp>
        <p:nvSpPr>
          <p:cNvPr id="75" name="Text 73"/>
          <p:cNvSpPr/>
          <p:nvPr/>
        </p:nvSpPr>
        <p:spPr>
          <a:xfrm>
            <a:off x="795528" y="4736592"/>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76" name="Shape 74"/>
          <p:cNvSpPr/>
          <p:nvPr/>
        </p:nvSpPr>
        <p:spPr>
          <a:xfrm>
            <a:off x="1179576" y="4233672"/>
            <a:ext cx="54864" cy="91"/>
          </a:xfrm>
          <a:prstGeom prst="line">
            <a:avLst/>
          </a:prstGeom>
          <a:noFill/>
          <a:ln w="12700">
            <a:solidFill>
              <a:srgbClr val="2A1F3D"/>
            </a:solidFill>
            <a:prstDash val="solid"/>
          </a:ln>
        </p:spPr>
      </p:sp>
      <p:sp>
        <p:nvSpPr>
          <p:cNvPr id="77" name="Text 75"/>
          <p:cNvSpPr/>
          <p:nvPr/>
        </p:nvSpPr>
        <p:spPr>
          <a:xfrm>
            <a:off x="795528" y="4142232"/>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25</a:t>
            </a:r>
            <a:endParaRPr lang="en-US" sz="1000" dirty="0"/>
          </a:p>
        </p:txBody>
      </p:sp>
      <p:sp>
        <p:nvSpPr>
          <p:cNvPr id="78" name="Shape 76"/>
          <p:cNvSpPr/>
          <p:nvPr/>
        </p:nvSpPr>
        <p:spPr>
          <a:xfrm>
            <a:off x="1179576" y="3639312"/>
            <a:ext cx="54864" cy="91"/>
          </a:xfrm>
          <a:prstGeom prst="line">
            <a:avLst/>
          </a:prstGeom>
          <a:noFill/>
          <a:ln w="12700">
            <a:solidFill>
              <a:srgbClr val="2A1F3D"/>
            </a:solidFill>
            <a:prstDash val="solid"/>
          </a:ln>
        </p:spPr>
      </p:sp>
      <p:sp>
        <p:nvSpPr>
          <p:cNvPr id="79" name="Text 77"/>
          <p:cNvSpPr/>
          <p:nvPr/>
        </p:nvSpPr>
        <p:spPr>
          <a:xfrm>
            <a:off x="795528" y="3547872"/>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50</a:t>
            </a:r>
            <a:endParaRPr lang="en-US" sz="1000" dirty="0"/>
          </a:p>
        </p:txBody>
      </p:sp>
      <p:sp>
        <p:nvSpPr>
          <p:cNvPr id="80" name="Text 78"/>
          <p:cNvSpPr/>
          <p:nvPr/>
        </p:nvSpPr>
        <p:spPr>
          <a:xfrm>
            <a:off x="1234440" y="5074920"/>
            <a:ext cx="448056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Time / s</a:t>
            </a:r>
            <a:endParaRPr lang="en-US" sz="1050" dirty="0"/>
          </a:p>
        </p:txBody>
      </p:sp>
      <p:sp>
        <p:nvSpPr>
          <p:cNvPr id="81" name="Text 79"/>
          <p:cNvSpPr/>
          <p:nvPr/>
        </p:nvSpPr>
        <p:spPr>
          <a:xfrm rot="16200000">
            <a:off x="73152" y="4105656"/>
            <a:ext cx="11887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O₂ / cm³</a:t>
            </a:r>
            <a:endParaRPr lang="en-US" sz="1050" dirty="0"/>
          </a:p>
        </p:txBody>
      </p:sp>
      <p:sp>
        <p:nvSpPr>
          <p:cNvPr id="82" name="Shape 80"/>
          <p:cNvSpPr/>
          <p:nvPr/>
        </p:nvSpPr>
        <p:spPr>
          <a:xfrm flipV="1">
            <a:off x="1234440" y="4700494"/>
            <a:ext cx="89611" cy="127538"/>
          </a:xfrm>
          <a:prstGeom prst="line">
            <a:avLst/>
          </a:prstGeom>
          <a:noFill/>
          <a:ln w="25400">
            <a:solidFill>
              <a:srgbClr val="C8414C"/>
            </a:solidFill>
            <a:prstDash val="solid"/>
          </a:ln>
        </p:spPr>
      </p:sp>
      <p:sp>
        <p:nvSpPr>
          <p:cNvPr id="83" name="Shape 81"/>
          <p:cNvSpPr/>
          <p:nvPr/>
        </p:nvSpPr>
        <p:spPr>
          <a:xfrm flipV="1">
            <a:off x="1324051" y="4590061"/>
            <a:ext cx="89611" cy="110433"/>
          </a:xfrm>
          <a:prstGeom prst="line">
            <a:avLst/>
          </a:prstGeom>
          <a:noFill/>
          <a:ln w="25400">
            <a:solidFill>
              <a:srgbClr val="C8414C"/>
            </a:solidFill>
            <a:prstDash val="solid"/>
          </a:ln>
        </p:spPr>
      </p:sp>
      <p:sp>
        <p:nvSpPr>
          <p:cNvPr id="84" name="Shape 82"/>
          <p:cNvSpPr/>
          <p:nvPr/>
        </p:nvSpPr>
        <p:spPr>
          <a:xfrm flipV="1">
            <a:off x="1413662" y="4494439"/>
            <a:ext cx="89611" cy="95623"/>
          </a:xfrm>
          <a:prstGeom prst="line">
            <a:avLst/>
          </a:prstGeom>
          <a:noFill/>
          <a:ln w="25400">
            <a:solidFill>
              <a:srgbClr val="C8414C"/>
            </a:solidFill>
            <a:prstDash val="solid"/>
          </a:ln>
        </p:spPr>
      </p:sp>
      <p:sp>
        <p:nvSpPr>
          <p:cNvPr id="85" name="Shape 83"/>
          <p:cNvSpPr/>
          <p:nvPr/>
        </p:nvSpPr>
        <p:spPr>
          <a:xfrm flipV="1">
            <a:off x="1503274" y="4411640"/>
            <a:ext cx="89611" cy="82799"/>
          </a:xfrm>
          <a:prstGeom prst="line">
            <a:avLst/>
          </a:prstGeom>
          <a:noFill/>
          <a:ln w="25400">
            <a:solidFill>
              <a:srgbClr val="C8414C"/>
            </a:solidFill>
            <a:prstDash val="solid"/>
          </a:ln>
        </p:spPr>
      </p:sp>
      <p:sp>
        <p:nvSpPr>
          <p:cNvPr id="86" name="Shape 84"/>
          <p:cNvSpPr/>
          <p:nvPr/>
        </p:nvSpPr>
        <p:spPr>
          <a:xfrm flipV="1">
            <a:off x="1592885" y="4339946"/>
            <a:ext cx="89611" cy="71694"/>
          </a:xfrm>
          <a:prstGeom prst="line">
            <a:avLst/>
          </a:prstGeom>
          <a:noFill/>
          <a:ln w="25400">
            <a:solidFill>
              <a:srgbClr val="C8414C"/>
            </a:solidFill>
            <a:prstDash val="solid"/>
          </a:ln>
        </p:spPr>
      </p:sp>
      <p:sp>
        <p:nvSpPr>
          <p:cNvPr id="87" name="Shape 85"/>
          <p:cNvSpPr/>
          <p:nvPr/>
        </p:nvSpPr>
        <p:spPr>
          <a:xfrm flipV="1">
            <a:off x="1682496" y="4277867"/>
            <a:ext cx="89611" cy="62079"/>
          </a:xfrm>
          <a:prstGeom prst="line">
            <a:avLst/>
          </a:prstGeom>
          <a:noFill/>
          <a:ln w="25400">
            <a:solidFill>
              <a:srgbClr val="C8414C"/>
            </a:solidFill>
            <a:prstDash val="solid"/>
          </a:ln>
        </p:spPr>
      </p:sp>
      <p:sp>
        <p:nvSpPr>
          <p:cNvPr id="88" name="Shape 86"/>
          <p:cNvSpPr/>
          <p:nvPr/>
        </p:nvSpPr>
        <p:spPr>
          <a:xfrm flipV="1">
            <a:off x="1772107" y="4224113"/>
            <a:ext cx="89611" cy="53754"/>
          </a:xfrm>
          <a:prstGeom prst="line">
            <a:avLst/>
          </a:prstGeom>
          <a:noFill/>
          <a:ln w="25400">
            <a:solidFill>
              <a:srgbClr val="C8414C"/>
            </a:solidFill>
            <a:prstDash val="solid"/>
          </a:ln>
        </p:spPr>
      </p:sp>
      <p:sp>
        <p:nvSpPr>
          <p:cNvPr id="89" name="Shape 87"/>
          <p:cNvSpPr/>
          <p:nvPr/>
        </p:nvSpPr>
        <p:spPr>
          <a:xfrm flipV="1">
            <a:off x="1861718" y="4177568"/>
            <a:ext cx="89611" cy="46545"/>
          </a:xfrm>
          <a:prstGeom prst="line">
            <a:avLst/>
          </a:prstGeom>
          <a:noFill/>
          <a:ln w="25400">
            <a:solidFill>
              <a:srgbClr val="C8414C"/>
            </a:solidFill>
            <a:prstDash val="solid"/>
          </a:ln>
        </p:spPr>
      </p:sp>
      <p:sp>
        <p:nvSpPr>
          <p:cNvPr id="90" name="Shape 88"/>
          <p:cNvSpPr/>
          <p:nvPr/>
        </p:nvSpPr>
        <p:spPr>
          <a:xfrm flipV="1">
            <a:off x="1951330" y="4137266"/>
            <a:ext cx="89611" cy="40302"/>
          </a:xfrm>
          <a:prstGeom prst="line">
            <a:avLst/>
          </a:prstGeom>
          <a:noFill/>
          <a:ln w="25400">
            <a:solidFill>
              <a:srgbClr val="C8414C"/>
            </a:solidFill>
            <a:prstDash val="solid"/>
          </a:ln>
        </p:spPr>
      </p:sp>
      <p:sp>
        <p:nvSpPr>
          <p:cNvPr id="91" name="Shape 89"/>
          <p:cNvSpPr/>
          <p:nvPr/>
        </p:nvSpPr>
        <p:spPr>
          <a:xfrm flipV="1">
            <a:off x="2040941" y="4102369"/>
            <a:ext cx="89611" cy="34897"/>
          </a:xfrm>
          <a:prstGeom prst="line">
            <a:avLst/>
          </a:prstGeom>
          <a:noFill/>
          <a:ln w="25400">
            <a:solidFill>
              <a:srgbClr val="C8414C"/>
            </a:solidFill>
            <a:prstDash val="solid"/>
          </a:ln>
        </p:spPr>
      </p:sp>
      <p:sp>
        <p:nvSpPr>
          <p:cNvPr id="92" name="Shape 90"/>
          <p:cNvSpPr/>
          <p:nvPr/>
        </p:nvSpPr>
        <p:spPr>
          <a:xfrm flipV="1">
            <a:off x="2130552" y="4072151"/>
            <a:ext cx="89611" cy="30217"/>
          </a:xfrm>
          <a:prstGeom prst="line">
            <a:avLst/>
          </a:prstGeom>
          <a:noFill/>
          <a:ln w="25400">
            <a:solidFill>
              <a:srgbClr val="C8414C"/>
            </a:solidFill>
            <a:prstDash val="solid"/>
          </a:ln>
        </p:spPr>
      </p:sp>
      <p:sp>
        <p:nvSpPr>
          <p:cNvPr id="93" name="Shape 91"/>
          <p:cNvSpPr/>
          <p:nvPr/>
        </p:nvSpPr>
        <p:spPr>
          <a:xfrm flipV="1">
            <a:off x="2220163" y="4045987"/>
            <a:ext cx="89611" cy="26165"/>
          </a:xfrm>
          <a:prstGeom prst="line">
            <a:avLst/>
          </a:prstGeom>
          <a:noFill/>
          <a:ln w="25400">
            <a:solidFill>
              <a:srgbClr val="C8414C"/>
            </a:solidFill>
            <a:prstDash val="solid"/>
          </a:ln>
        </p:spPr>
      </p:sp>
      <p:sp>
        <p:nvSpPr>
          <p:cNvPr id="94" name="Shape 92"/>
          <p:cNvSpPr/>
          <p:nvPr/>
        </p:nvSpPr>
        <p:spPr>
          <a:xfrm flipV="1">
            <a:off x="2309774" y="4023331"/>
            <a:ext cx="89611" cy="22656"/>
          </a:xfrm>
          <a:prstGeom prst="line">
            <a:avLst/>
          </a:prstGeom>
          <a:noFill/>
          <a:ln w="25400">
            <a:solidFill>
              <a:srgbClr val="C8414C"/>
            </a:solidFill>
            <a:prstDash val="solid"/>
          </a:ln>
        </p:spPr>
      </p:sp>
      <p:sp>
        <p:nvSpPr>
          <p:cNvPr id="95" name="Shape 93"/>
          <p:cNvSpPr/>
          <p:nvPr/>
        </p:nvSpPr>
        <p:spPr>
          <a:xfrm flipV="1">
            <a:off x="2399386" y="4003714"/>
            <a:ext cx="89611" cy="19617"/>
          </a:xfrm>
          <a:prstGeom prst="line">
            <a:avLst/>
          </a:prstGeom>
          <a:noFill/>
          <a:ln w="25400">
            <a:solidFill>
              <a:srgbClr val="C8414C"/>
            </a:solidFill>
            <a:prstDash val="solid"/>
          </a:ln>
        </p:spPr>
      </p:sp>
      <p:sp>
        <p:nvSpPr>
          <p:cNvPr id="96" name="Shape 94"/>
          <p:cNvSpPr/>
          <p:nvPr/>
        </p:nvSpPr>
        <p:spPr>
          <a:xfrm flipV="1">
            <a:off x="2488997" y="3986727"/>
            <a:ext cx="89611" cy="16986"/>
          </a:xfrm>
          <a:prstGeom prst="line">
            <a:avLst/>
          </a:prstGeom>
          <a:noFill/>
          <a:ln w="25400">
            <a:solidFill>
              <a:srgbClr val="C8414C"/>
            </a:solidFill>
            <a:prstDash val="solid"/>
          </a:ln>
        </p:spPr>
      </p:sp>
      <p:sp>
        <p:nvSpPr>
          <p:cNvPr id="97" name="Shape 95"/>
          <p:cNvSpPr/>
          <p:nvPr/>
        </p:nvSpPr>
        <p:spPr>
          <a:xfrm flipV="1">
            <a:off x="2578608" y="3972019"/>
            <a:ext cx="89611" cy="14708"/>
          </a:xfrm>
          <a:prstGeom prst="line">
            <a:avLst/>
          </a:prstGeom>
          <a:noFill/>
          <a:ln w="25400">
            <a:solidFill>
              <a:srgbClr val="C8414C"/>
            </a:solidFill>
            <a:prstDash val="solid"/>
          </a:ln>
        </p:spPr>
      </p:sp>
      <p:sp>
        <p:nvSpPr>
          <p:cNvPr id="98" name="Shape 96"/>
          <p:cNvSpPr/>
          <p:nvPr/>
        </p:nvSpPr>
        <p:spPr>
          <a:xfrm flipV="1">
            <a:off x="2668219" y="3959283"/>
            <a:ext cx="89611" cy="12736"/>
          </a:xfrm>
          <a:prstGeom prst="line">
            <a:avLst/>
          </a:prstGeom>
          <a:noFill/>
          <a:ln w="25400">
            <a:solidFill>
              <a:srgbClr val="C8414C"/>
            </a:solidFill>
            <a:prstDash val="solid"/>
          </a:ln>
        </p:spPr>
      </p:sp>
      <p:sp>
        <p:nvSpPr>
          <p:cNvPr id="99" name="Shape 97"/>
          <p:cNvSpPr/>
          <p:nvPr/>
        </p:nvSpPr>
        <p:spPr>
          <a:xfrm flipV="1">
            <a:off x="2757830" y="3948256"/>
            <a:ext cx="89611" cy="11028"/>
          </a:xfrm>
          <a:prstGeom prst="line">
            <a:avLst/>
          </a:prstGeom>
          <a:noFill/>
          <a:ln w="25400">
            <a:solidFill>
              <a:srgbClr val="C8414C"/>
            </a:solidFill>
            <a:prstDash val="solid"/>
          </a:ln>
        </p:spPr>
      </p:sp>
      <p:sp>
        <p:nvSpPr>
          <p:cNvPr id="100" name="Shape 98"/>
          <p:cNvSpPr/>
          <p:nvPr/>
        </p:nvSpPr>
        <p:spPr>
          <a:xfrm flipV="1">
            <a:off x="2847442" y="3938707"/>
            <a:ext cx="89611" cy="9549"/>
          </a:xfrm>
          <a:prstGeom prst="line">
            <a:avLst/>
          </a:prstGeom>
          <a:noFill/>
          <a:ln w="25400">
            <a:solidFill>
              <a:srgbClr val="C8414C"/>
            </a:solidFill>
            <a:prstDash val="solid"/>
          </a:ln>
        </p:spPr>
      </p:sp>
      <p:sp>
        <p:nvSpPr>
          <p:cNvPr id="101" name="Shape 99"/>
          <p:cNvSpPr/>
          <p:nvPr/>
        </p:nvSpPr>
        <p:spPr>
          <a:xfrm flipV="1">
            <a:off x="2937053" y="3930439"/>
            <a:ext cx="89611" cy="8268"/>
          </a:xfrm>
          <a:prstGeom prst="line">
            <a:avLst/>
          </a:prstGeom>
          <a:noFill/>
          <a:ln w="25400">
            <a:solidFill>
              <a:srgbClr val="C8414C"/>
            </a:solidFill>
            <a:prstDash val="solid"/>
          </a:ln>
        </p:spPr>
      </p:sp>
      <p:sp>
        <p:nvSpPr>
          <p:cNvPr id="102" name="Shape 100"/>
          <p:cNvSpPr/>
          <p:nvPr/>
        </p:nvSpPr>
        <p:spPr>
          <a:xfrm flipV="1">
            <a:off x="3026664" y="3923280"/>
            <a:ext cx="89611" cy="7159"/>
          </a:xfrm>
          <a:prstGeom prst="line">
            <a:avLst/>
          </a:prstGeom>
          <a:noFill/>
          <a:ln w="25400">
            <a:solidFill>
              <a:srgbClr val="C8414C"/>
            </a:solidFill>
            <a:prstDash val="solid"/>
          </a:ln>
        </p:spPr>
      </p:sp>
      <p:sp>
        <p:nvSpPr>
          <p:cNvPr id="103" name="Shape 101"/>
          <p:cNvSpPr/>
          <p:nvPr/>
        </p:nvSpPr>
        <p:spPr>
          <a:xfrm flipV="1">
            <a:off x="3116275" y="3917080"/>
            <a:ext cx="89611" cy="6199"/>
          </a:xfrm>
          <a:prstGeom prst="line">
            <a:avLst/>
          </a:prstGeom>
          <a:noFill/>
          <a:ln w="25400">
            <a:solidFill>
              <a:srgbClr val="C8414C"/>
            </a:solidFill>
            <a:prstDash val="solid"/>
          </a:ln>
        </p:spPr>
      </p:sp>
      <p:sp>
        <p:nvSpPr>
          <p:cNvPr id="104" name="Shape 102"/>
          <p:cNvSpPr/>
          <p:nvPr/>
        </p:nvSpPr>
        <p:spPr>
          <a:xfrm flipV="1">
            <a:off x="3205886" y="3911713"/>
            <a:ext cx="89611" cy="5368"/>
          </a:xfrm>
          <a:prstGeom prst="line">
            <a:avLst/>
          </a:prstGeom>
          <a:noFill/>
          <a:ln w="25400">
            <a:solidFill>
              <a:srgbClr val="C8414C"/>
            </a:solidFill>
            <a:prstDash val="solid"/>
          </a:ln>
        </p:spPr>
      </p:sp>
      <p:sp>
        <p:nvSpPr>
          <p:cNvPr id="105" name="Shape 103"/>
          <p:cNvSpPr/>
          <p:nvPr/>
        </p:nvSpPr>
        <p:spPr>
          <a:xfrm flipV="1">
            <a:off x="3295498" y="3907065"/>
            <a:ext cx="89611" cy="4648"/>
          </a:xfrm>
          <a:prstGeom prst="line">
            <a:avLst/>
          </a:prstGeom>
          <a:noFill/>
          <a:ln w="25400">
            <a:solidFill>
              <a:srgbClr val="C8414C"/>
            </a:solidFill>
            <a:prstDash val="solid"/>
          </a:ln>
        </p:spPr>
      </p:sp>
      <p:sp>
        <p:nvSpPr>
          <p:cNvPr id="106" name="Shape 104"/>
          <p:cNvSpPr/>
          <p:nvPr/>
        </p:nvSpPr>
        <p:spPr>
          <a:xfrm flipV="1">
            <a:off x="3385109" y="3903040"/>
            <a:ext cx="89611" cy="4025"/>
          </a:xfrm>
          <a:prstGeom prst="line">
            <a:avLst/>
          </a:prstGeom>
          <a:noFill/>
          <a:ln w="25400">
            <a:solidFill>
              <a:srgbClr val="C8414C"/>
            </a:solidFill>
            <a:prstDash val="solid"/>
          </a:ln>
        </p:spPr>
      </p:sp>
      <p:sp>
        <p:nvSpPr>
          <p:cNvPr id="107" name="Shape 105"/>
          <p:cNvSpPr/>
          <p:nvPr/>
        </p:nvSpPr>
        <p:spPr>
          <a:xfrm flipV="1">
            <a:off x="3474720" y="3899555"/>
            <a:ext cx="89611" cy="3485"/>
          </a:xfrm>
          <a:prstGeom prst="line">
            <a:avLst/>
          </a:prstGeom>
          <a:noFill/>
          <a:ln w="25400">
            <a:solidFill>
              <a:srgbClr val="C8414C"/>
            </a:solidFill>
            <a:prstDash val="solid"/>
          </a:ln>
        </p:spPr>
      </p:sp>
      <p:sp>
        <p:nvSpPr>
          <p:cNvPr id="108" name="Shape 106"/>
          <p:cNvSpPr/>
          <p:nvPr/>
        </p:nvSpPr>
        <p:spPr>
          <a:xfrm flipV="1">
            <a:off x="3564331" y="3896538"/>
            <a:ext cx="89611" cy="3017"/>
          </a:xfrm>
          <a:prstGeom prst="line">
            <a:avLst/>
          </a:prstGeom>
          <a:noFill/>
          <a:ln w="25400">
            <a:solidFill>
              <a:srgbClr val="C8414C"/>
            </a:solidFill>
            <a:prstDash val="solid"/>
          </a:ln>
        </p:spPr>
      </p:sp>
      <p:sp>
        <p:nvSpPr>
          <p:cNvPr id="109" name="Shape 107"/>
          <p:cNvSpPr/>
          <p:nvPr/>
        </p:nvSpPr>
        <p:spPr>
          <a:xfrm flipV="1">
            <a:off x="3653942" y="3893925"/>
            <a:ext cx="89611" cy="2613"/>
          </a:xfrm>
          <a:prstGeom prst="line">
            <a:avLst/>
          </a:prstGeom>
          <a:noFill/>
          <a:ln w="25400">
            <a:solidFill>
              <a:srgbClr val="C8414C"/>
            </a:solidFill>
            <a:prstDash val="solid"/>
          </a:ln>
        </p:spPr>
      </p:sp>
      <p:sp>
        <p:nvSpPr>
          <p:cNvPr id="110" name="Shape 108"/>
          <p:cNvSpPr/>
          <p:nvPr/>
        </p:nvSpPr>
        <p:spPr>
          <a:xfrm flipV="1">
            <a:off x="3743554" y="3891663"/>
            <a:ext cx="89611" cy="2262"/>
          </a:xfrm>
          <a:prstGeom prst="line">
            <a:avLst/>
          </a:prstGeom>
          <a:noFill/>
          <a:ln w="25400">
            <a:solidFill>
              <a:srgbClr val="C8414C"/>
            </a:solidFill>
            <a:prstDash val="solid"/>
          </a:ln>
        </p:spPr>
      </p:sp>
      <p:sp>
        <p:nvSpPr>
          <p:cNvPr id="111" name="Shape 109"/>
          <p:cNvSpPr/>
          <p:nvPr/>
        </p:nvSpPr>
        <p:spPr>
          <a:xfrm flipV="1">
            <a:off x="3833165" y="3889704"/>
            <a:ext cx="89611" cy="1959"/>
          </a:xfrm>
          <a:prstGeom prst="line">
            <a:avLst/>
          </a:prstGeom>
          <a:noFill/>
          <a:ln w="25400">
            <a:solidFill>
              <a:srgbClr val="C8414C"/>
            </a:solidFill>
            <a:prstDash val="solid"/>
          </a:ln>
        </p:spPr>
      </p:sp>
      <p:sp>
        <p:nvSpPr>
          <p:cNvPr id="112" name="Shape 110"/>
          <p:cNvSpPr/>
          <p:nvPr/>
        </p:nvSpPr>
        <p:spPr>
          <a:xfrm flipV="1">
            <a:off x="3922776" y="3888008"/>
            <a:ext cx="89611" cy="1696"/>
          </a:xfrm>
          <a:prstGeom prst="line">
            <a:avLst/>
          </a:prstGeom>
          <a:noFill/>
          <a:ln w="25400">
            <a:solidFill>
              <a:srgbClr val="C8414C"/>
            </a:solidFill>
            <a:prstDash val="solid"/>
          </a:ln>
        </p:spPr>
      </p:sp>
      <p:sp>
        <p:nvSpPr>
          <p:cNvPr id="113" name="Shape 111"/>
          <p:cNvSpPr/>
          <p:nvPr/>
        </p:nvSpPr>
        <p:spPr>
          <a:xfrm flipV="1">
            <a:off x="4012387" y="3886539"/>
            <a:ext cx="89611" cy="1469"/>
          </a:xfrm>
          <a:prstGeom prst="line">
            <a:avLst/>
          </a:prstGeom>
          <a:noFill/>
          <a:ln w="25400">
            <a:solidFill>
              <a:srgbClr val="C8414C"/>
            </a:solidFill>
            <a:prstDash val="solid"/>
          </a:ln>
        </p:spPr>
      </p:sp>
      <p:sp>
        <p:nvSpPr>
          <p:cNvPr id="114" name="Shape 112"/>
          <p:cNvSpPr/>
          <p:nvPr/>
        </p:nvSpPr>
        <p:spPr>
          <a:xfrm flipV="1">
            <a:off x="4101998" y="3885267"/>
            <a:ext cx="89611" cy="1272"/>
          </a:xfrm>
          <a:prstGeom prst="line">
            <a:avLst/>
          </a:prstGeom>
          <a:noFill/>
          <a:ln w="25400">
            <a:solidFill>
              <a:srgbClr val="C8414C"/>
            </a:solidFill>
            <a:prstDash val="solid"/>
          </a:ln>
        </p:spPr>
      </p:sp>
      <p:sp>
        <p:nvSpPr>
          <p:cNvPr id="115" name="Shape 113"/>
          <p:cNvSpPr/>
          <p:nvPr/>
        </p:nvSpPr>
        <p:spPr>
          <a:xfrm flipV="1">
            <a:off x="4191610" y="3884166"/>
            <a:ext cx="89611" cy="1101"/>
          </a:xfrm>
          <a:prstGeom prst="line">
            <a:avLst/>
          </a:prstGeom>
          <a:noFill/>
          <a:ln w="25400">
            <a:solidFill>
              <a:srgbClr val="C8414C"/>
            </a:solidFill>
            <a:prstDash val="solid"/>
          </a:ln>
        </p:spPr>
      </p:sp>
      <p:sp>
        <p:nvSpPr>
          <p:cNvPr id="116" name="Shape 114"/>
          <p:cNvSpPr/>
          <p:nvPr/>
        </p:nvSpPr>
        <p:spPr>
          <a:xfrm flipV="1">
            <a:off x="4281221" y="3883212"/>
            <a:ext cx="89611" cy="954"/>
          </a:xfrm>
          <a:prstGeom prst="line">
            <a:avLst/>
          </a:prstGeom>
          <a:noFill/>
          <a:ln w="25400">
            <a:solidFill>
              <a:srgbClr val="C8414C"/>
            </a:solidFill>
            <a:prstDash val="solid"/>
          </a:ln>
        </p:spPr>
      </p:sp>
      <p:sp>
        <p:nvSpPr>
          <p:cNvPr id="117" name="Shape 115"/>
          <p:cNvSpPr/>
          <p:nvPr/>
        </p:nvSpPr>
        <p:spPr>
          <a:xfrm flipV="1">
            <a:off x="4370832" y="3882387"/>
            <a:ext cx="89611" cy="826"/>
          </a:xfrm>
          <a:prstGeom prst="line">
            <a:avLst/>
          </a:prstGeom>
          <a:noFill/>
          <a:ln w="25400">
            <a:solidFill>
              <a:srgbClr val="C8414C"/>
            </a:solidFill>
            <a:prstDash val="solid"/>
          </a:ln>
        </p:spPr>
      </p:sp>
      <p:sp>
        <p:nvSpPr>
          <p:cNvPr id="118" name="Shape 116"/>
          <p:cNvSpPr/>
          <p:nvPr/>
        </p:nvSpPr>
        <p:spPr>
          <a:xfrm flipV="1">
            <a:off x="4460443" y="3881672"/>
            <a:ext cx="89611" cy="715"/>
          </a:xfrm>
          <a:prstGeom prst="line">
            <a:avLst/>
          </a:prstGeom>
          <a:noFill/>
          <a:ln w="25400">
            <a:solidFill>
              <a:srgbClr val="C8414C"/>
            </a:solidFill>
            <a:prstDash val="solid"/>
          </a:ln>
        </p:spPr>
      </p:sp>
      <p:sp>
        <p:nvSpPr>
          <p:cNvPr id="119" name="Shape 117"/>
          <p:cNvSpPr/>
          <p:nvPr/>
        </p:nvSpPr>
        <p:spPr>
          <a:xfrm flipV="1">
            <a:off x="4550054" y="3881053"/>
            <a:ext cx="89611" cy="619"/>
          </a:xfrm>
          <a:prstGeom prst="line">
            <a:avLst/>
          </a:prstGeom>
          <a:noFill/>
          <a:ln w="25400">
            <a:solidFill>
              <a:srgbClr val="C8414C"/>
            </a:solidFill>
            <a:prstDash val="solid"/>
          </a:ln>
        </p:spPr>
      </p:sp>
      <p:sp>
        <p:nvSpPr>
          <p:cNvPr id="120" name="Shape 118"/>
          <p:cNvSpPr/>
          <p:nvPr/>
        </p:nvSpPr>
        <p:spPr>
          <a:xfrm flipV="1">
            <a:off x="4639666" y="3880517"/>
            <a:ext cx="89611" cy="536"/>
          </a:xfrm>
          <a:prstGeom prst="line">
            <a:avLst/>
          </a:prstGeom>
          <a:noFill/>
          <a:ln w="25400">
            <a:solidFill>
              <a:srgbClr val="C8414C"/>
            </a:solidFill>
            <a:prstDash val="solid"/>
          </a:ln>
        </p:spPr>
      </p:sp>
      <p:sp>
        <p:nvSpPr>
          <p:cNvPr id="121" name="Shape 119"/>
          <p:cNvSpPr/>
          <p:nvPr/>
        </p:nvSpPr>
        <p:spPr>
          <a:xfrm flipV="1">
            <a:off x="4729277" y="3880053"/>
            <a:ext cx="89611" cy="464"/>
          </a:xfrm>
          <a:prstGeom prst="line">
            <a:avLst/>
          </a:prstGeom>
          <a:noFill/>
          <a:ln w="25400">
            <a:solidFill>
              <a:srgbClr val="C8414C"/>
            </a:solidFill>
            <a:prstDash val="solid"/>
          </a:ln>
        </p:spPr>
      </p:sp>
      <p:sp>
        <p:nvSpPr>
          <p:cNvPr id="122" name="Shape 120"/>
          <p:cNvSpPr/>
          <p:nvPr/>
        </p:nvSpPr>
        <p:spPr>
          <a:xfrm flipV="1">
            <a:off x="4818888" y="3879651"/>
            <a:ext cx="89611" cy="402"/>
          </a:xfrm>
          <a:prstGeom prst="line">
            <a:avLst/>
          </a:prstGeom>
          <a:noFill/>
          <a:ln w="25400">
            <a:solidFill>
              <a:srgbClr val="C8414C"/>
            </a:solidFill>
            <a:prstDash val="solid"/>
          </a:ln>
        </p:spPr>
      </p:sp>
      <p:sp>
        <p:nvSpPr>
          <p:cNvPr id="123" name="Shape 121"/>
          <p:cNvSpPr/>
          <p:nvPr/>
        </p:nvSpPr>
        <p:spPr>
          <a:xfrm flipV="1">
            <a:off x="4908499" y="3879303"/>
            <a:ext cx="89611" cy="348"/>
          </a:xfrm>
          <a:prstGeom prst="line">
            <a:avLst/>
          </a:prstGeom>
          <a:noFill/>
          <a:ln w="25400">
            <a:solidFill>
              <a:srgbClr val="C8414C"/>
            </a:solidFill>
            <a:prstDash val="solid"/>
          </a:ln>
        </p:spPr>
      </p:sp>
      <p:sp>
        <p:nvSpPr>
          <p:cNvPr id="124" name="Shape 122"/>
          <p:cNvSpPr/>
          <p:nvPr/>
        </p:nvSpPr>
        <p:spPr>
          <a:xfrm flipV="1">
            <a:off x="4998110" y="3879001"/>
            <a:ext cx="89611" cy="301"/>
          </a:xfrm>
          <a:prstGeom prst="line">
            <a:avLst/>
          </a:prstGeom>
          <a:noFill/>
          <a:ln w="25400">
            <a:solidFill>
              <a:srgbClr val="C8414C"/>
            </a:solidFill>
            <a:prstDash val="solid"/>
          </a:ln>
        </p:spPr>
      </p:sp>
      <p:sp>
        <p:nvSpPr>
          <p:cNvPr id="125" name="Shape 123"/>
          <p:cNvSpPr/>
          <p:nvPr/>
        </p:nvSpPr>
        <p:spPr>
          <a:xfrm flipV="1">
            <a:off x="5087722" y="3878741"/>
            <a:ext cx="89611" cy="261"/>
          </a:xfrm>
          <a:prstGeom prst="line">
            <a:avLst/>
          </a:prstGeom>
          <a:noFill/>
          <a:ln w="25400">
            <a:solidFill>
              <a:srgbClr val="C8414C"/>
            </a:solidFill>
            <a:prstDash val="solid"/>
          </a:ln>
        </p:spPr>
      </p:sp>
      <p:sp>
        <p:nvSpPr>
          <p:cNvPr id="126" name="Shape 124"/>
          <p:cNvSpPr/>
          <p:nvPr/>
        </p:nvSpPr>
        <p:spPr>
          <a:xfrm flipV="1">
            <a:off x="5177333" y="3878515"/>
            <a:ext cx="89611" cy="226"/>
          </a:xfrm>
          <a:prstGeom prst="line">
            <a:avLst/>
          </a:prstGeom>
          <a:noFill/>
          <a:ln w="25400">
            <a:solidFill>
              <a:srgbClr val="C8414C"/>
            </a:solidFill>
            <a:prstDash val="solid"/>
          </a:ln>
        </p:spPr>
      </p:sp>
      <p:sp>
        <p:nvSpPr>
          <p:cNvPr id="127" name="Shape 125"/>
          <p:cNvSpPr/>
          <p:nvPr/>
        </p:nvSpPr>
        <p:spPr>
          <a:xfrm flipV="1">
            <a:off x="5266944" y="3878319"/>
            <a:ext cx="89611" cy="196"/>
          </a:xfrm>
          <a:prstGeom prst="line">
            <a:avLst/>
          </a:prstGeom>
          <a:noFill/>
          <a:ln w="25400">
            <a:solidFill>
              <a:srgbClr val="C8414C"/>
            </a:solidFill>
            <a:prstDash val="solid"/>
          </a:ln>
        </p:spPr>
      </p:sp>
      <p:sp>
        <p:nvSpPr>
          <p:cNvPr id="128" name="Shape 126"/>
          <p:cNvSpPr/>
          <p:nvPr/>
        </p:nvSpPr>
        <p:spPr>
          <a:xfrm flipV="1">
            <a:off x="5356555" y="3878150"/>
            <a:ext cx="89611" cy="169"/>
          </a:xfrm>
          <a:prstGeom prst="line">
            <a:avLst/>
          </a:prstGeom>
          <a:noFill/>
          <a:ln w="25400">
            <a:solidFill>
              <a:srgbClr val="C8414C"/>
            </a:solidFill>
            <a:prstDash val="solid"/>
          </a:ln>
        </p:spPr>
      </p:sp>
      <p:sp>
        <p:nvSpPr>
          <p:cNvPr id="129" name="Shape 127"/>
          <p:cNvSpPr/>
          <p:nvPr/>
        </p:nvSpPr>
        <p:spPr>
          <a:xfrm flipV="1">
            <a:off x="5446166" y="3878003"/>
            <a:ext cx="89611" cy="147"/>
          </a:xfrm>
          <a:prstGeom prst="line">
            <a:avLst/>
          </a:prstGeom>
          <a:noFill/>
          <a:ln w="25400">
            <a:solidFill>
              <a:srgbClr val="C8414C"/>
            </a:solidFill>
            <a:prstDash val="solid"/>
          </a:ln>
        </p:spPr>
      </p:sp>
      <p:sp>
        <p:nvSpPr>
          <p:cNvPr id="130" name="Shape 128"/>
          <p:cNvSpPr/>
          <p:nvPr/>
        </p:nvSpPr>
        <p:spPr>
          <a:xfrm flipV="1">
            <a:off x="5535778" y="3877876"/>
            <a:ext cx="89611" cy="127"/>
          </a:xfrm>
          <a:prstGeom prst="line">
            <a:avLst/>
          </a:prstGeom>
          <a:noFill/>
          <a:ln w="25400">
            <a:solidFill>
              <a:srgbClr val="C8414C"/>
            </a:solidFill>
            <a:prstDash val="solid"/>
          </a:ln>
        </p:spPr>
      </p:sp>
      <p:sp>
        <p:nvSpPr>
          <p:cNvPr id="131" name="Shape 129"/>
          <p:cNvSpPr/>
          <p:nvPr/>
        </p:nvSpPr>
        <p:spPr>
          <a:xfrm flipV="1">
            <a:off x="5625389" y="3877766"/>
            <a:ext cx="89611" cy="110"/>
          </a:xfrm>
          <a:prstGeom prst="line">
            <a:avLst/>
          </a:prstGeom>
          <a:noFill/>
          <a:ln w="25400">
            <a:solidFill>
              <a:srgbClr val="C8414C"/>
            </a:solidFill>
            <a:prstDash val="solid"/>
          </a:ln>
        </p:spPr>
      </p:sp>
      <p:sp>
        <p:nvSpPr>
          <p:cNvPr id="132" name="Shape 130"/>
          <p:cNvSpPr/>
          <p:nvPr/>
        </p:nvSpPr>
        <p:spPr>
          <a:xfrm flipV="1">
            <a:off x="1234440" y="4809947"/>
            <a:ext cx="89611" cy="18085"/>
          </a:xfrm>
          <a:prstGeom prst="line">
            <a:avLst/>
          </a:prstGeom>
          <a:noFill/>
          <a:ln w="25400">
            <a:solidFill>
              <a:srgbClr val="6A3FA0"/>
            </a:solidFill>
            <a:prstDash val="solid"/>
          </a:ln>
        </p:spPr>
      </p:sp>
      <p:sp>
        <p:nvSpPr>
          <p:cNvPr id="133" name="Shape 131"/>
          <p:cNvSpPr/>
          <p:nvPr/>
        </p:nvSpPr>
        <p:spPr>
          <a:xfrm flipV="1">
            <a:off x="1324051" y="4792207"/>
            <a:ext cx="89611" cy="17741"/>
          </a:xfrm>
          <a:prstGeom prst="line">
            <a:avLst/>
          </a:prstGeom>
          <a:noFill/>
          <a:ln w="25400">
            <a:solidFill>
              <a:srgbClr val="6A3FA0"/>
            </a:solidFill>
            <a:prstDash val="solid"/>
          </a:ln>
        </p:spPr>
      </p:sp>
      <p:sp>
        <p:nvSpPr>
          <p:cNvPr id="134" name="Shape 132"/>
          <p:cNvSpPr/>
          <p:nvPr/>
        </p:nvSpPr>
        <p:spPr>
          <a:xfrm flipV="1">
            <a:off x="1413662" y="4774803"/>
            <a:ext cx="89611" cy="17403"/>
          </a:xfrm>
          <a:prstGeom prst="line">
            <a:avLst/>
          </a:prstGeom>
          <a:noFill/>
          <a:ln w="25400">
            <a:solidFill>
              <a:srgbClr val="6A3FA0"/>
            </a:solidFill>
            <a:prstDash val="solid"/>
          </a:ln>
        </p:spPr>
      </p:sp>
      <p:sp>
        <p:nvSpPr>
          <p:cNvPr id="135" name="Shape 133"/>
          <p:cNvSpPr/>
          <p:nvPr/>
        </p:nvSpPr>
        <p:spPr>
          <a:xfrm flipV="1">
            <a:off x="1503274" y="4757731"/>
            <a:ext cx="89611" cy="17072"/>
          </a:xfrm>
          <a:prstGeom prst="line">
            <a:avLst/>
          </a:prstGeom>
          <a:noFill/>
          <a:ln w="25400">
            <a:solidFill>
              <a:srgbClr val="6A3FA0"/>
            </a:solidFill>
            <a:prstDash val="solid"/>
          </a:ln>
        </p:spPr>
      </p:sp>
      <p:sp>
        <p:nvSpPr>
          <p:cNvPr id="136" name="Shape 134"/>
          <p:cNvSpPr/>
          <p:nvPr/>
        </p:nvSpPr>
        <p:spPr>
          <a:xfrm flipV="1">
            <a:off x="1592885" y="4740983"/>
            <a:ext cx="89611" cy="16748"/>
          </a:xfrm>
          <a:prstGeom prst="line">
            <a:avLst/>
          </a:prstGeom>
          <a:noFill/>
          <a:ln w="25400">
            <a:solidFill>
              <a:srgbClr val="6A3FA0"/>
            </a:solidFill>
            <a:prstDash val="solid"/>
          </a:ln>
        </p:spPr>
      </p:sp>
      <p:sp>
        <p:nvSpPr>
          <p:cNvPr id="137" name="Shape 135"/>
          <p:cNvSpPr/>
          <p:nvPr/>
        </p:nvSpPr>
        <p:spPr>
          <a:xfrm flipV="1">
            <a:off x="1682496" y="4724554"/>
            <a:ext cx="89611" cy="16429"/>
          </a:xfrm>
          <a:prstGeom prst="line">
            <a:avLst/>
          </a:prstGeom>
          <a:noFill/>
          <a:ln w="25400">
            <a:solidFill>
              <a:srgbClr val="6A3FA0"/>
            </a:solidFill>
            <a:prstDash val="solid"/>
          </a:ln>
        </p:spPr>
      </p:sp>
      <p:sp>
        <p:nvSpPr>
          <p:cNvPr id="138" name="Shape 136"/>
          <p:cNvSpPr/>
          <p:nvPr/>
        </p:nvSpPr>
        <p:spPr>
          <a:xfrm flipV="1">
            <a:off x="1772107" y="4708438"/>
            <a:ext cx="89611" cy="16117"/>
          </a:xfrm>
          <a:prstGeom prst="line">
            <a:avLst/>
          </a:prstGeom>
          <a:noFill/>
          <a:ln w="25400">
            <a:solidFill>
              <a:srgbClr val="6A3FA0"/>
            </a:solidFill>
            <a:prstDash val="solid"/>
          </a:ln>
        </p:spPr>
      </p:sp>
      <p:sp>
        <p:nvSpPr>
          <p:cNvPr id="139" name="Shape 137"/>
          <p:cNvSpPr/>
          <p:nvPr/>
        </p:nvSpPr>
        <p:spPr>
          <a:xfrm flipV="1">
            <a:off x="1861718" y="4692627"/>
            <a:ext cx="89611" cy="15810"/>
          </a:xfrm>
          <a:prstGeom prst="line">
            <a:avLst/>
          </a:prstGeom>
          <a:noFill/>
          <a:ln w="25400">
            <a:solidFill>
              <a:srgbClr val="6A3FA0"/>
            </a:solidFill>
            <a:prstDash val="solid"/>
          </a:ln>
        </p:spPr>
      </p:sp>
      <p:sp>
        <p:nvSpPr>
          <p:cNvPr id="140" name="Shape 138"/>
          <p:cNvSpPr/>
          <p:nvPr/>
        </p:nvSpPr>
        <p:spPr>
          <a:xfrm flipV="1">
            <a:off x="1951330" y="4677118"/>
            <a:ext cx="89611" cy="15510"/>
          </a:xfrm>
          <a:prstGeom prst="line">
            <a:avLst/>
          </a:prstGeom>
          <a:noFill/>
          <a:ln w="25400">
            <a:solidFill>
              <a:srgbClr val="6A3FA0"/>
            </a:solidFill>
            <a:prstDash val="solid"/>
          </a:ln>
        </p:spPr>
      </p:sp>
      <p:sp>
        <p:nvSpPr>
          <p:cNvPr id="141" name="Shape 139"/>
          <p:cNvSpPr/>
          <p:nvPr/>
        </p:nvSpPr>
        <p:spPr>
          <a:xfrm flipV="1">
            <a:off x="2040941" y="4661903"/>
            <a:ext cx="89611" cy="15215"/>
          </a:xfrm>
          <a:prstGeom prst="line">
            <a:avLst/>
          </a:prstGeom>
          <a:noFill/>
          <a:ln w="25400">
            <a:solidFill>
              <a:srgbClr val="6A3FA0"/>
            </a:solidFill>
            <a:prstDash val="solid"/>
          </a:ln>
        </p:spPr>
      </p:sp>
      <p:sp>
        <p:nvSpPr>
          <p:cNvPr id="142" name="Shape 140"/>
          <p:cNvSpPr/>
          <p:nvPr/>
        </p:nvSpPr>
        <p:spPr>
          <a:xfrm flipV="1">
            <a:off x="2130552" y="4646978"/>
            <a:ext cx="89611" cy="14925"/>
          </a:xfrm>
          <a:prstGeom prst="line">
            <a:avLst/>
          </a:prstGeom>
          <a:noFill/>
          <a:ln w="25400">
            <a:solidFill>
              <a:srgbClr val="6A3FA0"/>
            </a:solidFill>
            <a:prstDash val="solid"/>
          </a:ln>
        </p:spPr>
      </p:sp>
      <p:sp>
        <p:nvSpPr>
          <p:cNvPr id="143" name="Shape 141"/>
          <p:cNvSpPr/>
          <p:nvPr/>
        </p:nvSpPr>
        <p:spPr>
          <a:xfrm flipV="1">
            <a:off x="2220163" y="4632336"/>
            <a:ext cx="89611" cy="14641"/>
          </a:xfrm>
          <a:prstGeom prst="line">
            <a:avLst/>
          </a:prstGeom>
          <a:noFill/>
          <a:ln w="25400">
            <a:solidFill>
              <a:srgbClr val="6A3FA0"/>
            </a:solidFill>
            <a:prstDash val="solid"/>
          </a:ln>
        </p:spPr>
      </p:sp>
      <p:sp>
        <p:nvSpPr>
          <p:cNvPr id="144" name="Shape 142"/>
          <p:cNvSpPr/>
          <p:nvPr/>
        </p:nvSpPr>
        <p:spPr>
          <a:xfrm flipV="1">
            <a:off x="2309774" y="4617973"/>
            <a:ext cx="89611" cy="14363"/>
          </a:xfrm>
          <a:prstGeom prst="line">
            <a:avLst/>
          </a:prstGeom>
          <a:noFill/>
          <a:ln w="25400">
            <a:solidFill>
              <a:srgbClr val="6A3FA0"/>
            </a:solidFill>
            <a:prstDash val="solid"/>
          </a:ln>
        </p:spPr>
      </p:sp>
      <p:sp>
        <p:nvSpPr>
          <p:cNvPr id="145" name="Shape 143"/>
          <p:cNvSpPr/>
          <p:nvPr/>
        </p:nvSpPr>
        <p:spPr>
          <a:xfrm flipV="1">
            <a:off x="2399386" y="4603883"/>
            <a:ext cx="89611" cy="14090"/>
          </a:xfrm>
          <a:prstGeom prst="line">
            <a:avLst/>
          </a:prstGeom>
          <a:noFill/>
          <a:ln w="25400">
            <a:solidFill>
              <a:srgbClr val="6A3FA0"/>
            </a:solidFill>
            <a:prstDash val="solid"/>
          </a:ln>
        </p:spPr>
      </p:sp>
      <p:sp>
        <p:nvSpPr>
          <p:cNvPr id="146" name="Shape 144"/>
          <p:cNvSpPr/>
          <p:nvPr/>
        </p:nvSpPr>
        <p:spPr>
          <a:xfrm flipV="1">
            <a:off x="2488997" y="4590061"/>
            <a:ext cx="89611" cy="13822"/>
          </a:xfrm>
          <a:prstGeom prst="line">
            <a:avLst/>
          </a:prstGeom>
          <a:noFill/>
          <a:ln w="25400">
            <a:solidFill>
              <a:srgbClr val="6A3FA0"/>
            </a:solidFill>
            <a:prstDash val="solid"/>
          </a:ln>
        </p:spPr>
      </p:sp>
      <p:sp>
        <p:nvSpPr>
          <p:cNvPr id="147" name="Shape 145"/>
          <p:cNvSpPr/>
          <p:nvPr/>
        </p:nvSpPr>
        <p:spPr>
          <a:xfrm flipV="1">
            <a:off x="2578608" y="4576502"/>
            <a:ext cx="89611" cy="13559"/>
          </a:xfrm>
          <a:prstGeom prst="line">
            <a:avLst/>
          </a:prstGeom>
          <a:noFill/>
          <a:ln w="25400">
            <a:solidFill>
              <a:srgbClr val="6A3FA0"/>
            </a:solidFill>
            <a:prstDash val="solid"/>
          </a:ln>
        </p:spPr>
      </p:sp>
      <p:sp>
        <p:nvSpPr>
          <p:cNvPr id="148" name="Shape 146"/>
          <p:cNvSpPr/>
          <p:nvPr/>
        </p:nvSpPr>
        <p:spPr>
          <a:xfrm flipV="1">
            <a:off x="2668219" y="4563201"/>
            <a:ext cx="89611" cy="13301"/>
          </a:xfrm>
          <a:prstGeom prst="line">
            <a:avLst/>
          </a:prstGeom>
          <a:noFill/>
          <a:ln w="25400">
            <a:solidFill>
              <a:srgbClr val="6A3FA0"/>
            </a:solidFill>
            <a:prstDash val="solid"/>
          </a:ln>
        </p:spPr>
      </p:sp>
      <p:sp>
        <p:nvSpPr>
          <p:cNvPr id="149" name="Shape 147"/>
          <p:cNvSpPr/>
          <p:nvPr/>
        </p:nvSpPr>
        <p:spPr>
          <a:xfrm flipV="1">
            <a:off x="2757830" y="4550153"/>
            <a:ext cx="89611" cy="13048"/>
          </a:xfrm>
          <a:prstGeom prst="line">
            <a:avLst/>
          </a:prstGeom>
          <a:noFill/>
          <a:ln w="25400">
            <a:solidFill>
              <a:srgbClr val="6A3FA0"/>
            </a:solidFill>
            <a:prstDash val="solid"/>
          </a:ln>
        </p:spPr>
      </p:sp>
      <p:sp>
        <p:nvSpPr>
          <p:cNvPr id="150" name="Shape 148"/>
          <p:cNvSpPr/>
          <p:nvPr/>
        </p:nvSpPr>
        <p:spPr>
          <a:xfrm flipV="1">
            <a:off x="2847442" y="4537352"/>
            <a:ext cx="89611" cy="12800"/>
          </a:xfrm>
          <a:prstGeom prst="line">
            <a:avLst/>
          </a:prstGeom>
          <a:noFill/>
          <a:ln w="25400">
            <a:solidFill>
              <a:srgbClr val="6A3FA0"/>
            </a:solidFill>
            <a:prstDash val="solid"/>
          </a:ln>
        </p:spPr>
      </p:sp>
      <p:sp>
        <p:nvSpPr>
          <p:cNvPr id="151" name="Shape 149"/>
          <p:cNvSpPr/>
          <p:nvPr/>
        </p:nvSpPr>
        <p:spPr>
          <a:xfrm flipV="1">
            <a:off x="2937053" y="4524796"/>
            <a:ext cx="89611" cy="12557"/>
          </a:xfrm>
          <a:prstGeom prst="line">
            <a:avLst/>
          </a:prstGeom>
          <a:noFill/>
          <a:ln w="25400">
            <a:solidFill>
              <a:srgbClr val="6A3FA0"/>
            </a:solidFill>
            <a:prstDash val="solid"/>
          </a:ln>
        </p:spPr>
      </p:sp>
      <p:sp>
        <p:nvSpPr>
          <p:cNvPr id="152" name="Shape 150"/>
          <p:cNvSpPr/>
          <p:nvPr/>
        </p:nvSpPr>
        <p:spPr>
          <a:xfrm flipV="1">
            <a:off x="3026664" y="4512478"/>
            <a:ext cx="89611" cy="12318"/>
          </a:xfrm>
          <a:prstGeom prst="line">
            <a:avLst/>
          </a:prstGeom>
          <a:noFill/>
          <a:ln w="25400">
            <a:solidFill>
              <a:srgbClr val="6A3FA0"/>
            </a:solidFill>
            <a:prstDash val="solid"/>
          </a:ln>
        </p:spPr>
      </p:sp>
      <p:sp>
        <p:nvSpPr>
          <p:cNvPr id="153" name="Shape 151"/>
          <p:cNvSpPr/>
          <p:nvPr/>
        </p:nvSpPr>
        <p:spPr>
          <a:xfrm flipV="1">
            <a:off x="3116275" y="4500394"/>
            <a:ext cx="89611" cy="12084"/>
          </a:xfrm>
          <a:prstGeom prst="line">
            <a:avLst/>
          </a:prstGeom>
          <a:noFill/>
          <a:ln w="25400">
            <a:solidFill>
              <a:srgbClr val="6A3FA0"/>
            </a:solidFill>
            <a:prstDash val="solid"/>
          </a:ln>
        </p:spPr>
      </p:sp>
      <p:sp>
        <p:nvSpPr>
          <p:cNvPr id="154" name="Shape 152"/>
          <p:cNvSpPr/>
          <p:nvPr/>
        </p:nvSpPr>
        <p:spPr>
          <a:xfrm flipV="1">
            <a:off x="3205886" y="4488540"/>
            <a:ext cx="89611" cy="11854"/>
          </a:xfrm>
          <a:prstGeom prst="line">
            <a:avLst/>
          </a:prstGeom>
          <a:noFill/>
          <a:ln w="25400">
            <a:solidFill>
              <a:srgbClr val="6A3FA0"/>
            </a:solidFill>
            <a:prstDash val="solid"/>
          </a:ln>
        </p:spPr>
      </p:sp>
      <p:sp>
        <p:nvSpPr>
          <p:cNvPr id="155" name="Shape 153"/>
          <p:cNvSpPr/>
          <p:nvPr/>
        </p:nvSpPr>
        <p:spPr>
          <a:xfrm flipV="1">
            <a:off x="3295498" y="4476912"/>
            <a:ext cx="89611" cy="11629"/>
          </a:xfrm>
          <a:prstGeom prst="line">
            <a:avLst/>
          </a:prstGeom>
          <a:noFill/>
          <a:ln w="25400">
            <a:solidFill>
              <a:srgbClr val="6A3FA0"/>
            </a:solidFill>
            <a:prstDash val="solid"/>
          </a:ln>
        </p:spPr>
      </p:sp>
      <p:sp>
        <p:nvSpPr>
          <p:cNvPr id="156" name="Shape 154"/>
          <p:cNvSpPr/>
          <p:nvPr/>
        </p:nvSpPr>
        <p:spPr>
          <a:xfrm flipV="1">
            <a:off x="3385109" y="4465504"/>
            <a:ext cx="89611" cy="11407"/>
          </a:xfrm>
          <a:prstGeom prst="line">
            <a:avLst/>
          </a:prstGeom>
          <a:noFill/>
          <a:ln w="25400">
            <a:solidFill>
              <a:srgbClr val="6A3FA0"/>
            </a:solidFill>
            <a:prstDash val="solid"/>
          </a:ln>
        </p:spPr>
      </p:sp>
      <p:sp>
        <p:nvSpPr>
          <p:cNvPr id="157" name="Shape 155"/>
          <p:cNvSpPr/>
          <p:nvPr/>
        </p:nvSpPr>
        <p:spPr>
          <a:xfrm flipV="1">
            <a:off x="3474720" y="4454314"/>
            <a:ext cx="89611" cy="11190"/>
          </a:xfrm>
          <a:prstGeom prst="line">
            <a:avLst/>
          </a:prstGeom>
          <a:noFill/>
          <a:ln w="25400">
            <a:solidFill>
              <a:srgbClr val="6A3FA0"/>
            </a:solidFill>
            <a:prstDash val="solid"/>
          </a:ln>
        </p:spPr>
      </p:sp>
      <p:sp>
        <p:nvSpPr>
          <p:cNvPr id="158" name="Shape 156"/>
          <p:cNvSpPr/>
          <p:nvPr/>
        </p:nvSpPr>
        <p:spPr>
          <a:xfrm flipV="1">
            <a:off x="3564331" y="4443336"/>
            <a:ext cx="89611" cy="10978"/>
          </a:xfrm>
          <a:prstGeom prst="line">
            <a:avLst/>
          </a:prstGeom>
          <a:noFill/>
          <a:ln w="25400">
            <a:solidFill>
              <a:srgbClr val="6A3FA0"/>
            </a:solidFill>
            <a:prstDash val="solid"/>
          </a:ln>
        </p:spPr>
      </p:sp>
      <p:sp>
        <p:nvSpPr>
          <p:cNvPr id="159" name="Shape 157"/>
          <p:cNvSpPr/>
          <p:nvPr/>
        </p:nvSpPr>
        <p:spPr>
          <a:xfrm flipV="1">
            <a:off x="3653942" y="4432567"/>
            <a:ext cx="89611" cy="10769"/>
          </a:xfrm>
          <a:prstGeom prst="line">
            <a:avLst/>
          </a:prstGeom>
          <a:noFill/>
          <a:ln w="25400">
            <a:solidFill>
              <a:srgbClr val="6A3FA0"/>
            </a:solidFill>
            <a:prstDash val="solid"/>
          </a:ln>
        </p:spPr>
      </p:sp>
      <p:sp>
        <p:nvSpPr>
          <p:cNvPr id="160" name="Shape 158"/>
          <p:cNvSpPr/>
          <p:nvPr/>
        </p:nvSpPr>
        <p:spPr>
          <a:xfrm flipV="1">
            <a:off x="3743554" y="4422003"/>
            <a:ext cx="89611" cy="10564"/>
          </a:xfrm>
          <a:prstGeom prst="line">
            <a:avLst/>
          </a:prstGeom>
          <a:noFill/>
          <a:ln w="25400">
            <a:solidFill>
              <a:srgbClr val="6A3FA0"/>
            </a:solidFill>
            <a:prstDash val="solid"/>
          </a:ln>
        </p:spPr>
      </p:sp>
      <p:sp>
        <p:nvSpPr>
          <p:cNvPr id="161" name="Shape 159"/>
          <p:cNvSpPr/>
          <p:nvPr/>
        </p:nvSpPr>
        <p:spPr>
          <a:xfrm flipV="1">
            <a:off x="3833165" y="4411640"/>
            <a:ext cx="89611" cy="10363"/>
          </a:xfrm>
          <a:prstGeom prst="line">
            <a:avLst/>
          </a:prstGeom>
          <a:noFill/>
          <a:ln w="25400">
            <a:solidFill>
              <a:srgbClr val="6A3FA0"/>
            </a:solidFill>
            <a:prstDash val="solid"/>
          </a:ln>
        </p:spPr>
      </p:sp>
      <p:sp>
        <p:nvSpPr>
          <p:cNvPr id="162" name="Shape 160"/>
          <p:cNvSpPr/>
          <p:nvPr/>
        </p:nvSpPr>
        <p:spPr>
          <a:xfrm flipV="1">
            <a:off x="3922776" y="4401474"/>
            <a:ext cx="89611" cy="10166"/>
          </a:xfrm>
          <a:prstGeom prst="line">
            <a:avLst/>
          </a:prstGeom>
          <a:noFill/>
          <a:ln w="25400">
            <a:solidFill>
              <a:srgbClr val="6A3FA0"/>
            </a:solidFill>
            <a:prstDash val="solid"/>
          </a:ln>
        </p:spPr>
      </p:sp>
      <p:sp>
        <p:nvSpPr>
          <p:cNvPr id="163" name="Shape 161"/>
          <p:cNvSpPr/>
          <p:nvPr/>
        </p:nvSpPr>
        <p:spPr>
          <a:xfrm flipV="1">
            <a:off x="4012387" y="4391501"/>
            <a:ext cx="89611" cy="9973"/>
          </a:xfrm>
          <a:prstGeom prst="line">
            <a:avLst/>
          </a:prstGeom>
          <a:noFill/>
          <a:ln w="25400">
            <a:solidFill>
              <a:srgbClr val="6A3FA0"/>
            </a:solidFill>
            <a:prstDash val="solid"/>
          </a:ln>
        </p:spPr>
      </p:sp>
      <p:sp>
        <p:nvSpPr>
          <p:cNvPr id="164" name="Shape 162"/>
          <p:cNvSpPr/>
          <p:nvPr/>
        </p:nvSpPr>
        <p:spPr>
          <a:xfrm flipV="1">
            <a:off x="4101998" y="4381718"/>
            <a:ext cx="89611" cy="9783"/>
          </a:xfrm>
          <a:prstGeom prst="line">
            <a:avLst/>
          </a:prstGeom>
          <a:noFill/>
          <a:ln w="25400">
            <a:solidFill>
              <a:srgbClr val="6A3FA0"/>
            </a:solidFill>
            <a:prstDash val="solid"/>
          </a:ln>
        </p:spPr>
      </p:sp>
      <p:sp>
        <p:nvSpPr>
          <p:cNvPr id="165" name="Shape 163"/>
          <p:cNvSpPr/>
          <p:nvPr/>
        </p:nvSpPr>
        <p:spPr>
          <a:xfrm flipV="1">
            <a:off x="4191610" y="4372121"/>
            <a:ext cx="89611" cy="9597"/>
          </a:xfrm>
          <a:prstGeom prst="line">
            <a:avLst/>
          </a:prstGeom>
          <a:noFill/>
          <a:ln w="25400">
            <a:solidFill>
              <a:srgbClr val="6A3FA0"/>
            </a:solidFill>
            <a:prstDash val="solid"/>
          </a:ln>
        </p:spPr>
      </p:sp>
      <p:sp>
        <p:nvSpPr>
          <p:cNvPr id="166" name="Shape 164"/>
          <p:cNvSpPr/>
          <p:nvPr/>
        </p:nvSpPr>
        <p:spPr>
          <a:xfrm flipV="1">
            <a:off x="4281221" y="4362706"/>
            <a:ext cx="89611" cy="9415"/>
          </a:xfrm>
          <a:prstGeom prst="line">
            <a:avLst/>
          </a:prstGeom>
          <a:noFill/>
          <a:ln w="25400">
            <a:solidFill>
              <a:srgbClr val="6A3FA0"/>
            </a:solidFill>
            <a:prstDash val="solid"/>
          </a:ln>
        </p:spPr>
      </p:sp>
      <p:sp>
        <p:nvSpPr>
          <p:cNvPr id="167" name="Shape 165"/>
          <p:cNvSpPr/>
          <p:nvPr/>
        </p:nvSpPr>
        <p:spPr>
          <a:xfrm flipV="1">
            <a:off x="4370832" y="4353471"/>
            <a:ext cx="89611" cy="9236"/>
          </a:xfrm>
          <a:prstGeom prst="line">
            <a:avLst/>
          </a:prstGeom>
          <a:noFill/>
          <a:ln w="25400">
            <a:solidFill>
              <a:srgbClr val="6A3FA0"/>
            </a:solidFill>
            <a:prstDash val="solid"/>
          </a:ln>
        </p:spPr>
      </p:sp>
      <p:sp>
        <p:nvSpPr>
          <p:cNvPr id="168" name="Shape 166"/>
          <p:cNvSpPr/>
          <p:nvPr/>
        </p:nvSpPr>
        <p:spPr>
          <a:xfrm flipV="1">
            <a:off x="4460443" y="4344411"/>
            <a:ext cx="89611" cy="9060"/>
          </a:xfrm>
          <a:prstGeom prst="line">
            <a:avLst/>
          </a:prstGeom>
          <a:noFill/>
          <a:ln w="25400">
            <a:solidFill>
              <a:srgbClr val="6A3FA0"/>
            </a:solidFill>
            <a:prstDash val="solid"/>
          </a:ln>
        </p:spPr>
      </p:sp>
      <p:sp>
        <p:nvSpPr>
          <p:cNvPr id="169" name="Shape 167"/>
          <p:cNvSpPr/>
          <p:nvPr/>
        </p:nvSpPr>
        <p:spPr>
          <a:xfrm flipV="1">
            <a:off x="4550054" y="4335523"/>
            <a:ext cx="89611" cy="8888"/>
          </a:xfrm>
          <a:prstGeom prst="line">
            <a:avLst/>
          </a:prstGeom>
          <a:noFill/>
          <a:ln w="25400">
            <a:solidFill>
              <a:srgbClr val="6A3FA0"/>
            </a:solidFill>
            <a:prstDash val="solid"/>
          </a:ln>
        </p:spPr>
      </p:sp>
      <p:sp>
        <p:nvSpPr>
          <p:cNvPr id="170" name="Shape 168"/>
          <p:cNvSpPr/>
          <p:nvPr/>
        </p:nvSpPr>
        <p:spPr>
          <a:xfrm flipV="1">
            <a:off x="4639666" y="4326805"/>
            <a:ext cx="89611" cy="8719"/>
          </a:xfrm>
          <a:prstGeom prst="line">
            <a:avLst/>
          </a:prstGeom>
          <a:noFill/>
          <a:ln w="25400">
            <a:solidFill>
              <a:srgbClr val="6A3FA0"/>
            </a:solidFill>
            <a:prstDash val="solid"/>
          </a:ln>
        </p:spPr>
      </p:sp>
      <p:sp>
        <p:nvSpPr>
          <p:cNvPr id="171" name="Shape 169"/>
          <p:cNvSpPr/>
          <p:nvPr/>
        </p:nvSpPr>
        <p:spPr>
          <a:xfrm flipV="1">
            <a:off x="4729277" y="4318252"/>
            <a:ext cx="89611" cy="8553"/>
          </a:xfrm>
          <a:prstGeom prst="line">
            <a:avLst/>
          </a:prstGeom>
          <a:noFill/>
          <a:ln w="25400">
            <a:solidFill>
              <a:srgbClr val="6A3FA0"/>
            </a:solidFill>
            <a:prstDash val="solid"/>
          </a:ln>
        </p:spPr>
      </p:sp>
      <p:sp>
        <p:nvSpPr>
          <p:cNvPr id="172" name="Shape 170"/>
          <p:cNvSpPr/>
          <p:nvPr/>
        </p:nvSpPr>
        <p:spPr>
          <a:xfrm flipV="1">
            <a:off x="4818888" y="4309862"/>
            <a:ext cx="89611" cy="8390"/>
          </a:xfrm>
          <a:prstGeom prst="line">
            <a:avLst/>
          </a:prstGeom>
          <a:noFill/>
          <a:ln w="25400">
            <a:solidFill>
              <a:srgbClr val="6A3FA0"/>
            </a:solidFill>
            <a:prstDash val="solid"/>
          </a:ln>
        </p:spPr>
      </p:sp>
      <p:sp>
        <p:nvSpPr>
          <p:cNvPr id="173" name="Shape 171"/>
          <p:cNvSpPr/>
          <p:nvPr/>
        </p:nvSpPr>
        <p:spPr>
          <a:xfrm flipV="1">
            <a:off x="4908499" y="4301631"/>
            <a:ext cx="89611" cy="8231"/>
          </a:xfrm>
          <a:prstGeom prst="line">
            <a:avLst/>
          </a:prstGeom>
          <a:noFill/>
          <a:ln w="25400">
            <a:solidFill>
              <a:srgbClr val="6A3FA0"/>
            </a:solidFill>
            <a:prstDash val="solid"/>
          </a:ln>
        </p:spPr>
      </p:sp>
      <p:sp>
        <p:nvSpPr>
          <p:cNvPr id="174" name="Shape 172"/>
          <p:cNvSpPr/>
          <p:nvPr/>
        </p:nvSpPr>
        <p:spPr>
          <a:xfrm flipV="1">
            <a:off x="4998110" y="4293557"/>
            <a:ext cx="89611" cy="8074"/>
          </a:xfrm>
          <a:prstGeom prst="line">
            <a:avLst/>
          </a:prstGeom>
          <a:noFill/>
          <a:ln w="25400">
            <a:solidFill>
              <a:srgbClr val="6A3FA0"/>
            </a:solidFill>
            <a:prstDash val="solid"/>
          </a:ln>
        </p:spPr>
      </p:sp>
      <p:sp>
        <p:nvSpPr>
          <p:cNvPr id="175" name="Shape 173"/>
          <p:cNvSpPr/>
          <p:nvPr/>
        </p:nvSpPr>
        <p:spPr>
          <a:xfrm flipV="1">
            <a:off x="5087722" y="4285636"/>
            <a:ext cx="89611" cy="7921"/>
          </a:xfrm>
          <a:prstGeom prst="line">
            <a:avLst/>
          </a:prstGeom>
          <a:noFill/>
          <a:ln w="25400">
            <a:solidFill>
              <a:srgbClr val="6A3FA0"/>
            </a:solidFill>
            <a:prstDash val="solid"/>
          </a:ln>
        </p:spPr>
      </p:sp>
      <p:sp>
        <p:nvSpPr>
          <p:cNvPr id="176" name="Shape 174"/>
          <p:cNvSpPr/>
          <p:nvPr/>
        </p:nvSpPr>
        <p:spPr>
          <a:xfrm flipV="1">
            <a:off x="5177333" y="4277867"/>
            <a:ext cx="89611" cy="7770"/>
          </a:xfrm>
          <a:prstGeom prst="line">
            <a:avLst/>
          </a:prstGeom>
          <a:noFill/>
          <a:ln w="25400">
            <a:solidFill>
              <a:srgbClr val="6A3FA0"/>
            </a:solidFill>
            <a:prstDash val="solid"/>
          </a:ln>
        </p:spPr>
      </p:sp>
      <p:sp>
        <p:nvSpPr>
          <p:cNvPr id="177" name="Shape 175"/>
          <p:cNvSpPr/>
          <p:nvPr/>
        </p:nvSpPr>
        <p:spPr>
          <a:xfrm flipV="1">
            <a:off x="5266944" y="4270244"/>
            <a:ext cx="89611" cy="7622"/>
          </a:xfrm>
          <a:prstGeom prst="line">
            <a:avLst/>
          </a:prstGeom>
          <a:noFill/>
          <a:ln w="25400">
            <a:solidFill>
              <a:srgbClr val="6A3FA0"/>
            </a:solidFill>
            <a:prstDash val="solid"/>
          </a:ln>
        </p:spPr>
      </p:sp>
      <p:sp>
        <p:nvSpPr>
          <p:cNvPr id="178" name="Shape 176"/>
          <p:cNvSpPr/>
          <p:nvPr/>
        </p:nvSpPr>
        <p:spPr>
          <a:xfrm flipV="1">
            <a:off x="5356555" y="4262767"/>
            <a:ext cx="89611" cy="7477"/>
          </a:xfrm>
          <a:prstGeom prst="line">
            <a:avLst/>
          </a:prstGeom>
          <a:noFill/>
          <a:ln w="25400">
            <a:solidFill>
              <a:srgbClr val="6A3FA0"/>
            </a:solidFill>
            <a:prstDash val="solid"/>
          </a:ln>
        </p:spPr>
      </p:sp>
      <p:sp>
        <p:nvSpPr>
          <p:cNvPr id="179" name="Shape 177"/>
          <p:cNvSpPr/>
          <p:nvPr/>
        </p:nvSpPr>
        <p:spPr>
          <a:xfrm flipV="1">
            <a:off x="5446166" y="4255432"/>
            <a:ext cx="89611" cy="7335"/>
          </a:xfrm>
          <a:prstGeom prst="line">
            <a:avLst/>
          </a:prstGeom>
          <a:noFill/>
          <a:ln w="25400">
            <a:solidFill>
              <a:srgbClr val="6A3FA0"/>
            </a:solidFill>
            <a:prstDash val="solid"/>
          </a:ln>
        </p:spPr>
      </p:sp>
      <p:sp>
        <p:nvSpPr>
          <p:cNvPr id="180" name="Shape 178"/>
          <p:cNvSpPr/>
          <p:nvPr/>
        </p:nvSpPr>
        <p:spPr>
          <a:xfrm flipV="1">
            <a:off x="5535778" y="4248237"/>
            <a:ext cx="89611" cy="7196"/>
          </a:xfrm>
          <a:prstGeom prst="line">
            <a:avLst/>
          </a:prstGeom>
          <a:noFill/>
          <a:ln w="25400">
            <a:solidFill>
              <a:srgbClr val="6A3FA0"/>
            </a:solidFill>
            <a:prstDash val="solid"/>
          </a:ln>
        </p:spPr>
      </p:sp>
      <p:sp>
        <p:nvSpPr>
          <p:cNvPr id="181" name="Shape 179"/>
          <p:cNvSpPr/>
          <p:nvPr/>
        </p:nvSpPr>
        <p:spPr>
          <a:xfrm flipV="1">
            <a:off x="5625389" y="4241178"/>
            <a:ext cx="89611" cy="7059"/>
          </a:xfrm>
          <a:prstGeom prst="line">
            <a:avLst/>
          </a:prstGeom>
          <a:noFill/>
          <a:ln w="25400">
            <a:solidFill>
              <a:srgbClr val="6A3FA0"/>
            </a:solidFill>
            <a:prstDash val="solid"/>
          </a:ln>
        </p:spPr>
      </p:sp>
      <p:sp>
        <p:nvSpPr>
          <p:cNvPr id="182" name="Text 180"/>
          <p:cNvSpPr/>
          <p:nvPr/>
        </p:nvSpPr>
        <p:spPr>
          <a:xfrm>
            <a:off x="2055876" y="3694176"/>
            <a:ext cx="1280160" cy="201168"/>
          </a:xfrm>
          <a:prstGeom prst="rect">
            <a:avLst/>
          </a:prstGeom>
          <a:noFill/>
          <a:ln/>
        </p:spPr>
        <p:txBody>
          <a:bodyPr wrap="square" lIns="0" tIns="0" rIns="0" bIns="0" rtlCol="0" anchor="ctr"/>
          <a:lstStyle/>
          <a:p>
            <a:pPr algn="l" indent="0" marL="0">
              <a:buNone/>
            </a:pPr>
            <a:r>
              <a:rPr lang="en-US" sz="1000" b="1" dirty="0">
                <a:solidFill>
                  <a:srgbClr val="C8414C"/>
                </a:solidFill>
                <a:latin typeface="Calibri" pitchFamily="34" charset="0"/>
                <a:ea typeface="Calibri" pitchFamily="34" charset="-122"/>
                <a:cs typeface="Calibri" pitchFamily="34" charset="-120"/>
              </a:rPr>
              <a:t>with catalyst</a:t>
            </a:r>
            <a:endParaRPr lang="en-US" sz="1000" dirty="0"/>
          </a:p>
        </p:txBody>
      </p:sp>
      <p:sp>
        <p:nvSpPr>
          <p:cNvPr id="183" name="Text 181"/>
          <p:cNvSpPr/>
          <p:nvPr/>
        </p:nvSpPr>
        <p:spPr>
          <a:xfrm>
            <a:off x="3922776" y="4561027"/>
            <a:ext cx="1371600" cy="201168"/>
          </a:xfrm>
          <a:prstGeom prst="rect">
            <a:avLst/>
          </a:prstGeom>
          <a:noFill/>
          <a:ln/>
        </p:spPr>
        <p:txBody>
          <a:bodyPr wrap="square" lIns="0" tIns="0" rIns="0" bIns="0" rtlCol="0" anchor="ctr"/>
          <a:lstStyle/>
          <a:p>
            <a:pPr algn="l" indent="0" marL="0">
              <a:buNone/>
            </a:pPr>
            <a:r>
              <a:rPr lang="en-US" sz="1000" b="1" dirty="0">
                <a:solidFill>
                  <a:srgbClr val="6A3FA0"/>
                </a:solidFill>
                <a:latin typeface="Calibri" pitchFamily="34" charset="0"/>
                <a:ea typeface="Calibri" pitchFamily="34" charset="-122"/>
                <a:cs typeface="Calibri" pitchFamily="34" charset="-120"/>
              </a:rPr>
              <a:t>no catalyst</a:t>
            </a:r>
            <a:endParaRPr lang="en-US" sz="1000" dirty="0"/>
          </a:p>
        </p:txBody>
      </p:sp>
      <p:sp>
        <p:nvSpPr>
          <p:cNvPr id="184" name="Shape 182"/>
          <p:cNvSpPr/>
          <p:nvPr/>
        </p:nvSpPr>
        <p:spPr>
          <a:xfrm>
            <a:off x="6217920" y="1188720"/>
            <a:ext cx="5562295" cy="3200400"/>
          </a:xfrm>
          <a:prstGeom prst="roundRect">
            <a:avLst>
              <a:gd name="adj" fmla="val 1714"/>
            </a:avLst>
          </a:prstGeom>
          <a:solidFill>
            <a:srgbClr val="F8F5FC"/>
          </a:solidFill>
          <a:ln w="9525">
            <a:solidFill>
              <a:srgbClr val="DDD3EC"/>
            </a:solidFill>
            <a:prstDash val="solid"/>
          </a:ln>
        </p:spPr>
      </p:sp>
      <p:sp>
        <p:nvSpPr>
          <p:cNvPr id="185" name="Text 183"/>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Speeding up without being used up</a:t>
            </a:r>
            <a:endParaRPr lang="en-US" sz="1300" dirty="0"/>
          </a:p>
        </p:txBody>
      </p:sp>
      <p:sp>
        <p:nvSpPr>
          <p:cNvPr id="186" name="Text 184"/>
          <p:cNvSpPr/>
          <p:nvPr/>
        </p:nvSpPr>
        <p:spPr>
          <a:xfrm>
            <a:off x="6382512" y="1609344"/>
            <a:ext cx="5233111" cy="270662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 </a:t>
            </a:r>
            <a:r>
              <a:rPr lang="en-US" sz="1100" b="1" dirty="0">
                <a:solidFill>
                  <a:srgbClr val="262B3A"/>
                </a:solidFill>
                <a:latin typeface="Calibri" pitchFamily="34" charset="0"/>
                <a:ea typeface="Calibri" pitchFamily="34" charset="-122"/>
                <a:cs typeface="Calibri" pitchFamily="34" charset="-120"/>
              </a:rPr>
              <a:t>catalyst</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speeds up</a:t>
            </a:r>
            <a:r>
              <a:rPr lang="en-US" sz="1100" dirty="0">
                <a:solidFill>
                  <a:srgbClr val="262B3A"/>
                </a:solidFill>
                <a:latin typeface="Calibri" pitchFamily="34" charset="0"/>
                <a:ea typeface="Calibri" pitchFamily="34" charset="-122"/>
                <a:cs typeface="Calibri" pitchFamily="34" charset="-120"/>
              </a:rPr>
              <a:t> a reaction but is </a:t>
            </a:r>
            <a:r>
              <a:rPr lang="en-US" sz="1100" b="1" dirty="0">
                <a:solidFill>
                  <a:srgbClr val="262B3A"/>
                </a:solidFill>
                <a:latin typeface="Calibri" pitchFamily="34" charset="0"/>
                <a:ea typeface="Calibri" pitchFamily="34" charset="-122"/>
                <a:cs typeface="Calibri" pitchFamily="34" charset="-120"/>
              </a:rPr>
              <a:t>not used up</a:t>
            </a:r>
            <a:r>
              <a:rPr lang="en-US" sz="1100" dirty="0">
                <a:solidFill>
                  <a:srgbClr val="262B3A"/>
                </a:solidFill>
                <a:latin typeface="Calibri" pitchFamily="34" charset="0"/>
                <a:ea typeface="Calibri" pitchFamily="34" charset="-122"/>
                <a:cs typeface="Calibri" pitchFamily="34" charset="-120"/>
              </a:rPr>
              <a:t>: it is </a:t>
            </a:r>
            <a:r>
              <a:rPr lang="en-US" sz="1100" b="1" dirty="0">
                <a:solidFill>
                  <a:srgbClr val="262B3A"/>
                </a:solidFill>
                <a:latin typeface="Calibri" pitchFamily="34" charset="0"/>
                <a:ea typeface="Calibri" pitchFamily="34" charset="-122"/>
                <a:cs typeface="Calibri" pitchFamily="34" charset="-120"/>
              </a:rPr>
              <a:t>chemically unchanged</a:t>
            </a:r>
            <a:r>
              <a:rPr lang="en-US" sz="1100" dirty="0">
                <a:solidFill>
                  <a:srgbClr val="262B3A"/>
                </a:solidFill>
                <a:latin typeface="Calibri" pitchFamily="34" charset="0"/>
                <a:ea typeface="Calibri" pitchFamily="34" charset="-122"/>
                <a:cs typeface="Calibri" pitchFamily="34" charset="-120"/>
              </a:rPr>
              <a:t> and has the </a:t>
            </a:r>
            <a:r>
              <a:rPr lang="en-US" sz="1100" b="1" dirty="0">
                <a:solidFill>
                  <a:srgbClr val="262B3A"/>
                </a:solidFill>
                <a:latin typeface="Calibri" pitchFamily="34" charset="0"/>
                <a:ea typeface="Calibri" pitchFamily="34" charset="-122"/>
                <a:cs typeface="Calibri" pitchFamily="34" charset="-120"/>
              </a:rPr>
              <a:t>same mass</a:t>
            </a:r>
            <a:r>
              <a:rPr lang="en-US" sz="1100" dirty="0">
                <a:solidFill>
                  <a:srgbClr val="262B3A"/>
                </a:solidFill>
                <a:latin typeface="Calibri" pitchFamily="34" charset="0"/>
                <a:ea typeface="Calibri" pitchFamily="34" charset="-122"/>
                <a:cs typeface="Calibri" pitchFamily="34" charset="-120"/>
              </a:rPr>
              <a:t> at the end.</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Only a </a:t>
            </a:r>
            <a:r>
              <a:rPr lang="en-US" sz="1100" b="1" dirty="0">
                <a:solidFill>
                  <a:srgbClr val="262B3A"/>
                </a:solidFill>
                <a:latin typeface="Calibri" pitchFamily="34" charset="0"/>
                <a:ea typeface="Calibri" pitchFamily="34" charset="-122"/>
                <a:cs typeface="Calibri" pitchFamily="34" charset="-120"/>
              </a:rPr>
              <a:t>small amount</a:t>
            </a:r>
            <a:r>
              <a:rPr lang="en-US" sz="1100" dirty="0">
                <a:solidFill>
                  <a:srgbClr val="262B3A"/>
                </a:solidFill>
                <a:latin typeface="Calibri" pitchFamily="34" charset="0"/>
                <a:ea typeface="Calibri" pitchFamily="34" charset="-122"/>
                <a:cs typeface="Calibri" pitchFamily="34" charset="-120"/>
              </a:rPr>
              <a:t> is needed, and it can be </a:t>
            </a:r>
            <a:r>
              <a:rPr lang="en-US" sz="1100" b="1" dirty="0">
                <a:solidFill>
                  <a:srgbClr val="262B3A"/>
                </a:solidFill>
                <a:latin typeface="Calibri" pitchFamily="34" charset="0"/>
                <a:ea typeface="Calibri" pitchFamily="34" charset="-122"/>
                <a:cs typeface="Calibri" pitchFamily="34" charset="-120"/>
              </a:rPr>
              <a:t>reused</a:t>
            </a:r>
            <a:r>
              <a:rPr lang="en-US" sz="1100" dirty="0">
                <a:solidFill>
                  <a:srgbClr val="262B3A"/>
                </a:solidFill>
                <a:latin typeface="Calibri" pitchFamily="34" charset="0"/>
                <a:ea typeface="Calibri" pitchFamily="34" charset="-122"/>
                <a:cs typeface="Calibri" pitchFamily="34" charset="-120"/>
              </a:rPr>
              <a:t>. Most catalysts work only for </a:t>
            </a:r>
            <a:r>
              <a:rPr lang="en-US" sz="1100" b="1" dirty="0">
                <a:solidFill>
                  <a:srgbClr val="262B3A"/>
                </a:solidFill>
                <a:latin typeface="Calibri" pitchFamily="34" charset="0"/>
                <a:ea typeface="Calibri" pitchFamily="34" charset="-122"/>
                <a:cs typeface="Calibri" pitchFamily="34" charset="-120"/>
              </a:rPr>
              <a:t>particular</a:t>
            </a:r>
            <a:r>
              <a:rPr lang="en-US" sz="1100" dirty="0">
                <a:solidFill>
                  <a:srgbClr val="262B3A"/>
                </a:solidFill>
                <a:latin typeface="Calibri" pitchFamily="34" charset="0"/>
                <a:ea typeface="Calibri" pitchFamily="34" charset="-122"/>
                <a:cs typeface="Calibri" pitchFamily="34" charset="-120"/>
              </a:rPr>
              <a:t> reactions.</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It does </a:t>
            </a:r>
            <a:r>
              <a:rPr lang="en-US" sz="1100" b="1" dirty="0">
                <a:solidFill>
                  <a:srgbClr val="262B3A"/>
                </a:solidFill>
                <a:latin typeface="Calibri" pitchFamily="34" charset="0"/>
                <a:ea typeface="Calibri" pitchFamily="34" charset="-122"/>
                <a:cs typeface="Calibri" pitchFamily="34" charset="-120"/>
              </a:rPr>
              <a:t>not</a:t>
            </a:r>
            <a:r>
              <a:rPr lang="en-US" sz="1100" dirty="0">
                <a:solidFill>
                  <a:srgbClr val="262B3A"/>
                </a:solidFill>
                <a:latin typeface="Calibri" pitchFamily="34" charset="0"/>
                <a:ea typeface="Calibri" pitchFamily="34" charset="-122"/>
                <a:cs typeface="Calibri" pitchFamily="34" charset="-120"/>
              </a:rPr>
              <a:t> change the </a:t>
            </a:r>
            <a:r>
              <a:rPr lang="en-US" sz="1100" b="1" dirty="0">
                <a:solidFill>
                  <a:srgbClr val="262B3A"/>
                </a:solidFill>
                <a:latin typeface="Calibri" pitchFamily="34" charset="0"/>
                <a:ea typeface="Calibri" pitchFamily="34" charset="-122"/>
                <a:cs typeface="Calibri" pitchFamily="34" charset="-120"/>
              </a:rPr>
              <a:t>amount of product</a:t>
            </a:r>
            <a:r>
              <a:rPr lang="en-US" sz="1100" dirty="0">
                <a:solidFill>
                  <a:srgbClr val="262B3A"/>
                </a:solidFill>
                <a:latin typeface="Calibri" pitchFamily="34" charset="0"/>
                <a:ea typeface="Calibri" pitchFamily="34" charset="-122"/>
                <a:cs typeface="Calibri" pitchFamily="34" charset="-120"/>
              </a:rPr>
              <a:t>, only how </a:t>
            </a:r>
            <a:r>
              <a:rPr lang="en-US" sz="1100" b="1" dirty="0">
                <a:solidFill>
                  <a:srgbClr val="262B3A"/>
                </a:solidFill>
                <a:latin typeface="Calibri" pitchFamily="34" charset="0"/>
                <a:ea typeface="Calibri" pitchFamily="34" charset="-122"/>
                <a:cs typeface="Calibri" pitchFamily="34" charset="-120"/>
              </a:rPr>
              <a:t>fast</a:t>
            </a:r>
            <a:r>
              <a:rPr lang="en-US" sz="1100" dirty="0">
                <a:solidFill>
                  <a:srgbClr val="262B3A"/>
                </a:solidFill>
                <a:latin typeface="Calibri" pitchFamily="34" charset="0"/>
                <a:ea typeface="Calibri" pitchFamily="34" charset="-122"/>
                <a:cs typeface="Calibri" pitchFamily="34" charset="-120"/>
              </a:rPr>
              <a:t> it forms.</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Identify a catalyst</a:t>
            </a:r>
            <a:r>
              <a:rPr lang="en-US" sz="1100" dirty="0">
                <a:solidFill>
                  <a:srgbClr val="262B3A"/>
                </a:solidFill>
                <a:latin typeface="Calibri" pitchFamily="34" charset="0"/>
                <a:ea typeface="Calibri" pitchFamily="34" charset="-122"/>
                <a:cs typeface="Calibri" pitchFamily="34" charset="-120"/>
              </a:rPr>
              <a:t>: it is written </a:t>
            </a:r>
            <a:r>
              <a:rPr lang="en-US" sz="1100" b="1" dirty="0">
                <a:solidFill>
                  <a:srgbClr val="262B3A"/>
                </a:solidFill>
                <a:latin typeface="Calibri" pitchFamily="34" charset="0"/>
                <a:ea typeface="Calibri" pitchFamily="34" charset="-122"/>
                <a:cs typeface="Calibri" pitchFamily="34" charset="-120"/>
              </a:rPr>
              <a:t>over the arrow</a:t>
            </a:r>
            <a:r>
              <a:rPr lang="en-US" sz="1100" dirty="0">
                <a:solidFill>
                  <a:srgbClr val="262B3A"/>
                </a:solidFill>
                <a:latin typeface="Calibri" pitchFamily="34" charset="0"/>
                <a:ea typeface="Calibri" pitchFamily="34" charset="-122"/>
                <a:cs typeface="Calibri" pitchFamily="34" charset="-120"/>
              </a:rPr>
              <a:t>, not as a reactant or product, and it is </a:t>
            </a:r>
            <a:r>
              <a:rPr lang="en-US" sz="1100" b="1" dirty="0">
                <a:solidFill>
                  <a:srgbClr val="262B3A"/>
                </a:solidFill>
                <a:latin typeface="Calibri" pitchFamily="34" charset="0"/>
                <a:ea typeface="Calibri" pitchFamily="34" charset="-122"/>
                <a:cs typeface="Calibri" pitchFamily="34" charset="-120"/>
              </a:rPr>
              <a:t>recovered</a:t>
            </a:r>
            <a:r>
              <a:rPr lang="en-US" sz="1100" dirty="0">
                <a:solidFill>
                  <a:srgbClr val="262B3A"/>
                </a:solidFill>
                <a:latin typeface="Calibri" pitchFamily="34" charset="0"/>
                <a:ea typeface="Calibri" pitchFamily="34" charset="-122"/>
                <a:cs typeface="Calibri" pitchFamily="34" charset="-120"/>
              </a:rPr>
              <a:t> at the end.</a:t>
            </a:r>
            <a:endParaRPr lang="en-US" sz="1100" dirty="0"/>
          </a:p>
        </p:txBody>
      </p:sp>
      <p:sp>
        <p:nvSpPr>
          <p:cNvPr id="187" name="Shape 185"/>
          <p:cNvSpPr/>
          <p:nvPr/>
        </p:nvSpPr>
        <p:spPr>
          <a:xfrm>
            <a:off x="6217920" y="4526280"/>
            <a:ext cx="5562295" cy="1188720"/>
          </a:xfrm>
          <a:prstGeom prst="roundRect">
            <a:avLst>
              <a:gd name="adj" fmla="val 4615"/>
            </a:avLst>
          </a:prstGeom>
          <a:solidFill>
            <a:srgbClr val="FFF4E0"/>
          </a:solidFill>
          <a:ln w="9525">
            <a:solidFill>
              <a:srgbClr val="F1D9A8"/>
            </a:solidFill>
            <a:prstDash val="solid"/>
          </a:ln>
        </p:spPr>
      </p:sp>
      <p:sp>
        <p:nvSpPr>
          <p:cNvPr id="188" name="Text 186"/>
          <p:cNvSpPr/>
          <p:nvPr/>
        </p:nvSpPr>
        <p:spPr>
          <a:xfrm>
            <a:off x="6382512" y="45994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identify the catalyst</a:t>
            </a:r>
            <a:endParaRPr lang="en-US" sz="1300" dirty="0"/>
          </a:p>
        </p:txBody>
      </p:sp>
      <p:sp>
        <p:nvSpPr>
          <p:cNvPr id="189" name="Text 187"/>
          <p:cNvSpPr/>
          <p:nvPr/>
        </p:nvSpPr>
        <p:spPr>
          <a:xfrm>
            <a:off x="6382512" y="4910328"/>
            <a:ext cx="5233111" cy="7315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Car exhaust: 2CO(g) + 2NO(g) → 2CO₂(g) + N₂(g), over platinum.</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Check   </a:t>
            </a:r>
            <a:r>
              <a:rPr lang="en-US" sz="1050" dirty="0">
                <a:solidFill>
                  <a:srgbClr val="262B3A"/>
                </a:solidFill>
                <a:latin typeface="Calibri" pitchFamily="34" charset="0"/>
                <a:ea typeface="Calibri" pitchFamily="34" charset="-122"/>
                <a:cs typeface="Calibri" pitchFamily="34" charset="-120"/>
              </a:rPr>
              <a:t>Pt is not in the equation and is not used up</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platinum</a:t>
            </a:r>
            <a:r>
              <a:rPr lang="en-US" sz="1050" b="1" dirty="0">
                <a:solidFill>
                  <a:srgbClr val="C8414C"/>
                </a:solidFill>
                <a:latin typeface="Calibri" pitchFamily="34" charset="0"/>
                <a:ea typeface="Calibri" pitchFamily="34" charset="-122"/>
                <a:cs typeface="Calibri" pitchFamily="34" charset="-120"/>
              </a:rPr>
              <a:t> is the catalyst (in a catalytic converter)</a:t>
            </a:r>
            <a:endParaRPr lang="en-US" sz="1050" dirty="0"/>
          </a:p>
        </p:txBody>
      </p:sp>
      <p:sp>
        <p:nvSpPr>
          <p:cNvPr id="190" name="Shape 188"/>
          <p:cNvSpPr/>
          <p:nvPr/>
        </p:nvSpPr>
        <p:spPr>
          <a:xfrm>
            <a:off x="411480" y="5833872"/>
            <a:ext cx="11368735" cy="530352"/>
          </a:xfrm>
          <a:prstGeom prst="rect">
            <a:avLst/>
          </a:prstGeom>
          <a:solidFill>
            <a:srgbClr val="FFF4E0"/>
          </a:solidFill>
          <a:ln w="6350">
            <a:solidFill>
              <a:srgbClr val="F1D9A8"/>
            </a:solidFill>
            <a:prstDash val="solid"/>
          </a:ln>
        </p:spPr>
      </p:sp>
      <p:sp>
        <p:nvSpPr>
          <p:cNvPr id="191" name="Shape 189"/>
          <p:cNvSpPr/>
          <p:nvPr/>
        </p:nvSpPr>
        <p:spPr>
          <a:xfrm>
            <a:off x="411480" y="5833872"/>
            <a:ext cx="82296" cy="530352"/>
          </a:xfrm>
          <a:prstGeom prst="rect">
            <a:avLst/>
          </a:prstGeom>
          <a:solidFill>
            <a:srgbClr val="E39A2F"/>
          </a:solidFill>
          <a:ln w="12700">
            <a:solidFill>
              <a:srgbClr val="E39A2F"/>
            </a:solidFill>
            <a:prstDash val="solid"/>
          </a:ln>
        </p:spPr>
      </p:sp>
      <p:sp>
        <p:nvSpPr>
          <p:cNvPr id="192" name="Text 19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student adds </a:t>
            </a:r>
            <a:r>
              <a:rPr lang="en-US" sz="1150" b="1" dirty="0">
                <a:solidFill>
                  <a:srgbClr val="262B3A"/>
                </a:solidFill>
                <a:latin typeface="Calibri" pitchFamily="34" charset="0"/>
                <a:ea typeface="Calibri" pitchFamily="34" charset="-122"/>
                <a:cs typeface="Calibri" pitchFamily="34" charset="-120"/>
              </a:rPr>
              <a:t>1.00 g</a:t>
            </a:r>
            <a:r>
              <a:rPr lang="en-US" sz="1150" dirty="0">
                <a:solidFill>
                  <a:srgbClr val="262B3A"/>
                </a:solidFill>
                <a:latin typeface="Calibri" pitchFamily="34" charset="0"/>
                <a:ea typeface="Calibri" pitchFamily="34" charset="-122"/>
                <a:cs typeface="Calibri" pitchFamily="34" charset="-120"/>
              </a:rPr>
              <a:t> of copper(II) oxide to hydrogen peroxide. Bubbling is fast. Afterwards the black solid is filtered and dried: </a:t>
            </a:r>
            <a:r>
              <a:rPr lang="en-US" sz="1150" b="1" dirty="0">
                <a:solidFill>
                  <a:srgbClr val="262B3A"/>
                </a:solidFill>
                <a:latin typeface="Calibri" pitchFamily="34" charset="0"/>
                <a:ea typeface="Calibri" pitchFamily="34" charset="-122"/>
                <a:cs typeface="Calibri" pitchFamily="34" charset="-120"/>
              </a:rPr>
              <a:t>1.00 g</a:t>
            </a:r>
            <a:r>
              <a:rPr lang="en-US" sz="1150" dirty="0">
                <a:solidFill>
                  <a:srgbClr val="262B3A"/>
                </a:solidFill>
                <a:latin typeface="Calibri" pitchFamily="34" charset="0"/>
                <a:ea typeface="Calibri" pitchFamily="34" charset="-122"/>
                <a:cs typeface="Calibri" pitchFamily="34" charset="-120"/>
              </a:rPr>
              <a:t>. What does this show?</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Activation energy and enzymes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C6.2.6, C6.2.7 • explain catalytic action using activation energy; enzymes as biological catalysts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C6.2 How do chemists control the rate of reactions?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C6.2.6  |  14</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reaction profile for an exothermic reaction; energy values illustrative</a:t>
            </a:r>
            <a:endParaRPr lang="en-US" sz="1000" dirty="0"/>
          </a:p>
        </p:txBody>
      </p:sp>
      <p:sp>
        <p:nvSpPr>
          <p:cNvPr id="10" name="Shape 8"/>
          <p:cNvSpPr/>
          <p:nvPr/>
        </p:nvSpPr>
        <p:spPr>
          <a:xfrm>
            <a:off x="1280160" y="1417320"/>
            <a:ext cx="4434840" cy="2788920"/>
          </a:xfrm>
          <a:prstGeom prst="rect">
            <a:avLst/>
          </a:prstGeom>
          <a:solidFill>
            <a:srgbClr val="FFFFFF"/>
          </a:solidFill>
          <a:ln/>
        </p:spPr>
      </p:sp>
      <p:sp>
        <p:nvSpPr>
          <p:cNvPr id="11" name="Shape 9"/>
          <p:cNvSpPr/>
          <p:nvPr/>
        </p:nvSpPr>
        <p:spPr>
          <a:xfrm>
            <a:off x="1280160" y="4206240"/>
            <a:ext cx="4434840" cy="91"/>
          </a:xfrm>
          <a:prstGeom prst="line">
            <a:avLst/>
          </a:prstGeom>
          <a:noFill/>
          <a:ln w="19050">
            <a:solidFill>
              <a:srgbClr val="2A1F3D"/>
            </a:solidFill>
            <a:prstDash val="solid"/>
          </a:ln>
        </p:spPr>
      </p:sp>
      <p:sp>
        <p:nvSpPr>
          <p:cNvPr id="12" name="Shape 10"/>
          <p:cNvSpPr/>
          <p:nvPr/>
        </p:nvSpPr>
        <p:spPr>
          <a:xfrm flipV="1">
            <a:off x="1280160" y="1417320"/>
            <a:ext cx="91" cy="2788920"/>
          </a:xfrm>
          <a:prstGeom prst="line">
            <a:avLst/>
          </a:prstGeom>
          <a:noFill/>
          <a:ln w="19050">
            <a:solidFill>
              <a:srgbClr val="2A1F3D"/>
            </a:solidFill>
            <a:prstDash val="solid"/>
          </a:ln>
        </p:spPr>
      </p:sp>
      <p:sp>
        <p:nvSpPr>
          <p:cNvPr id="13" name="Shape 11"/>
          <p:cNvSpPr/>
          <p:nvPr/>
        </p:nvSpPr>
        <p:spPr>
          <a:xfrm>
            <a:off x="1280160" y="4206240"/>
            <a:ext cx="91" cy="54864"/>
          </a:xfrm>
          <a:prstGeom prst="line">
            <a:avLst/>
          </a:prstGeom>
          <a:noFill/>
          <a:ln w="12700">
            <a:solidFill>
              <a:srgbClr val="2A1F3D"/>
            </a:solidFill>
            <a:prstDash val="solid"/>
          </a:ln>
        </p:spPr>
      </p:sp>
      <p:sp>
        <p:nvSpPr>
          <p:cNvPr id="14" name="Text 12"/>
          <p:cNvSpPr/>
          <p:nvPr/>
        </p:nvSpPr>
        <p:spPr>
          <a:xfrm>
            <a:off x="1005840" y="4261104"/>
            <a:ext cx="548640" cy="182880"/>
          </a:xfrm>
          <a:prstGeom prst="rect">
            <a:avLst/>
          </a:prstGeom>
          <a:noFill/>
          <a:ln/>
        </p:spPr>
        <p:txBody>
          <a:bodyPr wrap="square" lIns="0" tIns="0" rIns="0" bIns="0" rtlCol="0" anchor="ctr"/>
          <a:lstStyle/>
          <a:p>
            <a:pPr algn="ctr" indent="0" marL="0">
              <a:buNone/>
            </a:pPr>
            <a:endParaRPr lang="en-US" sz="1000" dirty="0"/>
          </a:p>
        </p:txBody>
      </p:sp>
      <p:sp>
        <p:nvSpPr>
          <p:cNvPr id="15" name="Shape 13"/>
          <p:cNvSpPr/>
          <p:nvPr/>
        </p:nvSpPr>
        <p:spPr>
          <a:xfrm>
            <a:off x="5715000" y="4206240"/>
            <a:ext cx="91" cy="54864"/>
          </a:xfrm>
          <a:prstGeom prst="line">
            <a:avLst/>
          </a:prstGeom>
          <a:noFill/>
          <a:ln w="12700">
            <a:solidFill>
              <a:srgbClr val="2A1F3D"/>
            </a:solidFill>
            <a:prstDash val="solid"/>
          </a:ln>
        </p:spPr>
      </p:sp>
      <p:sp>
        <p:nvSpPr>
          <p:cNvPr id="16" name="Text 14"/>
          <p:cNvSpPr/>
          <p:nvPr/>
        </p:nvSpPr>
        <p:spPr>
          <a:xfrm>
            <a:off x="5440680" y="4261104"/>
            <a:ext cx="548640" cy="182880"/>
          </a:xfrm>
          <a:prstGeom prst="rect">
            <a:avLst/>
          </a:prstGeom>
          <a:noFill/>
          <a:ln/>
        </p:spPr>
        <p:txBody>
          <a:bodyPr wrap="square" lIns="0" tIns="0" rIns="0" bIns="0" rtlCol="0" anchor="ctr"/>
          <a:lstStyle/>
          <a:p>
            <a:pPr algn="ctr" indent="0" marL="0">
              <a:buNone/>
            </a:pPr>
            <a:endParaRPr lang="en-US" sz="1000" dirty="0"/>
          </a:p>
        </p:txBody>
      </p:sp>
      <p:sp>
        <p:nvSpPr>
          <p:cNvPr id="17" name="Shape 15"/>
          <p:cNvSpPr/>
          <p:nvPr/>
        </p:nvSpPr>
        <p:spPr>
          <a:xfrm>
            <a:off x="1225296" y="4206240"/>
            <a:ext cx="54864" cy="91"/>
          </a:xfrm>
          <a:prstGeom prst="line">
            <a:avLst/>
          </a:prstGeom>
          <a:noFill/>
          <a:ln w="12700">
            <a:solidFill>
              <a:srgbClr val="2A1F3D"/>
            </a:solidFill>
            <a:prstDash val="solid"/>
          </a:ln>
        </p:spPr>
      </p:sp>
      <p:sp>
        <p:nvSpPr>
          <p:cNvPr id="18" name="Text 16"/>
          <p:cNvSpPr/>
          <p:nvPr/>
        </p:nvSpPr>
        <p:spPr>
          <a:xfrm>
            <a:off x="841248" y="41148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19" name="Shape 17"/>
          <p:cNvSpPr/>
          <p:nvPr/>
        </p:nvSpPr>
        <p:spPr>
          <a:xfrm>
            <a:off x="1225296" y="3927348"/>
            <a:ext cx="54864" cy="91"/>
          </a:xfrm>
          <a:prstGeom prst="line">
            <a:avLst/>
          </a:prstGeom>
          <a:noFill/>
          <a:ln w="12700">
            <a:solidFill>
              <a:srgbClr val="2A1F3D"/>
            </a:solidFill>
            <a:prstDash val="solid"/>
          </a:ln>
        </p:spPr>
      </p:sp>
      <p:sp>
        <p:nvSpPr>
          <p:cNvPr id="20" name="Text 18"/>
          <p:cNvSpPr/>
          <p:nvPr/>
        </p:nvSpPr>
        <p:spPr>
          <a:xfrm>
            <a:off x="841248" y="3835908"/>
            <a:ext cx="365760" cy="182880"/>
          </a:xfrm>
          <a:prstGeom prst="rect">
            <a:avLst/>
          </a:prstGeom>
          <a:noFill/>
          <a:ln/>
        </p:spPr>
        <p:txBody>
          <a:bodyPr wrap="square" lIns="0" tIns="0" rIns="0" bIns="0" rtlCol="0" anchor="ctr"/>
          <a:lstStyle/>
          <a:p>
            <a:pPr algn="r" indent="0" marL="0">
              <a:buNone/>
            </a:pPr>
            <a:endParaRPr lang="en-US" sz="1000" dirty="0"/>
          </a:p>
        </p:txBody>
      </p:sp>
      <p:sp>
        <p:nvSpPr>
          <p:cNvPr id="21" name="Shape 19"/>
          <p:cNvSpPr/>
          <p:nvPr/>
        </p:nvSpPr>
        <p:spPr>
          <a:xfrm>
            <a:off x="1225296" y="3648456"/>
            <a:ext cx="54864" cy="91"/>
          </a:xfrm>
          <a:prstGeom prst="line">
            <a:avLst/>
          </a:prstGeom>
          <a:noFill/>
          <a:ln w="12700">
            <a:solidFill>
              <a:srgbClr val="2A1F3D"/>
            </a:solidFill>
            <a:prstDash val="solid"/>
          </a:ln>
        </p:spPr>
      </p:sp>
      <p:sp>
        <p:nvSpPr>
          <p:cNvPr id="22" name="Text 20"/>
          <p:cNvSpPr/>
          <p:nvPr/>
        </p:nvSpPr>
        <p:spPr>
          <a:xfrm>
            <a:off x="841248" y="355701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23" name="Shape 21"/>
          <p:cNvSpPr/>
          <p:nvPr/>
        </p:nvSpPr>
        <p:spPr>
          <a:xfrm>
            <a:off x="1225296" y="3369564"/>
            <a:ext cx="54864" cy="91"/>
          </a:xfrm>
          <a:prstGeom prst="line">
            <a:avLst/>
          </a:prstGeom>
          <a:noFill/>
          <a:ln w="12700">
            <a:solidFill>
              <a:srgbClr val="2A1F3D"/>
            </a:solidFill>
            <a:prstDash val="solid"/>
          </a:ln>
        </p:spPr>
      </p:sp>
      <p:sp>
        <p:nvSpPr>
          <p:cNvPr id="24" name="Text 22"/>
          <p:cNvSpPr/>
          <p:nvPr/>
        </p:nvSpPr>
        <p:spPr>
          <a:xfrm>
            <a:off x="841248" y="3278124"/>
            <a:ext cx="365760" cy="182880"/>
          </a:xfrm>
          <a:prstGeom prst="rect">
            <a:avLst/>
          </a:prstGeom>
          <a:noFill/>
          <a:ln/>
        </p:spPr>
        <p:txBody>
          <a:bodyPr wrap="square" lIns="0" tIns="0" rIns="0" bIns="0" rtlCol="0" anchor="ctr"/>
          <a:lstStyle/>
          <a:p>
            <a:pPr algn="r" indent="0" marL="0">
              <a:buNone/>
            </a:pPr>
            <a:endParaRPr lang="en-US" sz="1000" dirty="0"/>
          </a:p>
        </p:txBody>
      </p:sp>
      <p:sp>
        <p:nvSpPr>
          <p:cNvPr id="25" name="Shape 23"/>
          <p:cNvSpPr/>
          <p:nvPr/>
        </p:nvSpPr>
        <p:spPr>
          <a:xfrm>
            <a:off x="1225296" y="3090672"/>
            <a:ext cx="54864" cy="91"/>
          </a:xfrm>
          <a:prstGeom prst="line">
            <a:avLst/>
          </a:prstGeom>
          <a:noFill/>
          <a:ln w="12700">
            <a:solidFill>
              <a:srgbClr val="2A1F3D"/>
            </a:solidFill>
            <a:prstDash val="solid"/>
          </a:ln>
        </p:spPr>
      </p:sp>
      <p:sp>
        <p:nvSpPr>
          <p:cNvPr id="26" name="Text 24"/>
          <p:cNvSpPr/>
          <p:nvPr/>
        </p:nvSpPr>
        <p:spPr>
          <a:xfrm>
            <a:off x="841248" y="2999232"/>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80</a:t>
            </a:r>
            <a:endParaRPr lang="en-US" sz="1000" dirty="0"/>
          </a:p>
        </p:txBody>
      </p:sp>
      <p:sp>
        <p:nvSpPr>
          <p:cNvPr id="27" name="Shape 25"/>
          <p:cNvSpPr/>
          <p:nvPr/>
        </p:nvSpPr>
        <p:spPr>
          <a:xfrm>
            <a:off x="1225296" y="2811780"/>
            <a:ext cx="54864" cy="91"/>
          </a:xfrm>
          <a:prstGeom prst="line">
            <a:avLst/>
          </a:prstGeom>
          <a:noFill/>
          <a:ln w="12700">
            <a:solidFill>
              <a:srgbClr val="2A1F3D"/>
            </a:solidFill>
            <a:prstDash val="solid"/>
          </a:ln>
        </p:spPr>
      </p:sp>
      <p:sp>
        <p:nvSpPr>
          <p:cNvPr id="28" name="Text 26"/>
          <p:cNvSpPr/>
          <p:nvPr/>
        </p:nvSpPr>
        <p:spPr>
          <a:xfrm>
            <a:off x="841248" y="2720340"/>
            <a:ext cx="365760" cy="182880"/>
          </a:xfrm>
          <a:prstGeom prst="rect">
            <a:avLst/>
          </a:prstGeom>
          <a:noFill/>
          <a:ln/>
        </p:spPr>
        <p:txBody>
          <a:bodyPr wrap="square" lIns="0" tIns="0" rIns="0" bIns="0" rtlCol="0" anchor="ctr"/>
          <a:lstStyle/>
          <a:p>
            <a:pPr algn="r" indent="0" marL="0">
              <a:buNone/>
            </a:pPr>
            <a:endParaRPr lang="en-US" sz="1000" dirty="0"/>
          </a:p>
        </p:txBody>
      </p:sp>
      <p:sp>
        <p:nvSpPr>
          <p:cNvPr id="29" name="Shape 27"/>
          <p:cNvSpPr/>
          <p:nvPr/>
        </p:nvSpPr>
        <p:spPr>
          <a:xfrm>
            <a:off x="1225296" y="2532888"/>
            <a:ext cx="54864" cy="91"/>
          </a:xfrm>
          <a:prstGeom prst="line">
            <a:avLst/>
          </a:prstGeom>
          <a:noFill/>
          <a:ln w="12700">
            <a:solidFill>
              <a:srgbClr val="2A1F3D"/>
            </a:solidFill>
            <a:prstDash val="solid"/>
          </a:ln>
        </p:spPr>
      </p:sp>
      <p:sp>
        <p:nvSpPr>
          <p:cNvPr id="30" name="Text 28"/>
          <p:cNvSpPr/>
          <p:nvPr/>
        </p:nvSpPr>
        <p:spPr>
          <a:xfrm>
            <a:off x="841248" y="2441448"/>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120</a:t>
            </a:r>
            <a:endParaRPr lang="en-US" sz="1000" dirty="0"/>
          </a:p>
        </p:txBody>
      </p:sp>
      <p:sp>
        <p:nvSpPr>
          <p:cNvPr id="31" name="Shape 29"/>
          <p:cNvSpPr/>
          <p:nvPr/>
        </p:nvSpPr>
        <p:spPr>
          <a:xfrm>
            <a:off x="1225296" y="2253996"/>
            <a:ext cx="54864" cy="91"/>
          </a:xfrm>
          <a:prstGeom prst="line">
            <a:avLst/>
          </a:prstGeom>
          <a:noFill/>
          <a:ln w="12700">
            <a:solidFill>
              <a:srgbClr val="2A1F3D"/>
            </a:solidFill>
            <a:prstDash val="solid"/>
          </a:ln>
        </p:spPr>
      </p:sp>
      <p:sp>
        <p:nvSpPr>
          <p:cNvPr id="32" name="Text 30"/>
          <p:cNvSpPr/>
          <p:nvPr/>
        </p:nvSpPr>
        <p:spPr>
          <a:xfrm>
            <a:off x="841248" y="2162556"/>
            <a:ext cx="365760" cy="182880"/>
          </a:xfrm>
          <a:prstGeom prst="rect">
            <a:avLst/>
          </a:prstGeom>
          <a:noFill/>
          <a:ln/>
        </p:spPr>
        <p:txBody>
          <a:bodyPr wrap="square" lIns="0" tIns="0" rIns="0" bIns="0" rtlCol="0" anchor="ctr"/>
          <a:lstStyle/>
          <a:p>
            <a:pPr algn="r" indent="0" marL="0">
              <a:buNone/>
            </a:pPr>
            <a:endParaRPr lang="en-US" sz="1000" dirty="0"/>
          </a:p>
        </p:txBody>
      </p:sp>
      <p:sp>
        <p:nvSpPr>
          <p:cNvPr id="33" name="Shape 31"/>
          <p:cNvSpPr/>
          <p:nvPr/>
        </p:nvSpPr>
        <p:spPr>
          <a:xfrm>
            <a:off x="1225296" y="1975104"/>
            <a:ext cx="54864" cy="91"/>
          </a:xfrm>
          <a:prstGeom prst="line">
            <a:avLst/>
          </a:prstGeom>
          <a:noFill/>
          <a:ln w="12700">
            <a:solidFill>
              <a:srgbClr val="2A1F3D"/>
            </a:solidFill>
            <a:prstDash val="solid"/>
          </a:ln>
        </p:spPr>
      </p:sp>
      <p:sp>
        <p:nvSpPr>
          <p:cNvPr id="34" name="Text 32"/>
          <p:cNvSpPr/>
          <p:nvPr/>
        </p:nvSpPr>
        <p:spPr>
          <a:xfrm>
            <a:off x="841248" y="188366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160</a:t>
            </a:r>
            <a:endParaRPr lang="en-US" sz="1000" dirty="0"/>
          </a:p>
        </p:txBody>
      </p:sp>
      <p:sp>
        <p:nvSpPr>
          <p:cNvPr id="35" name="Shape 33"/>
          <p:cNvSpPr/>
          <p:nvPr/>
        </p:nvSpPr>
        <p:spPr>
          <a:xfrm>
            <a:off x="1225296" y="1696212"/>
            <a:ext cx="54864" cy="91"/>
          </a:xfrm>
          <a:prstGeom prst="line">
            <a:avLst/>
          </a:prstGeom>
          <a:noFill/>
          <a:ln w="12700">
            <a:solidFill>
              <a:srgbClr val="2A1F3D"/>
            </a:solidFill>
            <a:prstDash val="solid"/>
          </a:ln>
        </p:spPr>
      </p:sp>
      <p:sp>
        <p:nvSpPr>
          <p:cNvPr id="36" name="Text 34"/>
          <p:cNvSpPr/>
          <p:nvPr/>
        </p:nvSpPr>
        <p:spPr>
          <a:xfrm>
            <a:off x="841248" y="1604772"/>
            <a:ext cx="365760" cy="182880"/>
          </a:xfrm>
          <a:prstGeom prst="rect">
            <a:avLst/>
          </a:prstGeom>
          <a:noFill/>
          <a:ln/>
        </p:spPr>
        <p:txBody>
          <a:bodyPr wrap="square" lIns="0" tIns="0" rIns="0" bIns="0" rtlCol="0" anchor="ctr"/>
          <a:lstStyle/>
          <a:p>
            <a:pPr algn="r" indent="0" marL="0">
              <a:buNone/>
            </a:pPr>
            <a:endParaRPr lang="en-US" sz="1000" dirty="0"/>
          </a:p>
        </p:txBody>
      </p:sp>
      <p:sp>
        <p:nvSpPr>
          <p:cNvPr id="37" name="Shape 35"/>
          <p:cNvSpPr/>
          <p:nvPr/>
        </p:nvSpPr>
        <p:spPr>
          <a:xfrm>
            <a:off x="1225296" y="1417320"/>
            <a:ext cx="54864" cy="91"/>
          </a:xfrm>
          <a:prstGeom prst="line">
            <a:avLst/>
          </a:prstGeom>
          <a:noFill/>
          <a:ln w="12700">
            <a:solidFill>
              <a:srgbClr val="2A1F3D"/>
            </a:solidFill>
            <a:prstDash val="solid"/>
          </a:ln>
        </p:spPr>
      </p:sp>
      <p:sp>
        <p:nvSpPr>
          <p:cNvPr id="38" name="Text 36"/>
          <p:cNvSpPr/>
          <p:nvPr/>
        </p:nvSpPr>
        <p:spPr>
          <a:xfrm>
            <a:off x="84124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200</a:t>
            </a:r>
            <a:endParaRPr lang="en-US" sz="1000" dirty="0"/>
          </a:p>
        </p:txBody>
      </p:sp>
      <p:sp>
        <p:nvSpPr>
          <p:cNvPr id="39" name="Text 37"/>
          <p:cNvSpPr/>
          <p:nvPr/>
        </p:nvSpPr>
        <p:spPr>
          <a:xfrm>
            <a:off x="1280160" y="4453128"/>
            <a:ext cx="44348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Progress of reaction</a:t>
            </a:r>
            <a:endParaRPr lang="en-US" sz="1050" dirty="0"/>
          </a:p>
        </p:txBody>
      </p:sp>
      <p:sp>
        <p:nvSpPr>
          <p:cNvPr id="40" name="Text 38"/>
          <p:cNvSpPr/>
          <p:nvPr/>
        </p:nvSpPr>
        <p:spPr>
          <a:xfrm rot="16200000">
            <a:off x="-681228" y="2683764"/>
            <a:ext cx="27889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Energy / kJ</a:t>
            </a:r>
            <a:endParaRPr lang="en-US" sz="1050" dirty="0"/>
          </a:p>
        </p:txBody>
      </p:sp>
      <p:sp>
        <p:nvSpPr>
          <p:cNvPr id="41" name="Shape 39"/>
          <p:cNvSpPr/>
          <p:nvPr/>
        </p:nvSpPr>
        <p:spPr>
          <a:xfrm flipV="1">
            <a:off x="1649730" y="2811780"/>
            <a:ext cx="30797" cy="0"/>
          </a:xfrm>
          <a:prstGeom prst="line">
            <a:avLst/>
          </a:prstGeom>
          <a:noFill/>
          <a:ln w="28575">
            <a:solidFill>
              <a:srgbClr val="6A3FA0"/>
            </a:solidFill>
            <a:prstDash val="solid"/>
          </a:ln>
        </p:spPr>
      </p:sp>
      <p:sp>
        <p:nvSpPr>
          <p:cNvPr id="42" name="Shape 40"/>
          <p:cNvSpPr/>
          <p:nvPr/>
        </p:nvSpPr>
        <p:spPr>
          <a:xfrm flipV="1">
            <a:off x="1680527" y="2811780"/>
            <a:ext cx="30798" cy="0"/>
          </a:xfrm>
          <a:prstGeom prst="line">
            <a:avLst/>
          </a:prstGeom>
          <a:noFill/>
          <a:ln w="28575">
            <a:solidFill>
              <a:srgbClr val="6A3FA0"/>
            </a:solidFill>
            <a:prstDash val="solid"/>
          </a:ln>
        </p:spPr>
      </p:sp>
      <p:sp>
        <p:nvSpPr>
          <p:cNvPr id="43" name="Shape 41"/>
          <p:cNvSpPr/>
          <p:nvPr/>
        </p:nvSpPr>
        <p:spPr>
          <a:xfrm flipV="1">
            <a:off x="1711325" y="2811779"/>
            <a:ext cx="30798" cy="0"/>
          </a:xfrm>
          <a:prstGeom prst="line">
            <a:avLst/>
          </a:prstGeom>
          <a:noFill/>
          <a:ln w="28575">
            <a:solidFill>
              <a:srgbClr val="6A3FA0"/>
            </a:solidFill>
            <a:prstDash val="solid"/>
          </a:ln>
        </p:spPr>
      </p:sp>
      <p:sp>
        <p:nvSpPr>
          <p:cNvPr id="44" name="Shape 42"/>
          <p:cNvSpPr/>
          <p:nvPr/>
        </p:nvSpPr>
        <p:spPr>
          <a:xfrm flipV="1">
            <a:off x="1742123" y="2811779"/>
            <a:ext cx="30797" cy="0"/>
          </a:xfrm>
          <a:prstGeom prst="line">
            <a:avLst/>
          </a:prstGeom>
          <a:noFill/>
          <a:ln w="28575">
            <a:solidFill>
              <a:srgbClr val="6A3FA0"/>
            </a:solidFill>
            <a:prstDash val="solid"/>
          </a:ln>
        </p:spPr>
      </p:sp>
      <p:sp>
        <p:nvSpPr>
          <p:cNvPr id="45" name="Shape 43"/>
          <p:cNvSpPr/>
          <p:nvPr/>
        </p:nvSpPr>
        <p:spPr>
          <a:xfrm flipV="1">
            <a:off x="1772920" y="2811778"/>
            <a:ext cx="30798" cy="1"/>
          </a:xfrm>
          <a:prstGeom prst="line">
            <a:avLst/>
          </a:prstGeom>
          <a:noFill/>
          <a:ln w="28575">
            <a:solidFill>
              <a:srgbClr val="6A3FA0"/>
            </a:solidFill>
            <a:prstDash val="solid"/>
          </a:ln>
        </p:spPr>
      </p:sp>
      <p:sp>
        <p:nvSpPr>
          <p:cNvPr id="46" name="Shape 44"/>
          <p:cNvSpPr/>
          <p:nvPr/>
        </p:nvSpPr>
        <p:spPr>
          <a:xfrm flipV="1">
            <a:off x="1803718" y="2811777"/>
            <a:ext cx="30797" cy="1"/>
          </a:xfrm>
          <a:prstGeom prst="line">
            <a:avLst/>
          </a:prstGeom>
          <a:noFill/>
          <a:ln w="28575">
            <a:solidFill>
              <a:srgbClr val="6A3FA0"/>
            </a:solidFill>
            <a:prstDash val="solid"/>
          </a:ln>
        </p:spPr>
      </p:sp>
      <p:sp>
        <p:nvSpPr>
          <p:cNvPr id="47" name="Shape 45"/>
          <p:cNvSpPr/>
          <p:nvPr/>
        </p:nvSpPr>
        <p:spPr>
          <a:xfrm flipV="1">
            <a:off x="1834515" y="2811775"/>
            <a:ext cx="30798" cy="2"/>
          </a:xfrm>
          <a:prstGeom prst="line">
            <a:avLst/>
          </a:prstGeom>
          <a:noFill/>
          <a:ln w="28575">
            <a:solidFill>
              <a:srgbClr val="6A3FA0"/>
            </a:solidFill>
            <a:prstDash val="solid"/>
          </a:ln>
        </p:spPr>
      </p:sp>
      <p:sp>
        <p:nvSpPr>
          <p:cNvPr id="48" name="Shape 46"/>
          <p:cNvSpPr/>
          <p:nvPr/>
        </p:nvSpPr>
        <p:spPr>
          <a:xfrm flipV="1">
            <a:off x="1865312" y="2811773"/>
            <a:ext cx="30798" cy="3"/>
          </a:xfrm>
          <a:prstGeom prst="line">
            <a:avLst/>
          </a:prstGeom>
          <a:noFill/>
          <a:ln w="28575">
            <a:solidFill>
              <a:srgbClr val="6A3FA0"/>
            </a:solidFill>
            <a:prstDash val="solid"/>
          </a:ln>
        </p:spPr>
      </p:sp>
      <p:sp>
        <p:nvSpPr>
          <p:cNvPr id="49" name="Shape 47"/>
          <p:cNvSpPr/>
          <p:nvPr/>
        </p:nvSpPr>
        <p:spPr>
          <a:xfrm flipV="1">
            <a:off x="1896110" y="2811768"/>
            <a:ext cx="30798" cy="4"/>
          </a:xfrm>
          <a:prstGeom prst="line">
            <a:avLst/>
          </a:prstGeom>
          <a:noFill/>
          <a:ln w="28575">
            <a:solidFill>
              <a:srgbClr val="6A3FA0"/>
            </a:solidFill>
            <a:prstDash val="solid"/>
          </a:ln>
        </p:spPr>
      </p:sp>
      <p:sp>
        <p:nvSpPr>
          <p:cNvPr id="50" name="Shape 48"/>
          <p:cNvSpPr/>
          <p:nvPr/>
        </p:nvSpPr>
        <p:spPr>
          <a:xfrm flipV="1">
            <a:off x="1926908" y="2811761"/>
            <a:ext cx="30797" cy="7"/>
          </a:xfrm>
          <a:prstGeom prst="line">
            <a:avLst/>
          </a:prstGeom>
          <a:noFill/>
          <a:ln w="28575">
            <a:solidFill>
              <a:srgbClr val="6A3FA0"/>
            </a:solidFill>
            <a:prstDash val="solid"/>
          </a:ln>
        </p:spPr>
      </p:sp>
      <p:sp>
        <p:nvSpPr>
          <p:cNvPr id="51" name="Shape 49"/>
          <p:cNvSpPr/>
          <p:nvPr/>
        </p:nvSpPr>
        <p:spPr>
          <a:xfrm flipV="1">
            <a:off x="1957705" y="2811751"/>
            <a:ext cx="30797" cy="11"/>
          </a:xfrm>
          <a:prstGeom prst="line">
            <a:avLst/>
          </a:prstGeom>
          <a:noFill/>
          <a:ln w="28575">
            <a:solidFill>
              <a:srgbClr val="6A3FA0"/>
            </a:solidFill>
            <a:prstDash val="solid"/>
          </a:ln>
        </p:spPr>
      </p:sp>
      <p:sp>
        <p:nvSpPr>
          <p:cNvPr id="52" name="Shape 50"/>
          <p:cNvSpPr/>
          <p:nvPr/>
        </p:nvSpPr>
        <p:spPr>
          <a:xfrm flipV="1">
            <a:off x="1988502" y="2811734"/>
            <a:ext cx="30798" cy="16"/>
          </a:xfrm>
          <a:prstGeom prst="line">
            <a:avLst/>
          </a:prstGeom>
          <a:noFill/>
          <a:ln w="28575">
            <a:solidFill>
              <a:srgbClr val="6A3FA0"/>
            </a:solidFill>
            <a:prstDash val="solid"/>
          </a:ln>
        </p:spPr>
      </p:sp>
      <p:sp>
        <p:nvSpPr>
          <p:cNvPr id="53" name="Shape 51"/>
          <p:cNvSpPr/>
          <p:nvPr/>
        </p:nvSpPr>
        <p:spPr>
          <a:xfrm flipV="1">
            <a:off x="2019300" y="2811710"/>
            <a:ext cx="30798" cy="24"/>
          </a:xfrm>
          <a:prstGeom prst="line">
            <a:avLst/>
          </a:prstGeom>
          <a:noFill/>
          <a:ln w="28575">
            <a:solidFill>
              <a:srgbClr val="6A3FA0"/>
            </a:solidFill>
            <a:prstDash val="solid"/>
          </a:ln>
        </p:spPr>
      </p:sp>
      <p:sp>
        <p:nvSpPr>
          <p:cNvPr id="54" name="Shape 52"/>
          <p:cNvSpPr/>
          <p:nvPr/>
        </p:nvSpPr>
        <p:spPr>
          <a:xfrm flipV="1">
            <a:off x="2050097" y="2811673"/>
            <a:ext cx="30798" cy="37"/>
          </a:xfrm>
          <a:prstGeom prst="line">
            <a:avLst/>
          </a:prstGeom>
          <a:noFill/>
          <a:ln w="28575">
            <a:solidFill>
              <a:srgbClr val="6A3FA0"/>
            </a:solidFill>
            <a:prstDash val="solid"/>
          </a:ln>
        </p:spPr>
      </p:sp>
      <p:sp>
        <p:nvSpPr>
          <p:cNvPr id="55" name="Shape 53"/>
          <p:cNvSpPr/>
          <p:nvPr/>
        </p:nvSpPr>
        <p:spPr>
          <a:xfrm flipV="1">
            <a:off x="2080895" y="2811619"/>
            <a:ext cx="30797" cy="54"/>
          </a:xfrm>
          <a:prstGeom prst="line">
            <a:avLst/>
          </a:prstGeom>
          <a:noFill/>
          <a:ln w="28575">
            <a:solidFill>
              <a:srgbClr val="6A3FA0"/>
            </a:solidFill>
            <a:prstDash val="solid"/>
          </a:ln>
        </p:spPr>
      </p:sp>
      <p:sp>
        <p:nvSpPr>
          <p:cNvPr id="56" name="Shape 54"/>
          <p:cNvSpPr/>
          <p:nvPr/>
        </p:nvSpPr>
        <p:spPr>
          <a:xfrm flipV="1">
            <a:off x="2111692" y="2811539"/>
            <a:ext cx="30797" cy="80"/>
          </a:xfrm>
          <a:prstGeom prst="line">
            <a:avLst/>
          </a:prstGeom>
          <a:noFill/>
          <a:ln w="28575">
            <a:solidFill>
              <a:srgbClr val="6A3FA0"/>
            </a:solidFill>
            <a:prstDash val="solid"/>
          </a:ln>
        </p:spPr>
      </p:sp>
      <p:sp>
        <p:nvSpPr>
          <p:cNvPr id="57" name="Shape 55"/>
          <p:cNvSpPr/>
          <p:nvPr/>
        </p:nvSpPr>
        <p:spPr>
          <a:xfrm flipV="1">
            <a:off x="2142490" y="2811424"/>
            <a:ext cx="30798" cy="116"/>
          </a:xfrm>
          <a:prstGeom prst="line">
            <a:avLst/>
          </a:prstGeom>
          <a:noFill/>
          <a:ln w="28575">
            <a:solidFill>
              <a:srgbClr val="6A3FA0"/>
            </a:solidFill>
            <a:prstDash val="solid"/>
          </a:ln>
        </p:spPr>
      </p:sp>
      <p:sp>
        <p:nvSpPr>
          <p:cNvPr id="58" name="Shape 56"/>
          <p:cNvSpPr/>
          <p:nvPr/>
        </p:nvSpPr>
        <p:spPr>
          <a:xfrm flipV="1">
            <a:off x="2173288" y="2811257"/>
            <a:ext cx="30797" cy="167"/>
          </a:xfrm>
          <a:prstGeom prst="line">
            <a:avLst/>
          </a:prstGeom>
          <a:noFill/>
          <a:ln w="28575">
            <a:solidFill>
              <a:srgbClr val="6A3FA0"/>
            </a:solidFill>
            <a:prstDash val="solid"/>
          </a:ln>
        </p:spPr>
      </p:sp>
      <p:sp>
        <p:nvSpPr>
          <p:cNvPr id="59" name="Shape 57"/>
          <p:cNvSpPr/>
          <p:nvPr/>
        </p:nvSpPr>
        <p:spPr>
          <a:xfrm flipV="1">
            <a:off x="2204085" y="2811019"/>
            <a:ext cx="30798" cy="238"/>
          </a:xfrm>
          <a:prstGeom prst="line">
            <a:avLst/>
          </a:prstGeom>
          <a:noFill/>
          <a:ln w="28575">
            <a:solidFill>
              <a:srgbClr val="6A3FA0"/>
            </a:solidFill>
            <a:prstDash val="solid"/>
          </a:ln>
        </p:spPr>
      </p:sp>
      <p:sp>
        <p:nvSpPr>
          <p:cNvPr id="60" name="Shape 58"/>
          <p:cNvSpPr/>
          <p:nvPr/>
        </p:nvSpPr>
        <p:spPr>
          <a:xfrm flipV="1">
            <a:off x="2234883" y="2810683"/>
            <a:ext cx="30798" cy="336"/>
          </a:xfrm>
          <a:prstGeom prst="line">
            <a:avLst/>
          </a:prstGeom>
          <a:noFill/>
          <a:ln w="28575">
            <a:solidFill>
              <a:srgbClr val="6A3FA0"/>
            </a:solidFill>
            <a:prstDash val="solid"/>
          </a:ln>
        </p:spPr>
      </p:sp>
      <p:sp>
        <p:nvSpPr>
          <p:cNvPr id="61" name="Shape 59"/>
          <p:cNvSpPr/>
          <p:nvPr/>
        </p:nvSpPr>
        <p:spPr>
          <a:xfrm flipV="1">
            <a:off x="2265680" y="2810212"/>
            <a:ext cx="30797" cy="470"/>
          </a:xfrm>
          <a:prstGeom prst="line">
            <a:avLst/>
          </a:prstGeom>
          <a:noFill/>
          <a:ln w="28575">
            <a:solidFill>
              <a:srgbClr val="6A3FA0"/>
            </a:solidFill>
            <a:prstDash val="solid"/>
          </a:ln>
        </p:spPr>
      </p:sp>
      <p:sp>
        <p:nvSpPr>
          <p:cNvPr id="62" name="Shape 60"/>
          <p:cNvSpPr/>
          <p:nvPr/>
        </p:nvSpPr>
        <p:spPr>
          <a:xfrm flipV="1">
            <a:off x="2296478" y="2809560"/>
            <a:ext cx="30797" cy="652"/>
          </a:xfrm>
          <a:prstGeom prst="line">
            <a:avLst/>
          </a:prstGeom>
          <a:noFill/>
          <a:ln w="28575">
            <a:solidFill>
              <a:srgbClr val="6A3FA0"/>
            </a:solidFill>
            <a:prstDash val="solid"/>
          </a:ln>
        </p:spPr>
      </p:sp>
      <p:sp>
        <p:nvSpPr>
          <p:cNvPr id="63" name="Shape 61"/>
          <p:cNvSpPr/>
          <p:nvPr/>
        </p:nvSpPr>
        <p:spPr>
          <a:xfrm flipV="1">
            <a:off x="2327275" y="2808666"/>
            <a:ext cx="30798" cy="895"/>
          </a:xfrm>
          <a:prstGeom prst="line">
            <a:avLst/>
          </a:prstGeom>
          <a:noFill/>
          <a:ln w="28575">
            <a:solidFill>
              <a:srgbClr val="6A3FA0"/>
            </a:solidFill>
            <a:prstDash val="solid"/>
          </a:ln>
        </p:spPr>
      </p:sp>
      <p:sp>
        <p:nvSpPr>
          <p:cNvPr id="64" name="Shape 62"/>
          <p:cNvSpPr/>
          <p:nvPr/>
        </p:nvSpPr>
        <p:spPr>
          <a:xfrm flipV="1">
            <a:off x="2358072" y="2807449"/>
            <a:ext cx="30798" cy="1216"/>
          </a:xfrm>
          <a:prstGeom prst="line">
            <a:avLst/>
          </a:prstGeom>
          <a:noFill/>
          <a:ln w="28575">
            <a:solidFill>
              <a:srgbClr val="6A3FA0"/>
            </a:solidFill>
            <a:prstDash val="solid"/>
          </a:ln>
        </p:spPr>
      </p:sp>
      <p:sp>
        <p:nvSpPr>
          <p:cNvPr id="65" name="Shape 63"/>
          <p:cNvSpPr/>
          <p:nvPr/>
        </p:nvSpPr>
        <p:spPr>
          <a:xfrm flipV="1">
            <a:off x="2388870" y="2805812"/>
            <a:ext cx="30798" cy="1637"/>
          </a:xfrm>
          <a:prstGeom prst="line">
            <a:avLst/>
          </a:prstGeom>
          <a:noFill/>
          <a:ln w="28575">
            <a:solidFill>
              <a:srgbClr val="6A3FA0"/>
            </a:solidFill>
            <a:prstDash val="solid"/>
          </a:ln>
        </p:spPr>
      </p:sp>
      <p:sp>
        <p:nvSpPr>
          <p:cNvPr id="66" name="Shape 64"/>
          <p:cNvSpPr/>
          <p:nvPr/>
        </p:nvSpPr>
        <p:spPr>
          <a:xfrm flipV="1">
            <a:off x="2419668" y="2803630"/>
            <a:ext cx="30798" cy="2182"/>
          </a:xfrm>
          <a:prstGeom prst="line">
            <a:avLst/>
          </a:prstGeom>
          <a:noFill/>
          <a:ln w="28575">
            <a:solidFill>
              <a:srgbClr val="6A3FA0"/>
            </a:solidFill>
            <a:prstDash val="solid"/>
          </a:ln>
        </p:spPr>
      </p:sp>
      <p:sp>
        <p:nvSpPr>
          <p:cNvPr id="67" name="Shape 65"/>
          <p:cNvSpPr/>
          <p:nvPr/>
        </p:nvSpPr>
        <p:spPr>
          <a:xfrm flipV="1">
            <a:off x="2450465" y="2800750"/>
            <a:ext cx="30797" cy="2880"/>
          </a:xfrm>
          <a:prstGeom prst="line">
            <a:avLst/>
          </a:prstGeom>
          <a:noFill/>
          <a:ln w="28575">
            <a:solidFill>
              <a:srgbClr val="6A3FA0"/>
            </a:solidFill>
            <a:prstDash val="solid"/>
          </a:ln>
        </p:spPr>
      </p:sp>
      <p:sp>
        <p:nvSpPr>
          <p:cNvPr id="68" name="Shape 66"/>
          <p:cNvSpPr/>
          <p:nvPr/>
        </p:nvSpPr>
        <p:spPr>
          <a:xfrm flipV="1">
            <a:off x="2481262" y="2796986"/>
            <a:ext cx="30798" cy="3764"/>
          </a:xfrm>
          <a:prstGeom prst="line">
            <a:avLst/>
          </a:prstGeom>
          <a:noFill/>
          <a:ln w="28575">
            <a:solidFill>
              <a:srgbClr val="6A3FA0"/>
            </a:solidFill>
            <a:prstDash val="solid"/>
          </a:ln>
        </p:spPr>
      </p:sp>
      <p:sp>
        <p:nvSpPr>
          <p:cNvPr id="69" name="Shape 67"/>
          <p:cNvSpPr/>
          <p:nvPr/>
        </p:nvSpPr>
        <p:spPr>
          <a:xfrm flipV="1">
            <a:off x="2512060" y="2792117"/>
            <a:ext cx="30798" cy="4869"/>
          </a:xfrm>
          <a:prstGeom prst="line">
            <a:avLst/>
          </a:prstGeom>
          <a:noFill/>
          <a:ln w="28575">
            <a:solidFill>
              <a:srgbClr val="6A3FA0"/>
            </a:solidFill>
            <a:prstDash val="solid"/>
          </a:ln>
        </p:spPr>
      </p:sp>
      <p:sp>
        <p:nvSpPr>
          <p:cNvPr id="70" name="Shape 68"/>
          <p:cNvSpPr/>
          <p:nvPr/>
        </p:nvSpPr>
        <p:spPr>
          <a:xfrm flipV="1">
            <a:off x="2542857" y="2785880"/>
            <a:ext cx="30798" cy="6237"/>
          </a:xfrm>
          <a:prstGeom prst="line">
            <a:avLst/>
          </a:prstGeom>
          <a:noFill/>
          <a:ln w="28575">
            <a:solidFill>
              <a:srgbClr val="6A3FA0"/>
            </a:solidFill>
            <a:prstDash val="solid"/>
          </a:ln>
        </p:spPr>
      </p:sp>
      <p:sp>
        <p:nvSpPr>
          <p:cNvPr id="71" name="Shape 69"/>
          <p:cNvSpPr/>
          <p:nvPr/>
        </p:nvSpPr>
        <p:spPr>
          <a:xfrm flipV="1">
            <a:off x="2573655" y="2777971"/>
            <a:ext cx="30798" cy="7909"/>
          </a:xfrm>
          <a:prstGeom prst="line">
            <a:avLst/>
          </a:prstGeom>
          <a:noFill/>
          <a:ln w="28575">
            <a:solidFill>
              <a:srgbClr val="6A3FA0"/>
            </a:solidFill>
            <a:prstDash val="solid"/>
          </a:ln>
        </p:spPr>
      </p:sp>
      <p:sp>
        <p:nvSpPr>
          <p:cNvPr id="72" name="Shape 70"/>
          <p:cNvSpPr/>
          <p:nvPr/>
        </p:nvSpPr>
        <p:spPr>
          <a:xfrm flipV="1">
            <a:off x="2604453" y="2768044"/>
            <a:ext cx="30797" cy="9927"/>
          </a:xfrm>
          <a:prstGeom prst="line">
            <a:avLst/>
          </a:prstGeom>
          <a:noFill/>
          <a:ln w="28575">
            <a:solidFill>
              <a:srgbClr val="6A3FA0"/>
            </a:solidFill>
            <a:prstDash val="solid"/>
          </a:ln>
        </p:spPr>
      </p:sp>
      <p:sp>
        <p:nvSpPr>
          <p:cNvPr id="73" name="Shape 71"/>
          <p:cNvSpPr/>
          <p:nvPr/>
        </p:nvSpPr>
        <p:spPr>
          <a:xfrm flipV="1">
            <a:off x="2635250" y="2755712"/>
            <a:ext cx="30798" cy="12332"/>
          </a:xfrm>
          <a:prstGeom prst="line">
            <a:avLst/>
          </a:prstGeom>
          <a:noFill/>
          <a:ln w="28575">
            <a:solidFill>
              <a:srgbClr val="6A3FA0"/>
            </a:solidFill>
            <a:prstDash val="solid"/>
          </a:ln>
        </p:spPr>
      </p:sp>
      <p:sp>
        <p:nvSpPr>
          <p:cNvPr id="74" name="Shape 72"/>
          <p:cNvSpPr/>
          <p:nvPr/>
        </p:nvSpPr>
        <p:spPr>
          <a:xfrm flipV="1">
            <a:off x="2666048" y="2740548"/>
            <a:ext cx="30797" cy="15164"/>
          </a:xfrm>
          <a:prstGeom prst="line">
            <a:avLst/>
          </a:prstGeom>
          <a:noFill/>
          <a:ln w="28575">
            <a:solidFill>
              <a:srgbClr val="6A3FA0"/>
            </a:solidFill>
            <a:prstDash val="solid"/>
          </a:ln>
        </p:spPr>
      </p:sp>
      <p:sp>
        <p:nvSpPr>
          <p:cNvPr id="75" name="Shape 73"/>
          <p:cNvSpPr/>
          <p:nvPr/>
        </p:nvSpPr>
        <p:spPr>
          <a:xfrm flipV="1">
            <a:off x="2696845" y="2722098"/>
            <a:ext cx="30798" cy="18451"/>
          </a:xfrm>
          <a:prstGeom prst="line">
            <a:avLst/>
          </a:prstGeom>
          <a:noFill/>
          <a:ln w="28575">
            <a:solidFill>
              <a:srgbClr val="6A3FA0"/>
            </a:solidFill>
            <a:prstDash val="solid"/>
          </a:ln>
        </p:spPr>
      </p:sp>
      <p:sp>
        <p:nvSpPr>
          <p:cNvPr id="76" name="Shape 74"/>
          <p:cNvSpPr/>
          <p:nvPr/>
        </p:nvSpPr>
        <p:spPr>
          <a:xfrm flipV="1">
            <a:off x="2727643" y="2699883"/>
            <a:ext cx="30798" cy="22215"/>
          </a:xfrm>
          <a:prstGeom prst="line">
            <a:avLst/>
          </a:prstGeom>
          <a:noFill/>
          <a:ln w="28575">
            <a:solidFill>
              <a:srgbClr val="6A3FA0"/>
            </a:solidFill>
            <a:prstDash val="solid"/>
          </a:ln>
        </p:spPr>
      </p:sp>
      <p:sp>
        <p:nvSpPr>
          <p:cNvPr id="77" name="Shape 75"/>
          <p:cNvSpPr/>
          <p:nvPr/>
        </p:nvSpPr>
        <p:spPr>
          <a:xfrm flipV="1">
            <a:off x="2758440" y="2674496"/>
            <a:ext cx="30798" cy="25387"/>
          </a:xfrm>
          <a:prstGeom prst="line">
            <a:avLst/>
          </a:prstGeom>
          <a:noFill/>
          <a:ln w="28575">
            <a:solidFill>
              <a:srgbClr val="6A3FA0"/>
            </a:solidFill>
            <a:prstDash val="solid"/>
          </a:ln>
        </p:spPr>
      </p:sp>
      <p:sp>
        <p:nvSpPr>
          <p:cNvPr id="78" name="Shape 76"/>
          <p:cNvSpPr/>
          <p:nvPr/>
        </p:nvSpPr>
        <p:spPr>
          <a:xfrm flipV="1">
            <a:off x="2789238" y="2646477"/>
            <a:ext cx="30797" cy="28019"/>
          </a:xfrm>
          <a:prstGeom prst="line">
            <a:avLst/>
          </a:prstGeom>
          <a:noFill/>
          <a:ln w="28575">
            <a:solidFill>
              <a:srgbClr val="6A3FA0"/>
            </a:solidFill>
            <a:prstDash val="solid"/>
          </a:ln>
        </p:spPr>
      </p:sp>
      <p:sp>
        <p:nvSpPr>
          <p:cNvPr id="79" name="Shape 77"/>
          <p:cNvSpPr/>
          <p:nvPr/>
        </p:nvSpPr>
        <p:spPr>
          <a:xfrm flipV="1">
            <a:off x="2820035" y="2615296"/>
            <a:ext cx="30798" cy="31181"/>
          </a:xfrm>
          <a:prstGeom prst="line">
            <a:avLst/>
          </a:prstGeom>
          <a:noFill/>
          <a:ln w="28575">
            <a:solidFill>
              <a:srgbClr val="6A3FA0"/>
            </a:solidFill>
            <a:prstDash val="solid"/>
          </a:ln>
        </p:spPr>
      </p:sp>
      <p:sp>
        <p:nvSpPr>
          <p:cNvPr id="80" name="Shape 78"/>
          <p:cNvSpPr/>
          <p:nvPr/>
        </p:nvSpPr>
        <p:spPr>
          <a:xfrm flipV="1">
            <a:off x="2850833" y="2580481"/>
            <a:ext cx="30798" cy="34815"/>
          </a:xfrm>
          <a:prstGeom prst="line">
            <a:avLst/>
          </a:prstGeom>
          <a:noFill/>
          <a:ln w="28575">
            <a:solidFill>
              <a:srgbClr val="6A3FA0"/>
            </a:solidFill>
            <a:prstDash val="solid"/>
          </a:ln>
        </p:spPr>
      </p:sp>
      <p:sp>
        <p:nvSpPr>
          <p:cNvPr id="81" name="Shape 79"/>
          <p:cNvSpPr/>
          <p:nvPr/>
        </p:nvSpPr>
        <p:spPr>
          <a:xfrm flipV="1">
            <a:off x="2881630" y="2541642"/>
            <a:ext cx="30797" cy="38838"/>
          </a:xfrm>
          <a:prstGeom prst="line">
            <a:avLst/>
          </a:prstGeom>
          <a:noFill/>
          <a:ln w="28575">
            <a:solidFill>
              <a:srgbClr val="6A3FA0"/>
            </a:solidFill>
            <a:prstDash val="solid"/>
          </a:ln>
        </p:spPr>
      </p:sp>
      <p:sp>
        <p:nvSpPr>
          <p:cNvPr id="82" name="Shape 80"/>
          <p:cNvSpPr/>
          <p:nvPr/>
        </p:nvSpPr>
        <p:spPr>
          <a:xfrm flipV="1">
            <a:off x="2912428" y="2498506"/>
            <a:ext cx="30798" cy="43136"/>
          </a:xfrm>
          <a:prstGeom prst="line">
            <a:avLst/>
          </a:prstGeom>
          <a:noFill/>
          <a:ln w="28575">
            <a:solidFill>
              <a:srgbClr val="6A3FA0"/>
            </a:solidFill>
            <a:prstDash val="solid"/>
          </a:ln>
        </p:spPr>
      </p:sp>
      <p:sp>
        <p:nvSpPr>
          <p:cNvPr id="83" name="Shape 81"/>
          <p:cNvSpPr/>
          <p:nvPr/>
        </p:nvSpPr>
        <p:spPr>
          <a:xfrm flipV="1">
            <a:off x="2943225" y="2450941"/>
            <a:ext cx="30798" cy="47565"/>
          </a:xfrm>
          <a:prstGeom prst="line">
            <a:avLst/>
          </a:prstGeom>
          <a:noFill/>
          <a:ln w="28575">
            <a:solidFill>
              <a:srgbClr val="6A3FA0"/>
            </a:solidFill>
            <a:prstDash val="solid"/>
          </a:ln>
        </p:spPr>
      </p:sp>
      <p:sp>
        <p:nvSpPr>
          <p:cNvPr id="84" name="Shape 82"/>
          <p:cNvSpPr/>
          <p:nvPr/>
        </p:nvSpPr>
        <p:spPr>
          <a:xfrm flipV="1">
            <a:off x="2974023" y="2398986"/>
            <a:ext cx="30797" cy="51956"/>
          </a:xfrm>
          <a:prstGeom prst="line">
            <a:avLst/>
          </a:prstGeom>
          <a:noFill/>
          <a:ln w="28575">
            <a:solidFill>
              <a:srgbClr val="6A3FA0"/>
            </a:solidFill>
            <a:prstDash val="solid"/>
          </a:ln>
        </p:spPr>
      </p:sp>
      <p:sp>
        <p:nvSpPr>
          <p:cNvPr id="85" name="Shape 83"/>
          <p:cNvSpPr/>
          <p:nvPr/>
        </p:nvSpPr>
        <p:spPr>
          <a:xfrm flipV="1">
            <a:off x="3004820" y="2342872"/>
            <a:ext cx="30798" cy="56114"/>
          </a:xfrm>
          <a:prstGeom prst="line">
            <a:avLst/>
          </a:prstGeom>
          <a:noFill/>
          <a:ln w="28575">
            <a:solidFill>
              <a:srgbClr val="6A3FA0"/>
            </a:solidFill>
            <a:prstDash val="solid"/>
          </a:ln>
        </p:spPr>
      </p:sp>
      <p:sp>
        <p:nvSpPr>
          <p:cNvPr id="86" name="Shape 84"/>
          <p:cNvSpPr/>
          <p:nvPr/>
        </p:nvSpPr>
        <p:spPr>
          <a:xfrm flipV="1">
            <a:off x="3035617" y="2283046"/>
            <a:ext cx="30798" cy="59826"/>
          </a:xfrm>
          <a:prstGeom prst="line">
            <a:avLst/>
          </a:prstGeom>
          <a:noFill/>
          <a:ln w="28575">
            <a:solidFill>
              <a:srgbClr val="6A3FA0"/>
            </a:solidFill>
            <a:prstDash val="solid"/>
          </a:ln>
        </p:spPr>
      </p:sp>
      <p:sp>
        <p:nvSpPr>
          <p:cNvPr id="87" name="Shape 85"/>
          <p:cNvSpPr/>
          <p:nvPr/>
        </p:nvSpPr>
        <p:spPr>
          <a:xfrm flipV="1">
            <a:off x="3066415" y="2220178"/>
            <a:ext cx="30797" cy="62868"/>
          </a:xfrm>
          <a:prstGeom prst="line">
            <a:avLst/>
          </a:prstGeom>
          <a:noFill/>
          <a:ln w="28575">
            <a:solidFill>
              <a:srgbClr val="6A3FA0"/>
            </a:solidFill>
            <a:prstDash val="solid"/>
          </a:ln>
        </p:spPr>
      </p:sp>
      <p:sp>
        <p:nvSpPr>
          <p:cNvPr id="88" name="Shape 86"/>
          <p:cNvSpPr/>
          <p:nvPr/>
        </p:nvSpPr>
        <p:spPr>
          <a:xfrm flipV="1">
            <a:off x="3097212" y="2155163"/>
            <a:ext cx="30798" cy="65015"/>
          </a:xfrm>
          <a:prstGeom prst="line">
            <a:avLst/>
          </a:prstGeom>
          <a:noFill/>
          <a:ln w="28575">
            <a:solidFill>
              <a:srgbClr val="6A3FA0"/>
            </a:solidFill>
            <a:prstDash val="solid"/>
          </a:ln>
        </p:spPr>
      </p:sp>
      <p:sp>
        <p:nvSpPr>
          <p:cNvPr id="89" name="Shape 87"/>
          <p:cNvSpPr/>
          <p:nvPr/>
        </p:nvSpPr>
        <p:spPr>
          <a:xfrm flipV="1">
            <a:off x="3128010" y="2089115"/>
            <a:ext cx="30797" cy="66048"/>
          </a:xfrm>
          <a:prstGeom prst="line">
            <a:avLst/>
          </a:prstGeom>
          <a:noFill/>
          <a:ln w="28575">
            <a:solidFill>
              <a:srgbClr val="6A3FA0"/>
            </a:solidFill>
            <a:prstDash val="solid"/>
          </a:ln>
        </p:spPr>
      </p:sp>
      <p:sp>
        <p:nvSpPr>
          <p:cNvPr id="90" name="Shape 88"/>
          <p:cNvSpPr/>
          <p:nvPr/>
        </p:nvSpPr>
        <p:spPr>
          <a:xfrm flipV="1">
            <a:off x="3158808" y="2023346"/>
            <a:ext cx="30798" cy="65769"/>
          </a:xfrm>
          <a:prstGeom prst="line">
            <a:avLst/>
          </a:prstGeom>
          <a:noFill/>
          <a:ln w="28575">
            <a:solidFill>
              <a:srgbClr val="6A3FA0"/>
            </a:solidFill>
            <a:prstDash val="solid"/>
          </a:ln>
        </p:spPr>
      </p:sp>
      <p:sp>
        <p:nvSpPr>
          <p:cNvPr id="91" name="Shape 89"/>
          <p:cNvSpPr/>
          <p:nvPr/>
        </p:nvSpPr>
        <p:spPr>
          <a:xfrm flipV="1">
            <a:off x="3189605" y="1959335"/>
            <a:ext cx="30797" cy="64011"/>
          </a:xfrm>
          <a:prstGeom prst="line">
            <a:avLst/>
          </a:prstGeom>
          <a:noFill/>
          <a:ln w="28575">
            <a:solidFill>
              <a:srgbClr val="6A3FA0"/>
            </a:solidFill>
            <a:prstDash val="solid"/>
          </a:ln>
        </p:spPr>
      </p:sp>
      <p:sp>
        <p:nvSpPr>
          <p:cNvPr id="92" name="Shape 90"/>
          <p:cNvSpPr/>
          <p:nvPr/>
        </p:nvSpPr>
        <p:spPr>
          <a:xfrm flipV="1">
            <a:off x="3220402" y="1898684"/>
            <a:ext cx="30798" cy="60652"/>
          </a:xfrm>
          <a:prstGeom prst="line">
            <a:avLst/>
          </a:prstGeom>
          <a:noFill/>
          <a:ln w="28575">
            <a:solidFill>
              <a:srgbClr val="6A3FA0"/>
            </a:solidFill>
            <a:prstDash val="solid"/>
          </a:ln>
        </p:spPr>
      </p:sp>
      <p:sp>
        <p:nvSpPr>
          <p:cNvPr id="93" name="Shape 91"/>
          <p:cNvSpPr/>
          <p:nvPr/>
        </p:nvSpPr>
        <p:spPr>
          <a:xfrm flipV="1">
            <a:off x="3251200" y="1843066"/>
            <a:ext cx="30798" cy="55618"/>
          </a:xfrm>
          <a:prstGeom prst="line">
            <a:avLst/>
          </a:prstGeom>
          <a:noFill/>
          <a:ln w="28575">
            <a:solidFill>
              <a:srgbClr val="6A3FA0"/>
            </a:solidFill>
            <a:prstDash val="solid"/>
          </a:ln>
        </p:spPr>
      </p:sp>
      <p:sp>
        <p:nvSpPr>
          <p:cNvPr id="94" name="Shape 92"/>
          <p:cNvSpPr/>
          <p:nvPr/>
        </p:nvSpPr>
        <p:spPr>
          <a:xfrm flipV="1">
            <a:off x="3281998" y="1794167"/>
            <a:ext cx="30797" cy="48899"/>
          </a:xfrm>
          <a:prstGeom prst="line">
            <a:avLst/>
          </a:prstGeom>
          <a:noFill/>
          <a:ln w="28575">
            <a:solidFill>
              <a:srgbClr val="6A3FA0"/>
            </a:solidFill>
            <a:prstDash val="solid"/>
          </a:ln>
        </p:spPr>
      </p:sp>
      <p:sp>
        <p:nvSpPr>
          <p:cNvPr id="95" name="Shape 93"/>
          <p:cNvSpPr/>
          <p:nvPr/>
        </p:nvSpPr>
        <p:spPr>
          <a:xfrm flipV="1">
            <a:off x="3312795" y="1753620"/>
            <a:ext cx="30797" cy="40547"/>
          </a:xfrm>
          <a:prstGeom prst="line">
            <a:avLst/>
          </a:prstGeom>
          <a:noFill/>
          <a:ln w="28575">
            <a:solidFill>
              <a:srgbClr val="6A3FA0"/>
            </a:solidFill>
            <a:prstDash val="solid"/>
          </a:ln>
        </p:spPr>
      </p:sp>
      <p:sp>
        <p:nvSpPr>
          <p:cNvPr id="96" name="Shape 94"/>
          <p:cNvSpPr/>
          <p:nvPr/>
        </p:nvSpPr>
        <p:spPr>
          <a:xfrm flipV="1">
            <a:off x="3343592" y="1722935"/>
            <a:ext cx="30798" cy="30685"/>
          </a:xfrm>
          <a:prstGeom prst="line">
            <a:avLst/>
          </a:prstGeom>
          <a:noFill/>
          <a:ln w="28575">
            <a:solidFill>
              <a:srgbClr val="6A3FA0"/>
            </a:solidFill>
            <a:prstDash val="solid"/>
          </a:ln>
        </p:spPr>
      </p:sp>
      <p:sp>
        <p:nvSpPr>
          <p:cNvPr id="97" name="Shape 95"/>
          <p:cNvSpPr/>
          <p:nvPr/>
        </p:nvSpPr>
        <p:spPr>
          <a:xfrm flipV="1">
            <a:off x="3374390" y="1703439"/>
            <a:ext cx="30797" cy="19496"/>
          </a:xfrm>
          <a:prstGeom prst="line">
            <a:avLst/>
          </a:prstGeom>
          <a:noFill/>
          <a:ln w="28575">
            <a:solidFill>
              <a:srgbClr val="6A3FA0"/>
            </a:solidFill>
            <a:prstDash val="solid"/>
          </a:ln>
        </p:spPr>
      </p:sp>
      <p:sp>
        <p:nvSpPr>
          <p:cNvPr id="98" name="Shape 96"/>
          <p:cNvSpPr/>
          <p:nvPr/>
        </p:nvSpPr>
        <p:spPr>
          <a:xfrm flipV="1">
            <a:off x="3405187" y="1696212"/>
            <a:ext cx="30798" cy="7227"/>
          </a:xfrm>
          <a:prstGeom prst="line">
            <a:avLst/>
          </a:prstGeom>
          <a:noFill/>
          <a:ln w="28575">
            <a:solidFill>
              <a:srgbClr val="6A3FA0"/>
            </a:solidFill>
            <a:prstDash val="solid"/>
          </a:ln>
        </p:spPr>
      </p:sp>
      <p:sp>
        <p:nvSpPr>
          <p:cNvPr id="99" name="Shape 97"/>
          <p:cNvSpPr/>
          <p:nvPr/>
        </p:nvSpPr>
        <p:spPr>
          <a:xfrm>
            <a:off x="3435985" y="1696212"/>
            <a:ext cx="30798" cy="5827"/>
          </a:xfrm>
          <a:prstGeom prst="line">
            <a:avLst/>
          </a:prstGeom>
          <a:noFill/>
          <a:ln w="28575">
            <a:solidFill>
              <a:srgbClr val="6A3FA0"/>
            </a:solidFill>
            <a:prstDash val="solid"/>
          </a:ln>
        </p:spPr>
      </p:sp>
      <p:sp>
        <p:nvSpPr>
          <p:cNvPr id="100" name="Shape 98"/>
          <p:cNvSpPr/>
          <p:nvPr/>
        </p:nvSpPr>
        <p:spPr>
          <a:xfrm>
            <a:off x="3466783" y="1702039"/>
            <a:ext cx="30797" cy="19332"/>
          </a:xfrm>
          <a:prstGeom prst="line">
            <a:avLst/>
          </a:prstGeom>
          <a:noFill/>
          <a:ln w="28575">
            <a:solidFill>
              <a:srgbClr val="6A3FA0"/>
            </a:solidFill>
            <a:prstDash val="solid"/>
          </a:ln>
        </p:spPr>
      </p:sp>
      <p:sp>
        <p:nvSpPr>
          <p:cNvPr id="101" name="Shape 99"/>
          <p:cNvSpPr/>
          <p:nvPr/>
        </p:nvSpPr>
        <p:spPr>
          <a:xfrm>
            <a:off x="3497580" y="1721371"/>
            <a:ext cx="30797" cy="32930"/>
          </a:xfrm>
          <a:prstGeom prst="line">
            <a:avLst/>
          </a:prstGeom>
          <a:noFill/>
          <a:ln w="28575">
            <a:solidFill>
              <a:srgbClr val="6A3FA0"/>
            </a:solidFill>
            <a:prstDash val="solid"/>
          </a:ln>
        </p:spPr>
      </p:sp>
      <p:sp>
        <p:nvSpPr>
          <p:cNvPr id="102" name="Shape 100"/>
          <p:cNvSpPr/>
          <p:nvPr/>
        </p:nvSpPr>
        <p:spPr>
          <a:xfrm>
            <a:off x="3528377" y="1754301"/>
            <a:ext cx="30798" cy="46253"/>
          </a:xfrm>
          <a:prstGeom prst="line">
            <a:avLst/>
          </a:prstGeom>
          <a:noFill/>
          <a:ln w="28575">
            <a:solidFill>
              <a:srgbClr val="6A3FA0"/>
            </a:solidFill>
            <a:prstDash val="solid"/>
          </a:ln>
        </p:spPr>
      </p:sp>
      <p:sp>
        <p:nvSpPr>
          <p:cNvPr id="103" name="Shape 101"/>
          <p:cNvSpPr/>
          <p:nvPr/>
        </p:nvSpPr>
        <p:spPr>
          <a:xfrm>
            <a:off x="3559175" y="1800554"/>
            <a:ext cx="30797" cy="58944"/>
          </a:xfrm>
          <a:prstGeom prst="line">
            <a:avLst/>
          </a:prstGeom>
          <a:noFill/>
          <a:ln w="28575">
            <a:solidFill>
              <a:srgbClr val="6A3FA0"/>
            </a:solidFill>
            <a:prstDash val="solid"/>
          </a:ln>
        </p:spPr>
      </p:sp>
      <p:sp>
        <p:nvSpPr>
          <p:cNvPr id="104" name="Shape 102"/>
          <p:cNvSpPr/>
          <p:nvPr/>
        </p:nvSpPr>
        <p:spPr>
          <a:xfrm>
            <a:off x="3589973" y="1859499"/>
            <a:ext cx="30798" cy="70669"/>
          </a:xfrm>
          <a:prstGeom prst="line">
            <a:avLst/>
          </a:prstGeom>
          <a:noFill/>
          <a:ln w="28575">
            <a:solidFill>
              <a:srgbClr val="6A3FA0"/>
            </a:solidFill>
            <a:prstDash val="solid"/>
          </a:ln>
        </p:spPr>
      </p:sp>
      <p:sp>
        <p:nvSpPr>
          <p:cNvPr id="105" name="Shape 103"/>
          <p:cNvSpPr/>
          <p:nvPr/>
        </p:nvSpPr>
        <p:spPr>
          <a:xfrm>
            <a:off x="3620770" y="1930168"/>
            <a:ext cx="30797" cy="81131"/>
          </a:xfrm>
          <a:prstGeom prst="line">
            <a:avLst/>
          </a:prstGeom>
          <a:noFill/>
          <a:ln w="28575">
            <a:solidFill>
              <a:srgbClr val="6A3FA0"/>
            </a:solidFill>
            <a:prstDash val="solid"/>
          </a:ln>
        </p:spPr>
      </p:sp>
      <p:sp>
        <p:nvSpPr>
          <p:cNvPr id="106" name="Shape 104"/>
          <p:cNvSpPr/>
          <p:nvPr/>
        </p:nvSpPr>
        <p:spPr>
          <a:xfrm>
            <a:off x="3651567" y="2011299"/>
            <a:ext cx="30797" cy="90086"/>
          </a:xfrm>
          <a:prstGeom prst="line">
            <a:avLst/>
          </a:prstGeom>
          <a:noFill/>
          <a:ln w="28575">
            <a:solidFill>
              <a:srgbClr val="6A3FA0"/>
            </a:solidFill>
            <a:prstDash val="solid"/>
          </a:ln>
        </p:spPr>
      </p:sp>
      <p:sp>
        <p:nvSpPr>
          <p:cNvPr id="107" name="Shape 105"/>
          <p:cNvSpPr/>
          <p:nvPr/>
        </p:nvSpPr>
        <p:spPr>
          <a:xfrm>
            <a:off x="3682365" y="2101384"/>
            <a:ext cx="30798" cy="97348"/>
          </a:xfrm>
          <a:prstGeom prst="line">
            <a:avLst/>
          </a:prstGeom>
          <a:noFill/>
          <a:ln w="28575">
            <a:solidFill>
              <a:srgbClr val="6A3FA0"/>
            </a:solidFill>
            <a:prstDash val="solid"/>
          </a:ln>
        </p:spPr>
      </p:sp>
      <p:sp>
        <p:nvSpPr>
          <p:cNvPr id="108" name="Shape 106"/>
          <p:cNvSpPr/>
          <p:nvPr/>
        </p:nvSpPr>
        <p:spPr>
          <a:xfrm>
            <a:off x="3713162" y="2198732"/>
            <a:ext cx="30798" cy="102796"/>
          </a:xfrm>
          <a:prstGeom prst="line">
            <a:avLst/>
          </a:prstGeom>
          <a:noFill/>
          <a:ln w="28575">
            <a:solidFill>
              <a:srgbClr val="6A3FA0"/>
            </a:solidFill>
            <a:prstDash val="solid"/>
          </a:ln>
        </p:spPr>
      </p:sp>
      <p:sp>
        <p:nvSpPr>
          <p:cNvPr id="109" name="Shape 107"/>
          <p:cNvSpPr/>
          <p:nvPr/>
        </p:nvSpPr>
        <p:spPr>
          <a:xfrm>
            <a:off x="3743960" y="2301528"/>
            <a:ext cx="30798" cy="106377"/>
          </a:xfrm>
          <a:prstGeom prst="line">
            <a:avLst/>
          </a:prstGeom>
          <a:noFill/>
          <a:ln w="28575">
            <a:solidFill>
              <a:srgbClr val="6A3FA0"/>
            </a:solidFill>
            <a:prstDash val="solid"/>
          </a:ln>
        </p:spPr>
      </p:sp>
      <p:sp>
        <p:nvSpPr>
          <p:cNvPr id="110" name="Shape 108"/>
          <p:cNvSpPr/>
          <p:nvPr/>
        </p:nvSpPr>
        <p:spPr>
          <a:xfrm>
            <a:off x="3774758" y="2407905"/>
            <a:ext cx="30797" cy="108103"/>
          </a:xfrm>
          <a:prstGeom prst="line">
            <a:avLst/>
          </a:prstGeom>
          <a:noFill/>
          <a:ln w="28575">
            <a:solidFill>
              <a:srgbClr val="6A3FA0"/>
            </a:solidFill>
            <a:prstDash val="solid"/>
          </a:ln>
        </p:spPr>
      </p:sp>
      <p:sp>
        <p:nvSpPr>
          <p:cNvPr id="111" name="Shape 109"/>
          <p:cNvSpPr/>
          <p:nvPr/>
        </p:nvSpPr>
        <p:spPr>
          <a:xfrm>
            <a:off x="3805555" y="2516007"/>
            <a:ext cx="30798" cy="108044"/>
          </a:xfrm>
          <a:prstGeom prst="line">
            <a:avLst/>
          </a:prstGeom>
          <a:noFill/>
          <a:ln w="28575">
            <a:solidFill>
              <a:srgbClr val="6A3FA0"/>
            </a:solidFill>
            <a:prstDash val="solid"/>
          </a:ln>
        </p:spPr>
      </p:sp>
      <p:sp>
        <p:nvSpPr>
          <p:cNvPr id="112" name="Shape 110"/>
          <p:cNvSpPr/>
          <p:nvPr/>
        </p:nvSpPr>
        <p:spPr>
          <a:xfrm>
            <a:off x="3836353" y="2624051"/>
            <a:ext cx="30797" cy="106326"/>
          </a:xfrm>
          <a:prstGeom prst="line">
            <a:avLst/>
          </a:prstGeom>
          <a:noFill/>
          <a:ln w="28575">
            <a:solidFill>
              <a:srgbClr val="6A3FA0"/>
            </a:solidFill>
            <a:prstDash val="solid"/>
          </a:ln>
        </p:spPr>
      </p:sp>
      <p:sp>
        <p:nvSpPr>
          <p:cNvPr id="113" name="Shape 111"/>
          <p:cNvSpPr/>
          <p:nvPr/>
        </p:nvSpPr>
        <p:spPr>
          <a:xfrm>
            <a:off x="3867150" y="2730377"/>
            <a:ext cx="30798" cy="103114"/>
          </a:xfrm>
          <a:prstGeom prst="line">
            <a:avLst/>
          </a:prstGeom>
          <a:noFill/>
          <a:ln w="28575">
            <a:solidFill>
              <a:srgbClr val="6A3FA0"/>
            </a:solidFill>
            <a:prstDash val="solid"/>
          </a:ln>
        </p:spPr>
      </p:sp>
      <p:sp>
        <p:nvSpPr>
          <p:cNvPr id="114" name="Shape 112"/>
          <p:cNvSpPr/>
          <p:nvPr/>
        </p:nvSpPr>
        <p:spPr>
          <a:xfrm>
            <a:off x="3897947" y="2833492"/>
            <a:ext cx="30798" cy="98607"/>
          </a:xfrm>
          <a:prstGeom prst="line">
            <a:avLst/>
          </a:prstGeom>
          <a:noFill/>
          <a:ln w="28575">
            <a:solidFill>
              <a:srgbClr val="6A3FA0"/>
            </a:solidFill>
            <a:prstDash val="solid"/>
          </a:ln>
        </p:spPr>
      </p:sp>
      <p:sp>
        <p:nvSpPr>
          <p:cNvPr id="115" name="Shape 113"/>
          <p:cNvSpPr/>
          <p:nvPr/>
        </p:nvSpPr>
        <p:spPr>
          <a:xfrm>
            <a:off x="3928745" y="2932099"/>
            <a:ext cx="30798" cy="93023"/>
          </a:xfrm>
          <a:prstGeom prst="line">
            <a:avLst/>
          </a:prstGeom>
          <a:noFill/>
          <a:ln w="28575">
            <a:solidFill>
              <a:srgbClr val="6A3FA0"/>
            </a:solidFill>
            <a:prstDash val="solid"/>
          </a:ln>
        </p:spPr>
      </p:sp>
      <p:sp>
        <p:nvSpPr>
          <p:cNvPr id="116" name="Shape 114"/>
          <p:cNvSpPr/>
          <p:nvPr/>
        </p:nvSpPr>
        <p:spPr>
          <a:xfrm>
            <a:off x="3959543" y="3025122"/>
            <a:ext cx="30798" cy="86587"/>
          </a:xfrm>
          <a:prstGeom prst="line">
            <a:avLst/>
          </a:prstGeom>
          <a:noFill/>
          <a:ln w="28575">
            <a:solidFill>
              <a:srgbClr val="6A3FA0"/>
            </a:solidFill>
            <a:prstDash val="solid"/>
          </a:ln>
        </p:spPr>
      </p:sp>
      <p:sp>
        <p:nvSpPr>
          <p:cNvPr id="117" name="Shape 115"/>
          <p:cNvSpPr/>
          <p:nvPr/>
        </p:nvSpPr>
        <p:spPr>
          <a:xfrm>
            <a:off x="3990340" y="3111710"/>
            <a:ext cx="30798" cy="79524"/>
          </a:xfrm>
          <a:prstGeom prst="line">
            <a:avLst/>
          </a:prstGeom>
          <a:noFill/>
          <a:ln w="28575">
            <a:solidFill>
              <a:srgbClr val="6A3FA0"/>
            </a:solidFill>
            <a:prstDash val="solid"/>
          </a:ln>
        </p:spPr>
      </p:sp>
      <p:sp>
        <p:nvSpPr>
          <p:cNvPr id="118" name="Shape 116"/>
          <p:cNvSpPr/>
          <p:nvPr/>
        </p:nvSpPr>
        <p:spPr>
          <a:xfrm>
            <a:off x="4021138" y="3191234"/>
            <a:ext cx="30798" cy="72047"/>
          </a:xfrm>
          <a:prstGeom prst="line">
            <a:avLst/>
          </a:prstGeom>
          <a:noFill/>
          <a:ln w="28575">
            <a:solidFill>
              <a:srgbClr val="6A3FA0"/>
            </a:solidFill>
            <a:prstDash val="solid"/>
          </a:ln>
        </p:spPr>
      </p:sp>
      <p:sp>
        <p:nvSpPr>
          <p:cNvPr id="119" name="Shape 117"/>
          <p:cNvSpPr/>
          <p:nvPr/>
        </p:nvSpPr>
        <p:spPr>
          <a:xfrm>
            <a:off x="4051935" y="3263281"/>
            <a:ext cx="30797" cy="64349"/>
          </a:xfrm>
          <a:prstGeom prst="line">
            <a:avLst/>
          </a:prstGeom>
          <a:noFill/>
          <a:ln w="28575">
            <a:solidFill>
              <a:srgbClr val="6A3FA0"/>
            </a:solidFill>
            <a:prstDash val="solid"/>
          </a:ln>
        </p:spPr>
      </p:sp>
      <p:sp>
        <p:nvSpPr>
          <p:cNvPr id="120" name="Shape 118"/>
          <p:cNvSpPr/>
          <p:nvPr/>
        </p:nvSpPr>
        <p:spPr>
          <a:xfrm>
            <a:off x="4082732" y="3327630"/>
            <a:ext cx="30798" cy="56602"/>
          </a:xfrm>
          <a:prstGeom prst="line">
            <a:avLst/>
          </a:prstGeom>
          <a:noFill/>
          <a:ln w="28575">
            <a:solidFill>
              <a:srgbClr val="6A3FA0"/>
            </a:solidFill>
            <a:prstDash val="solid"/>
          </a:ln>
        </p:spPr>
      </p:sp>
      <p:sp>
        <p:nvSpPr>
          <p:cNvPr id="121" name="Shape 119"/>
          <p:cNvSpPr/>
          <p:nvPr/>
        </p:nvSpPr>
        <p:spPr>
          <a:xfrm>
            <a:off x="4113530" y="3384232"/>
            <a:ext cx="30798" cy="48948"/>
          </a:xfrm>
          <a:prstGeom prst="line">
            <a:avLst/>
          </a:prstGeom>
          <a:noFill/>
          <a:ln w="28575">
            <a:solidFill>
              <a:srgbClr val="6A3FA0"/>
            </a:solidFill>
            <a:prstDash val="solid"/>
          </a:ln>
        </p:spPr>
      </p:sp>
      <p:sp>
        <p:nvSpPr>
          <p:cNvPr id="122" name="Shape 120"/>
          <p:cNvSpPr/>
          <p:nvPr/>
        </p:nvSpPr>
        <p:spPr>
          <a:xfrm>
            <a:off x="4144328" y="3433180"/>
            <a:ext cx="30797" cy="41500"/>
          </a:xfrm>
          <a:prstGeom prst="line">
            <a:avLst/>
          </a:prstGeom>
          <a:noFill/>
          <a:ln w="28575">
            <a:solidFill>
              <a:srgbClr val="6A3FA0"/>
            </a:solidFill>
            <a:prstDash val="solid"/>
          </a:ln>
        </p:spPr>
      </p:sp>
      <p:sp>
        <p:nvSpPr>
          <p:cNvPr id="123" name="Shape 121"/>
          <p:cNvSpPr/>
          <p:nvPr/>
        </p:nvSpPr>
        <p:spPr>
          <a:xfrm>
            <a:off x="4175125" y="3474679"/>
            <a:ext cx="30798" cy="34344"/>
          </a:xfrm>
          <a:prstGeom prst="line">
            <a:avLst/>
          </a:prstGeom>
          <a:noFill/>
          <a:ln w="28575">
            <a:solidFill>
              <a:srgbClr val="6A3FA0"/>
            </a:solidFill>
            <a:prstDash val="solid"/>
          </a:ln>
        </p:spPr>
      </p:sp>
      <p:sp>
        <p:nvSpPr>
          <p:cNvPr id="124" name="Shape 122"/>
          <p:cNvSpPr/>
          <p:nvPr/>
        </p:nvSpPr>
        <p:spPr>
          <a:xfrm>
            <a:off x="4205922" y="3509023"/>
            <a:ext cx="30798" cy="27536"/>
          </a:xfrm>
          <a:prstGeom prst="line">
            <a:avLst/>
          </a:prstGeom>
          <a:noFill/>
          <a:ln w="28575">
            <a:solidFill>
              <a:srgbClr val="6A3FA0"/>
            </a:solidFill>
            <a:prstDash val="solid"/>
          </a:ln>
        </p:spPr>
      </p:sp>
      <p:sp>
        <p:nvSpPr>
          <p:cNvPr id="125" name="Shape 123"/>
          <p:cNvSpPr/>
          <p:nvPr/>
        </p:nvSpPr>
        <p:spPr>
          <a:xfrm>
            <a:off x="4236720" y="3536559"/>
            <a:ext cx="30798" cy="22215"/>
          </a:xfrm>
          <a:prstGeom prst="line">
            <a:avLst/>
          </a:prstGeom>
          <a:noFill/>
          <a:ln w="28575">
            <a:solidFill>
              <a:srgbClr val="6A3FA0"/>
            </a:solidFill>
            <a:prstDash val="solid"/>
          </a:ln>
        </p:spPr>
      </p:sp>
      <p:sp>
        <p:nvSpPr>
          <p:cNvPr id="126" name="Shape 124"/>
          <p:cNvSpPr/>
          <p:nvPr/>
        </p:nvSpPr>
        <p:spPr>
          <a:xfrm>
            <a:off x="4267518" y="3558774"/>
            <a:ext cx="30798" cy="18451"/>
          </a:xfrm>
          <a:prstGeom prst="line">
            <a:avLst/>
          </a:prstGeom>
          <a:noFill/>
          <a:ln w="28575">
            <a:solidFill>
              <a:srgbClr val="6A3FA0"/>
            </a:solidFill>
            <a:prstDash val="solid"/>
          </a:ln>
        </p:spPr>
      </p:sp>
      <p:sp>
        <p:nvSpPr>
          <p:cNvPr id="127" name="Shape 125"/>
          <p:cNvSpPr/>
          <p:nvPr/>
        </p:nvSpPr>
        <p:spPr>
          <a:xfrm>
            <a:off x="4298315" y="3577224"/>
            <a:ext cx="30798" cy="15164"/>
          </a:xfrm>
          <a:prstGeom prst="line">
            <a:avLst/>
          </a:prstGeom>
          <a:noFill/>
          <a:ln w="28575">
            <a:solidFill>
              <a:srgbClr val="6A3FA0"/>
            </a:solidFill>
            <a:prstDash val="solid"/>
          </a:ln>
        </p:spPr>
      </p:sp>
      <p:sp>
        <p:nvSpPr>
          <p:cNvPr id="128" name="Shape 126"/>
          <p:cNvSpPr/>
          <p:nvPr/>
        </p:nvSpPr>
        <p:spPr>
          <a:xfrm>
            <a:off x="4329113" y="3592388"/>
            <a:ext cx="30797" cy="12332"/>
          </a:xfrm>
          <a:prstGeom prst="line">
            <a:avLst/>
          </a:prstGeom>
          <a:noFill/>
          <a:ln w="28575">
            <a:solidFill>
              <a:srgbClr val="6A3FA0"/>
            </a:solidFill>
            <a:prstDash val="solid"/>
          </a:ln>
        </p:spPr>
      </p:sp>
      <p:sp>
        <p:nvSpPr>
          <p:cNvPr id="129" name="Shape 127"/>
          <p:cNvSpPr/>
          <p:nvPr/>
        </p:nvSpPr>
        <p:spPr>
          <a:xfrm>
            <a:off x="4359910" y="3604720"/>
            <a:ext cx="30798" cy="9927"/>
          </a:xfrm>
          <a:prstGeom prst="line">
            <a:avLst/>
          </a:prstGeom>
          <a:noFill/>
          <a:ln w="28575">
            <a:solidFill>
              <a:srgbClr val="6A3FA0"/>
            </a:solidFill>
            <a:prstDash val="solid"/>
          </a:ln>
        </p:spPr>
      </p:sp>
      <p:sp>
        <p:nvSpPr>
          <p:cNvPr id="130" name="Shape 128"/>
          <p:cNvSpPr/>
          <p:nvPr/>
        </p:nvSpPr>
        <p:spPr>
          <a:xfrm>
            <a:off x="4390708" y="3614647"/>
            <a:ext cx="30798" cy="7909"/>
          </a:xfrm>
          <a:prstGeom prst="line">
            <a:avLst/>
          </a:prstGeom>
          <a:noFill/>
          <a:ln w="28575">
            <a:solidFill>
              <a:srgbClr val="6A3FA0"/>
            </a:solidFill>
            <a:prstDash val="solid"/>
          </a:ln>
        </p:spPr>
      </p:sp>
      <p:sp>
        <p:nvSpPr>
          <p:cNvPr id="131" name="Shape 129"/>
          <p:cNvSpPr/>
          <p:nvPr/>
        </p:nvSpPr>
        <p:spPr>
          <a:xfrm>
            <a:off x="4421505" y="3622556"/>
            <a:ext cx="30797" cy="6237"/>
          </a:xfrm>
          <a:prstGeom prst="line">
            <a:avLst/>
          </a:prstGeom>
          <a:noFill/>
          <a:ln w="28575">
            <a:solidFill>
              <a:srgbClr val="6A3FA0"/>
            </a:solidFill>
            <a:prstDash val="solid"/>
          </a:ln>
        </p:spPr>
      </p:sp>
      <p:sp>
        <p:nvSpPr>
          <p:cNvPr id="132" name="Shape 130"/>
          <p:cNvSpPr/>
          <p:nvPr/>
        </p:nvSpPr>
        <p:spPr>
          <a:xfrm>
            <a:off x="4452302" y="3628793"/>
            <a:ext cx="30798" cy="4869"/>
          </a:xfrm>
          <a:prstGeom prst="line">
            <a:avLst/>
          </a:prstGeom>
          <a:noFill/>
          <a:ln w="28575">
            <a:solidFill>
              <a:srgbClr val="6A3FA0"/>
            </a:solidFill>
            <a:prstDash val="solid"/>
          </a:ln>
        </p:spPr>
      </p:sp>
      <p:sp>
        <p:nvSpPr>
          <p:cNvPr id="133" name="Shape 131"/>
          <p:cNvSpPr/>
          <p:nvPr/>
        </p:nvSpPr>
        <p:spPr>
          <a:xfrm>
            <a:off x="4483100" y="3633662"/>
            <a:ext cx="30797" cy="3764"/>
          </a:xfrm>
          <a:prstGeom prst="line">
            <a:avLst/>
          </a:prstGeom>
          <a:noFill/>
          <a:ln w="28575">
            <a:solidFill>
              <a:srgbClr val="6A3FA0"/>
            </a:solidFill>
            <a:prstDash val="solid"/>
          </a:ln>
        </p:spPr>
      </p:sp>
      <p:sp>
        <p:nvSpPr>
          <p:cNvPr id="134" name="Shape 132"/>
          <p:cNvSpPr/>
          <p:nvPr/>
        </p:nvSpPr>
        <p:spPr>
          <a:xfrm>
            <a:off x="4513897" y="3637426"/>
            <a:ext cx="30798" cy="2880"/>
          </a:xfrm>
          <a:prstGeom prst="line">
            <a:avLst/>
          </a:prstGeom>
          <a:noFill/>
          <a:ln w="28575">
            <a:solidFill>
              <a:srgbClr val="6A3FA0"/>
            </a:solidFill>
            <a:prstDash val="solid"/>
          </a:ln>
        </p:spPr>
      </p:sp>
      <p:sp>
        <p:nvSpPr>
          <p:cNvPr id="135" name="Shape 133"/>
          <p:cNvSpPr/>
          <p:nvPr/>
        </p:nvSpPr>
        <p:spPr>
          <a:xfrm>
            <a:off x="4544695" y="3640306"/>
            <a:ext cx="30798" cy="2182"/>
          </a:xfrm>
          <a:prstGeom prst="line">
            <a:avLst/>
          </a:prstGeom>
          <a:noFill/>
          <a:ln w="28575">
            <a:solidFill>
              <a:srgbClr val="6A3FA0"/>
            </a:solidFill>
            <a:prstDash val="solid"/>
          </a:ln>
        </p:spPr>
      </p:sp>
      <p:sp>
        <p:nvSpPr>
          <p:cNvPr id="136" name="Shape 134"/>
          <p:cNvSpPr/>
          <p:nvPr/>
        </p:nvSpPr>
        <p:spPr>
          <a:xfrm>
            <a:off x="4575493" y="3642488"/>
            <a:ext cx="30797" cy="1637"/>
          </a:xfrm>
          <a:prstGeom prst="line">
            <a:avLst/>
          </a:prstGeom>
          <a:noFill/>
          <a:ln w="28575">
            <a:solidFill>
              <a:srgbClr val="6A3FA0"/>
            </a:solidFill>
            <a:prstDash val="solid"/>
          </a:ln>
        </p:spPr>
      </p:sp>
      <p:sp>
        <p:nvSpPr>
          <p:cNvPr id="137" name="Shape 135"/>
          <p:cNvSpPr/>
          <p:nvPr/>
        </p:nvSpPr>
        <p:spPr>
          <a:xfrm>
            <a:off x="4606290" y="3644125"/>
            <a:ext cx="30798" cy="1216"/>
          </a:xfrm>
          <a:prstGeom prst="line">
            <a:avLst/>
          </a:prstGeom>
          <a:noFill/>
          <a:ln w="28575">
            <a:solidFill>
              <a:srgbClr val="6A3FA0"/>
            </a:solidFill>
            <a:prstDash val="solid"/>
          </a:ln>
        </p:spPr>
      </p:sp>
      <p:sp>
        <p:nvSpPr>
          <p:cNvPr id="138" name="Shape 136"/>
          <p:cNvSpPr/>
          <p:nvPr/>
        </p:nvSpPr>
        <p:spPr>
          <a:xfrm>
            <a:off x="4637088" y="3645342"/>
            <a:ext cx="30798" cy="895"/>
          </a:xfrm>
          <a:prstGeom prst="line">
            <a:avLst/>
          </a:prstGeom>
          <a:noFill/>
          <a:ln w="28575">
            <a:solidFill>
              <a:srgbClr val="6A3FA0"/>
            </a:solidFill>
            <a:prstDash val="solid"/>
          </a:ln>
        </p:spPr>
      </p:sp>
      <p:sp>
        <p:nvSpPr>
          <p:cNvPr id="139" name="Shape 137"/>
          <p:cNvSpPr/>
          <p:nvPr/>
        </p:nvSpPr>
        <p:spPr>
          <a:xfrm>
            <a:off x="4667885" y="3646236"/>
            <a:ext cx="30798" cy="652"/>
          </a:xfrm>
          <a:prstGeom prst="line">
            <a:avLst/>
          </a:prstGeom>
          <a:noFill/>
          <a:ln w="28575">
            <a:solidFill>
              <a:srgbClr val="6A3FA0"/>
            </a:solidFill>
            <a:prstDash val="solid"/>
          </a:ln>
        </p:spPr>
      </p:sp>
      <p:sp>
        <p:nvSpPr>
          <p:cNvPr id="140" name="Shape 138"/>
          <p:cNvSpPr/>
          <p:nvPr/>
        </p:nvSpPr>
        <p:spPr>
          <a:xfrm>
            <a:off x="4698683" y="3646888"/>
            <a:ext cx="30798" cy="470"/>
          </a:xfrm>
          <a:prstGeom prst="line">
            <a:avLst/>
          </a:prstGeom>
          <a:noFill/>
          <a:ln w="28575">
            <a:solidFill>
              <a:srgbClr val="6A3FA0"/>
            </a:solidFill>
            <a:prstDash val="solid"/>
          </a:ln>
        </p:spPr>
      </p:sp>
      <p:sp>
        <p:nvSpPr>
          <p:cNvPr id="141" name="Shape 139"/>
          <p:cNvSpPr/>
          <p:nvPr/>
        </p:nvSpPr>
        <p:spPr>
          <a:xfrm>
            <a:off x="4729480" y="3647359"/>
            <a:ext cx="30797" cy="336"/>
          </a:xfrm>
          <a:prstGeom prst="line">
            <a:avLst/>
          </a:prstGeom>
          <a:noFill/>
          <a:ln w="28575">
            <a:solidFill>
              <a:srgbClr val="6A3FA0"/>
            </a:solidFill>
            <a:prstDash val="solid"/>
          </a:ln>
        </p:spPr>
      </p:sp>
      <p:sp>
        <p:nvSpPr>
          <p:cNvPr id="142" name="Shape 140"/>
          <p:cNvSpPr/>
          <p:nvPr/>
        </p:nvSpPr>
        <p:spPr>
          <a:xfrm>
            <a:off x="4760278" y="3647695"/>
            <a:ext cx="30797" cy="238"/>
          </a:xfrm>
          <a:prstGeom prst="line">
            <a:avLst/>
          </a:prstGeom>
          <a:noFill/>
          <a:ln w="28575">
            <a:solidFill>
              <a:srgbClr val="6A3FA0"/>
            </a:solidFill>
            <a:prstDash val="solid"/>
          </a:ln>
        </p:spPr>
      </p:sp>
      <p:sp>
        <p:nvSpPr>
          <p:cNvPr id="143" name="Shape 141"/>
          <p:cNvSpPr/>
          <p:nvPr/>
        </p:nvSpPr>
        <p:spPr>
          <a:xfrm>
            <a:off x="4791075" y="3647933"/>
            <a:ext cx="30798" cy="167"/>
          </a:xfrm>
          <a:prstGeom prst="line">
            <a:avLst/>
          </a:prstGeom>
          <a:noFill/>
          <a:ln w="28575">
            <a:solidFill>
              <a:srgbClr val="6A3FA0"/>
            </a:solidFill>
            <a:prstDash val="solid"/>
          </a:ln>
        </p:spPr>
      </p:sp>
      <p:sp>
        <p:nvSpPr>
          <p:cNvPr id="144" name="Shape 142"/>
          <p:cNvSpPr/>
          <p:nvPr/>
        </p:nvSpPr>
        <p:spPr>
          <a:xfrm>
            <a:off x="4821873" y="3648100"/>
            <a:ext cx="30797" cy="116"/>
          </a:xfrm>
          <a:prstGeom prst="line">
            <a:avLst/>
          </a:prstGeom>
          <a:noFill/>
          <a:ln w="28575">
            <a:solidFill>
              <a:srgbClr val="6A3FA0"/>
            </a:solidFill>
            <a:prstDash val="solid"/>
          </a:ln>
        </p:spPr>
      </p:sp>
      <p:sp>
        <p:nvSpPr>
          <p:cNvPr id="145" name="Shape 143"/>
          <p:cNvSpPr/>
          <p:nvPr/>
        </p:nvSpPr>
        <p:spPr>
          <a:xfrm>
            <a:off x="4852670" y="3648215"/>
            <a:ext cx="30798" cy="80"/>
          </a:xfrm>
          <a:prstGeom prst="line">
            <a:avLst/>
          </a:prstGeom>
          <a:noFill/>
          <a:ln w="28575">
            <a:solidFill>
              <a:srgbClr val="6A3FA0"/>
            </a:solidFill>
            <a:prstDash val="solid"/>
          </a:ln>
        </p:spPr>
      </p:sp>
      <p:sp>
        <p:nvSpPr>
          <p:cNvPr id="146" name="Shape 144"/>
          <p:cNvSpPr/>
          <p:nvPr/>
        </p:nvSpPr>
        <p:spPr>
          <a:xfrm>
            <a:off x="4883467" y="3648295"/>
            <a:ext cx="30798" cy="54"/>
          </a:xfrm>
          <a:prstGeom prst="line">
            <a:avLst/>
          </a:prstGeom>
          <a:noFill/>
          <a:ln w="28575">
            <a:solidFill>
              <a:srgbClr val="6A3FA0"/>
            </a:solidFill>
            <a:prstDash val="solid"/>
          </a:ln>
        </p:spPr>
      </p:sp>
      <p:sp>
        <p:nvSpPr>
          <p:cNvPr id="147" name="Shape 145"/>
          <p:cNvSpPr/>
          <p:nvPr/>
        </p:nvSpPr>
        <p:spPr>
          <a:xfrm>
            <a:off x="4914265" y="3648349"/>
            <a:ext cx="30798" cy="37"/>
          </a:xfrm>
          <a:prstGeom prst="line">
            <a:avLst/>
          </a:prstGeom>
          <a:noFill/>
          <a:ln w="28575">
            <a:solidFill>
              <a:srgbClr val="6A3FA0"/>
            </a:solidFill>
            <a:prstDash val="solid"/>
          </a:ln>
        </p:spPr>
      </p:sp>
      <p:sp>
        <p:nvSpPr>
          <p:cNvPr id="148" name="Shape 146"/>
          <p:cNvSpPr/>
          <p:nvPr/>
        </p:nvSpPr>
        <p:spPr>
          <a:xfrm>
            <a:off x="4945063" y="3648386"/>
            <a:ext cx="30798" cy="24"/>
          </a:xfrm>
          <a:prstGeom prst="line">
            <a:avLst/>
          </a:prstGeom>
          <a:noFill/>
          <a:ln w="28575">
            <a:solidFill>
              <a:srgbClr val="6A3FA0"/>
            </a:solidFill>
            <a:prstDash val="solid"/>
          </a:ln>
        </p:spPr>
      </p:sp>
      <p:sp>
        <p:nvSpPr>
          <p:cNvPr id="149" name="Shape 147"/>
          <p:cNvSpPr/>
          <p:nvPr/>
        </p:nvSpPr>
        <p:spPr>
          <a:xfrm>
            <a:off x="4975860" y="3648410"/>
            <a:ext cx="30798" cy="16"/>
          </a:xfrm>
          <a:prstGeom prst="line">
            <a:avLst/>
          </a:prstGeom>
          <a:noFill/>
          <a:ln w="28575">
            <a:solidFill>
              <a:srgbClr val="6A3FA0"/>
            </a:solidFill>
            <a:prstDash val="solid"/>
          </a:ln>
        </p:spPr>
      </p:sp>
      <p:sp>
        <p:nvSpPr>
          <p:cNvPr id="150" name="Shape 148"/>
          <p:cNvSpPr/>
          <p:nvPr/>
        </p:nvSpPr>
        <p:spPr>
          <a:xfrm>
            <a:off x="5006658" y="3648427"/>
            <a:ext cx="30798" cy="11"/>
          </a:xfrm>
          <a:prstGeom prst="line">
            <a:avLst/>
          </a:prstGeom>
          <a:noFill/>
          <a:ln w="28575">
            <a:solidFill>
              <a:srgbClr val="6A3FA0"/>
            </a:solidFill>
            <a:prstDash val="solid"/>
          </a:ln>
        </p:spPr>
      </p:sp>
      <p:sp>
        <p:nvSpPr>
          <p:cNvPr id="151" name="Shape 149"/>
          <p:cNvSpPr/>
          <p:nvPr/>
        </p:nvSpPr>
        <p:spPr>
          <a:xfrm>
            <a:off x="5037455" y="3648437"/>
            <a:ext cx="30798" cy="7"/>
          </a:xfrm>
          <a:prstGeom prst="line">
            <a:avLst/>
          </a:prstGeom>
          <a:noFill/>
          <a:ln w="28575">
            <a:solidFill>
              <a:srgbClr val="6A3FA0"/>
            </a:solidFill>
            <a:prstDash val="solid"/>
          </a:ln>
        </p:spPr>
      </p:sp>
      <p:sp>
        <p:nvSpPr>
          <p:cNvPr id="152" name="Shape 150"/>
          <p:cNvSpPr/>
          <p:nvPr/>
        </p:nvSpPr>
        <p:spPr>
          <a:xfrm>
            <a:off x="5068253" y="3648444"/>
            <a:ext cx="30798" cy="4"/>
          </a:xfrm>
          <a:prstGeom prst="line">
            <a:avLst/>
          </a:prstGeom>
          <a:noFill/>
          <a:ln w="28575">
            <a:solidFill>
              <a:srgbClr val="6A3FA0"/>
            </a:solidFill>
            <a:prstDash val="solid"/>
          </a:ln>
        </p:spPr>
      </p:sp>
      <p:sp>
        <p:nvSpPr>
          <p:cNvPr id="153" name="Shape 151"/>
          <p:cNvSpPr/>
          <p:nvPr/>
        </p:nvSpPr>
        <p:spPr>
          <a:xfrm>
            <a:off x="5099050" y="3648449"/>
            <a:ext cx="30797" cy="3"/>
          </a:xfrm>
          <a:prstGeom prst="line">
            <a:avLst/>
          </a:prstGeom>
          <a:noFill/>
          <a:ln w="28575">
            <a:solidFill>
              <a:srgbClr val="6A3FA0"/>
            </a:solidFill>
            <a:prstDash val="solid"/>
          </a:ln>
        </p:spPr>
      </p:sp>
      <p:sp>
        <p:nvSpPr>
          <p:cNvPr id="154" name="Shape 152"/>
          <p:cNvSpPr/>
          <p:nvPr/>
        </p:nvSpPr>
        <p:spPr>
          <a:xfrm>
            <a:off x="5129847" y="3648451"/>
            <a:ext cx="30798" cy="2"/>
          </a:xfrm>
          <a:prstGeom prst="line">
            <a:avLst/>
          </a:prstGeom>
          <a:noFill/>
          <a:ln w="28575">
            <a:solidFill>
              <a:srgbClr val="6A3FA0"/>
            </a:solidFill>
            <a:prstDash val="solid"/>
          </a:ln>
        </p:spPr>
      </p:sp>
      <p:sp>
        <p:nvSpPr>
          <p:cNvPr id="155" name="Shape 153"/>
          <p:cNvSpPr/>
          <p:nvPr/>
        </p:nvSpPr>
        <p:spPr>
          <a:xfrm>
            <a:off x="5160645" y="3648453"/>
            <a:ext cx="30798" cy="1"/>
          </a:xfrm>
          <a:prstGeom prst="line">
            <a:avLst/>
          </a:prstGeom>
          <a:noFill/>
          <a:ln w="28575">
            <a:solidFill>
              <a:srgbClr val="6A3FA0"/>
            </a:solidFill>
            <a:prstDash val="solid"/>
          </a:ln>
        </p:spPr>
      </p:sp>
      <p:sp>
        <p:nvSpPr>
          <p:cNvPr id="156" name="Shape 154"/>
          <p:cNvSpPr/>
          <p:nvPr/>
        </p:nvSpPr>
        <p:spPr>
          <a:xfrm>
            <a:off x="5191443" y="3648454"/>
            <a:ext cx="30797" cy="1"/>
          </a:xfrm>
          <a:prstGeom prst="line">
            <a:avLst/>
          </a:prstGeom>
          <a:noFill/>
          <a:ln w="28575">
            <a:solidFill>
              <a:srgbClr val="6A3FA0"/>
            </a:solidFill>
            <a:prstDash val="solid"/>
          </a:ln>
        </p:spPr>
      </p:sp>
      <p:sp>
        <p:nvSpPr>
          <p:cNvPr id="157" name="Shape 155"/>
          <p:cNvSpPr/>
          <p:nvPr/>
        </p:nvSpPr>
        <p:spPr>
          <a:xfrm>
            <a:off x="5222240" y="3648455"/>
            <a:ext cx="30798" cy="0"/>
          </a:xfrm>
          <a:prstGeom prst="line">
            <a:avLst/>
          </a:prstGeom>
          <a:noFill/>
          <a:ln w="28575">
            <a:solidFill>
              <a:srgbClr val="6A3FA0"/>
            </a:solidFill>
            <a:prstDash val="solid"/>
          </a:ln>
        </p:spPr>
      </p:sp>
      <p:sp>
        <p:nvSpPr>
          <p:cNvPr id="158" name="Shape 156"/>
          <p:cNvSpPr/>
          <p:nvPr/>
        </p:nvSpPr>
        <p:spPr>
          <a:xfrm>
            <a:off x="5253037" y="3648455"/>
            <a:ext cx="30798" cy="0"/>
          </a:xfrm>
          <a:prstGeom prst="line">
            <a:avLst/>
          </a:prstGeom>
          <a:noFill/>
          <a:ln w="28575">
            <a:solidFill>
              <a:srgbClr val="6A3FA0"/>
            </a:solidFill>
            <a:prstDash val="solid"/>
          </a:ln>
        </p:spPr>
      </p:sp>
      <p:sp>
        <p:nvSpPr>
          <p:cNvPr id="159" name="Shape 157"/>
          <p:cNvSpPr/>
          <p:nvPr/>
        </p:nvSpPr>
        <p:spPr>
          <a:xfrm>
            <a:off x="5283835" y="3648456"/>
            <a:ext cx="30798" cy="0"/>
          </a:xfrm>
          <a:prstGeom prst="line">
            <a:avLst/>
          </a:prstGeom>
          <a:noFill/>
          <a:ln w="28575">
            <a:solidFill>
              <a:srgbClr val="6A3FA0"/>
            </a:solidFill>
            <a:prstDash val="solid"/>
          </a:ln>
        </p:spPr>
      </p:sp>
      <p:sp>
        <p:nvSpPr>
          <p:cNvPr id="160" name="Shape 158"/>
          <p:cNvSpPr/>
          <p:nvPr/>
        </p:nvSpPr>
        <p:spPr>
          <a:xfrm>
            <a:off x="5314633" y="3648456"/>
            <a:ext cx="30798" cy="0"/>
          </a:xfrm>
          <a:prstGeom prst="line">
            <a:avLst/>
          </a:prstGeom>
          <a:noFill/>
          <a:ln w="28575">
            <a:solidFill>
              <a:srgbClr val="6A3FA0"/>
            </a:solidFill>
            <a:prstDash val="solid"/>
          </a:ln>
        </p:spPr>
      </p:sp>
      <p:sp>
        <p:nvSpPr>
          <p:cNvPr id="161" name="Shape 159"/>
          <p:cNvSpPr/>
          <p:nvPr/>
        </p:nvSpPr>
        <p:spPr>
          <a:xfrm flipV="1">
            <a:off x="1649730" y="2811780"/>
            <a:ext cx="30797" cy="0"/>
          </a:xfrm>
          <a:prstGeom prst="line">
            <a:avLst/>
          </a:prstGeom>
          <a:noFill/>
          <a:ln w="25400">
            <a:solidFill>
              <a:srgbClr val="C8414C"/>
            </a:solidFill>
            <a:prstDash val="dash"/>
          </a:ln>
        </p:spPr>
      </p:sp>
      <p:sp>
        <p:nvSpPr>
          <p:cNvPr id="162" name="Shape 160"/>
          <p:cNvSpPr/>
          <p:nvPr/>
        </p:nvSpPr>
        <p:spPr>
          <a:xfrm flipV="1">
            <a:off x="1680527" y="2811780"/>
            <a:ext cx="30798" cy="0"/>
          </a:xfrm>
          <a:prstGeom prst="line">
            <a:avLst/>
          </a:prstGeom>
          <a:noFill/>
          <a:ln w="25400">
            <a:solidFill>
              <a:srgbClr val="C8414C"/>
            </a:solidFill>
            <a:prstDash val="dash"/>
          </a:ln>
        </p:spPr>
      </p:sp>
      <p:sp>
        <p:nvSpPr>
          <p:cNvPr id="163" name="Shape 161"/>
          <p:cNvSpPr/>
          <p:nvPr/>
        </p:nvSpPr>
        <p:spPr>
          <a:xfrm flipV="1">
            <a:off x="1711325" y="2811780"/>
            <a:ext cx="30798" cy="0"/>
          </a:xfrm>
          <a:prstGeom prst="line">
            <a:avLst/>
          </a:prstGeom>
          <a:noFill/>
          <a:ln w="25400">
            <a:solidFill>
              <a:srgbClr val="C8414C"/>
            </a:solidFill>
            <a:prstDash val="dash"/>
          </a:ln>
        </p:spPr>
      </p:sp>
      <p:sp>
        <p:nvSpPr>
          <p:cNvPr id="164" name="Shape 162"/>
          <p:cNvSpPr/>
          <p:nvPr/>
        </p:nvSpPr>
        <p:spPr>
          <a:xfrm flipV="1">
            <a:off x="1742123" y="2811779"/>
            <a:ext cx="30797" cy="0"/>
          </a:xfrm>
          <a:prstGeom prst="line">
            <a:avLst/>
          </a:prstGeom>
          <a:noFill/>
          <a:ln w="25400">
            <a:solidFill>
              <a:srgbClr val="C8414C"/>
            </a:solidFill>
            <a:prstDash val="dash"/>
          </a:ln>
        </p:spPr>
      </p:sp>
      <p:sp>
        <p:nvSpPr>
          <p:cNvPr id="165" name="Shape 163"/>
          <p:cNvSpPr/>
          <p:nvPr/>
        </p:nvSpPr>
        <p:spPr>
          <a:xfrm flipV="1">
            <a:off x="1772920" y="2811779"/>
            <a:ext cx="30798" cy="0"/>
          </a:xfrm>
          <a:prstGeom prst="line">
            <a:avLst/>
          </a:prstGeom>
          <a:noFill/>
          <a:ln w="25400">
            <a:solidFill>
              <a:srgbClr val="C8414C"/>
            </a:solidFill>
            <a:prstDash val="dash"/>
          </a:ln>
        </p:spPr>
      </p:sp>
      <p:sp>
        <p:nvSpPr>
          <p:cNvPr id="166" name="Shape 164"/>
          <p:cNvSpPr/>
          <p:nvPr/>
        </p:nvSpPr>
        <p:spPr>
          <a:xfrm flipV="1">
            <a:off x="1803718" y="2811778"/>
            <a:ext cx="30797" cy="1"/>
          </a:xfrm>
          <a:prstGeom prst="line">
            <a:avLst/>
          </a:prstGeom>
          <a:noFill/>
          <a:ln w="25400">
            <a:solidFill>
              <a:srgbClr val="C8414C"/>
            </a:solidFill>
            <a:prstDash val="dash"/>
          </a:ln>
        </p:spPr>
      </p:sp>
      <p:sp>
        <p:nvSpPr>
          <p:cNvPr id="167" name="Shape 165"/>
          <p:cNvSpPr/>
          <p:nvPr/>
        </p:nvSpPr>
        <p:spPr>
          <a:xfrm flipV="1">
            <a:off x="1834515" y="2811777"/>
            <a:ext cx="30798" cy="1"/>
          </a:xfrm>
          <a:prstGeom prst="line">
            <a:avLst/>
          </a:prstGeom>
          <a:noFill/>
          <a:ln w="25400">
            <a:solidFill>
              <a:srgbClr val="C8414C"/>
            </a:solidFill>
            <a:prstDash val="dash"/>
          </a:ln>
        </p:spPr>
      </p:sp>
      <p:sp>
        <p:nvSpPr>
          <p:cNvPr id="168" name="Shape 166"/>
          <p:cNvSpPr/>
          <p:nvPr/>
        </p:nvSpPr>
        <p:spPr>
          <a:xfrm flipV="1">
            <a:off x="1865312" y="2811775"/>
            <a:ext cx="30798" cy="2"/>
          </a:xfrm>
          <a:prstGeom prst="line">
            <a:avLst/>
          </a:prstGeom>
          <a:noFill/>
          <a:ln w="25400">
            <a:solidFill>
              <a:srgbClr val="C8414C"/>
            </a:solidFill>
            <a:prstDash val="dash"/>
          </a:ln>
        </p:spPr>
      </p:sp>
      <p:sp>
        <p:nvSpPr>
          <p:cNvPr id="169" name="Shape 167"/>
          <p:cNvSpPr/>
          <p:nvPr/>
        </p:nvSpPr>
        <p:spPr>
          <a:xfrm flipV="1">
            <a:off x="1896110" y="2811773"/>
            <a:ext cx="30798" cy="3"/>
          </a:xfrm>
          <a:prstGeom prst="line">
            <a:avLst/>
          </a:prstGeom>
          <a:noFill/>
          <a:ln w="25400">
            <a:solidFill>
              <a:srgbClr val="C8414C"/>
            </a:solidFill>
            <a:prstDash val="dash"/>
          </a:ln>
        </p:spPr>
      </p:sp>
      <p:sp>
        <p:nvSpPr>
          <p:cNvPr id="170" name="Shape 168"/>
          <p:cNvSpPr/>
          <p:nvPr/>
        </p:nvSpPr>
        <p:spPr>
          <a:xfrm flipV="1">
            <a:off x="1926908" y="2811768"/>
            <a:ext cx="30797" cy="4"/>
          </a:xfrm>
          <a:prstGeom prst="line">
            <a:avLst/>
          </a:prstGeom>
          <a:noFill/>
          <a:ln w="25400">
            <a:solidFill>
              <a:srgbClr val="C8414C"/>
            </a:solidFill>
            <a:prstDash val="dash"/>
          </a:ln>
        </p:spPr>
      </p:sp>
      <p:sp>
        <p:nvSpPr>
          <p:cNvPr id="171" name="Shape 169"/>
          <p:cNvSpPr/>
          <p:nvPr/>
        </p:nvSpPr>
        <p:spPr>
          <a:xfrm flipV="1">
            <a:off x="1957705" y="2811762"/>
            <a:ext cx="30797" cy="7"/>
          </a:xfrm>
          <a:prstGeom prst="line">
            <a:avLst/>
          </a:prstGeom>
          <a:noFill/>
          <a:ln w="25400">
            <a:solidFill>
              <a:srgbClr val="C8414C"/>
            </a:solidFill>
            <a:prstDash val="dash"/>
          </a:ln>
        </p:spPr>
      </p:sp>
      <p:sp>
        <p:nvSpPr>
          <p:cNvPr id="172" name="Shape 170"/>
          <p:cNvSpPr/>
          <p:nvPr/>
        </p:nvSpPr>
        <p:spPr>
          <a:xfrm flipV="1">
            <a:off x="1988502" y="2811752"/>
            <a:ext cx="30798" cy="10"/>
          </a:xfrm>
          <a:prstGeom prst="line">
            <a:avLst/>
          </a:prstGeom>
          <a:noFill/>
          <a:ln w="25400">
            <a:solidFill>
              <a:srgbClr val="C8414C"/>
            </a:solidFill>
            <a:prstDash val="dash"/>
          </a:ln>
        </p:spPr>
      </p:sp>
      <p:sp>
        <p:nvSpPr>
          <p:cNvPr id="173" name="Shape 171"/>
          <p:cNvSpPr/>
          <p:nvPr/>
        </p:nvSpPr>
        <p:spPr>
          <a:xfrm flipV="1">
            <a:off x="2019300" y="2811737"/>
            <a:ext cx="30798" cy="15"/>
          </a:xfrm>
          <a:prstGeom prst="line">
            <a:avLst/>
          </a:prstGeom>
          <a:noFill/>
          <a:ln w="25400">
            <a:solidFill>
              <a:srgbClr val="C8414C"/>
            </a:solidFill>
            <a:prstDash val="dash"/>
          </a:ln>
        </p:spPr>
      </p:sp>
      <p:sp>
        <p:nvSpPr>
          <p:cNvPr id="174" name="Shape 172"/>
          <p:cNvSpPr/>
          <p:nvPr/>
        </p:nvSpPr>
        <p:spPr>
          <a:xfrm flipV="1">
            <a:off x="2050097" y="2811714"/>
            <a:ext cx="30798" cy="23"/>
          </a:xfrm>
          <a:prstGeom prst="line">
            <a:avLst/>
          </a:prstGeom>
          <a:noFill/>
          <a:ln w="25400">
            <a:solidFill>
              <a:srgbClr val="C8414C"/>
            </a:solidFill>
            <a:prstDash val="dash"/>
          </a:ln>
        </p:spPr>
      </p:sp>
      <p:sp>
        <p:nvSpPr>
          <p:cNvPr id="175" name="Shape 173"/>
          <p:cNvSpPr/>
          <p:nvPr/>
        </p:nvSpPr>
        <p:spPr>
          <a:xfrm flipV="1">
            <a:off x="2080895" y="2811680"/>
            <a:ext cx="30797" cy="34"/>
          </a:xfrm>
          <a:prstGeom prst="line">
            <a:avLst/>
          </a:prstGeom>
          <a:noFill/>
          <a:ln w="25400">
            <a:solidFill>
              <a:srgbClr val="C8414C"/>
            </a:solidFill>
            <a:prstDash val="dash"/>
          </a:ln>
        </p:spPr>
      </p:sp>
      <p:sp>
        <p:nvSpPr>
          <p:cNvPr id="176" name="Shape 174"/>
          <p:cNvSpPr/>
          <p:nvPr/>
        </p:nvSpPr>
        <p:spPr>
          <a:xfrm flipV="1">
            <a:off x="2111692" y="2811631"/>
            <a:ext cx="30797" cy="49"/>
          </a:xfrm>
          <a:prstGeom prst="line">
            <a:avLst/>
          </a:prstGeom>
          <a:noFill/>
          <a:ln w="25400">
            <a:solidFill>
              <a:srgbClr val="C8414C"/>
            </a:solidFill>
            <a:prstDash val="dash"/>
          </a:ln>
        </p:spPr>
      </p:sp>
      <p:sp>
        <p:nvSpPr>
          <p:cNvPr id="177" name="Shape 175"/>
          <p:cNvSpPr/>
          <p:nvPr/>
        </p:nvSpPr>
        <p:spPr>
          <a:xfrm flipV="1">
            <a:off x="2142490" y="2811559"/>
            <a:ext cx="30798" cy="72"/>
          </a:xfrm>
          <a:prstGeom prst="line">
            <a:avLst/>
          </a:prstGeom>
          <a:noFill/>
          <a:ln w="25400">
            <a:solidFill>
              <a:srgbClr val="C8414C"/>
            </a:solidFill>
            <a:prstDash val="dash"/>
          </a:ln>
        </p:spPr>
      </p:sp>
      <p:sp>
        <p:nvSpPr>
          <p:cNvPr id="178" name="Shape 176"/>
          <p:cNvSpPr/>
          <p:nvPr/>
        </p:nvSpPr>
        <p:spPr>
          <a:xfrm flipV="1">
            <a:off x="2173288" y="2811456"/>
            <a:ext cx="30797" cy="103"/>
          </a:xfrm>
          <a:prstGeom prst="line">
            <a:avLst/>
          </a:prstGeom>
          <a:noFill/>
          <a:ln w="25400">
            <a:solidFill>
              <a:srgbClr val="C8414C"/>
            </a:solidFill>
            <a:prstDash val="dash"/>
          </a:ln>
        </p:spPr>
      </p:sp>
      <p:sp>
        <p:nvSpPr>
          <p:cNvPr id="179" name="Shape 177"/>
          <p:cNvSpPr/>
          <p:nvPr/>
        </p:nvSpPr>
        <p:spPr>
          <a:xfrm flipV="1">
            <a:off x="2204085" y="2811308"/>
            <a:ext cx="30798" cy="147"/>
          </a:xfrm>
          <a:prstGeom prst="line">
            <a:avLst/>
          </a:prstGeom>
          <a:noFill/>
          <a:ln w="25400">
            <a:solidFill>
              <a:srgbClr val="C8414C"/>
            </a:solidFill>
            <a:prstDash val="dash"/>
          </a:ln>
        </p:spPr>
      </p:sp>
      <p:sp>
        <p:nvSpPr>
          <p:cNvPr id="180" name="Shape 178"/>
          <p:cNvSpPr/>
          <p:nvPr/>
        </p:nvSpPr>
        <p:spPr>
          <a:xfrm flipV="1">
            <a:off x="2234883" y="2811100"/>
            <a:ext cx="30798" cy="208"/>
          </a:xfrm>
          <a:prstGeom prst="line">
            <a:avLst/>
          </a:prstGeom>
          <a:noFill/>
          <a:ln w="25400">
            <a:solidFill>
              <a:srgbClr val="C8414C"/>
            </a:solidFill>
            <a:prstDash val="dash"/>
          </a:ln>
        </p:spPr>
      </p:sp>
      <p:sp>
        <p:nvSpPr>
          <p:cNvPr id="181" name="Shape 179"/>
          <p:cNvSpPr/>
          <p:nvPr/>
        </p:nvSpPr>
        <p:spPr>
          <a:xfrm flipV="1">
            <a:off x="2265680" y="2810808"/>
            <a:ext cx="30797" cy="292"/>
          </a:xfrm>
          <a:prstGeom prst="line">
            <a:avLst/>
          </a:prstGeom>
          <a:noFill/>
          <a:ln w="25400">
            <a:solidFill>
              <a:srgbClr val="C8414C"/>
            </a:solidFill>
            <a:prstDash val="dash"/>
          </a:ln>
        </p:spPr>
      </p:sp>
      <p:sp>
        <p:nvSpPr>
          <p:cNvPr id="182" name="Shape 180"/>
          <p:cNvSpPr/>
          <p:nvPr/>
        </p:nvSpPr>
        <p:spPr>
          <a:xfrm flipV="1">
            <a:off x="2296478" y="2810404"/>
            <a:ext cx="30797" cy="404"/>
          </a:xfrm>
          <a:prstGeom prst="line">
            <a:avLst/>
          </a:prstGeom>
          <a:noFill/>
          <a:ln w="25400">
            <a:solidFill>
              <a:srgbClr val="C8414C"/>
            </a:solidFill>
            <a:prstDash val="dash"/>
          </a:ln>
        </p:spPr>
      </p:sp>
      <p:sp>
        <p:nvSpPr>
          <p:cNvPr id="183" name="Shape 181"/>
          <p:cNvSpPr/>
          <p:nvPr/>
        </p:nvSpPr>
        <p:spPr>
          <a:xfrm flipV="1">
            <a:off x="2327275" y="2809849"/>
            <a:ext cx="30798" cy="555"/>
          </a:xfrm>
          <a:prstGeom prst="line">
            <a:avLst/>
          </a:prstGeom>
          <a:noFill/>
          <a:ln w="25400">
            <a:solidFill>
              <a:srgbClr val="C8414C"/>
            </a:solidFill>
            <a:prstDash val="dash"/>
          </a:ln>
        </p:spPr>
      </p:sp>
      <p:sp>
        <p:nvSpPr>
          <p:cNvPr id="184" name="Shape 182"/>
          <p:cNvSpPr/>
          <p:nvPr/>
        </p:nvSpPr>
        <p:spPr>
          <a:xfrm flipV="1">
            <a:off x="2358072" y="2809095"/>
            <a:ext cx="30798" cy="754"/>
          </a:xfrm>
          <a:prstGeom prst="line">
            <a:avLst/>
          </a:prstGeom>
          <a:noFill/>
          <a:ln w="25400">
            <a:solidFill>
              <a:srgbClr val="C8414C"/>
            </a:solidFill>
            <a:prstDash val="dash"/>
          </a:ln>
        </p:spPr>
      </p:sp>
      <p:sp>
        <p:nvSpPr>
          <p:cNvPr id="185" name="Shape 183"/>
          <p:cNvSpPr/>
          <p:nvPr/>
        </p:nvSpPr>
        <p:spPr>
          <a:xfrm flipV="1">
            <a:off x="2388870" y="2808081"/>
            <a:ext cx="30798" cy="1015"/>
          </a:xfrm>
          <a:prstGeom prst="line">
            <a:avLst/>
          </a:prstGeom>
          <a:noFill/>
          <a:ln w="25400">
            <a:solidFill>
              <a:srgbClr val="C8414C"/>
            </a:solidFill>
            <a:prstDash val="dash"/>
          </a:ln>
        </p:spPr>
      </p:sp>
      <p:sp>
        <p:nvSpPr>
          <p:cNvPr id="186" name="Shape 184"/>
          <p:cNvSpPr/>
          <p:nvPr/>
        </p:nvSpPr>
        <p:spPr>
          <a:xfrm flipV="1">
            <a:off x="2419668" y="2806728"/>
            <a:ext cx="30798" cy="1353"/>
          </a:xfrm>
          <a:prstGeom prst="line">
            <a:avLst/>
          </a:prstGeom>
          <a:noFill/>
          <a:ln w="25400">
            <a:solidFill>
              <a:srgbClr val="C8414C"/>
            </a:solidFill>
            <a:prstDash val="dash"/>
          </a:ln>
        </p:spPr>
      </p:sp>
      <p:sp>
        <p:nvSpPr>
          <p:cNvPr id="187" name="Shape 185"/>
          <p:cNvSpPr/>
          <p:nvPr/>
        </p:nvSpPr>
        <p:spPr>
          <a:xfrm flipV="1">
            <a:off x="2450465" y="2804943"/>
            <a:ext cx="30797" cy="1785"/>
          </a:xfrm>
          <a:prstGeom prst="line">
            <a:avLst/>
          </a:prstGeom>
          <a:noFill/>
          <a:ln w="25400">
            <a:solidFill>
              <a:srgbClr val="C8414C"/>
            </a:solidFill>
            <a:prstDash val="dash"/>
          </a:ln>
        </p:spPr>
      </p:sp>
      <p:sp>
        <p:nvSpPr>
          <p:cNvPr id="188" name="Shape 186"/>
          <p:cNvSpPr/>
          <p:nvPr/>
        </p:nvSpPr>
        <p:spPr>
          <a:xfrm flipV="1">
            <a:off x="2481262" y="2802610"/>
            <a:ext cx="30798" cy="2333"/>
          </a:xfrm>
          <a:prstGeom prst="line">
            <a:avLst/>
          </a:prstGeom>
          <a:noFill/>
          <a:ln w="25400">
            <a:solidFill>
              <a:srgbClr val="C8414C"/>
            </a:solidFill>
            <a:prstDash val="dash"/>
          </a:ln>
        </p:spPr>
      </p:sp>
      <p:sp>
        <p:nvSpPr>
          <p:cNvPr id="189" name="Shape 187"/>
          <p:cNvSpPr/>
          <p:nvPr/>
        </p:nvSpPr>
        <p:spPr>
          <a:xfrm flipV="1">
            <a:off x="2512060" y="2799591"/>
            <a:ext cx="30798" cy="3018"/>
          </a:xfrm>
          <a:prstGeom prst="line">
            <a:avLst/>
          </a:prstGeom>
          <a:noFill/>
          <a:ln w="25400">
            <a:solidFill>
              <a:srgbClr val="C8414C"/>
            </a:solidFill>
            <a:prstDash val="dash"/>
          </a:ln>
        </p:spPr>
      </p:sp>
      <p:sp>
        <p:nvSpPr>
          <p:cNvPr id="190" name="Shape 188"/>
          <p:cNvSpPr/>
          <p:nvPr/>
        </p:nvSpPr>
        <p:spPr>
          <a:xfrm flipV="1">
            <a:off x="2542857" y="2795725"/>
            <a:ext cx="30798" cy="3866"/>
          </a:xfrm>
          <a:prstGeom prst="line">
            <a:avLst/>
          </a:prstGeom>
          <a:noFill/>
          <a:ln w="25400">
            <a:solidFill>
              <a:srgbClr val="C8414C"/>
            </a:solidFill>
            <a:prstDash val="dash"/>
          </a:ln>
        </p:spPr>
      </p:sp>
      <p:sp>
        <p:nvSpPr>
          <p:cNvPr id="191" name="Shape 189"/>
          <p:cNvSpPr/>
          <p:nvPr/>
        </p:nvSpPr>
        <p:spPr>
          <a:xfrm flipV="1">
            <a:off x="2573655" y="2790823"/>
            <a:ext cx="30798" cy="4902"/>
          </a:xfrm>
          <a:prstGeom prst="line">
            <a:avLst/>
          </a:prstGeom>
          <a:noFill/>
          <a:ln w="25400">
            <a:solidFill>
              <a:srgbClr val="C8414C"/>
            </a:solidFill>
            <a:prstDash val="dash"/>
          </a:ln>
        </p:spPr>
      </p:sp>
      <p:sp>
        <p:nvSpPr>
          <p:cNvPr id="192" name="Shape 190"/>
          <p:cNvSpPr/>
          <p:nvPr/>
        </p:nvSpPr>
        <p:spPr>
          <a:xfrm flipV="1">
            <a:off x="2604453" y="2784670"/>
            <a:ext cx="30797" cy="6153"/>
          </a:xfrm>
          <a:prstGeom prst="line">
            <a:avLst/>
          </a:prstGeom>
          <a:noFill/>
          <a:ln w="25400">
            <a:solidFill>
              <a:srgbClr val="C8414C"/>
            </a:solidFill>
            <a:prstDash val="dash"/>
          </a:ln>
        </p:spPr>
      </p:sp>
      <p:sp>
        <p:nvSpPr>
          <p:cNvPr id="193" name="Shape 191"/>
          <p:cNvSpPr/>
          <p:nvPr/>
        </p:nvSpPr>
        <p:spPr>
          <a:xfrm flipV="1">
            <a:off x="2635250" y="2777025"/>
            <a:ext cx="30798" cy="7644"/>
          </a:xfrm>
          <a:prstGeom prst="line">
            <a:avLst/>
          </a:prstGeom>
          <a:noFill/>
          <a:ln w="25400">
            <a:solidFill>
              <a:srgbClr val="C8414C"/>
            </a:solidFill>
            <a:prstDash val="dash"/>
          </a:ln>
        </p:spPr>
      </p:sp>
      <p:sp>
        <p:nvSpPr>
          <p:cNvPr id="194" name="Shape 192"/>
          <p:cNvSpPr/>
          <p:nvPr/>
        </p:nvSpPr>
        <p:spPr>
          <a:xfrm flipV="1">
            <a:off x="2666048" y="2767626"/>
            <a:ext cx="30797" cy="9399"/>
          </a:xfrm>
          <a:prstGeom prst="line">
            <a:avLst/>
          </a:prstGeom>
          <a:noFill/>
          <a:ln w="25400">
            <a:solidFill>
              <a:srgbClr val="C8414C"/>
            </a:solidFill>
            <a:prstDash val="dash"/>
          </a:ln>
        </p:spPr>
      </p:sp>
      <p:sp>
        <p:nvSpPr>
          <p:cNvPr id="195" name="Shape 193"/>
          <p:cNvSpPr/>
          <p:nvPr/>
        </p:nvSpPr>
        <p:spPr>
          <a:xfrm flipV="1">
            <a:off x="2696845" y="2756189"/>
            <a:ext cx="30798" cy="11437"/>
          </a:xfrm>
          <a:prstGeom prst="line">
            <a:avLst/>
          </a:prstGeom>
          <a:noFill/>
          <a:ln w="25400">
            <a:solidFill>
              <a:srgbClr val="C8414C"/>
            </a:solidFill>
            <a:prstDash val="dash"/>
          </a:ln>
        </p:spPr>
      </p:sp>
      <p:sp>
        <p:nvSpPr>
          <p:cNvPr id="196" name="Shape 194"/>
          <p:cNvSpPr/>
          <p:nvPr/>
        </p:nvSpPr>
        <p:spPr>
          <a:xfrm flipV="1">
            <a:off x="2727643" y="2742419"/>
            <a:ext cx="30798" cy="13770"/>
          </a:xfrm>
          <a:prstGeom prst="line">
            <a:avLst/>
          </a:prstGeom>
          <a:noFill/>
          <a:ln w="25400">
            <a:solidFill>
              <a:srgbClr val="C8414C"/>
            </a:solidFill>
            <a:prstDash val="dash"/>
          </a:ln>
        </p:spPr>
      </p:sp>
      <p:sp>
        <p:nvSpPr>
          <p:cNvPr id="197" name="Shape 195"/>
          <p:cNvSpPr/>
          <p:nvPr/>
        </p:nvSpPr>
        <p:spPr>
          <a:xfrm flipV="1">
            <a:off x="2758440" y="2727091"/>
            <a:ext cx="30798" cy="15328"/>
          </a:xfrm>
          <a:prstGeom prst="line">
            <a:avLst/>
          </a:prstGeom>
          <a:noFill/>
          <a:ln w="25400">
            <a:solidFill>
              <a:srgbClr val="C8414C"/>
            </a:solidFill>
            <a:prstDash val="dash"/>
          </a:ln>
        </p:spPr>
      </p:sp>
      <p:sp>
        <p:nvSpPr>
          <p:cNvPr id="198" name="Shape 196"/>
          <p:cNvSpPr/>
          <p:nvPr/>
        </p:nvSpPr>
        <p:spPr>
          <a:xfrm flipV="1">
            <a:off x="2789238" y="2710925"/>
            <a:ext cx="30797" cy="16166"/>
          </a:xfrm>
          <a:prstGeom prst="line">
            <a:avLst/>
          </a:prstGeom>
          <a:noFill/>
          <a:ln w="25400">
            <a:solidFill>
              <a:srgbClr val="C8414C"/>
            </a:solidFill>
            <a:prstDash val="dash"/>
          </a:ln>
        </p:spPr>
      </p:sp>
      <p:sp>
        <p:nvSpPr>
          <p:cNvPr id="199" name="Shape 197"/>
          <p:cNvSpPr/>
          <p:nvPr/>
        </p:nvSpPr>
        <p:spPr>
          <a:xfrm flipV="1">
            <a:off x="2820035" y="2693559"/>
            <a:ext cx="30798" cy="17366"/>
          </a:xfrm>
          <a:prstGeom prst="line">
            <a:avLst/>
          </a:prstGeom>
          <a:noFill/>
          <a:ln w="25400">
            <a:solidFill>
              <a:srgbClr val="C8414C"/>
            </a:solidFill>
            <a:prstDash val="dash"/>
          </a:ln>
        </p:spPr>
      </p:sp>
      <p:sp>
        <p:nvSpPr>
          <p:cNvPr id="200" name="Shape 198"/>
          <p:cNvSpPr/>
          <p:nvPr/>
        </p:nvSpPr>
        <p:spPr>
          <a:xfrm flipV="1">
            <a:off x="2850833" y="2674664"/>
            <a:ext cx="30798" cy="18895"/>
          </a:xfrm>
          <a:prstGeom prst="line">
            <a:avLst/>
          </a:prstGeom>
          <a:noFill/>
          <a:ln w="25400">
            <a:solidFill>
              <a:srgbClr val="C8414C"/>
            </a:solidFill>
            <a:prstDash val="dash"/>
          </a:ln>
        </p:spPr>
      </p:sp>
      <p:sp>
        <p:nvSpPr>
          <p:cNvPr id="201" name="Shape 199"/>
          <p:cNvSpPr/>
          <p:nvPr/>
        </p:nvSpPr>
        <p:spPr>
          <a:xfrm flipV="1">
            <a:off x="2881630" y="2653966"/>
            <a:ext cx="30797" cy="20698"/>
          </a:xfrm>
          <a:prstGeom prst="line">
            <a:avLst/>
          </a:prstGeom>
          <a:noFill/>
          <a:ln w="25400">
            <a:solidFill>
              <a:srgbClr val="C8414C"/>
            </a:solidFill>
            <a:prstDash val="dash"/>
          </a:ln>
        </p:spPr>
      </p:sp>
      <p:sp>
        <p:nvSpPr>
          <p:cNvPr id="202" name="Shape 200"/>
          <p:cNvSpPr/>
          <p:nvPr/>
        </p:nvSpPr>
        <p:spPr>
          <a:xfrm flipV="1">
            <a:off x="2912428" y="2631259"/>
            <a:ext cx="30798" cy="22706"/>
          </a:xfrm>
          <a:prstGeom prst="line">
            <a:avLst/>
          </a:prstGeom>
          <a:noFill/>
          <a:ln w="25400">
            <a:solidFill>
              <a:srgbClr val="C8414C"/>
            </a:solidFill>
            <a:prstDash val="dash"/>
          </a:ln>
        </p:spPr>
      </p:sp>
      <p:sp>
        <p:nvSpPr>
          <p:cNvPr id="203" name="Shape 201"/>
          <p:cNvSpPr/>
          <p:nvPr/>
        </p:nvSpPr>
        <p:spPr>
          <a:xfrm flipV="1">
            <a:off x="2943225" y="2606429"/>
            <a:ext cx="30798" cy="24831"/>
          </a:xfrm>
          <a:prstGeom prst="line">
            <a:avLst/>
          </a:prstGeom>
          <a:noFill/>
          <a:ln w="25400">
            <a:solidFill>
              <a:srgbClr val="C8414C"/>
            </a:solidFill>
            <a:prstDash val="dash"/>
          </a:ln>
        </p:spPr>
      </p:sp>
      <p:sp>
        <p:nvSpPr>
          <p:cNvPr id="204" name="Shape 202"/>
          <p:cNvSpPr/>
          <p:nvPr/>
        </p:nvSpPr>
        <p:spPr>
          <a:xfrm flipV="1">
            <a:off x="2974023" y="2579463"/>
            <a:ext cx="30797" cy="26966"/>
          </a:xfrm>
          <a:prstGeom prst="line">
            <a:avLst/>
          </a:prstGeom>
          <a:noFill/>
          <a:ln w="25400">
            <a:solidFill>
              <a:srgbClr val="C8414C"/>
            </a:solidFill>
            <a:prstDash val="dash"/>
          </a:ln>
        </p:spPr>
      </p:sp>
      <p:sp>
        <p:nvSpPr>
          <p:cNvPr id="205" name="Shape 203"/>
          <p:cNvSpPr/>
          <p:nvPr/>
        </p:nvSpPr>
        <p:spPr>
          <a:xfrm flipV="1">
            <a:off x="3004820" y="2550472"/>
            <a:ext cx="30798" cy="28991"/>
          </a:xfrm>
          <a:prstGeom prst="line">
            <a:avLst/>
          </a:prstGeom>
          <a:noFill/>
          <a:ln w="25400">
            <a:solidFill>
              <a:srgbClr val="C8414C"/>
            </a:solidFill>
            <a:prstDash val="dash"/>
          </a:ln>
        </p:spPr>
      </p:sp>
      <p:sp>
        <p:nvSpPr>
          <p:cNvPr id="206" name="Shape 204"/>
          <p:cNvSpPr/>
          <p:nvPr/>
        </p:nvSpPr>
        <p:spPr>
          <a:xfrm flipV="1">
            <a:off x="3035617" y="2519698"/>
            <a:ext cx="30798" cy="30774"/>
          </a:xfrm>
          <a:prstGeom prst="line">
            <a:avLst/>
          </a:prstGeom>
          <a:noFill/>
          <a:ln w="25400">
            <a:solidFill>
              <a:srgbClr val="C8414C"/>
            </a:solidFill>
            <a:prstDash val="dash"/>
          </a:ln>
        </p:spPr>
      </p:sp>
      <p:sp>
        <p:nvSpPr>
          <p:cNvPr id="207" name="Shape 205"/>
          <p:cNvSpPr/>
          <p:nvPr/>
        </p:nvSpPr>
        <p:spPr>
          <a:xfrm flipV="1">
            <a:off x="3066415" y="2487521"/>
            <a:ext cx="30797" cy="32177"/>
          </a:xfrm>
          <a:prstGeom prst="line">
            <a:avLst/>
          </a:prstGeom>
          <a:noFill/>
          <a:ln w="25400">
            <a:solidFill>
              <a:srgbClr val="C8414C"/>
            </a:solidFill>
            <a:prstDash val="dash"/>
          </a:ln>
        </p:spPr>
      </p:sp>
      <p:sp>
        <p:nvSpPr>
          <p:cNvPr id="208" name="Shape 206"/>
          <p:cNvSpPr/>
          <p:nvPr/>
        </p:nvSpPr>
        <p:spPr>
          <a:xfrm flipV="1">
            <a:off x="3097212" y="2454462"/>
            <a:ext cx="30798" cy="33059"/>
          </a:xfrm>
          <a:prstGeom prst="line">
            <a:avLst/>
          </a:prstGeom>
          <a:noFill/>
          <a:ln w="25400">
            <a:solidFill>
              <a:srgbClr val="C8414C"/>
            </a:solidFill>
            <a:prstDash val="dash"/>
          </a:ln>
        </p:spPr>
      </p:sp>
      <p:sp>
        <p:nvSpPr>
          <p:cNvPr id="209" name="Shape 207"/>
          <p:cNvSpPr/>
          <p:nvPr/>
        </p:nvSpPr>
        <p:spPr>
          <a:xfrm flipV="1">
            <a:off x="3128010" y="2421177"/>
            <a:ext cx="30797" cy="33285"/>
          </a:xfrm>
          <a:prstGeom prst="line">
            <a:avLst/>
          </a:prstGeom>
          <a:noFill/>
          <a:ln w="25400">
            <a:solidFill>
              <a:srgbClr val="C8414C"/>
            </a:solidFill>
            <a:prstDash val="dash"/>
          </a:ln>
        </p:spPr>
      </p:sp>
      <p:sp>
        <p:nvSpPr>
          <p:cNvPr id="210" name="Shape 208"/>
          <p:cNvSpPr/>
          <p:nvPr/>
        </p:nvSpPr>
        <p:spPr>
          <a:xfrm flipV="1">
            <a:off x="3158808" y="2388445"/>
            <a:ext cx="30798" cy="32732"/>
          </a:xfrm>
          <a:prstGeom prst="line">
            <a:avLst/>
          </a:prstGeom>
          <a:noFill/>
          <a:ln w="25400">
            <a:solidFill>
              <a:srgbClr val="C8414C"/>
            </a:solidFill>
            <a:prstDash val="dash"/>
          </a:ln>
        </p:spPr>
      </p:sp>
      <p:sp>
        <p:nvSpPr>
          <p:cNvPr id="211" name="Shape 209"/>
          <p:cNvSpPr/>
          <p:nvPr/>
        </p:nvSpPr>
        <p:spPr>
          <a:xfrm flipV="1">
            <a:off x="3189605" y="2357147"/>
            <a:ext cx="30797" cy="31298"/>
          </a:xfrm>
          <a:prstGeom prst="line">
            <a:avLst/>
          </a:prstGeom>
          <a:noFill/>
          <a:ln w="25400">
            <a:solidFill>
              <a:srgbClr val="C8414C"/>
            </a:solidFill>
            <a:prstDash val="dash"/>
          </a:ln>
        </p:spPr>
      </p:sp>
      <p:sp>
        <p:nvSpPr>
          <p:cNvPr id="212" name="Shape 210"/>
          <p:cNvSpPr/>
          <p:nvPr/>
        </p:nvSpPr>
        <p:spPr>
          <a:xfrm flipV="1">
            <a:off x="3220402" y="2328242"/>
            <a:ext cx="30798" cy="28905"/>
          </a:xfrm>
          <a:prstGeom prst="line">
            <a:avLst/>
          </a:prstGeom>
          <a:noFill/>
          <a:ln w="25400">
            <a:solidFill>
              <a:srgbClr val="C8414C"/>
            </a:solidFill>
            <a:prstDash val="dash"/>
          </a:ln>
        </p:spPr>
      </p:sp>
      <p:sp>
        <p:nvSpPr>
          <p:cNvPr id="213" name="Shape 211"/>
          <p:cNvSpPr/>
          <p:nvPr/>
        </p:nvSpPr>
        <p:spPr>
          <a:xfrm flipV="1">
            <a:off x="3251200" y="2302734"/>
            <a:ext cx="30798" cy="25508"/>
          </a:xfrm>
          <a:prstGeom prst="line">
            <a:avLst/>
          </a:prstGeom>
          <a:noFill/>
          <a:ln w="25400">
            <a:solidFill>
              <a:srgbClr val="C8414C"/>
            </a:solidFill>
            <a:prstDash val="dash"/>
          </a:ln>
        </p:spPr>
      </p:sp>
      <p:sp>
        <p:nvSpPr>
          <p:cNvPr id="214" name="Shape 212"/>
          <p:cNvSpPr/>
          <p:nvPr/>
        </p:nvSpPr>
        <p:spPr>
          <a:xfrm flipV="1">
            <a:off x="3281998" y="2281632"/>
            <a:ext cx="30797" cy="21102"/>
          </a:xfrm>
          <a:prstGeom prst="line">
            <a:avLst/>
          </a:prstGeom>
          <a:noFill/>
          <a:ln w="25400">
            <a:solidFill>
              <a:srgbClr val="C8414C"/>
            </a:solidFill>
            <a:prstDash val="dash"/>
          </a:ln>
        </p:spPr>
      </p:sp>
      <p:sp>
        <p:nvSpPr>
          <p:cNvPr id="215" name="Shape 213"/>
          <p:cNvSpPr/>
          <p:nvPr/>
        </p:nvSpPr>
        <p:spPr>
          <a:xfrm flipV="1">
            <a:off x="3312795" y="2265914"/>
            <a:ext cx="30797" cy="15718"/>
          </a:xfrm>
          <a:prstGeom prst="line">
            <a:avLst/>
          </a:prstGeom>
          <a:noFill/>
          <a:ln w="25400">
            <a:solidFill>
              <a:srgbClr val="C8414C"/>
            </a:solidFill>
            <a:prstDash val="dash"/>
          </a:ln>
        </p:spPr>
      </p:sp>
      <p:sp>
        <p:nvSpPr>
          <p:cNvPr id="216" name="Shape 214"/>
          <p:cNvSpPr/>
          <p:nvPr/>
        </p:nvSpPr>
        <p:spPr>
          <a:xfrm flipV="1">
            <a:off x="3343592" y="2256482"/>
            <a:ext cx="30798" cy="9432"/>
          </a:xfrm>
          <a:prstGeom prst="line">
            <a:avLst/>
          </a:prstGeom>
          <a:noFill/>
          <a:ln w="25400">
            <a:solidFill>
              <a:srgbClr val="C8414C"/>
            </a:solidFill>
            <a:prstDash val="dash"/>
          </a:ln>
        </p:spPr>
      </p:sp>
      <p:sp>
        <p:nvSpPr>
          <p:cNvPr id="217" name="Shape 215"/>
          <p:cNvSpPr/>
          <p:nvPr/>
        </p:nvSpPr>
        <p:spPr>
          <a:xfrm flipV="1">
            <a:off x="3374390" y="2254123"/>
            <a:ext cx="30797" cy="2359"/>
          </a:xfrm>
          <a:prstGeom prst="line">
            <a:avLst/>
          </a:prstGeom>
          <a:noFill/>
          <a:ln w="25400">
            <a:solidFill>
              <a:srgbClr val="C8414C"/>
            </a:solidFill>
            <a:prstDash val="dash"/>
          </a:ln>
        </p:spPr>
      </p:sp>
      <p:sp>
        <p:nvSpPr>
          <p:cNvPr id="218" name="Shape 216"/>
          <p:cNvSpPr/>
          <p:nvPr/>
        </p:nvSpPr>
        <p:spPr>
          <a:xfrm>
            <a:off x="3405187" y="2254123"/>
            <a:ext cx="30798" cy="5350"/>
          </a:xfrm>
          <a:prstGeom prst="line">
            <a:avLst/>
          </a:prstGeom>
          <a:noFill/>
          <a:ln w="25400">
            <a:solidFill>
              <a:srgbClr val="C8414C"/>
            </a:solidFill>
            <a:prstDash val="dash"/>
          </a:ln>
        </p:spPr>
      </p:sp>
      <p:sp>
        <p:nvSpPr>
          <p:cNvPr id="219" name="Shape 217"/>
          <p:cNvSpPr/>
          <p:nvPr/>
        </p:nvSpPr>
        <p:spPr>
          <a:xfrm>
            <a:off x="3435985" y="2259473"/>
            <a:ext cx="30798" cy="13511"/>
          </a:xfrm>
          <a:prstGeom prst="line">
            <a:avLst/>
          </a:prstGeom>
          <a:noFill/>
          <a:ln w="25400">
            <a:solidFill>
              <a:srgbClr val="C8414C"/>
            </a:solidFill>
            <a:prstDash val="dash"/>
          </a:ln>
        </p:spPr>
      </p:sp>
      <p:sp>
        <p:nvSpPr>
          <p:cNvPr id="220" name="Shape 218"/>
          <p:cNvSpPr/>
          <p:nvPr/>
        </p:nvSpPr>
        <p:spPr>
          <a:xfrm>
            <a:off x="3466783" y="2272984"/>
            <a:ext cx="30797" cy="21917"/>
          </a:xfrm>
          <a:prstGeom prst="line">
            <a:avLst/>
          </a:prstGeom>
          <a:noFill/>
          <a:ln w="25400">
            <a:solidFill>
              <a:srgbClr val="C8414C"/>
            </a:solidFill>
            <a:prstDash val="dash"/>
          </a:ln>
        </p:spPr>
      </p:sp>
      <p:sp>
        <p:nvSpPr>
          <p:cNvPr id="221" name="Shape 219"/>
          <p:cNvSpPr/>
          <p:nvPr/>
        </p:nvSpPr>
        <p:spPr>
          <a:xfrm>
            <a:off x="3497580" y="2294901"/>
            <a:ext cx="30797" cy="30345"/>
          </a:xfrm>
          <a:prstGeom prst="line">
            <a:avLst/>
          </a:prstGeom>
          <a:noFill/>
          <a:ln w="25400">
            <a:solidFill>
              <a:srgbClr val="C8414C"/>
            </a:solidFill>
            <a:prstDash val="dash"/>
          </a:ln>
        </p:spPr>
      </p:sp>
      <p:sp>
        <p:nvSpPr>
          <p:cNvPr id="222" name="Shape 220"/>
          <p:cNvSpPr/>
          <p:nvPr/>
        </p:nvSpPr>
        <p:spPr>
          <a:xfrm>
            <a:off x="3528377" y="2325246"/>
            <a:ext cx="30798" cy="38570"/>
          </a:xfrm>
          <a:prstGeom prst="line">
            <a:avLst/>
          </a:prstGeom>
          <a:noFill/>
          <a:ln w="25400">
            <a:solidFill>
              <a:srgbClr val="C8414C"/>
            </a:solidFill>
            <a:prstDash val="dash"/>
          </a:ln>
        </p:spPr>
      </p:sp>
      <p:sp>
        <p:nvSpPr>
          <p:cNvPr id="223" name="Shape 221"/>
          <p:cNvSpPr/>
          <p:nvPr/>
        </p:nvSpPr>
        <p:spPr>
          <a:xfrm>
            <a:off x="3559175" y="2363816"/>
            <a:ext cx="30797" cy="46367"/>
          </a:xfrm>
          <a:prstGeom prst="line">
            <a:avLst/>
          </a:prstGeom>
          <a:noFill/>
          <a:ln w="25400">
            <a:solidFill>
              <a:srgbClr val="C8414C"/>
            </a:solidFill>
            <a:prstDash val="dash"/>
          </a:ln>
        </p:spPr>
      </p:sp>
      <p:sp>
        <p:nvSpPr>
          <p:cNvPr id="224" name="Shape 222"/>
          <p:cNvSpPr/>
          <p:nvPr/>
        </p:nvSpPr>
        <p:spPr>
          <a:xfrm>
            <a:off x="3589973" y="2410183"/>
            <a:ext cx="30798" cy="53531"/>
          </a:xfrm>
          <a:prstGeom prst="line">
            <a:avLst/>
          </a:prstGeom>
          <a:noFill/>
          <a:ln w="25400">
            <a:solidFill>
              <a:srgbClr val="C8414C"/>
            </a:solidFill>
            <a:prstDash val="dash"/>
          </a:ln>
        </p:spPr>
      </p:sp>
      <p:sp>
        <p:nvSpPr>
          <p:cNvPr id="225" name="Shape 223"/>
          <p:cNvSpPr/>
          <p:nvPr/>
        </p:nvSpPr>
        <p:spPr>
          <a:xfrm>
            <a:off x="3620770" y="2463714"/>
            <a:ext cx="30797" cy="59878"/>
          </a:xfrm>
          <a:prstGeom prst="line">
            <a:avLst/>
          </a:prstGeom>
          <a:noFill/>
          <a:ln w="25400">
            <a:solidFill>
              <a:srgbClr val="C8414C"/>
            </a:solidFill>
            <a:prstDash val="dash"/>
          </a:ln>
        </p:spPr>
      </p:sp>
      <p:sp>
        <p:nvSpPr>
          <p:cNvPr id="226" name="Shape 224"/>
          <p:cNvSpPr/>
          <p:nvPr/>
        </p:nvSpPr>
        <p:spPr>
          <a:xfrm>
            <a:off x="3651567" y="2523592"/>
            <a:ext cx="30797" cy="65257"/>
          </a:xfrm>
          <a:prstGeom prst="line">
            <a:avLst/>
          </a:prstGeom>
          <a:noFill/>
          <a:ln w="25400">
            <a:solidFill>
              <a:srgbClr val="C8414C"/>
            </a:solidFill>
            <a:prstDash val="dash"/>
          </a:ln>
        </p:spPr>
      </p:sp>
      <p:sp>
        <p:nvSpPr>
          <p:cNvPr id="227" name="Shape 225"/>
          <p:cNvSpPr/>
          <p:nvPr/>
        </p:nvSpPr>
        <p:spPr>
          <a:xfrm>
            <a:off x="3682365" y="2588849"/>
            <a:ext cx="30798" cy="69551"/>
          </a:xfrm>
          <a:prstGeom prst="line">
            <a:avLst/>
          </a:prstGeom>
          <a:noFill/>
          <a:ln w="25400">
            <a:solidFill>
              <a:srgbClr val="C8414C"/>
            </a:solidFill>
            <a:prstDash val="dash"/>
          </a:ln>
        </p:spPr>
      </p:sp>
      <p:sp>
        <p:nvSpPr>
          <p:cNvPr id="228" name="Shape 226"/>
          <p:cNvSpPr/>
          <p:nvPr/>
        </p:nvSpPr>
        <p:spPr>
          <a:xfrm>
            <a:off x="3713162" y="2658400"/>
            <a:ext cx="30798" cy="72686"/>
          </a:xfrm>
          <a:prstGeom prst="line">
            <a:avLst/>
          </a:prstGeom>
          <a:noFill/>
          <a:ln w="25400">
            <a:solidFill>
              <a:srgbClr val="C8414C"/>
            </a:solidFill>
            <a:prstDash val="dash"/>
          </a:ln>
        </p:spPr>
      </p:sp>
      <p:sp>
        <p:nvSpPr>
          <p:cNvPr id="229" name="Shape 227"/>
          <p:cNvSpPr/>
          <p:nvPr/>
        </p:nvSpPr>
        <p:spPr>
          <a:xfrm>
            <a:off x="3743960" y="2731086"/>
            <a:ext cx="30798" cy="74630"/>
          </a:xfrm>
          <a:prstGeom prst="line">
            <a:avLst/>
          </a:prstGeom>
          <a:noFill/>
          <a:ln w="25400">
            <a:solidFill>
              <a:srgbClr val="C8414C"/>
            </a:solidFill>
            <a:prstDash val="dash"/>
          </a:ln>
        </p:spPr>
      </p:sp>
      <p:sp>
        <p:nvSpPr>
          <p:cNvPr id="230" name="Shape 228"/>
          <p:cNvSpPr/>
          <p:nvPr/>
        </p:nvSpPr>
        <p:spPr>
          <a:xfrm>
            <a:off x="3774758" y="2805717"/>
            <a:ext cx="30797" cy="75389"/>
          </a:xfrm>
          <a:prstGeom prst="line">
            <a:avLst/>
          </a:prstGeom>
          <a:noFill/>
          <a:ln w="25400">
            <a:solidFill>
              <a:srgbClr val="C8414C"/>
            </a:solidFill>
            <a:prstDash val="dash"/>
          </a:ln>
        </p:spPr>
      </p:sp>
      <p:sp>
        <p:nvSpPr>
          <p:cNvPr id="231" name="Shape 229"/>
          <p:cNvSpPr/>
          <p:nvPr/>
        </p:nvSpPr>
        <p:spPr>
          <a:xfrm>
            <a:off x="3805555" y="2881106"/>
            <a:ext cx="30798" cy="75008"/>
          </a:xfrm>
          <a:prstGeom prst="line">
            <a:avLst/>
          </a:prstGeom>
          <a:noFill/>
          <a:ln w="25400">
            <a:solidFill>
              <a:srgbClr val="C8414C"/>
            </a:solidFill>
            <a:prstDash val="dash"/>
          </a:ln>
        </p:spPr>
      </p:sp>
      <p:sp>
        <p:nvSpPr>
          <p:cNvPr id="232" name="Shape 230"/>
          <p:cNvSpPr/>
          <p:nvPr/>
        </p:nvSpPr>
        <p:spPr>
          <a:xfrm>
            <a:off x="3836353" y="2956114"/>
            <a:ext cx="30797" cy="73563"/>
          </a:xfrm>
          <a:prstGeom prst="line">
            <a:avLst/>
          </a:prstGeom>
          <a:noFill/>
          <a:ln w="25400">
            <a:solidFill>
              <a:srgbClr val="C8414C"/>
            </a:solidFill>
            <a:prstDash val="dash"/>
          </a:ln>
        </p:spPr>
      </p:sp>
      <p:sp>
        <p:nvSpPr>
          <p:cNvPr id="233" name="Shape 231"/>
          <p:cNvSpPr/>
          <p:nvPr/>
        </p:nvSpPr>
        <p:spPr>
          <a:xfrm>
            <a:off x="3867150" y="3029677"/>
            <a:ext cx="30798" cy="71158"/>
          </a:xfrm>
          <a:prstGeom prst="line">
            <a:avLst/>
          </a:prstGeom>
          <a:noFill/>
          <a:ln w="25400">
            <a:solidFill>
              <a:srgbClr val="C8414C"/>
            </a:solidFill>
            <a:prstDash val="dash"/>
          </a:ln>
        </p:spPr>
      </p:sp>
      <p:sp>
        <p:nvSpPr>
          <p:cNvPr id="234" name="Shape 232"/>
          <p:cNvSpPr/>
          <p:nvPr/>
        </p:nvSpPr>
        <p:spPr>
          <a:xfrm>
            <a:off x="3897947" y="3100835"/>
            <a:ext cx="30798" cy="67916"/>
          </a:xfrm>
          <a:prstGeom prst="line">
            <a:avLst/>
          </a:prstGeom>
          <a:noFill/>
          <a:ln w="25400">
            <a:solidFill>
              <a:srgbClr val="C8414C"/>
            </a:solidFill>
            <a:prstDash val="dash"/>
          </a:ln>
        </p:spPr>
      </p:sp>
      <p:sp>
        <p:nvSpPr>
          <p:cNvPr id="235" name="Shape 233"/>
          <p:cNvSpPr/>
          <p:nvPr/>
        </p:nvSpPr>
        <p:spPr>
          <a:xfrm>
            <a:off x="3928745" y="3168751"/>
            <a:ext cx="30798" cy="63971"/>
          </a:xfrm>
          <a:prstGeom prst="line">
            <a:avLst/>
          </a:prstGeom>
          <a:noFill/>
          <a:ln w="25400">
            <a:solidFill>
              <a:srgbClr val="C8414C"/>
            </a:solidFill>
            <a:prstDash val="dash"/>
          </a:ln>
        </p:spPr>
      </p:sp>
      <p:sp>
        <p:nvSpPr>
          <p:cNvPr id="236" name="Shape 234"/>
          <p:cNvSpPr/>
          <p:nvPr/>
        </p:nvSpPr>
        <p:spPr>
          <a:xfrm>
            <a:off x="3959543" y="3232723"/>
            <a:ext cx="30798" cy="59464"/>
          </a:xfrm>
          <a:prstGeom prst="line">
            <a:avLst/>
          </a:prstGeom>
          <a:noFill/>
          <a:ln w="25400">
            <a:solidFill>
              <a:srgbClr val="C8414C"/>
            </a:solidFill>
            <a:prstDash val="dash"/>
          </a:ln>
        </p:spPr>
      </p:sp>
      <p:sp>
        <p:nvSpPr>
          <p:cNvPr id="237" name="Shape 235"/>
          <p:cNvSpPr/>
          <p:nvPr/>
        </p:nvSpPr>
        <p:spPr>
          <a:xfrm>
            <a:off x="3990340" y="3292187"/>
            <a:ext cx="30798" cy="54534"/>
          </a:xfrm>
          <a:prstGeom prst="line">
            <a:avLst/>
          </a:prstGeom>
          <a:noFill/>
          <a:ln w="25400">
            <a:solidFill>
              <a:srgbClr val="C8414C"/>
            </a:solidFill>
            <a:prstDash val="dash"/>
          </a:ln>
        </p:spPr>
      </p:sp>
      <p:sp>
        <p:nvSpPr>
          <p:cNvPr id="238" name="Shape 236"/>
          <p:cNvSpPr/>
          <p:nvPr/>
        </p:nvSpPr>
        <p:spPr>
          <a:xfrm>
            <a:off x="4021138" y="3346721"/>
            <a:ext cx="30798" cy="49312"/>
          </a:xfrm>
          <a:prstGeom prst="line">
            <a:avLst/>
          </a:prstGeom>
          <a:noFill/>
          <a:ln w="25400">
            <a:solidFill>
              <a:srgbClr val="C8414C"/>
            </a:solidFill>
            <a:prstDash val="dash"/>
          </a:ln>
        </p:spPr>
      </p:sp>
      <p:sp>
        <p:nvSpPr>
          <p:cNvPr id="239" name="Shape 237"/>
          <p:cNvSpPr/>
          <p:nvPr/>
        </p:nvSpPr>
        <p:spPr>
          <a:xfrm>
            <a:off x="4051935" y="3396033"/>
            <a:ext cx="30797" cy="43920"/>
          </a:xfrm>
          <a:prstGeom prst="line">
            <a:avLst/>
          </a:prstGeom>
          <a:noFill/>
          <a:ln w="25400">
            <a:solidFill>
              <a:srgbClr val="C8414C"/>
            </a:solidFill>
            <a:prstDash val="dash"/>
          </a:ln>
        </p:spPr>
      </p:sp>
      <p:sp>
        <p:nvSpPr>
          <p:cNvPr id="240" name="Shape 238"/>
          <p:cNvSpPr/>
          <p:nvPr/>
        </p:nvSpPr>
        <p:spPr>
          <a:xfrm>
            <a:off x="4082732" y="3439953"/>
            <a:ext cx="30798" cy="38462"/>
          </a:xfrm>
          <a:prstGeom prst="line">
            <a:avLst/>
          </a:prstGeom>
          <a:noFill/>
          <a:ln w="25400">
            <a:solidFill>
              <a:srgbClr val="C8414C"/>
            </a:solidFill>
            <a:prstDash val="dash"/>
          </a:ln>
        </p:spPr>
      </p:sp>
      <p:sp>
        <p:nvSpPr>
          <p:cNvPr id="241" name="Shape 239"/>
          <p:cNvSpPr/>
          <p:nvPr/>
        </p:nvSpPr>
        <p:spPr>
          <a:xfrm>
            <a:off x="4113530" y="3478415"/>
            <a:ext cx="30798" cy="33027"/>
          </a:xfrm>
          <a:prstGeom prst="line">
            <a:avLst/>
          </a:prstGeom>
          <a:noFill/>
          <a:ln w="25400">
            <a:solidFill>
              <a:srgbClr val="C8414C"/>
            </a:solidFill>
            <a:prstDash val="dash"/>
          </a:ln>
        </p:spPr>
      </p:sp>
      <p:sp>
        <p:nvSpPr>
          <p:cNvPr id="242" name="Shape 240"/>
          <p:cNvSpPr/>
          <p:nvPr/>
        </p:nvSpPr>
        <p:spPr>
          <a:xfrm>
            <a:off x="4144328" y="3511442"/>
            <a:ext cx="30797" cy="27686"/>
          </a:xfrm>
          <a:prstGeom prst="line">
            <a:avLst/>
          </a:prstGeom>
          <a:noFill/>
          <a:ln w="25400">
            <a:solidFill>
              <a:srgbClr val="C8414C"/>
            </a:solidFill>
            <a:prstDash val="dash"/>
          </a:ln>
        </p:spPr>
      </p:sp>
      <p:sp>
        <p:nvSpPr>
          <p:cNvPr id="243" name="Shape 241"/>
          <p:cNvSpPr/>
          <p:nvPr/>
        </p:nvSpPr>
        <p:spPr>
          <a:xfrm>
            <a:off x="4175125" y="3539128"/>
            <a:ext cx="30798" cy="22490"/>
          </a:xfrm>
          <a:prstGeom prst="line">
            <a:avLst/>
          </a:prstGeom>
          <a:noFill/>
          <a:ln w="25400">
            <a:solidFill>
              <a:srgbClr val="C8414C"/>
            </a:solidFill>
            <a:prstDash val="dash"/>
          </a:ln>
        </p:spPr>
      </p:sp>
      <p:sp>
        <p:nvSpPr>
          <p:cNvPr id="244" name="Shape 242"/>
          <p:cNvSpPr/>
          <p:nvPr/>
        </p:nvSpPr>
        <p:spPr>
          <a:xfrm>
            <a:off x="4205922" y="3561618"/>
            <a:ext cx="30798" cy="17477"/>
          </a:xfrm>
          <a:prstGeom prst="line">
            <a:avLst/>
          </a:prstGeom>
          <a:noFill/>
          <a:ln w="25400">
            <a:solidFill>
              <a:srgbClr val="C8414C"/>
            </a:solidFill>
            <a:prstDash val="dash"/>
          </a:ln>
        </p:spPr>
      </p:sp>
      <p:sp>
        <p:nvSpPr>
          <p:cNvPr id="245" name="Shape 243"/>
          <p:cNvSpPr/>
          <p:nvPr/>
        </p:nvSpPr>
        <p:spPr>
          <a:xfrm>
            <a:off x="4236720" y="3579095"/>
            <a:ext cx="30798" cy="13770"/>
          </a:xfrm>
          <a:prstGeom prst="line">
            <a:avLst/>
          </a:prstGeom>
          <a:noFill/>
          <a:ln w="25400">
            <a:solidFill>
              <a:srgbClr val="C8414C"/>
            </a:solidFill>
            <a:prstDash val="dash"/>
          </a:ln>
        </p:spPr>
      </p:sp>
      <p:sp>
        <p:nvSpPr>
          <p:cNvPr id="246" name="Shape 244"/>
          <p:cNvSpPr/>
          <p:nvPr/>
        </p:nvSpPr>
        <p:spPr>
          <a:xfrm>
            <a:off x="4267518" y="3592865"/>
            <a:ext cx="30798" cy="11437"/>
          </a:xfrm>
          <a:prstGeom prst="line">
            <a:avLst/>
          </a:prstGeom>
          <a:noFill/>
          <a:ln w="25400">
            <a:solidFill>
              <a:srgbClr val="C8414C"/>
            </a:solidFill>
            <a:prstDash val="dash"/>
          </a:ln>
        </p:spPr>
      </p:sp>
      <p:sp>
        <p:nvSpPr>
          <p:cNvPr id="247" name="Shape 245"/>
          <p:cNvSpPr/>
          <p:nvPr/>
        </p:nvSpPr>
        <p:spPr>
          <a:xfrm>
            <a:off x="4298315" y="3604302"/>
            <a:ext cx="30798" cy="9399"/>
          </a:xfrm>
          <a:prstGeom prst="line">
            <a:avLst/>
          </a:prstGeom>
          <a:noFill/>
          <a:ln w="25400">
            <a:solidFill>
              <a:srgbClr val="C8414C"/>
            </a:solidFill>
            <a:prstDash val="dash"/>
          </a:ln>
        </p:spPr>
      </p:sp>
      <p:sp>
        <p:nvSpPr>
          <p:cNvPr id="248" name="Shape 246"/>
          <p:cNvSpPr/>
          <p:nvPr/>
        </p:nvSpPr>
        <p:spPr>
          <a:xfrm>
            <a:off x="4329113" y="3613701"/>
            <a:ext cx="30797" cy="7644"/>
          </a:xfrm>
          <a:prstGeom prst="line">
            <a:avLst/>
          </a:prstGeom>
          <a:noFill/>
          <a:ln w="25400">
            <a:solidFill>
              <a:srgbClr val="C8414C"/>
            </a:solidFill>
            <a:prstDash val="dash"/>
          </a:ln>
        </p:spPr>
      </p:sp>
      <p:sp>
        <p:nvSpPr>
          <p:cNvPr id="249" name="Shape 247"/>
          <p:cNvSpPr/>
          <p:nvPr/>
        </p:nvSpPr>
        <p:spPr>
          <a:xfrm>
            <a:off x="4359910" y="3621346"/>
            <a:ext cx="30798" cy="6153"/>
          </a:xfrm>
          <a:prstGeom prst="line">
            <a:avLst/>
          </a:prstGeom>
          <a:noFill/>
          <a:ln w="25400">
            <a:solidFill>
              <a:srgbClr val="C8414C"/>
            </a:solidFill>
            <a:prstDash val="dash"/>
          </a:ln>
        </p:spPr>
      </p:sp>
      <p:sp>
        <p:nvSpPr>
          <p:cNvPr id="250" name="Shape 248"/>
          <p:cNvSpPr/>
          <p:nvPr/>
        </p:nvSpPr>
        <p:spPr>
          <a:xfrm>
            <a:off x="4390708" y="3627499"/>
            <a:ext cx="30798" cy="4902"/>
          </a:xfrm>
          <a:prstGeom prst="line">
            <a:avLst/>
          </a:prstGeom>
          <a:noFill/>
          <a:ln w="25400">
            <a:solidFill>
              <a:srgbClr val="C8414C"/>
            </a:solidFill>
            <a:prstDash val="dash"/>
          </a:ln>
        </p:spPr>
      </p:sp>
      <p:sp>
        <p:nvSpPr>
          <p:cNvPr id="251" name="Shape 249"/>
          <p:cNvSpPr/>
          <p:nvPr/>
        </p:nvSpPr>
        <p:spPr>
          <a:xfrm>
            <a:off x="4421505" y="3632401"/>
            <a:ext cx="30797" cy="3866"/>
          </a:xfrm>
          <a:prstGeom prst="line">
            <a:avLst/>
          </a:prstGeom>
          <a:noFill/>
          <a:ln w="25400">
            <a:solidFill>
              <a:srgbClr val="C8414C"/>
            </a:solidFill>
            <a:prstDash val="dash"/>
          </a:ln>
        </p:spPr>
      </p:sp>
      <p:sp>
        <p:nvSpPr>
          <p:cNvPr id="252" name="Shape 250"/>
          <p:cNvSpPr/>
          <p:nvPr/>
        </p:nvSpPr>
        <p:spPr>
          <a:xfrm>
            <a:off x="4452302" y="3636267"/>
            <a:ext cx="30798" cy="3018"/>
          </a:xfrm>
          <a:prstGeom prst="line">
            <a:avLst/>
          </a:prstGeom>
          <a:noFill/>
          <a:ln w="25400">
            <a:solidFill>
              <a:srgbClr val="C8414C"/>
            </a:solidFill>
            <a:prstDash val="dash"/>
          </a:ln>
        </p:spPr>
      </p:sp>
      <p:sp>
        <p:nvSpPr>
          <p:cNvPr id="253" name="Shape 251"/>
          <p:cNvSpPr/>
          <p:nvPr/>
        </p:nvSpPr>
        <p:spPr>
          <a:xfrm>
            <a:off x="4483100" y="3639286"/>
            <a:ext cx="30797" cy="2333"/>
          </a:xfrm>
          <a:prstGeom prst="line">
            <a:avLst/>
          </a:prstGeom>
          <a:noFill/>
          <a:ln w="25400">
            <a:solidFill>
              <a:srgbClr val="C8414C"/>
            </a:solidFill>
            <a:prstDash val="dash"/>
          </a:ln>
        </p:spPr>
      </p:sp>
      <p:sp>
        <p:nvSpPr>
          <p:cNvPr id="254" name="Shape 252"/>
          <p:cNvSpPr/>
          <p:nvPr/>
        </p:nvSpPr>
        <p:spPr>
          <a:xfrm>
            <a:off x="4513897" y="3641619"/>
            <a:ext cx="30798" cy="1785"/>
          </a:xfrm>
          <a:prstGeom prst="line">
            <a:avLst/>
          </a:prstGeom>
          <a:noFill/>
          <a:ln w="25400">
            <a:solidFill>
              <a:srgbClr val="C8414C"/>
            </a:solidFill>
            <a:prstDash val="dash"/>
          </a:ln>
        </p:spPr>
      </p:sp>
      <p:sp>
        <p:nvSpPr>
          <p:cNvPr id="255" name="Shape 253"/>
          <p:cNvSpPr/>
          <p:nvPr/>
        </p:nvSpPr>
        <p:spPr>
          <a:xfrm>
            <a:off x="4544695" y="3643404"/>
            <a:ext cx="30798" cy="1353"/>
          </a:xfrm>
          <a:prstGeom prst="line">
            <a:avLst/>
          </a:prstGeom>
          <a:noFill/>
          <a:ln w="25400">
            <a:solidFill>
              <a:srgbClr val="C8414C"/>
            </a:solidFill>
            <a:prstDash val="dash"/>
          </a:ln>
        </p:spPr>
      </p:sp>
      <p:sp>
        <p:nvSpPr>
          <p:cNvPr id="256" name="Shape 254"/>
          <p:cNvSpPr/>
          <p:nvPr/>
        </p:nvSpPr>
        <p:spPr>
          <a:xfrm>
            <a:off x="4575493" y="3644757"/>
            <a:ext cx="30797" cy="1015"/>
          </a:xfrm>
          <a:prstGeom prst="line">
            <a:avLst/>
          </a:prstGeom>
          <a:noFill/>
          <a:ln w="25400">
            <a:solidFill>
              <a:srgbClr val="C8414C"/>
            </a:solidFill>
            <a:prstDash val="dash"/>
          </a:ln>
        </p:spPr>
      </p:sp>
      <p:sp>
        <p:nvSpPr>
          <p:cNvPr id="257" name="Shape 255"/>
          <p:cNvSpPr/>
          <p:nvPr/>
        </p:nvSpPr>
        <p:spPr>
          <a:xfrm>
            <a:off x="4606290" y="3645771"/>
            <a:ext cx="30798" cy="754"/>
          </a:xfrm>
          <a:prstGeom prst="line">
            <a:avLst/>
          </a:prstGeom>
          <a:noFill/>
          <a:ln w="25400">
            <a:solidFill>
              <a:srgbClr val="C8414C"/>
            </a:solidFill>
            <a:prstDash val="dash"/>
          </a:ln>
        </p:spPr>
      </p:sp>
      <p:sp>
        <p:nvSpPr>
          <p:cNvPr id="258" name="Shape 256"/>
          <p:cNvSpPr/>
          <p:nvPr/>
        </p:nvSpPr>
        <p:spPr>
          <a:xfrm>
            <a:off x="4637088" y="3646525"/>
            <a:ext cx="30798" cy="555"/>
          </a:xfrm>
          <a:prstGeom prst="line">
            <a:avLst/>
          </a:prstGeom>
          <a:noFill/>
          <a:ln w="25400">
            <a:solidFill>
              <a:srgbClr val="C8414C"/>
            </a:solidFill>
            <a:prstDash val="dash"/>
          </a:ln>
        </p:spPr>
      </p:sp>
      <p:sp>
        <p:nvSpPr>
          <p:cNvPr id="259" name="Shape 257"/>
          <p:cNvSpPr/>
          <p:nvPr/>
        </p:nvSpPr>
        <p:spPr>
          <a:xfrm>
            <a:off x="4667885" y="3647080"/>
            <a:ext cx="30798" cy="404"/>
          </a:xfrm>
          <a:prstGeom prst="line">
            <a:avLst/>
          </a:prstGeom>
          <a:noFill/>
          <a:ln w="25400">
            <a:solidFill>
              <a:srgbClr val="C8414C"/>
            </a:solidFill>
            <a:prstDash val="dash"/>
          </a:ln>
        </p:spPr>
      </p:sp>
      <p:sp>
        <p:nvSpPr>
          <p:cNvPr id="260" name="Shape 258"/>
          <p:cNvSpPr/>
          <p:nvPr/>
        </p:nvSpPr>
        <p:spPr>
          <a:xfrm>
            <a:off x="4698683" y="3647484"/>
            <a:ext cx="30798" cy="292"/>
          </a:xfrm>
          <a:prstGeom prst="line">
            <a:avLst/>
          </a:prstGeom>
          <a:noFill/>
          <a:ln w="25400">
            <a:solidFill>
              <a:srgbClr val="C8414C"/>
            </a:solidFill>
            <a:prstDash val="dash"/>
          </a:ln>
        </p:spPr>
      </p:sp>
      <p:sp>
        <p:nvSpPr>
          <p:cNvPr id="261" name="Shape 259"/>
          <p:cNvSpPr/>
          <p:nvPr/>
        </p:nvSpPr>
        <p:spPr>
          <a:xfrm>
            <a:off x="4729480" y="3647776"/>
            <a:ext cx="30797" cy="208"/>
          </a:xfrm>
          <a:prstGeom prst="line">
            <a:avLst/>
          </a:prstGeom>
          <a:noFill/>
          <a:ln w="25400">
            <a:solidFill>
              <a:srgbClr val="C8414C"/>
            </a:solidFill>
            <a:prstDash val="dash"/>
          </a:ln>
        </p:spPr>
      </p:sp>
      <p:sp>
        <p:nvSpPr>
          <p:cNvPr id="262" name="Shape 260"/>
          <p:cNvSpPr/>
          <p:nvPr/>
        </p:nvSpPr>
        <p:spPr>
          <a:xfrm>
            <a:off x="4760278" y="3647984"/>
            <a:ext cx="30797" cy="147"/>
          </a:xfrm>
          <a:prstGeom prst="line">
            <a:avLst/>
          </a:prstGeom>
          <a:noFill/>
          <a:ln w="25400">
            <a:solidFill>
              <a:srgbClr val="C8414C"/>
            </a:solidFill>
            <a:prstDash val="dash"/>
          </a:ln>
        </p:spPr>
      </p:sp>
      <p:sp>
        <p:nvSpPr>
          <p:cNvPr id="263" name="Shape 261"/>
          <p:cNvSpPr/>
          <p:nvPr/>
        </p:nvSpPr>
        <p:spPr>
          <a:xfrm>
            <a:off x="4791075" y="3648132"/>
            <a:ext cx="30798" cy="103"/>
          </a:xfrm>
          <a:prstGeom prst="line">
            <a:avLst/>
          </a:prstGeom>
          <a:noFill/>
          <a:ln w="25400">
            <a:solidFill>
              <a:srgbClr val="C8414C"/>
            </a:solidFill>
            <a:prstDash val="dash"/>
          </a:ln>
        </p:spPr>
      </p:sp>
      <p:sp>
        <p:nvSpPr>
          <p:cNvPr id="264" name="Shape 262"/>
          <p:cNvSpPr/>
          <p:nvPr/>
        </p:nvSpPr>
        <p:spPr>
          <a:xfrm>
            <a:off x="4821873" y="3648235"/>
            <a:ext cx="30797" cy="72"/>
          </a:xfrm>
          <a:prstGeom prst="line">
            <a:avLst/>
          </a:prstGeom>
          <a:noFill/>
          <a:ln w="25400">
            <a:solidFill>
              <a:srgbClr val="C8414C"/>
            </a:solidFill>
            <a:prstDash val="dash"/>
          </a:ln>
        </p:spPr>
      </p:sp>
      <p:sp>
        <p:nvSpPr>
          <p:cNvPr id="265" name="Shape 263"/>
          <p:cNvSpPr/>
          <p:nvPr/>
        </p:nvSpPr>
        <p:spPr>
          <a:xfrm>
            <a:off x="4852670" y="3648307"/>
            <a:ext cx="30798" cy="49"/>
          </a:xfrm>
          <a:prstGeom prst="line">
            <a:avLst/>
          </a:prstGeom>
          <a:noFill/>
          <a:ln w="25400">
            <a:solidFill>
              <a:srgbClr val="C8414C"/>
            </a:solidFill>
            <a:prstDash val="dash"/>
          </a:ln>
        </p:spPr>
      </p:sp>
      <p:sp>
        <p:nvSpPr>
          <p:cNvPr id="266" name="Shape 264"/>
          <p:cNvSpPr/>
          <p:nvPr/>
        </p:nvSpPr>
        <p:spPr>
          <a:xfrm>
            <a:off x="4883467" y="3648356"/>
            <a:ext cx="30798" cy="34"/>
          </a:xfrm>
          <a:prstGeom prst="line">
            <a:avLst/>
          </a:prstGeom>
          <a:noFill/>
          <a:ln w="25400">
            <a:solidFill>
              <a:srgbClr val="C8414C"/>
            </a:solidFill>
            <a:prstDash val="dash"/>
          </a:ln>
        </p:spPr>
      </p:sp>
      <p:sp>
        <p:nvSpPr>
          <p:cNvPr id="267" name="Shape 265"/>
          <p:cNvSpPr/>
          <p:nvPr/>
        </p:nvSpPr>
        <p:spPr>
          <a:xfrm>
            <a:off x="4914265" y="3648390"/>
            <a:ext cx="30798" cy="23"/>
          </a:xfrm>
          <a:prstGeom prst="line">
            <a:avLst/>
          </a:prstGeom>
          <a:noFill/>
          <a:ln w="25400">
            <a:solidFill>
              <a:srgbClr val="C8414C"/>
            </a:solidFill>
            <a:prstDash val="dash"/>
          </a:ln>
        </p:spPr>
      </p:sp>
      <p:sp>
        <p:nvSpPr>
          <p:cNvPr id="268" name="Shape 266"/>
          <p:cNvSpPr/>
          <p:nvPr/>
        </p:nvSpPr>
        <p:spPr>
          <a:xfrm>
            <a:off x="4945063" y="3648413"/>
            <a:ext cx="30798" cy="15"/>
          </a:xfrm>
          <a:prstGeom prst="line">
            <a:avLst/>
          </a:prstGeom>
          <a:noFill/>
          <a:ln w="25400">
            <a:solidFill>
              <a:srgbClr val="C8414C"/>
            </a:solidFill>
            <a:prstDash val="dash"/>
          </a:ln>
        </p:spPr>
      </p:sp>
      <p:sp>
        <p:nvSpPr>
          <p:cNvPr id="269" name="Shape 267"/>
          <p:cNvSpPr/>
          <p:nvPr/>
        </p:nvSpPr>
        <p:spPr>
          <a:xfrm>
            <a:off x="4975860" y="3648428"/>
            <a:ext cx="30798" cy="10"/>
          </a:xfrm>
          <a:prstGeom prst="line">
            <a:avLst/>
          </a:prstGeom>
          <a:noFill/>
          <a:ln w="25400">
            <a:solidFill>
              <a:srgbClr val="C8414C"/>
            </a:solidFill>
            <a:prstDash val="dash"/>
          </a:ln>
        </p:spPr>
      </p:sp>
      <p:sp>
        <p:nvSpPr>
          <p:cNvPr id="270" name="Shape 268"/>
          <p:cNvSpPr/>
          <p:nvPr/>
        </p:nvSpPr>
        <p:spPr>
          <a:xfrm>
            <a:off x="5006658" y="3648438"/>
            <a:ext cx="30798" cy="7"/>
          </a:xfrm>
          <a:prstGeom prst="line">
            <a:avLst/>
          </a:prstGeom>
          <a:noFill/>
          <a:ln w="25400">
            <a:solidFill>
              <a:srgbClr val="C8414C"/>
            </a:solidFill>
            <a:prstDash val="dash"/>
          </a:ln>
        </p:spPr>
      </p:sp>
      <p:sp>
        <p:nvSpPr>
          <p:cNvPr id="271" name="Shape 269"/>
          <p:cNvSpPr/>
          <p:nvPr/>
        </p:nvSpPr>
        <p:spPr>
          <a:xfrm>
            <a:off x="5037455" y="3648444"/>
            <a:ext cx="30798" cy="4"/>
          </a:xfrm>
          <a:prstGeom prst="line">
            <a:avLst/>
          </a:prstGeom>
          <a:noFill/>
          <a:ln w="25400">
            <a:solidFill>
              <a:srgbClr val="C8414C"/>
            </a:solidFill>
            <a:prstDash val="dash"/>
          </a:ln>
        </p:spPr>
      </p:sp>
      <p:sp>
        <p:nvSpPr>
          <p:cNvPr id="272" name="Shape 270"/>
          <p:cNvSpPr/>
          <p:nvPr/>
        </p:nvSpPr>
        <p:spPr>
          <a:xfrm>
            <a:off x="5068253" y="3648449"/>
            <a:ext cx="30798" cy="3"/>
          </a:xfrm>
          <a:prstGeom prst="line">
            <a:avLst/>
          </a:prstGeom>
          <a:noFill/>
          <a:ln w="25400">
            <a:solidFill>
              <a:srgbClr val="C8414C"/>
            </a:solidFill>
            <a:prstDash val="dash"/>
          </a:ln>
        </p:spPr>
      </p:sp>
      <p:sp>
        <p:nvSpPr>
          <p:cNvPr id="273" name="Shape 271"/>
          <p:cNvSpPr/>
          <p:nvPr/>
        </p:nvSpPr>
        <p:spPr>
          <a:xfrm>
            <a:off x="5099050" y="3648451"/>
            <a:ext cx="30797" cy="2"/>
          </a:xfrm>
          <a:prstGeom prst="line">
            <a:avLst/>
          </a:prstGeom>
          <a:noFill/>
          <a:ln w="25400">
            <a:solidFill>
              <a:srgbClr val="C8414C"/>
            </a:solidFill>
            <a:prstDash val="dash"/>
          </a:ln>
        </p:spPr>
      </p:sp>
      <p:sp>
        <p:nvSpPr>
          <p:cNvPr id="274" name="Shape 272"/>
          <p:cNvSpPr/>
          <p:nvPr/>
        </p:nvSpPr>
        <p:spPr>
          <a:xfrm>
            <a:off x="5129847" y="3648453"/>
            <a:ext cx="30798" cy="1"/>
          </a:xfrm>
          <a:prstGeom prst="line">
            <a:avLst/>
          </a:prstGeom>
          <a:noFill/>
          <a:ln w="25400">
            <a:solidFill>
              <a:srgbClr val="C8414C"/>
            </a:solidFill>
            <a:prstDash val="dash"/>
          </a:ln>
        </p:spPr>
      </p:sp>
      <p:sp>
        <p:nvSpPr>
          <p:cNvPr id="275" name="Shape 273"/>
          <p:cNvSpPr/>
          <p:nvPr/>
        </p:nvSpPr>
        <p:spPr>
          <a:xfrm>
            <a:off x="5160645" y="3648454"/>
            <a:ext cx="30798" cy="1"/>
          </a:xfrm>
          <a:prstGeom prst="line">
            <a:avLst/>
          </a:prstGeom>
          <a:noFill/>
          <a:ln w="25400">
            <a:solidFill>
              <a:srgbClr val="C8414C"/>
            </a:solidFill>
            <a:prstDash val="dash"/>
          </a:ln>
        </p:spPr>
      </p:sp>
      <p:sp>
        <p:nvSpPr>
          <p:cNvPr id="276" name="Shape 274"/>
          <p:cNvSpPr/>
          <p:nvPr/>
        </p:nvSpPr>
        <p:spPr>
          <a:xfrm>
            <a:off x="5191443" y="3648455"/>
            <a:ext cx="30797" cy="0"/>
          </a:xfrm>
          <a:prstGeom prst="line">
            <a:avLst/>
          </a:prstGeom>
          <a:noFill/>
          <a:ln w="25400">
            <a:solidFill>
              <a:srgbClr val="C8414C"/>
            </a:solidFill>
            <a:prstDash val="dash"/>
          </a:ln>
        </p:spPr>
      </p:sp>
      <p:sp>
        <p:nvSpPr>
          <p:cNvPr id="277" name="Shape 275"/>
          <p:cNvSpPr/>
          <p:nvPr/>
        </p:nvSpPr>
        <p:spPr>
          <a:xfrm>
            <a:off x="5222240" y="3648455"/>
            <a:ext cx="30798" cy="0"/>
          </a:xfrm>
          <a:prstGeom prst="line">
            <a:avLst/>
          </a:prstGeom>
          <a:noFill/>
          <a:ln w="25400">
            <a:solidFill>
              <a:srgbClr val="C8414C"/>
            </a:solidFill>
            <a:prstDash val="dash"/>
          </a:ln>
        </p:spPr>
      </p:sp>
      <p:sp>
        <p:nvSpPr>
          <p:cNvPr id="278" name="Shape 276"/>
          <p:cNvSpPr/>
          <p:nvPr/>
        </p:nvSpPr>
        <p:spPr>
          <a:xfrm>
            <a:off x="5253037" y="3648456"/>
            <a:ext cx="30798" cy="0"/>
          </a:xfrm>
          <a:prstGeom prst="line">
            <a:avLst/>
          </a:prstGeom>
          <a:noFill/>
          <a:ln w="25400">
            <a:solidFill>
              <a:srgbClr val="C8414C"/>
            </a:solidFill>
            <a:prstDash val="dash"/>
          </a:ln>
        </p:spPr>
      </p:sp>
      <p:sp>
        <p:nvSpPr>
          <p:cNvPr id="279" name="Shape 277"/>
          <p:cNvSpPr/>
          <p:nvPr/>
        </p:nvSpPr>
        <p:spPr>
          <a:xfrm>
            <a:off x="5283835" y="3648456"/>
            <a:ext cx="30798" cy="0"/>
          </a:xfrm>
          <a:prstGeom prst="line">
            <a:avLst/>
          </a:prstGeom>
          <a:noFill/>
          <a:ln w="25400">
            <a:solidFill>
              <a:srgbClr val="C8414C"/>
            </a:solidFill>
            <a:prstDash val="dash"/>
          </a:ln>
        </p:spPr>
      </p:sp>
      <p:sp>
        <p:nvSpPr>
          <p:cNvPr id="280" name="Shape 278"/>
          <p:cNvSpPr/>
          <p:nvPr/>
        </p:nvSpPr>
        <p:spPr>
          <a:xfrm>
            <a:off x="5314633" y="3648456"/>
            <a:ext cx="30798" cy="0"/>
          </a:xfrm>
          <a:prstGeom prst="line">
            <a:avLst/>
          </a:prstGeom>
          <a:noFill/>
          <a:ln w="25400">
            <a:solidFill>
              <a:srgbClr val="C8414C"/>
            </a:solidFill>
            <a:prstDash val="dash"/>
          </a:ln>
        </p:spPr>
      </p:sp>
      <p:sp>
        <p:nvSpPr>
          <p:cNvPr id="281" name="Shape 279"/>
          <p:cNvSpPr/>
          <p:nvPr/>
        </p:nvSpPr>
        <p:spPr>
          <a:xfrm>
            <a:off x="2462784" y="2811780"/>
            <a:ext cx="3067431" cy="91"/>
          </a:xfrm>
          <a:prstGeom prst="line">
            <a:avLst/>
          </a:prstGeom>
          <a:noFill/>
          <a:ln w="9525">
            <a:solidFill>
              <a:srgbClr val="6B7385"/>
            </a:solidFill>
            <a:prstDash val="dash"/>
          </a:ln>
        </p:spPr>
      </p:sp>
      <p:sp>
        <p:nvSpPr>
          <p:cNvPr id="282" name="Shape 280"/>
          <p:cNvSpPr/>
          <p:nvPr/>
        </p:nvSpPr>
        <p:spPr>
          <a:xfrm>
            <a:off x="3497580" y="1696212"/>
            <a:ext cx="1330452" cy="91"/>
          </a:xfrm>
          <a:prstGeom prst="line">
            <a:avLst/>
          </a:prstGeom>
          <a:noFill/>
          <a:ln w="9525">
            <a:solidFill>
              <a:srgbClr val="6B7385"/>
            </a:solidFill>
            <a:prstDash val="dash"/>
          </a:ln>
        </p:spPr>
      </p:sp>
      <p:sp>
        <p:nvSpPr>
          <p:cNvPr id="283" name="Shape 281"/>
          <p:cNvSpPr/>
          <p:nvPr/>
        </p:nvSpPr>
        <p:spPr>
          <a:xfrm>
            <a:off x="2241042" y="2253996"/>
            <a:ext cx="1182624" cy="91"/>
          </a:xfrm>
          <a:prstGeom prst="line">
            <a:avLst/>
          </a:prstGeom>
          <a:noFill/>
          <a:ln w="9525">
            <a:solidFill>
              <a:srgbClr val="6B7385"/>
            </a:solidFill>
            <a:prstDash val="dash"/>
          </a:ln>
        </p:spPr>
      </p:sp>
      <p:sp>
        <p:nvSpPr>
          <p:cNvPr id="284" name="Shape 282"/>
          <p:cNvSpPr/>
          <p:nvPr/>
        </p:nvSpPr>
        <p:spPr>
          <a:xfrm flipV="1">
            <a:off x="4754118" y="1696212"/>
            <a:ext cx="91" cy="1115568"/>
          </a:xfrm>
          <a:prstGeom prst="line">
            <a:avLst/>
          </a:prstGeom>
          <a:noFill/>
          <a:ln w="19050">
            <a:solidFill>
              <a:srgbClr val="6A3FA0"/>
            </a:solidFill>
            <a:prstDash val="solid"/>
            <a:headEnd type="triangle"/>
            <a:tailEnd type="triangle"/>
          </a:ln>
        </p:spPr>
      </p:sp>
      <p:sp>
        <p:nvSpPr>
          <p:cNvPr id="285" name="Shape 283"/>
          <p:cNvSpPr/>
          <p:nvPr/>
        </p:nvSpPr>
        <p:spPr>
          <a:xfrm flipV="1">
            <a:off x="3497580" y="2281428"/>
            <a:ext cx="91" cy="530352"/>
          </a:xfrm>
          <a:prstGeom prst="line">
            <a:avLst/>
          </a:prstGeom>
          <a:noFill/>
          <a:ln w="19050">
            <a:solidFill>
              <a:srgbClr val="C8414C"/>
            </a:solidFill>
            <a:prstDash val="solid"/>
            <a:headEnd type="triangle"/>
            <a:tailEnd type="triangle"/>
          </a:ln>
        </p:spPr>
      </p:sp>
      <p:sp>
        <p:nvSpPr>
          <p:cNvPr id="286" name="Text 284"/>
          <p:cNvSpPr/>
          <p:nvPr/>
        </p:nvSpPr>
        <p:spPr>
          <a:xfrm>
            <a:off x="4791075" y="2013966"/>
            <a:ext cx="914400" cy="201168"/>
          </a:xfrm>
          <a:prstGeom prst="rect">
            <a:avLst/>
          </a:prstGeom>
          <a:noFill/>
          <a:ln/>
        </p:spPr>
        <p:txBody>
          <a:bodyPr wrap="square" lIns="0" tIns="0" rIns="0" bIns="0" rtlCol="0" anchor="ctr"/>
          <a:lstStyle/>
          <a:p>
            <a:pPr algn="l" indent="0" marL="0">
              <a:buNone/>
            </a:pPr>
            <a:r>
              <a:rPr lang="en-US" sz="1000" b="1" dirty="0">
                <a:solidFill>
                  <a:srgbClr val="6A3FA0"/>
                </a:solidFill>
                <a:latin typeface="Calibri" pitchFamily="34" charset="0"/>
                <a:ea typeface="Calibri" pitchFamily="34" charset="-122"/>
                <a:cs typeface="Calibri" pitchFamily="34" charset="-120"/>
              </a:rPr>
              <a:t>Ea</a:t>
            </a:r>
            <a:r>
              <a:rPr lang="en-US" sz="1000" dirty="0">
                <a:solidFill>
                  <a:srgbClr val="6A3FA0"/>
                </a:solidFill>
                <a:latin typeface="Calibri" pitchFamily="34" charset="0"/>
                <a:ea typeface="Calibri" pitchFamily="34" charset="-122"/>
                <a:cs typeface="Calibri" pitchFamily="34" charset="-120"/>
              </a:rPr>
              <a:t> = 80</a:t>
            </a:r>
            <a:endParaRPr lang="en-US" sz="1000" dirty="0"/>
          </a:p>
        </p:txBody>
      </p:sp>
      <p:sp>
        <p:nvSpPr>
          <p:cNvPr id="287" name="Text 285"/>
          <p:cNvSpPr/>
          <p:nvPr/>
        </p:nvSpPr>
        <p:spPr>
          <a:xfrm>
            <a:off x="1945386" y="1783080"/>
            <a:ext cx="1097280" cy="384048"/>
          </a:xfrm>
          <a:prstGeom prst="rect">
            <a:avLst/>
          </a:prstGeom>
          <a:noFill/>
          <a:ln/>
        </p:spPr>
        <p:txBody>
          <a:bodyPr wrap="square" lIns="0" tIns="0" rIns="0" bIns="0" rtlCol="0" anchor="ctr"/>
          <a:lstStyle/>
          <a:p>
            <a:pPr algn="l" indent="0" marL="0">
              <a:buNone/>
            </a:pPr>
            <a:r>
              <a:rPr lang="en-US" sz="1000" b="1" dirty="0">
                <a:solidFill>
                  <a:srgbClr val="C8414C"/>
                </a:solidFill>
                <a:latin typeface="Calibri" pitchFamily="34" charset="0"/>
                <a:ea typeface="Calibri" pitchFamily="34" charset="-122"/>
                <a:cs typeface="Calibri" pitchFamily="34" charset="-120"/>
              </a:rPr>
              <a:t>Ea</a:t>
            </a:r>
            <a:r>
              <a:rPr lang="en-US" sz="1000" dirty="0">
                <a:solidFill>
                  <a:srgbClr val="C8414C"/>
                </a:solidFill>
                <a:latin typeface="Calibri" pitchFamily="34" charset="0"/>
                <a:ea typeface="Calibri" pitchFamily="34" charset="-122"/>
                <a:cs typeface="Calibri" pitchFamily="34" charset="-120"/>
              </a:rPr>
              <a:t> = 40</a:t>
            </a:r>
            <a:endParaRPr lang="en-US" sz="1000" dirty="0"/>
          </a:p>
          <a:p>
            <a:pPr algn="l" indent="0" marL="0">
              <a:buNone/>
            </a:pPr>
            <a:r>
              <a:rPr lang="en-US" sz="1000" dirty="0">
                <a:solidFill>
                  <a:srgbClr val="C8414C"/>
                </a:solidFill>
                <a:latin typeface="Calibri" pitchFamily="34" charset="0"/>
                <a:ea typeface="Calibri" pitchFamily="34" charset="-122"/>
                <a:cs typeface="Calibri" pitchFamily="34" charset="-120"/>
              </a:rPr>
              <a:t>(with catalyst)</a:t>
            </a:r>
            <a:endParaRPr lang="en-US" sz="1000" dirty="0"/>
          </a:p>
        </p:txBody>
      </p:sp>
      <p:sp>
        <p:nvSpPr>
          <p:cNvPr id="288" name="Shape 286"/>
          <p:cNvSpPr/>
          <p:nvPr/>
        </p:nvSpPr>
        <p:spPr>
          <a:xfrm>
            <a:off x="5197602" y="2811780"/>
            <a:ext cx="91" cy="836676"/>
          </a:xfrm>
          <a:prstGeom prst="line">
            <a:avLst/>
          </a:prstGeom>
          <a:noFill/>
          <a:ln w="19050">
            <a:solidFill>
              <a:srgbClr val="2E8B57"/>
            </a:solidFill>
            <a:prstDash val="solid"/>
            <a:tailEnd type="triangle"/>
          </a:ln>
        </p:spPr>
      </p:sp>
      <p:sp>
        <p:nvSpPr>
          <p:cNvPr id="289" name="Text 287"/>
          <p:cNvSpPr/>
          <p:nvPr/>
        </p:nvSpPr>
        <p:spPr>
          <a:xfrm>
            <a:off x="5212385" y="3059811"/>
            <a:ext cx="822960" cy="365760"/>
          </a:xfrm>
          <a:prstGeom prst="rect">
            <a:avLst/>
          </a:prstGeom>
          <a:noFill/>
          <a:ln/>
        </p:spPr>
        <p:txBody>
          <a:bodyPr wrap="square" lIns="0" tIns="0" rIns="0" bIns="0" rtlCol="0" anchor="ctr"/>
          <a:lstStyle/>
          <a:p>
            <a:pPr algn="l" indent="0" marL="0">
              <a:buNone/>
            </a:pPr>
            <a:r>
              <a:rPr lang="en-US" sz="1000" b="1" dirty="0">
                <a:solidFill>
                  <a:srgbClr val="2E8B57"/>
                </a:solidFill>
                <a:latin typeface="Calibri" pitchFamily="34" charset="0"/>
                <a:ea typeface="Calibri" pitchFamily="34" charset="-122"/>
                <a:cs typeface="Calibri" pitchFamily="34" charset="-120"/>
              </a:rPr>
              <a:t>energy</a:t>
            </a:r>
            <a:endParaRPr lang="en-US" sz="1000" dirty="0"/>
          </a:p>
          <a:p>
            <a:pPr algn="l" indent="0" marL="0">
              <a:buNone/>
            </a:pPr>
            <a:r>
              <a:rPr lang="en-US" sz="1000" b="1" dirty="0">
                <a:solidFill>
                  <a:srgbClr val="2E8B57"/>
                </a:solidFill>
                <a:latin typeface="Calibri" pitchFamily="34" charset="0"/>
                <a:ea typeface="Calibri" pitchFamily="34" charset="-122"/>
                <a:cs typeface="Calibri" pitchFamily="34" charset="-120"/>
              </a:rPr>
              <a:t>out 60</a:t>
            </a:r>
            <a:endParaRPr lang="en-US" sz="1000" dirty="0"/>
          </a:p>
        </p:txBody>
      </p:sp>
      <p:sp>
        <p:nvSpPr>
          <p:cNvPr id="290" name="Text 288"/>
          <p:cNvSpPr/>
          <p:nvPr/>
        </p:nvSpPr>
        <p:spPr>
          <a:xfrm>
            <a:off x="1649730" y="2848356"/>
            <a:ext cx="1097280" cy="201168"/>
          </a:xfrm>
          <a:prstGeom prst="rect">
            <a:avLst/>
          </a:prstGeom>
          <a:noFill/>
          <a:ln/>
        </p:spPr>
        <p:txBody>
          <a:bodyPr wrap="square" lIns="0" tIns="0" rIns="0" bIns="0" rtlCol="0" anchor="ctr"/>
          <a:lstStyle/>
          <a:p>
            <a:pPr algn="l" indent="0" marL="0">
              <a:buNone/>
            </a:pPr>
            <a:r>
              <a:rPr lang="en-US" sz="1000" b="1" dirty="0">
                <a:solidFill>
                  <a:srgbClr val="262B3A"/>
                </a:solidFill>
                <a:latin typeface="Calibri" pitchFamily="34" charset="0"/>
                <a:ea typeface="Calibri" pitchFamily="34" charset="-122"/>
                <a:cs typeface="Calibri" pitchFamily="34" charset="-120"/>
              </a:rPr>
              <a:t>reactants</a:t>
            </a:r>
            <a:endParaRPr lang="en-US" sz="1000" dirty="0"/>
          </a:p>
        </p:txBody>
      </p:sp>
      <p:sp>
        <p:nvSpPr>
          <p:cNvPr id="291" name="Text 289"/>
          <p:cNvSpPr/>
          <p:nvPr/>
        </p:nvSpPr>
        <p:spPr>
          <a:xfrm>
            <a:off x="4384548" y="3675888"/>
            <a:ext cx="1097280" cy="201168"/>
          </a:xfrm>
          <a:prstGeom prst="rect">
            <a:avLst/>
          </a:prstGeom>
          <a:noFill/>
          <a:ln/>
        </p:spPr>
        <p:txBody>
          <a:bodyPr wrap="square" lIns="0" tIns="0" rIns="0" bIns="0" rtlCol="0" anchor="ctr"/>
          <a:lstStyle/>
          <a:p>
            <a:pPr algn="l" indent="0" marL="0">
              <a:buNone/>
            </a:pPr>
            <a:r>
              <a:rPr lang="en-US" sz="1000" b="1" dirty="0">
                <a:solidFill>
                  <a:srgbClr val="262B3A"/>
                </a:solidFill>
                <a:latin typeface="Calibri" pitchFamily="34" charset="0"/>
                <a:ea typeface="Calibri" pitchFamily="34" charset="-122"/>
                <a:cs typeface="Calibri" pitchFamily="34" charset="-120"/>
              </a:rPr>
              <a:t>products</a:t>
            </a:r>
            <a:endParaRPr lang="en-US" sz="1000" dirty="0"/>
          </a:p>
        </p:txBody>
      </p:sp>
      <p:sp>
        <p:nvSpPr>
          <p:cNvPr id="292" name="Shape 290"/>
          <p:cNvSpPr/>
          <p:nvPr/>
        </p:nvSpPr>
        <p:spPr>
          <a:xfrm>
            <a:off x="640080" y="4681728"/>
            <a:ext cx="5120640" cy="566928"/>
          </a:xfrm>
          <a:prstGeom prst="roundRect">
            <a:avLst>
              <a:gd name="adj" fmla="val 9677"/>
            </a:avLst>
          </a:prstGeom>
          <a:solidFill>
            <a:srgbClr val="E8F4EC"/>
          </a:solidFill>
          <a:ln w="12700">
            <a:solidFill>
              <a:srgbClr val="2E8B57"/>
            </a:solidFill>
            <a:prstDash val="solid"/>
          </a:ln>
        </p:spPr>
      </p:sp>
      <p:sp>
        <p:nvSpPr>
          <p:cNvPr id="293" name="Text 291"/>
          <p:cNvSpPr/>
          <p:nvPr/>
        </p:nvSpPr>
        <p:spPr>
          <a:xfrm>
            <a:off x="694944" y="4681728"/>
            <a:ext cx="5010912" cy="566928"/>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Enzymes</a:t>
            </a:r>
            <a:r>
              <a:rPr lang="en-US" sz="1050" dirty="0">
                <a:solidFill>
                  <a:srgbClr val="262B3A"/>
                </a:solidFill>
                <a:latin typeface="Calibri" pitchFamily="34" charset="0"/>
                <a:ea typeface="Calibri" pitchFamily="34" charset="-122"/>
                <a:cs typeface="Calibri" pitchFamily="34" charset="-120"/>
              </a:rPr>
              <a:t>: protein catalysts in living things, e.g. </a:t>
            </a:r>
            <a:r>
              <a:rPr lang="en-US" sz="1050" b="1" dirty="0">
                <a:solidFill>
                  <a:srgbClr val="262B3A"/>
                </a:solidFill>
                <a:latin typeface="Calibri" pitchFamily="34" charset="0"/>
                <a:ea typeface="Calibri" pitchFamily="34" charset="-122"/>
                <a:cs typeface="Calibri" pitchFamily="34" charset="-120"/>
              </a:rPr>
              <a:t>amylase</a:t>
            </a:r>
            <a:r>
              <a:rPr lang="en-US" sz="1050" dirty="0">
                <a:solidFill>
                  <a:srgbClr val="262B3A"/>
                </a:solidFill>
                <a:latin typeface="Calibri" pitchFamily="34" charset="0"/>
                <a:ea typeface="Calibri" pitchFamily="34" charset="-122"/>
                <a:cs typeface="Calibri" pitchFamily="34" charset="-120"/>
              </a:rPr>
              <a:t> (starch → sugars) and </a:t>
            </a:r>
            <a:r>
              <a:rPr lang="en-US" sz="1050" b="1" dirty="0">
                <a:solidFill>
                  <a:srgbClr val="262B3A"/>
                </a:solidFill>
                <a:latin typeface="Calibri" pitchFamily="34" charset="0"/>
                <a:ea typeface="Calibri" pitchFamily="34" charset="-122"/>
                <a:cs typeface="Calibri" pitchFamily="34" charset="-120"/>
              </a:rPr>
              <a:t>catalase</a:t>
            </a:r>
            <a:r>
              <a:rPr lang="en-US" sz="1050" dirty="0">
                <a:solidFill>
                  <a:srgbClr val="262B3A"/>
                </a:solidFill>
                <a:latin typeface="Calibri" pitchFamily="34" charset="0"/>
                <a:ea typeface="Calibri" pitchFamily="34" charset="-122"/>
                <a:cs typeface="Calibri" pitchFamily="34" charset="-120"/>
              </a:rPr>
              <a:t> (breaks down H₂O₂)</a:t>
            </a:r>
            <a:endParaRPr lang="en-US" sz="1050" dirty="0"/>
          </a:p>
        </p:txBody>
      </p:sp>
      <p:sp>
        <p:nvSpPr>
          <p:cNvPr id="294" name="Shape 292"/>
          <p:cNvSpPr/>
          <p:nvPr/>
        </p:nvSpPr>
        <p:spPr>
          <a:xfrm>
            <a:off x="6217920" y="1188720"/>
            <a:ext cx="5562295" cy="3200400"/>
          </a:xfrm>
          <a:prstGeom prst="roundRect">
            <a:avLst>
              <a:gd name="adj" fmla="val 1714"/>
            </a:avLst>
          </a:prstGeom>
          <a:solidFill>
            <a:srgbClr val="F8F5FC"/>
          </a:solidFill>
          <a:ln w="9525">
            <a:solidFill>
              <a:srgbClr val="DDD3EC"/>
            </a:solidFill>
            <a:prstDash val="solid"/>
          </a:ln>
        </p:spPr>
      </p:sp>
      <p:sp>
        <p:nvSpPr>
          <p:cNvPr id="295" name="Text 293"/>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How a catalyst works</a:t>
            </a:r>
            <a:endParaRPr lang="en-US" sz="1300" dirty="0"/>
          </a:p>
        </p:txBody>
      </p:sp>
      <p:sp>
        <p:nvSpPr>
          <p:cNvPr id="296" name="Text 294"/>
          <p:cNvSpPr/>
          <p:nvPr/>
        </p:nvSpPr>
        <p:spPr>
          <a:xfrm>
            <a:off x="6382512" y="1609344"/>
            <a:ext cx="5233111" cy="270662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Activation energy (Ea)</a:t>
            </a:r>
            <a:r>
              <a:rPr lang="en-US" sz="1100" dirty="0">
                <a:solidFill>
                  <a:srgbClr val="262B3A"/>
                </a:solidFill>
                <a:latin typeface="Calibri" pitchFamily="34" charset="0"/>
                <a:ea typeface="Calibri" pitchFamily="34" charset="-122"/>
                <a:cs typeface="Calibri" pitchFamily="34" charset="-120"/>
              </a:rPr>
              <a:t>: the </a:t>
            </a:r>
            <a:r>
              <a:rPr lang="en-US" sz="1100" b="1" dirty="0">
                <a:solidFill>
                  <a:srgbClr val="262B3A"/>
                </a:solidFill>
                <a:latin typeface="Calibri" pitchFamily="34" charset="0"/>
                <a:ea typeface="Calibri" pitchFamily="34" charset="-122"/>
                <a:cs typeface="Calibri" pitchFamily="34" charset="-120"/>
              </a:rPr>
              <a:t>minimum energy</a:t>
            </a:r>
            <a:r>
              <a:rPr lang="en-US" sz="1100" dirty="0">
                <a:solidFill>
                  <a:srgbClr val="262B3A"/>
                </a:solidFill>
                <a:latin typeface="Calibri" pitchFamily="34" charset="0"/>
                <a:ea typeface="Calibri" pitchFamily="34" charset="-122"/>
                <a:cs typeface="Calibri" pitchFamily="34" charset="-120"/>
              </a:rPr>
              <a:t> particles need when they collide for a reaction to happen.</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 catalyst provides an </a:t>
            </a:r>
            <a:r>
              <a:rPr lang="en-US" sz="1100" b="1" dirty="0">
                <a:solidFill>
                  <a:srgbClr val="262B3A"/>
                </a:solidFill>
                <a:latin typeface="Calibri" pitchFamily="34" charset="0"/>
                <a:ea typeface="Calibri" pitchFamily="34" charset="-122"/>
                <a:cs typeface="Calibri" pitchFamily="34" charset="-120"/>
              </a:rPr>
              <a:t>alternative reaction pathway</a:t>
            </a:r>
            <a:r>
              <a:rPr lang="en-US" sz="1100" dirty="0">
                <a:solidFill>
                  <a:srgbClr val="262B3A"/>
                </a:solidFill>
                <a:latin typeface="Calibri" pitchFamily="34" charset="0"/>
                <a:ea typeface="Calibri" pitchFamily="34" charset="-122"/>
                <a:cs typeface="Calibri" pitchFamily="34" charset="-120"/>
              </a:rPr>
              <a:t> with a </a:t>
            </a:r>
            <a:r>
              <a:rPr lang="en-US" sz="1100" b="1" dirty="0">
                <a:solidFill>
                  <a:srgbClr val="262B3A"/>
                </a:solidFill>
                <a:latin typeface="Calibri" pitchFamily="34" charset="0"/>
                <a:ea typeface="Calibri" pitchFamily="34" charset="-122"/>
                <a:cs typeface="Calibri" pitchFamily="34" charset="-120"/>
              </a:rPr>
              <a:t>lower activation energy</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So a </a:t>
            </a:r>
            <a:r>
              <a:rPr lang="en-US" sz="1100" b="1" dirty="0">
                <a:solidFill>
                  <a:srgbClr val="262B3A"/>
                </a:solidFill>
                <a:latin typeface="Calibri" pitchFamily="34" charset="0"/>
                <a:ea typeface="Calibri" pitchFamily="34" charset="-122"/>
                <a:cs typeface="Calibri" pitchFamily="34" charset="-120"/>
              </a:rPr>
              <a:t>greater proportion</a:t>
            </a:r>
            <a:r>
              <a:rPr lang="en-US" sz="1100" dirty="0">
                <a:solidFill>
                  <a:srgbClr val="262B3A"/>
                </a:solidFill>
                <a:latin typeface="Calibri" pitchFamily="34" charset="0"/>
                <a:ea typeface="Calibri" pitchFamily="34" charset="-122"/>
                <a:cs typeface="Calibri" pitchFamily="34" charset="-120"/>
              </a:rPr>
              <a:t> of collisions have enough energy: </a:t>
            </a:r>
            <a:r>
              <a:rPr lang="en-US" sz="1100" b="1" dirty="0">
                <a:solidFill>
                  <a:srgbClr val="262B3A"/>
                </a:solidFill>
                <a:latin typeface="Calibri" pitchFamily="34" charset="0"/>
                <a:ea typeface="Calibri" pitchFamily="34" charset="-122"/>
                <a:cs typeface="Calibri" pitchFamily="34" charset="-120"/>
              </a:rPr>
              <a:t>more successful collisions per second</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catalyst does </a:t>
            </a:r>
            <a:r>
              <a:rPr lang="en-US" sz="1100" b="1" dirty="0">
                <a:solidFill>
                  <a:srgbClr val="262B3A"/>
                </a:solidFill>
                <a:latin typeface="Calibri" pitchFamily="34" charset="0"/>
                <a:ea typeface="Calibri" pitchFamily="34" charset="-122"/>
                <a:cs typeface="Calibri" pitchFamily="34" charset="-120"/>
              </a:rPr>
              <a:t>not</a:t>
            </a:r>
            <a:r>
              <a:rPr lang="en-US" sz="1100" dirty="0">
                <a:solidFill>
                  <a:srgbClr val="262B3A"/>
                </a:solidFill>
                <a:latin typeface="Calibri" pitchFamily="34" charset="0"/>
                <a:ea typeface="Calibri" pitchFamily="34" charset="-122"/>
                <a:cs typeface="Calibri" pitchFamily="34" charset="-120"/>
              </a:rPr>
              <a:t> change the energy of the reactants or products.</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Enzymes</a:t>
            </a:r>
            <a:r>
              <a:rPr lang="en-US" sz="1100" dirty="0">
                <a:solidFill>
                  <a:srgbClr val="262B3A"/>
                </a:solidFill>
                <a:latin typeface="Calibri" pitchFamily="34" charset="0"/>
                <a:ea typeface="Calibri" pitchFamily="34" charset="-122"/>
                <a:cs typeface="Calibri" pitchFamily="34" charset="-120"/>
              </a:rPr>
              <a:t> are </a:t>
            </a:r>
            <a:r>
              <a:rPr lang="en-US" sz="1100" b="1" dirty="0">
                <a:solidFill>
                  <a:srgbClr val="262B3A"/>
                </a:solidFill>
                <a:latin typeface="Calibri" pitchFamily="34" charset="0"/>
                <a:ea typeface="Calibri" pitchFamily="34" charset="-122"/>
                <a:cs typeface="Calibri" pitchFamily="34" charset="-120"/>
              </a:rPr>
              <a:t>biological catalysts</a:t>
            </a:r>
            <a:r>
              <a:rPr lang="en-US" sz="1100" dirty="0">
                <a:solidFill>
                  <a:srgbClr val="262B3A"/>
                </a:solidFill>
                <a:latin typeface="Calibri" pitchFamily="34" charset="0"/>
                <a:ea typeface="Calibri" pitchFamily="34" charset="-122"/>
                <a:cs typeface="Calibri" pitchFamily="34" charset="-120"/>
              </a:rPr>
              <a:t>; industry uses them to work at </a:t>
            </a:r>
            <a:r>
              <a:rPr lang="en-US" sz="1100" b="1" dirty="0">
                <a:solidFill>
                  <a:srgbClr val="262B3A"/>
                </a:solidFill>
                <a:latin typeface="Calibri" pitchFamily="34" charset="0"/>
                <a:ea typeface="Calibri" pitchFamily="34" charset="-122"/>
                <a:cs typeface="Calibri" pitchFamily="34" charset="-120"/>
              </a:rPr>
              <a:t>lower temperatures</a:t>
            </a:r>
            <a:r>
              <a:rPr lang="en-US" sz="1100" dirty="0">
                <a:solidFill>
                  <a:srgbClr val="262B3A"/>
                </a:solidFill>
                <a:latin typeface="Calibri" pitchFamily="34" charset="0"/>
                <a:ea typeface="Calibri" pitchFamily="34" charset="-122"/>
                <a:cs typeface="Calibri" pitchFamily="34" charset="-120"/>
              </a:rPr>
              <a:t>, saving energy.</a:t>
            </a:r>
            <a:endParaRPr lang="en-US" sz="1100" dirty="0"/>
          </a:p>
        </p:txBody>
      </p:sp>
      <p:sp>
        <p:nvSpPr>
          <p:cNvPr id="297" name="Shape 295"/>
          <p:cNvSpPr/>
          <p:nvPr/>
        </p:nvSpPr>
        <p:spPr>
          <a:xfrm>
            <a:off x="6217920" y="4526280"/>
            <a:ext cx="5562295" cy="1188720"/>
          </a:xfrm>
          <a:prstGeom prst="roundRect">
            <a:avLst>
              <a:gd name="adj" fmla="val 4615"/>
            </a:avLst>
          </a:prstGeom>
          <a:solidFill>
            <a:srgbClr val="FFF4E0"/>
          </a:solidFill>
          <a:ln w="9525">
            <a:solidFill>
              <a:srgbClr val="F1D9A8"/>
            </a:solidFill>
            <a:prstDash val="solid"/>
          </a:ln>
        </p:spPr>
      </p:sp>
      <p:sp>
        <p:nvSpPr>
          <p:cNvPr id="298" name="Text 296"/>
          <p:cNvSpPr/>
          <p:nvPr/>
        </p:nvSpPr>
        <p:spPr>
          <a:xfrm>
            <a:off x="6382512" y="45994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reading a profile</a:t>
            </a:r>
            <a:endParaRPr lang="en-US" sz="1300" dirty="0"/>
          </a:p>
        </p:txBody>
      </p:sp>
      <p:sp>
        <p:nvSpPr>
          <p:cNvPr id="299" name="Text 297"/>
          <p:cNvSpPr/>
          <p:nvPr/>
        </p:nvSpPr>
        <p:spPr>
          <a:xfrm>
            <a:off x="6382512" y="4910328"/>
            <a:ext cx="5233111" cy="7315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Use the diagram to find both activation energies.</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Uncatalysed   </a:t>
            </a:r>
            <a:r>
              <a:rPr lang="en-US" sz="1050" dirty="0">
                <a:solidFill>
                  <a:srgbClr val="262B3A"/>
                </a:solidFill>
                <a:latin typeface="Calibri" pitchFamily="34" charset="0"/>
                <a:ea typeface="Calibri" pitchFamily="34" charset="-122"/>
                <a:cs typeface="Calibri" pitchFamily="34" charset="-120"/>
              </a:rPr>
              <a:t>180 − 100 = 80 kJ</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catalysed: 140 − 100 = </a:t>
            </a:r>
            <a:r>
              <a:rPr lang="en-US" sz="1050" b="1" dirty="0">
                <a:solidFill>
                  <a:srgbClr val="C8414C"/>
                </a:solidFill>
                <a:latin typeface="Calibri" pitchFamily="34" charset="0"/>
                <a:ea typeface="Calibri" pitchFamily="34" charset="-122"/>
                <a:cs typeface="Calibri" pitchFamily="34" charset="-120"/>
              </a:rPr>
              <a:t>40 kJ</a:t>
            </a:r>
            <a:r>
              <a:rPr lang="en-US" sz="1050" b="1" dirty="0">
                <a:solidFill>
                  <a:srgbClr val="C8414C"/>
                </a:solidFill>
                <a:latin typeface="Calibri" pitchFamily="34" charset="0"/>
                <a:ea typeface="Calibri" pitchFamily="34" charset="-122"/>
                <a:cs typeface="Calibri" pitchFamily="34" charset="-120"/>
              </a:rPr>
              <a:t>: the catalyst </a:t>
            </a:r>
            <a:r>
              <a:rPr lang="en-US" sz="1050" b="1" dirty="0">
                <a:solidFill>
                  <a:srgbClr val="C8414C"/>
                </a:solidFill>
                <a:latin typeface="Calibri" pitchFamily="34" charset="0"/>
                <a:ea typeface="Calibri" pitchFamily="34" charset="-122"/>
                <a:cs typeface="Calibri" pitchFamily="34" charset="-120"/>
              </a:rPr>
              <a:t>halves</a:t>
            </a:r>
            <a:r>
              <a:rPr lang="en-US" sz="1050" b="1" dirty="0">
                <a:solidFill>
                  <a:srgbClr val="C8414C"/>
                </a:solidFill>
                <a:latin typeface="Calibri" pitchFamily="34" charset="0"/>
                <a:ea typeface="Calibri" pitchFamily="34" charset="-122"/>
                <a:cs typeface="Calibri" pitchFamily="34" charset="-120"/>
              </a:rPr>
              <a:t> Ea</a:t>
            </a:r>
            <a:endParaRPr lang="en-US" sz="1050" dirty="0"/>
          </a:p>
        </p:txBody>
      </p:sp>
      <p:sp>
        <p:nvSpPr>
          <p:cNvPr id="300" name="Shape 298"/>
          <p:cNvSpPr/>
          <p:nvPr/>
        </p:nvSpPr>
        <p:spPr>
          <a:xfrm>
            <a:off x="411480" y="5833872"/>
            <a:ext cx="11368735" cy="530352"/>
          </a:xfrm>
          <a:prstGeom prst="rect">
            <a:avLst/>
          </a:prstGeom>
          <a:solidFill>
            <a:srgbClr val="FFF4E0"/>
          </a:solidFill>
          <a:ln w="6350">
            <a:solidFill>
              <a:srgbClr val="F1D9A8"/>
            </a:solidFill>
            <a:prstDash val="solid"/>
          </a:ln>
        </p:spPr>
      </p:sp>
      <p:sp>
        <p:nvSpPr>
          <p:cNvPr id="301" name="Shape 299"/>
          <p:cNvSpPr/>
          <p:nvPr/>
        </p:nvSpPr>
        <p:spPr>
          <a:xfrm>
            <a:off x="411480" y="5833872"/>
            <a:ext cx="82296" cy="530352"/>
          </a:xfrm>
          <a:prstGeom prst="rect">
            <a:avLst/>
          </a:prstGeom>
          <a:solidFill>
            <a:srgbClr val="E39A2F"/>
          </a:solidFill>
          <a:ln w="12700">
            <a:solidFill>
              <a:srgbClr val="E39A2F"/>
            </a:solidFill>
            <a:prstDash val="solid"/>
          </a:ln>
        </p:spPr>
      </p:sp>
      <p:sp>
        <p:nvSpPr>
          <p:cNvPr id="302" name="Text 30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On the profile, how much energy is </a:t>
            </a:r>
            <a:r>
              <a:rPr lang="en-US" sz="1150" b="1" dirty="0">
                <a:solidFill>
                  <a:srgbClr val="262B3A"/>
                </a:solidFill>
                <a:latin typeface="Calibri" pitchFamily="34" charset="0"/>
                <a:ea typeface="Calibri" pitchFamily="34" charset="-122"/>
                <a:cs typeface="Calibri" pitchFamily="34" charset="-120"/>
              </a:rPr>
              <a:t>released</a:t>
            </a:r>
            <a:r>
              <a:rPr lang="en-US" sz="1150" dirty="0">
                <a:solidFill>
                  <a:srgbClr val="262B3A"/>
                </a:solidFill>
                <a:latin typeface="Calibri" pitchFamily="34" charset="0"/>
                <a:ea typeface="Calibri" pitchFamily="34" charset="-122"/>
                <a:cs typeface="Calibri" pitchFamily="34" charset="-120"/>
              </a:rPr>
              <a:t>? Does the catalyst change this? Explain why an enzyme in a washing powder lets clothes be washed at </a:t>
            </a:r>
            <a:r>
              <a:rPr lang="en-US" sz="1150" b="1" dirty="0">
                <a:solidFill>
                  <a:srgbClr val="262B3A"/>
                </a:solidFill>
                <a:latin typeface="Calibri" pitchFamily="34" charset="0"/>
                <a:ea typeface="Calibri" pitchFamily="34" charset="-122"/>
                <a:cs typeface="Calibri" pitchFamily="34" charset="-120"/>
              </a:rPr>
              <a:t>30 °C</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3</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C6.2.4–C6.2.7 • catalysts, activation energy and enzymes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C6.2 How do chemists control the rate of reactions?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3  |  15</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characteristics of a catalyst.</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1.00 g of copper(II) oxide is added to hydrogen peroxide. Afterwards </a:t>
            </a:r>
            <a:r>
              <a:rPr lang="en-US" sz="1250" b="1" dirty="0">
                <a:solidFill>
                  <a:srgbClr val="262B3A"/>
                </a:solidFill>
                <a:latin typeface="Calibri" pitchFamily="34" charset="0"/>
                <a:ea typeface="Calibri" pitchFamily="34" charset="-122"/>
                <a:cs typeface="Calibri" pitchFamily="34" charset="-120"/>
              </a:rPr>
              <a:t>1.00 g</a:t>
            </a:r>
            <a:r>
              <a:rPr lang="en-US" sz="1250" dirty="0">
                <a:solidFill>
                  <a:srgbClr val="262B3A"/>
                </a:solidFill>
                <a:latin typeface="Calibri" pitchFamily="34" charset="0"/>
                <a:ea typeface="Calibri" pitchFamily="34" charset="-122"/>
                <a:cs typeface="Calibri" pitchFamily="34" charset="-120"/>
              </a:rPr>
              <a:t> of solid is recovered. The rate was much faster. Is copper(II) oxide a </a:t>
            </a:r>
            <a:r>
              <a:rPr lang="en-US" sz="1250" b="1" dirty="0">
                <a:solidFill>
                  <a:srgbClr val="262B3A"/>
                </a:solidFill>
                <a:latin typeface="Calibri" pitchFamily="34" charset="0"/>
                <a:ea typeface="Calibri" pitchFamily="34" charset="-122"/>
                <a:cs typeface="Calibri" pitchFamily="34" charset="-120"/>
              </a:rPr>
              <a:t>catalyst</a:t>
            </a:r>
            <a:r>
              <a:rPr lang="en-US" sz="1250" dirty="0">
                <a:solidFill>
                  <a:srgbClr val="262B3A"/>
                </a:solidFill>
                <a:latin typeface="Calibri" pitchFamily="34" charset="0"/>
                <a:ea typeface="Calibri" pitchFamily="34" charset="-122"/>
                <a:cs typeface="Calibri" pitchFamily="34" charset="-120"/>
              </a:rPr>
              <a:t>? Explain.</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in terms of </a:t>
            </a:r>
            <a:r>
              <a:rPr lang="en-US" sz="1250" b="1" dirty="0">
                <a:solidFill>
                  <a:srgbClr val="262B3A"/>
                </a:solidFill>
                <a:latin typeface="Calibri" pitchFamily="34" charset="0"/>
                <a:ea typeface="Calibri" pitchFamily="34" charset="-122"/>
                <a:cs typeface="Calibri" pitchFamily="34" charset="-120"/>
              </a:rPr>
              <a:t>activation energy</a:t>
            </a:r>
            <a:r>
              <a:rPr lang="en-US" sz="1250" dirty="0">
                <a:solidFill>
                  <a:srgbClr val="262B3A"/>
                </a:solidFill>
                <a:latin typeface="Calibri" pitchFamily="34" charset="0"/>
                <a:ea typeface="Calibri" pitchFamily="34" charset="-122"/>
                <a:cs typeface="Calibri" pitchFamily="34" charset="-120"/>
              </a:rPr>
              <a:t>, how a catalyst increases the rate of a reaction.</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are </a:t>
            </a:r>
            <a:r>
              <a:rPr lang="en-US" sz="1250" b="1" dirty="0">
                <a:solidFill>
                  <a:srgbClr val="262B3A"/>
                </a:solidFill>
                <a:latin typeface="Calibri" pitchFamily="34" charset="0"/>
                <a:ea typeface="Calibri" pitchFamily="34" charset="-122"/>
                <a:cs typeface="Calibri" pitchFamily="34" charset="-120"/>
              </a:rPr>
              <a:t>enzymes</a:t>
            </a:r>
            <a:r>
              <a:rPr lang="en-US" sz="1250" dirty="0">
                <a:solidFill>
                  <a:srgbClr val="262B3A"/>
                </a:solidFill>
                <a:latin typeface="Calibri" pitchFamily="34" charset="0"/>
                <a:ea typeface="Calibri" pitchFamily="34" charset="-122"/>
                <a:cs typeface="Calibri" pitchFamily="34" charset="-120"/>
              </a:rPr>
              <a:t>? Give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example of an enzyme and the reaction it catalyses.</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Practical: concentration and rate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C6.2.1, C6.2.8 • PAG C5 Measuring rates of reaction: magnesium and hydrochloric acid</a:t>
            </a:r>
            <a:endParaRPr lang="en-US" sz="1100" dirty="0"/>
          </a:p>
        </p:txBody>
      </p:sp>
      <p:sp>
        <p:nvSpPr>
          <p:cNvPr id="6" name="Shape 4"/>
          <p:cNvSpPr/>
          <p:nvPr/>
        </p:nvSpPr>
        <p:spPr>
          <a:xfrm>
            <a:off x="11012119" y="292608"/>
            <a:ext cx="768096"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1012119" y="292608"/>
            <a:ext cx="76809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PAG C5</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C6.2 How do chemists control the rate of reactions?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PAG C5  |  16</a:t>
            </a:r>
            <a:endParaRPr lang="en-US" sz="1000" dirty="0"/>
          </a:p>
        </p:txBody>
      </p:sp>
      <p:sp>
        <p:nvSpPr>
          <p:cNvPr id="10" name="Shape 8"/>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gas syringe method; apparatus not to scale</a:t>
            </a:r>
            <a:endParaRPr lang="en-US" sz="1000" dirty="0"/>
          </a:p>
        </p:txBody>
      </p:sp>
      <p:sp>
        <p:nvSpPr>
          <p:cNvPr id="12" name="Shape 10"/>
          <p:cNvSpPr/>
          <p:nvPr/>
        </p:nvSpPr>
        <p:spPr>
          <a:xfrm>
            <a:off x="548640" y="4343400"/>
            <a:ext cx="5303520" cy="73152"/>
          </a:xfrm>
          <a:prstGeom prst="rect">
            <a:avLst/>
          </a:prstGeom>
          <a:solidFill>
            <a:srgbClr val="C99A5B"/>
          </a:solidFill>
          <a:ln w="9525">
            <a:solidFill>
              <a:srgbClr val="8A5A2B"/>
            </a:solidFill>
            <a:prstDash val="solid"/>
          </a:ln>
        </p:spPr>
      </p:sp>
      <p:sp>
        <p:nvSpPr>
          <p:cNvPr id="13" name="Shape 11"/>
          <p:cNvSpPr/>
          <p:nvPr/>
        </p:nvSpPr>
        <p:spPr>
          <a:xfrm>
            <a:off x="3977640" y="4224528"/>
            <a:ext cx="1371600" cy="118872"/>
          </a:xfrm>
          <a:prstGeom prst="rect">
            <a:avLst/>
          </a:prstGeom>
          <a:solidFill>
            <a:srgbClr val="5A6275"/>
          </a:solidFill>
          <a:ln w="6350">
            <a:solidFill>
              <a:srgbClr val="2D3748"/>
            </a:solidFill>
            <a:prstDash val="solid"/>
          </a:ln>
        </p:spPr>
      </p:sp>
      <p:sp>
        <p:nvSpPr>
          <p:cNvPr id="14" name="Shape 12"/>
          <p:cNvSpPr/>
          <p:nvPr/>
        </p:nvSpPr>
        <p:spPr>
          <a:xfrm>
            <a:off x="5029200" y="1828800"/>
            <a:ext cx="73152" cy="2395728"/>
          </a:xfrm>
          <a:prstGeom prst="rect">
            <a:avLst/>
          </a:prstGeom>
          <a:solidFill>
            <a:srgbClr val="8C96A8"/>
          </a:solidFill>
          <a:ln w="6350">
            <a:solidFill>
              <a:srgbClr val="5A6275"/>
            </a:solidFill>
            <a:prstDash val="solid"/>
          </a:ln>
        </p:spPr>
      </p:sp>
      <p:sp>
        <p:nvSpPr>
          <p:cNvPr id="15" name="Shape 13"/>
          <p:cNvSpPr/>
          <p:nvPr/>
        </p:nvSpPr>
        <p:spPr>
          <a:xfrm>
            <a:off x="3931920" y="1938528"/>
            <a:ext cx="1143000" cy="64008"/>
          </a:xfrm>
          <a:prstGeom prst="rect">
            <a:avLst/>
          </a:prstGeom>
          <a:solidFill>
            <a:srgbClr val="8C96A8"/>
          </a:solidFill>
          <a:ln w="6350">
            <a:solidFill>
              <a:srgbClr val="5A6275"/>
            </a:solidFill>
            <a:prstDash val="solid"/>
          </a:ln>
        </p:spPr>
      </p:sp>
      <p:sp>
        <p:nvSpPr>
          <p:cNvPr id="16" name="Shape 14"/>
          <p:cNvSpPr/>
          <p:nvPr/>
        </p:nvSpPr>
        <p:spPr>
          <a:xfrm>
            <a:off x="594360" y="2331720"/>
            <a:ext cx="1554480" cy="1920240"/>
          </a:xfrm>
          <a:custGeom>
            <a:avLst/>
            <a:gdLst/>
            <a:ahLst/>
            <a:cxnLst/>
            <a:rect l="l" t="t" r="r" b="b"/>
            <a:pathLst>
              <a:path w="1554480" h="1920240">
                <a:moveTo>
                  <a:pt x="575158" y="0"/>
                </a:moveTo>
                <a:lnTo>
                  <a:pt x="979322" y="0"/>
                </a:lnTo>
                <a:lnTo>
                  <a:pt x="979322" y="576072"/>
                </a:lnTo>
                <a:lnTo>
                  <a:pt x="1554480" y="1920240"/>
                </a:lnTo>
                <a:lnTo>
                  <a:pt x="0" y="1920240"/>
                </a:lnTo>
                <a:lnTo>
                  <a:pt x="575158" y="576072"/>
                </a:lnTo>
                <a:close/>
              </a:path>
            </a:pathLst>
          </a:custGeom>
          <a:solidFill>
            <a:srgbClr val="EEF5FB"/>
          </a:solidFill>
          <a:ln/>
        </p:spPr>
      </p:sp>
      <p:sp>
        <p:nvSpPr>
          <p:cNvPr id="17" name="Shape 15"/>
          <p:cNvSpPr/>
          <p:nvPr/>
        </p:nvSpPr>
        <p:spPr>
          <a:xfrm>
            <a:off x="594360" y="3781501"/>
            <a:ext cx="1554480" cy="470459"/>
          </a:xfrm>
          <a:custGeom>
            <a:avLst/>
            <a:gdLst/>
            <a:ahLst/>
            <a:cxnLst/>
            <a:rect l="l" t="t" r="r" b="b"/>
            <a:pathLst>
              <a:path w="1554480" h="470459">
                <a:moveTo>
                  <a:pt x="201305" y="0"/>
                </a:moveTo>
                <a:lnTo>
                  <a:pt x="1353175" y="0"/>
                </a:lnTo>
                <a:lnTo>
                  <a:pt x="1554480" y="470459"/>
                </a:lnTo>
                <a:lnTo>
                  <a:pt x="0" y="470459"/>
                </a:lnTo>
                <a:close/>
              </a:path>
            </a:pathLst>
          </a:custGeom>
          <a:solidFill>
            <a:srgbClr val="DCEBF8"/>
          </a:solidFill>
          <a:ln/>
        </p:spPr>
      </p:sp>
      <p:sp>
        <p:nvSpPr>
          <p:cNvPr id="18" name="Shape 16"/>
          <p:cNvSpPr/>
          <p:nvPr/>
        </p:nvSpPr>
        <p:spPr>
          <a:xfrm>
            <a:off x="908914" y="3808933"/>
            <a:ext cx="54864" cy="54864"/>
          </a:xfrm>
          <a:prstGeom prst="ellipse">
            <a:avLst/>
          </a:prstGeom>
          <a:solidFill>
            <a:srgbClr val="FFFFFF"/>
          </a:solidFill>
          <a:ln w="6350">
            <a:solidFill>
              <a:srgbClr val="5B9BD5"/>
            </a:solidFill>
            <a:prstDash val="solid"/>
          </a:ln>
        </p:spPr>
      </p:sp>
      <p:sp>
        <p:nvSpPr>
          <p:cNvPr id="19" name="Shape 17"/>
          <p:cNvSpPr/>
          <p:nvPr/>
        </p:nvSpPr>
        <p:spPr>
          <a:xfrm>
            <a:off x="1462874" y="4040472"/>
            <a:ext cx="54864" cy="54864"/>
          </a:xfrm>
          <a:prstGeom prst="ellipse">
            <a:avLst/>
          </a:prstGeom>
          <a:solidFill>
            <a:srgbClr val="FFFFFF"/>
          </a:solidFill>
          <a:ln w="6350">
            <a:solidFill>
              <a:srgbClr val="5B9BD5"/>
            </a:solidFill>
            <a:prstDash val="solid"/>
          </a:ln>
        </p:spPr>
      </p:sp>
      <p:sp>
        <p:nvSpPr>
          <p:cNvPr id="20" name="Shape 18"/>
          <p:cNvSpPr/>
          <p:nvPr/>
        </p:nvSpPr>
        <p:spPr>
          <a:xfrm>
            <a:off x="1146325" y="3947857"/>
            <a:ext cx="54864" cy="54864"/>
          </a:xfrm>
          <a:prstGeom prst="ellipse">
            <a:avLst/>
          </a:prstGeom>
          <a:solidFill>
            <a:srgbClr val="FFFFFF"/>
          </a:solidFill>
          <a:ln w="6350">
            <a:solidFill>
              <a:srgbClr val="5B9BD5"/>
            </a:solidFill>
            <a:prstDash val="solid"/>
          </a:ln>
        </p:spPr>
      </p:sp>
      <p:sp>
        <p:nvSpPr>
          <p:cNvPr id="21" name="Shape 19"/>
          <p:cNvSpPr/>
          <p:nvPr/>
        </p:nvSpPr>
        <p:spPr>
          <a:xfrm>
            <a:off x="1700285" y="3855241"/>
            <a:ext cx="54864" cy="54864"/>
          </a:xfrm>
          <a:prstGeom prst="ellipse">
            <a:avLst/>
          </a:prstGeom>
          <a:solidFill>
            <a:srgbClr val="FFFFFF"/>
          </a:solidFill>
          <a:ln w="6350">
            <a:solidFill>
              <a:srgbClr val="5B9BD5"/>
            </a:solidFill>
            <a:prstDash val="solid"/>
          </a:ln>
        </p:spPr>
      </p:sp>
      <p:sp>
        <p:nvSpPr>
          <p:cNvPr id="22" name="Shape 20"/>
          <p:cNvSpPr/>
          <p:nvPr/>
        </p:nvSpPr>
        <p:spPr>
          <a:xfrm>
            <a:off x="1383737" y="4086780"/>
            <a:ext cx="54864" cy="54864"/>
          </a:xfrm>
          <a:prstGeom prst="ellipse">
            <a:avLst/>
          </a:prstGeom>
          <a:solidFill>
            <a:srgbClr val="FFFFFF"/>
          </a:solidFill>
          <a:ln w="6350">
            <a:solidFill>
              <a:srgbClr val="5B9BD5"/>
            </a:solidFill>
            <a:prstDash val="solid"/>
          </a:ln>
        </p:spPr>
      </p:sp>
      <p:sp>
        <p:nvSpPr>
          <p:cNvPr id="23" name="Shape 21"/>
          <p:cNvSpPr/>
          <p:nvPr/>
        </p:nvSpPr>
        <p:spPr>
          <a:xfrm>
            <a:off x="1067188" y="3994165"/>
            <a:ext cx="54864" cy="54864"/>
          </a:xfrm>
          <a:prstGeom prst="ellipse">
            <a:avLst/>
          </a:prstGeom>
          <a:solidFill>
            <a:srgbClr val="FFFFFF"/>
          </a:solidFill>
          <a:ln w="6350">
            <a:solidFill>
              <a:srgbClr val="5B9BD5"/>
            </a:solidFill>
            <a:prstDash val="solid"/>
          </a:ln>
        </p:spPr>
      </p:sp>
      <p:sp>
        <p:nvSpPr>
          <p:cNvPr id="24" name="Shape 22"/>
          <p:cNvSpPr/>
          <p:nvPr/>
        </p:nvSpPr>
        <p:spPr>
          <a:xfrm>
            <a:off x="1621148" y="3901549"/>
            <a:ext cx="54864" cy="54864"/>
          </a:xfrm>
          <a:prstGeom prst="ellipse">
            <a:avLst/>
          </a:prstGeom>
          <a:solidFill>
            <a:srgbClr val="FFFFFF"/>
          </a:solidFill>
          <a:ln w="6350">
            <a:solidFill>
              <a:srgbClr val="5B9BD5"/>
            </a:solidFill>
            <a:prstDash val="solid"/>
          </a:ln>
        </p:spPr>
      </p:sp>
      <p:sp>
        <p:nvSpPr>
          <p:cNvPr id="25" name="Shape 23"/>
          <p:cNvSpPr/>
          <p:nvPr/>
        </p:nvSpPr>
        <p:spPr>
          <a:xfrm>
            <a:off x="1304599" y="3808933"/>
            <a:ext cx="54864" cy="54864"/>
          </a:xfrm>
          <a:prstGeom prst="ellipse">
            <a:avLst/>
          </a:prstGeom>
          <a:solidFill>
            <a:srgbClr val="FFFFFF"/>
          </a:solidFill>
          <a:ln w="6350">
            <a:solidFill>
              <a:srgbClr val="5B9BD5"/>
            </a:solidFill>
            <a:prstDash val="solid"/>
          </a:ln>
        </p:spPr>
      </p:sp>
      <p:sp>
        <p:nvSpPr>
          <p:cNvPr id="26" name="Shape 24"/>
          <p:cNvSpPr/>
          <p:nvPr/>
        </p:nvSpPr>
        <p:spPr>
          <a:xfrm>
            <a:off x="594360" y="2331720"/>
            <a:ext cx="1554480" cy="1920240"/>
          </a:xfrm>
          <a:custGeom>
            <a:avLst/>
            <a:gdLst/>
            <a:ahLst/>
            <a:cxnLst/>
            <a:rect l="l" t="t" r="r" b="b"/>
            <a:pathLst>
              <a:path w="1554480" h="1920240">
                <a:moveTo>
                  <a:pt x="575158" y="0"/>
                </a:moveTo>
                <a:lnTo>
                  <a:pt x="979322" y="0"/>
                </a:lnTo>
                <a:lnTo>
                  <a:pt x="979322" y="576072"/>
                </a:lnTo>
                <a:lnTo>
                  <a:pt x="1554480" y="1920240"/>
                </a:lnTo>
                <a:lnTo>
                  <a:pt x="0" y="1920240"/>
                </a:lnTo>
                <a:lnTo>
                  <a:pt x="575158" y="576072"/>
                </a:lnTo>
                <a:close/>
              </a:path>
            </a:pathLst>
          </a:custGeom>
          <a:ln w="19050">
            <a:solidFill>
              <a:srgbClr val="2A1F3D"/>
            </a:solidFill>
            <a:prstDash val="solid"/>
          </a:ln>
        </p:spPr>
      </p:sp>
      <p:sp>
        <p:nvSpPr>
          <p:cNvPr id="27" name="Shape 25"/>
          <p:cNvSpPr/>
          <p:nvPr/>
        </p:nvSpPr>
        <p:spPr>
          <a:xfrm>
            <a:off x="1132942" y="2221992"/>
            <a:ext cx="477317" cy="182880"/>
          </a:xfrm>
          <a:prstGeom prst="rect">
            <a:avLst/>
          </a:prstGeom>
          <a:solidFill>
            <a:srgbClr val="8C6A4A"/>
          </a:solidFill>
          <a:ln w="9525">
            <a:solidFill>
              <a:srgbClr val="5A4030"/>
            </a:solidFill>
            <a:prstDash val="solid"/>
          </a:ln>
        </p:spPr>
      </p:sp>
      <p:sp>
        <p:nvSpPr>
          <p:cNvPr id="28" name="Shape 26"/>
          <p:cNvSpPr/>
          <p:nvPr/>
        </p:nvSpPr>
        <p:spPr>
          <a:xfrm>
            <a:off x="1097280" y="4041648"/>
            <a:ext cx="502920" cy="45720"/>
          </a:xfrm>
          <a:prstGeom prst="rect">
            <a:avLst/>
          </a:prstGeom>
          <a:solidFill>
            <a:srgbClr val="C9CED6"/>
          </a:solidFill>
          <a:ln w="9525">
            <a:solidFill>
              <a:srgbClr val="6B7385"/>
            </a:solidFill>
            <a:prstDash val="solid"/>
          </a:ln>
        </p:spPr>
      </p:sp>
      <p:sp>
        <p:nvSpPr>
          <p:cNvPr id="29" name="Shape 27"/>
          <p:cNvSpPr/>
          <p:nvPr/>
        </p:nvSpPr>
        <p:spPr>
          <a:xfrm flipV="1">
            <a:off x="1371600" y="1783080"/>
            <a:ext cx="91" cy="438912"/>
          </a:xfrm>
          <a:prstGeom prst="line">
            <a:avLst/>
          </a:prstGeom>
          <a:noFill/>
          <a:ln w="22225">
            <a:solidFill>
              <a:srgbClr val="2A1F3D"/>
            </a:solidFill>
            <a:prstDash val="solid"/>
          </a:ln>
        </p:spPr>
      </p:sp>
      <p:sp>
        <p:nvSpPr>
          <p:cNvPr id="30" name="Shape 28"/>
          <p:cNvSpPr/>
          <p:nvPr/>
        </p:nvSpPr>
        <p:spPr>
          <a:xfrm>
            <a:off x="1371600" y="1783080"/>
            <a:ext cx="685800" cy="91"/>
          </a:xfrm>
          <a:prstGeom prst="line">
            <a:avLst/>
          </a:prstGeom>
          <a:noFill/>
          <a:ln w="22225">
            <a:solidFill>
              <a:srgbClr val="2A1F3D"/>
            </a:solidFill>
            <a:prstDash val="solid"/>
          </a:ln>
        </p:spPr>
      </p:sp>
      <p:sp>
        <p:nvSpPr>
          <p:cNvPr id="31" name="Shape 29"/>
          <p:cNvSpPr/>
          <p:nvPr/>
        </p:nvSpPr>
        <p:spPr>
          <a:xfrm>
            <a:off x="2057400" y="1746504"/>
            <a:ext cx="109728" cy="73152"/>
          </a:xfrm>
          <a:prstGeom prst="rect">
            <a:avLst/>
          </a:prstGeom>
          <a:solidFill>
            <a:srgbClr val="EEF5FB"/>
          </a:solidFill>
          <a:ln w="12700">
            <a:solidFill>
              <a:srgbClr val="2A1F3D"/>
            </a:solidFill>
            <a:prstDash val="solid"/>
          </a:ln>
        </p:spPr>
      </p:sp>
      <p:sp>
        <p:nvSpPr>
          <p:cNvPr id="32" name="Shape 30"/>
          <p:cNvSpPr/>
          <p:nvPr/>
        </p:nvSpPr>
        <p:spPr>
          <a:xfrm>
            <a:off x="2167128" y="1618488"/>
            <a:ext cx="2331720" cy="329184"/>
          </a:xfrm>
          <a:prstGeom prst="rect">
            <a:avLst/>
          </a:prstGeom>
          <a:solidFill>
            <a:srgbClr val="EEF5FB"/>
          </a:solidFill>
          <a:ln w="15875">
            <a:solidFill>
              <a:srgbClr val="2A1F3D"/>
            </a:solidFill>
            <a:prstDash val="solid"/>
          </a:ln>
        </p:spPr>
      </p:sp>
      <p:sp>
        <p:nvSpPr>
          <p:cNvPr id="33" name="Shape 31"/>
          <p:cNvSpPr/>
          <p:nvPr/>
        </p:nvSpPr>
        <p:spPr>
          <a:xfrm>
            <a:off x="2176272" y="1636776"/>
            <a:ext cx="867217" cy="292608"/>
          </a:xfrm>
          <a:prstGeom prst="rect">
            <a:avLst/>
          </a:prstGeom>
          <a:solidFill>
            <a:srgbClr val="E3F1E3"/>
          </a:solidFill>
          <a:ln/>
        </p:spPr>
      </p:sp>
      <p:sp>
        <p:nvSpPr>
          <p:cNvPr id="34" name="Shape 32"/>
          <p:cNvSpPr/>
          <p:nvPr/>
        </p:nvSpPr>
        <p:spPr>
          <a:xfrm>
            <a:off x="3043489" y="1636776"/>
            <a:ext cx="64008" cy="292608"/>
          </a:xfrm>
          <a:prstGeom prst="rect">
            <a:avLst/>
          </a:prstGeom>
          <a:solidFill>
            <a:srgbClr val="9AA3B0"/>
          </a:solidFill>
          <a:ln w="9525">
            <a:solidFill>
              <a:srgbClr val="4A5568"/>
            </a:solidFill>
            <a:prstDash val="solid"/>
          </a:ln>
        </p:spPr>
      </p:sp>
      <p:sp>
        <p:nvSpPr>
          <p:cNvPr id="35" name="Shape 33"/>
          <p:cNvSpPr/>
          <p:nvPr/>
        </p:nvSpPr>
        <p:spPr>
          <a:xfrm>
            <a:off x="3107497" y="1783080"/>
            <a:ext cx="1757111" cy="91"/>
          </a:xfrm>
          <a:prstGeom prst="line">
            <a:avLst/>
          </a:prstGeom>
          <a:noFill/>
          <a:ln w="25400">
            <a:solidFill>
              <a:srgbClr val="4A5568"/>
            </a:solidFill>
            <a:prstDash val="solid"/>
          </a:ln>
        </p:spPr>
      </p:sp>
      <p:sp>
        <p:nvSpPr>
          <p:cNvPr id="36" name="Shape 34"/>
          <p:cNvSpPr/>
          <p:nvPr/>
        </p:nvSpPr>
        <p:spPr>
          <a:xfrm>
            <a:off x="4864608" y="1634947"/>
            <a:ext cx="45720" cy="296266"/>
          </a:xfrm>
          <a:prstGeom prst="rect">
            <a:avLst/>
          </a:prstGeom>
          <a:solidFill>
            <a:srgbClr val="4A5568"/>
          </a:solidFill>
          <a:ln/>
        </p:spPr>
      </p:sp>
      <p:sp>
        <p:nvSpPr>
          <p:cNvPr id="37" name="Shape 35"/>
          <p:cNvSpPr/>
          <p:nvPr/>
        </p:nvSpPr>
        <p:spPr>
          <a:xfrm>
            <a:off x="2185416" y="1618488"/>
            <a:ext cx="91" cy="100584"/>
          </a:xfrm>
          <a:prstGeom prst="line">
            <a:avLst/>
          </a:prstGeom>
          <a:noFill/>
          <a:ln w="9525">
            <a:solidFill>
              <a:srgbClr val="2A1F3D"/>
            </a:solidFill>
            <a:prstDash val="solid"/>
          </a:ln>
        </p:spPr>
      </p:sp>
      <p:sp>
        <p:nvSpPr>
          <p:cNvPr id="38" name="Shape 36"/>
          <p:cNvSpPr/>
          <p:nvPr/>
        </p:nvSpPr>
        <p:spPr>
          <a:xfrm>
            <a:off x="2399934" y="1618488"/>
            <a:ext cx="91" cy="54864"/>
          </a:xfrm>
          <a:prstGeom prst="line">
            <a:avLst/>
          </a:prstGeom>
          <a:noFill/>
          <a:ln w="9525">
            <a:solidFill>
              <a:srgbClr val="2A1F3D"/>
            </a:solidFill>
            <a:prstDash val="solid"/>
          </a:ln>
        </p:spPr>
      </p:sp>
      <p:sp>
        <p:nvSpPr>
          <p:cNvPr id="39" name="Shape 37"/>
          <p:cNvSpPr/>
          <p:nvPr/>
        </p:nvSpPr>
        <p:spPr>
          <a:xfrm>
            <a:off x="2614452" y="1618488"/>
            <a:ext cx="91" cy="54864"/>
          </a:xfrm>
          <a:prstGeom prst="line">
            <a:avLst/>
          </a:prstGeom>
          <a:noFill/>
          <a:ln w="9525">
            <a:solidFill>
              <a:srgbClr val="2A1F3D"/>
            </a:solidFill>
            <a:prstDash val="solid"/>
          </a:ln>
        </p:spPr>
      </p:sp>
      <p:sp>
        <p:nvSpPr>
          <p:cNvPr id="40" name="Shape 38"/>
          <p:cNvSpPr/>
          <p:nvPr/>
        </p:nvSpPr>
        <p:spPr>
          <a:xfrm>
            <a:off x="2828971" y="1618488"/>
            <a:ext cx="91" cy="54864"/>
          </a:xfrm>
          <a:prstGeom prst="line">
            <a:avLst/>
          </a:prstGeom>
          <a:noFill/>
          <a:ln w="9525">
            <a:solidFill>
              <a:srgbClr val="2A1F3D"/>
            </a:solidFill>
            <a:prstDash val="solid"/>
          </a:ln>
        </p:spPr>
      </p:sp>
      <p:sp>
        <p:nvSpPr>
          <p:cNvPr id="41" name="Shape 39"/>
          <p:cNvSpPr/>
          <p:nvPr/>
        </p:nvSpPr>
        <p:spPr>
          <a:xfrm>
            <a:off x="3043489" y="1618488"/>
            <a:ext cx="91" cy="54864"/>
          </a:xfrm>
          <a:prstGeom prst="line">
            <a:avLst/>
          </a:prstGeom>
          <a:noFill/>
          <a:ln w="9525">
            <a:solidFill>
              <a:srgbClr val="2A1F3D"/>
            </a:solidFill>
            <a:prstDash val="solid"/>
          </a:ln>
        </p:spPr>
      </p:sp>
      <p:sp>
        <p:nvSpPr>
          <p:cNvPr id="42" name="Shape 40"/>
          <p:cNvSpPr/>
          <p:nvPr/>
        </p:nvSpPr>
        <p:spPr>
          <a:xfrm>
            <a:off x="3258007" y="1618488"/>
            <a:ext cx="91" cy="100584"/>
          </a:xfrm>
          <a:prstGeom prst="line">
            <a:avLst/>
          </a:prstGeom>
          <a:noFill/>
          <a:ln w="9525">
            <a:solidFill>
              <a:srgbClr val="2A1F3D"/>
            </a:solidFill>
            <a:prstDash val="solid"/>
          </a:ln>
        </p:spPr>
      </p:sp>
      <p:sp>
        <p:nvSpPr>
          <p:cNvPr id="43" name="Shape 41"/>
          <p:cNvSpPr/>
          <p:nvPr/>
        </p:nvSpPr>
        <p:spPr>
          <a:xfrm>
            <a:off x="3472525" y="1618488"/>
            <a:ext cx="91" cy="54864"/>
          </a:xfrm>
          <a:prstGeom prst="line">
            <a:avLst/>
          </a:prstGeom>
          <a:noFill/>
          <a:ln w="9525">
            <a:solidFill>
              <a:srgbClr val="2A1F3D"/>
            </a:solidFill>
            <a:prstDash val="solid"/>
          </a:ln>
        </p:spPr>
      </p:sp>
      <p:sp>
        <p:nvSpPr>
          <p:cNvPr id="44" name="Shape 42"/>
          <p:cNvSpPr/>
          <p:nvPr/>
        </p:nvSpPr>
        <p:spPr>
          <a:xfrm>
            <a:off x="3687044" y="1618488"/>
            <a:ext cx="91" cy="54864"/>
          </a:xfrm>
          <a:prstGeom prst="line">
            <a:avLst/>
          </a:prstGeom>
          <a:noFill/>
          <a:ln w="9525">
            <a:solidFill>
              <a:srgbClr val="2A1F3D"/>
            </a:solidFill>
            <a:prstDash val="solid"/>
          </a:ln>
        </p:spPr>
      </p:sp>
      <p:sp>
        <p:nvSpPr>
          <p:cNvPr id="45" name="Shape 43"/>
          <p:cNvSpPr/>
          <p:nvPr/>
        </p:nvSpPr>
        <p:spPr>
          <a:xfrm>
            <a:off x="3901562" y="1618488"/>
            <a:ext cx="91" cy="54864"/>
          </a:xfrm>
          <a:prstGeom prst="line">
            <a:avLst/>
          </a:prstGeom>
          <a:noFill/>
          <a:ln w="9525">
            <a:solidFill>
              <a:srgbClr val="2A1F3D"/>
            </a:solidFill>
            <a:prstDash val="solid"/>
          </a:ln>
        </p:spPr>
      </p:sp>
      <p:sp>
        <p:nvSpPr>
          <p:cNvPr id="46" name="Shape 44"/>
          <p:cNvSpPr/>
          <p:nvPr/>
        </p:nvSpPr>
        <p:spPr>
          <a:xfrm>
            <a:off x="4116080" y="1618488"/>
            <a:ext cx="91" cy="54864"/>
          </a:xfrm>
          <a:prstGeom prst="line">
            <a:avLst/>
          </a:prstGeom>
          <a:noFill/>
          <a:ln w="9525">
            <a:solidFill>
              <a:srgbClr val="2A1F3D"/>
            </a:solidFill>
            <a:prstDash val="solid"/>
          </a:ln>
        </p:spPr>
      </p:sp>
      <p:sp>
        <p:nvSpPr>
          <p:cNvPr id="47" name="Shape 45"/>
          <p:cNvSpPr/>
          <p:nvPr/>
        </p:nvSpPr>
        <p:spPr>
          <a:xfrm>
            <a:off x="4330598" y="1618488"/>
            <a:ext cx="91" cy="100584"/>
          </a:xfrm>
          <a:prstGeom prst="line">
            <a:avLst/>
          </a:prstGeom>
          <a:noFill/>
          <a:ln w="9525">
            <a:solidFill>
              <a:srgbClr val="2A1F3D"/>
            </a:solidFill>
            <a:prstDash val="solid"/>
          </a:ln>
        </p:spPr>
      </p:sp>
      <p:sp>
        <p:nvSpPr>
          <p:cNvPr id="48" name="Text 46"/>
          <p:cNvSpPr/>
          <p:nvPr/>
        </p:nvSpPr>
        <p:spPr>
          <a:xfrm>
            <a:off x="2103120" y="1325880"/>
            <a:ext cx="2377440" cy="237744"/>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gas syringe</a:t>
            </a:r>
            <a:r>
              <a:rPr lang="en-US" sz="1050" dirty="0">
                <a:solidFill>
                  <a:srgbClr val="262B3A"/>
                </a:solidFill>
                <a:latin typeface="Calibri" pitchFamily="34" charset="0"/>
                <a:ea typeface="Calibri" pitchFamily="34" charset="-122"/>
                <a:cs typeface="Calibri" pitchFamily="34" charset="-120"/>
              </a:rPr>
              <a:t> (0–100 cm³)</a:t>
            </a:r>
            <a:endParaRPr lang="en-US" sz="1050" dirty="0"/>
          </a:p>
        </p:txBody>
      </p:sp>
      <p:sp>
        <p:nvSpPr>
          <p:cNvPr id="49" name="Text 47"/>
          <p:cNvSpPr/>
          <p:nvPr/>
        </p:nvSpPr>
        <p:spPr>
          <a:xfrm>
            <a:off x="457200" y="2130552"/>
            <a:ext cx="621792" cy="201168"/>
          </a:xfrm>
          <a:prstGeom prst="rect">
            <a:avLst/>
          </a:prstGeom>
          <a:noFill/>
          <a:ln/>
        </p:spPr>
        <p:txBody>
          <a:bodyPr wrap="square" lIns="0" tIns="0" rIns="0" bIns="0" rtlCol="0" anchor="ctr"/>
          <a:lstStyle/>
          <a:p>
            <a:pPr algn="r" indent="0" marL="0">
              <a:buNone/>
            </a:pPr>
            <a:r>
              <a:rPr lang="en-US" sz="1000" b="1" dirty="0">
                <a:solidFill>
                  <a:srgbClr val="262B3A"/>
                </a:solidFill>
                <a:latin typeface="Calibri" pitchFamily="34" charset="0"/>
                <a:ea typeface="Calibri" pitchFamily="34" charset="-122"/>
                <a:cs typeface="Calibri" pitchFamily="34" charset="-120"/>
              </a:rPr>
              <a:t>bung</a:t>
            </a:r>
            <a:endParaRPr lang="en-US" sz="1000" dirty="0"/>
          </a:p>
        </p:txBody>
      </p:sp>
      <p:sp>
        <p:nvSpPr>
          <p:cNvPr id="50" name="Text 48"/>
          <p:cNvSpPr/>
          <p:nvPr/>
        </p:nvSpPr>
        <p:spPr>
          <a:xfrm>
            <a:off x="2194560" y="3246120"/>
            <a:ext cx="1554480" cy="384048"/>
          </a:xfrm>
          <a:prstGeom prst="rect">
            <a:avLst/>
          </a:prstGeom>
          <a:noFill/>
          <a:ln/>
        </p:spPr>
        <p:txBody>
          <a:bodyPr wrap="square" lIns="0" tIns="0" rIns="0" bIns="0" rtlCol="0" anchor="ctr"/>
          <a:lstStyle/>
          <a:p>
            <a:pPr algn="l" indent="0" marL="0">
              <a:buNone/>
            </a:pPr>
            <a:r>
              <a:rPr lang="en-US" sz="1000" b="1" dirty="0">
                <a:solidFill>
                  <a:srgbClr val="262B3A"/>
                </a:solidFill>
                <a:latin typeface="Calibri" pitchFamily="34" charset="0"/>
                <a:ea typeface="Calibri" pitchFamily="34" charset="-122"/>
                <a:cs typeface="Calibri" pitchFamily="34" charset="-120"/>
              </a:rPr>
              <a:t>1.0 mol/dm³ HCl</a:t>
            </a:r>
            <a:endParaRPr lang="en-US" sz="1000" dirty="0"/>
          </a:p>
          <a:p>
            <a:pPr algn="l" indent="0" marL="0">
              <a:buNone/>
            </a:pPr>
            <a:r>
              <a:rPr lang="en-US" sz="1000" dirty="0">
                <a:solidFill>
                  <a:srgbClr val="262B3A"/>
                </a:solidFill>
                <a:latin typeface="Calibri" pitchFamily="34" charset="0"/>
                <a:ea typeface="Calibri" pitchFamily="34" charset="-122"/>
                <a:cs typeface="Calibri" pitchFamily="34" charset="-120"/>
              </a:rPr>
              <a:t>50 cm³</a:t>
            </a:r>
            <a:endParaRPr lang="en-US" sz="1000" dirty="0"/>
          </a:p>
        </p:txBody>
      </p:sp>
      <p:sp>
        <p:nvSpPr>
          <p:cNvPr id="51" name="Text 49"/>
          <p:cNvSpPr/>
          <p:nvPr/>
        </p:nvSpPr>
        <p:spPr>
          <a:xfrm>
            <a:off x="548640" y="4462272"/>
            <a:ext cx="2103120" cy="201168"/>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4.0 cm </a:t>
            </a:r>
            <a:r>
              <a:rPr lang="en-US" sz="1000" b="1" dirty="0">
                <a:solidFill>
                  <a:srgbClr val="262B3A"/>
                </a:solidFill>
                <a:latin typeface="Calibri" pitchFamily="34" charset="0"/>
                <a:ea typeface="Calibri" pitchFamily="34" charset="-122"/>
                <a:cs typeface="Calibri" pitchFamily="34" charset="-120"/>
              </a:rPr>
              <a:t>Mg ribbon</a:t>
            </a:r>
            <a:r>
              <a:rPr lang="en-US" sz="1000" dirty="0">
                <a:solidFill>
                  <a:srgbClr val="262B3A"/>
                </a:solidFill>
                <a:latin typeface="Calibri" pitchFamily="34" charset="0"/>
                <a:ea typeface="Calibri" pitchFamily="34" charset="-122"/>
                <a:cs typeface="Calibri" pitchFamily="34" charset="-120"/>
              </a:rPr>
              <a:t> (0.040 g)</a:t>
            </a:r>
            <a:endParaRPr lang="en-US" sz="1000" dirty="0"/>
          </a:p>
        </p:txBody>
      </p:sp>
      <p:sp>
        <p:nvSpPr>
          <p:cNvPr id="52" name="Shape 50"/>
          <p:cNvSpPr/>
          <p:nvPr/>
        </p:nvSpPr>
        <p:spPr>
          <a:xfrm>
            <a:off x="2971800" y="3611880"/>
            <a:ext cx="548640" cy="548640"/>
          </a:xfrm>
          <a:prstGeom prst="ellipse">
            <a:avLst/>
          </a:prstGeom>
          <a:solidFill>
            <a:srgbClr val="FFFFFF"/>
          </a:solidFill>
          <a:ln w="19050">
            <a:solidFill>
              <a:srgbClr val="2A1F3D"/>
            </a:solidFill>
            <a:prstDash val="solid"/>
          </a:ln>
        </p:spPr>
      </p:sp>
      <p:sp>
        <p:nvSpPr>
          <p:cNvPr id="53" name="Shape 51"/>
          <p:cNvSpPr/>
          <p:nvPr/>
        </p:nvSpPr>
        <p:spPr>
          <a:xfrm>
            <a:off x="3200400" y="3529584"/>
            <a:ext cx="91440" cy="82296"/>
          </a:xfrm>
          <a:prstGeom prst="rect">
            <a:avLst/>
          </a:prstGeom>
          <a:solidFill>
            <a:srgbClr val="4A5568"/>
          </a:solidFill>
          <a:ln/>
        </p:spPr>
      </p:sp>
      <p:sp>
        <p:nvSpPr>
          <p:cNvPr id="54" name="Shape 52"/>
          <p:cNvSpPr/>
          <p:nvPr/>
        </p:nvSpPr>
        <p:spPr>
          <a:xfrm flipV="1">
            <a:off x="3246120" y="3680460"/>
            <a:ext cx="91" cy="205740"/>
          </a:xfrm>
          <a:prstGeom prst="line">
            <a:avLst/>
          </a:prstGeom>
          <a:noFill/>
          <a:ln w="19050">
            <a:solidFill>
              <a:srgbClr val="2A1F3D"/>
            </a:solidFill>
            <a:prstDash val="solid"/>
          </a:ln>
        </p:spPr>
      </p:sp>
      <p:sp>
        <p:nvSpPr>
          <p:cNvPr id="55" name="Shape 53"/>
          <p:cNvSpPr/>
          <p:nvPr/>
        </p:nvSpPr>
        <p:spPr>
          <a:xfrm>
            <a:off x="3246120" y="3886200"/>
            <a:ext cx="150876" cy="54864"/>
          </a:xfrm>
          <a:prstGeom prst="line">
            <a:avLst/>
          </a:prstGeom>
          <a:noFill/>
          <a:ln w="15875">
            <a:solidFill>
              <a:srgbClr val="C8414C"/>
            </a:solidFill>
            <a:prstDash val="solid"/>
          </a:ln>
        </p:spPr>
      </p:sp>
      <p:sp>
        <p:nvSpPr>
          <p:cNvPr id="56" name="Text 54"/>
          <p:cNvSpPr/>
          <p:nvPr/>
        </p:nvSpPr>
        <p:spPr>
          <a:xfrm>
            <a:off x="2743200" y="4462272"/>
            <a:ext cx="1097280" cy="20116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stopclock</a:t>
            </a:r>
            <a:endParaRPr lang="en-US" sz="1000" dirty="0"/>
          </a:p>
        </p:txBody>
      </p:sp>
      <p:sp>
        <p:nvSpPr>
          <p:cNvPr id="57" name="Shape 55"/>
          <p:cNvSpPr/>
          <p:nvPr/>
        </p:nvSpPr>
        <p:spPr>
          <a:xfrm>
            <a:off x="640080" y="4773168"/>
            <a:ext cx="5120640" cy="457200"/>
          </a:xfrm>
          <a:prstGeom prst="roundRect">
            <a:avLst>
              <a:gd name="adj" fmla="val 12000"/>
            </a:avLst>
          </a:prstGeom>
          <a:solidFill>
            <a:srgbClr val="FFFFFF"/>
          </a:solidFill>
          <a:ln w="12700">
            <a:solidFill>
              <a:srgbClr val="6A3FA0"/>
            </a:solidFill>
            <a:prstDash val="solid"/>
          </a:ln>
        </p:spPr>
      </p:sp>
      <p:sp>
        <p:nvSpPr>
          <p:cNvPr id="58" name="Text 56"/>
          <p:cNvSpPr/>
          <p:nvPr/>
        </p:nvSpPr>
        <p:spPr>
          <a:xfrm>
            <a:off x="694944" y="4773168"/>
            <a:ext cx="5010912" cy="45720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IV: acid concentration • DV: volume of H₂ every 10 s • Control: Mg length, acid volume, temperature</a:t>
            </a:r>
            <a:endParaRPr lang="en-US" sz="1000" dirty="0"/>
          </a:p>
        </p:txBody>
      </p:sp>
      <p:sp>
        <p:nvSpPr>
          <p:cNvPr id="59" name="Shape 57"/>
          <p:cNvSpPr/>
          <p:nvPr/>
        </p:nvSpPr>
        <p:spPr>
          <a:xfrm>
            <a:off x="6217920" y="1188720"/>
            <a:ext cx="5562295" cy="3200400"/>
          </a:xfrm>
          <a:prstGeom prst="roundRect">
            <a:avLst>
              <a:gd name="adj" fmla="val 1714"/>
            </a:avLst>
          </a:prstGeom>
          <a:solidFill>
            <a:srgbClr val="F8F5FC"/>
          </a:solidFill>
          <a:ln w="9525">
            <a:solidFill>
              <a:srgbClr val="DDD3EC"/>
            </a:solidFill>
            <a:prstDash val="solid"/>
          </a:ln>
        </p:spPr>
      </p:sp>
      <p:sp>
        <p:nvSpPr>
          <p:cNvPr id="60" name="Text 58"/>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Method</a:t>
            </a:r>
            <a:endParaRPr lang="en-US" sz="1300" dirty="0"/>
          </a:p>
        </p:txBody>
      </p:sp>
      <p:sp>
        <p:nvSpPr>
          <p:cNvPr id="61" name="Text 59"/>
          <p:cNvSpPr/>
          <p:nvPr/>
        </p:nvSpPr>
        <p:spPr>
          <a:xfrm>
            <a:off x="6382512" y="1609344"/>
            <a:ext cx="5233111" cy="270662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Measure </a:t>
            </a:r>
            <a:r>
              <a:rPr lang="en-US" sz="1050" b="1" dirty="0">
                <a:solidFill>
                  <a:srgbClr val="262B3A"/>
                </a:solidFill>
                <a:latin typeface="Calibri" pitchFamily="34" charset="0"/>
                <a:ea typeface="Calibri" pitchFamily="34" charset="-122"/>
                <a:cs typeface="Calibri" pitchFamily="34" charset="-120"/>
              </a:rPr>
              <a:t>50 cm³</a:t>
            </a:r>
            <a:r>
              <a:rPr lang="en-US" sz="1050" dirty="0">
                <a:solidFill>
                  <a:srgbClr val="262B3A"/>
                </a:solidFill>
                <a:latin typeface="Calibri" pitchFamily="34" charset="0"/>
                <a:ea typeface="Calibri" pitchFamily="34" charset="-122"/>
                <a:cs typeface="Calibri" pitchFamily="34" charset="-120"/>
              </a:rPr>
              <a:t> of 1.0 mol/dm³ hydrochloric acid into a conical flask. Connect the </a:t>
            </a:r>
            <a:r>
              <a:rPr lang="en-US" sz="1050" b="1" dirty="0">
                <a:solidFill>
                  <a:srgbClr val="262B3A"/>
                </a:solidFill>
                <a:latin typeface="Calibri" pitchFamily="34" charset="0"/>
                <a:ea typeface="Calibri" pitchFamily="34" charset="-122"/>
                <a:cs typeface="Calibri" pitchFamily="34" charset="-120"/>
              </a:rPr>
              <a:t>gas syringe</a:t>
            </a:r>
            <a:r>
              <a:rPr lang="en-US" sz="1050" dirty="0">
                <a:solidFill>
                  <a:srgbClr val="262B3A"/>
                </a:solidFill>
                <a:latin typeface="Calibri" pitchFamily="34" charset="0"/>
                <a:ea typeface="Calibri" pitchFamily="34" charset="-122"/>
                <a:cs typeface="Calibri" pitchFamily="34" charset="-120"/>
              </a:rPr>
              <a:t>, set to zero.</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Add a </a:t>
            </a:r>
            <a:r>
              <a:rPr lang="en-US" sz="1050" b="1" dirty="0">
                <a:solidFill>
                  <a:srgbClr val="262B3A"/>
                </a:solidFill>
                <a:latin typeface="Calibri" pitchFamily="34" charset="0"/>
                <a:ea typeface="Calibri" pitchFamily="34" charset="-122"/>
                <a:cs typeface="Calibri" pitchFamily="34" charset="-120"/>
              </a:rPr>
              <a:t>4.0 cm</a:t>
            </a:r>
            <a:r>
              <a:rPr lang="en-US" sz="1050" dirty="0">
                <a:solidFill>
                  <a:srgbClr val="262B3A"/>
                </a:solidFill>
                <a:latin typeface="Calibri" pitchFamily="34" charset="0"/>
                <a:ea typeface="Calibri" pitchFamily="34" charset="-122"/>
                <a:cs typeface="Calibri" pitchFamily="34" charset="-120"/>
              </a:rPr>
              <a:t> strip of clean </a:t>
            </a:r>
            <a:r>
              <a:rPr lang="en-US" sz="1050" b="1" dirty="0">
                <a:solidFill>
                  <a:srgbClr val="262B3A"/>
                </a:solidFill>
                <a:latin typeface="Calibri" pitchFamily="34" charset="0"/>
                <a:ea typeface="Calibri" pitchFamily="34" charset="-122"/>
                <a:cs typeface="Calibri" pitchFamily="34" charset="-120"/>
              </a:rPr>
              <a:t>Mg ribbon</a:t>
            </a:r>
            <a:r>
              <a:rPr lang="en-US" sz="1050" dirty="0">
                <a:solidFill>
                  <a:srgbClr val="262B3A"/>
                </a:solidFill>
                <a:latin typeface="Calibri" pitchFamily="34" charset="0"/>
                <a:ea typeface="Calibri" pitchFamily="34" charset="-122"/>
                <a:cs typeface="Calibri" pitchFamily="34" charset="-120"/>
              </a:rPr>
              <a:t>, put the bung in </a:t>
            </a:r>
            <a:r>
              <a:rPr lang="en-US" sz="1050" b="1" dirty="0">
                <a:solidFill>
                  <a:srgbClr val="262B3A"/>
                </a:solidFill>
                <a:latin typeface="Calibri" pitchFamily="34" charset="0"/>
                <a:ea typeface="Calibri" pitchFamily="34" charset="-122"/>
                <a:cs typeface="Calibri" pitchFamily="34" charset="-120"/>
              </a:rPr>
              <a:t>quickly</a:t>
            </a:r>
            <a:r>
              <a:rPr lang="en-US" sz="1050" dirty="0">
                <a:solidFill>
                  <a:srgbClr val="262B3A"/>
                </a:solidFill>
                <a:latin typeface="Calibri" pitchFamily="34" charset="0"/>
                <a:ea typeface="Calibri" pitchFamily="34" charset="-122"/>
                <a:cs typeface="Calibri" pitchFamily="34" charset="-120"/>
              </a:rPr>
              <a:t> and start the stopclock.</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Record the gas </a:t>
            </a:r>
            <a:r>
              <a:rPr lang="en-US" sz="1050" b="1" dirty="0">
                <a:solidFill>
                  <a:srgbClr val="262B3A"/>
                </a:solidFill>
                <a:latin typeface="Calibri" pitchFamily="34" charset="0"/>
                <a:ea typeface="Calibri" pitchFamily="34" charset="-122"/>
                <a:cs typeface="Calibri" pitchFamily="34" charset="-120"/>
              </a:rPr>
              <a:t>volume every 10 s</a:t>
            </a:r>
            <a:r>
              <a:rPr lang="en-US" sz="1050" dirty="0">
                <a:solidFill>
                  <a:srgbClr val="262B3A"/>
                </a:solidFill>
                <a:latin typeface="Calibri" pitchFamily="34" charset="0"/>
                <a:ea typeface="Calibri" pitchFamily="34" charset="-122"/>
                <a:cs typeface="Calibri" pitchFamily="34" charset="-120"/>
              </a:rPr>
              <a:t> until no more gas is made.</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Repeat with </a:t>
            </a:r>
            <a:r>
              <a:rPr lang="en-US" sz="1050" b="1" dirty="0">
                <a:solidFill>
                  <a:srgbClr val="262B3A"/>
                </a:solidFill>
                <a:latin typeface="Calibri" pitchFamily="34" charset="0"/>
                <a:ea typeface="Calibri" pitchFamily="34" charset="-122"/>
                <a:cs typeface="Calibri" pitchFamily="34" charset="-120"/>
              </a:rPr>
              <a:t>0.50 mol/dm³</a:t>
            </a:r>
            <a:r>
              <a:rPr lang="en-US" sz="1050" dirty="0">
                <a:solidFill>
                  <a:srgbClr val="262B3A"/>
                </a:solidFill>
                <a:latin typeface="Calibri" pitchFamily="34" charset="0"/>
                <a:ea typeface="Calibri" pitchFamily="34" charset="-122"/>
                <a:cs typeface="Calibri" pitchFamily="34" charset="-120"/>
              </a:rPr>
              <a:t> acid (and other concentrations). Repeat each run and find a </a:t>
            </a:r>
            <a:r>
              <a:rPr lang="en-US" sz="1050" b="1" dirty="0">
                <a:solidFill>
                  <a:srgbClr val="262B3A"/>
                </a:solidFill>
                <a:latin typeface="Calibri" pitchFamily="34" charset="0"/>
                <a:ea typeface="Calibri" pitchFamily="34" charset="-122"/>
                <a:cs typeface="Calibri" pitchFamily="34" charset="-120"/>
              </a:rPr>
              <a:t>mean</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Safety</a:t>
            </a:r>
            <a:r>
              <a:rPr lang="en-US" sz="1050" dirty="0">
                <a:solidFill>
                  <a:srgbClr val="262B3A"/>
                </a:solidFill>
                <a:latin typeface="Calibri" pitchFamily="34" charset="0"/>
                <a:ea typeface="Calibri" pitchFamily="34" charset="-122"/>
                <a:cs typeface="Calibri" pitchFamily="34" charset="-120"/>
              </a:rPr>
              <a:t>: eye protection; HCl below 2 mol/dm³ is </a:t>
            </a:r>
            <a:r>
              <a:rPr lang="en-US" sz="1050" b="1" dirty="0">
                <a:solidFill>
                  <a:srgbClr val="262B3A"/>
                </a:solidFill>
                <a:latin typeface="Calibri" pitchFamily="34" charset="0"/>
                <a:ea typeface="Calibri" pitchFamily="34" charset="-122"/>
                <a:cs typeface="Calibri" pitchFamily="34" charset="-120"/>
              </a:rPr>
              <a:t>LOW HAZARD</a:t>
            </a:r>
            <a:r>
              <a:rPr lang="en-US" sz="1050" dirty="0">
                <a:solidFill>
                  <a:srgbClr val="262B3A"/>
                </a:solidFill>
                <a:latin typeface="Calibri" pitchFamily="34" charset="0"/>
                <a:ea typeface="Calibri" pitchFamily="34" charset="-122"/>
                <a:cs typeface="Calibri" pitchFamily="34" charset="-120"/>
              </a:rPr>
              <a:t>; Mg is </a:t>
            </a:r>
            <a:r>
              <a:rPr lang="en-US" sz="1050" b="1" dirty="0">
                <a:solidFill>
                  <a:srgbClr val="262B3A"/>
                </a:solidFill>
                <a:latin typeface="Calibri" pitchFamily="34" charset="0"/>
                <a:ea typeface="Calibri" pitchFamily="34" charset="-122"/>
                <a:cs typeface="Calibri" pitchFamily="34" charset="-120"/>
              </a:rPr>
              <a:t>FLAMMABLE</a:t>
            </a:r>
            <a:r>
              <a:rPr lang="en-US" sz="1050" dirty="0">
                <a:solidFill>
                  <a:srgbClr val="262B3A"/>
                </a:solidFill>
                <a:latin typeface="Calibri" pitchFamily="34" charset="0"/>
                <a:ea typeface="Calibri" pitchFamily="34" charset="-122"/>
                <a:cs typeface="Calibri" pitchFamily="34" charset="-120"/>
              </a:rPr>
              <a:t>; H₂ is </a:t>
            </a:r>
            <a:r>
              <a:rPr lang="en-US" sz="1050" b="1" dirty="0">
                <a:solidFill>
                  <a:srgbClr val="262B3A"/>
                </a:solidFill>
                <a:latin typeface="Calibri" pitchFamily="34" charset="0"/>
                <a:ea typeface="Calibri" pitchFamily="34" charset="-122"/>
                <a:cs typeface="Calibri" pitchFamily="34" charset="-120"/>
              </a:rPr>
              <a:t>EXTREMELY FLAMMABLE</a:t>
            </a:r>
            <a:r>
              <a:rPr lang="en-US" sz="1050" dirty="0">
                <a:solidFill>
                  <a:srgbClr val="262B3A"/>
                </a:solidFill>
                <a:latin typeface="Calibri" pitchFamily="34" charset="0"/>
                <a:ea typeface="Calibri" pitchFamily="34" charset="-122"/>
                <a:cs typeface="Calibri" pitchFamily="34" charset="-120"/>
              </a:rPr>
              <a:t>: no flames nearby.</a:t>
            </a:r>
            <a:endParaRPr lang="en-US" sz="1050" dirty="0"/>
          </a:p>
        </p:txBody>
      </p:sp>
      <p:sp>
        <p:nvSpPr>
          <p:cNvPr id="62" name="Shape 60"/>
          <p:cNvSpPr/>
          <p:nvPr/>
        </p:nvSpPr>
        <p:spPr>
          <a:xfrm>
            <a:off x="6217920" y="4526280"/>
            <a:ext cx="5562295" cy="1188720"/>
          </a:xfrm>
          <a:prstGeom prst="roundRect">
            <a:avLst>
              <a:gd name="adj" fmla="val 4615"/>
            </a:avLst>
          </a:prstGeom>
          <a:solidFill>
            <a:srgbClr val="FFF4E0"/>
          </a:solidFill>
          <a:ln w="9525">
            <a:solidFill>
              <a:srgbClr val="F1D9A8"/>
            </a:solidFill>
            <a:prstDash val="solid"/>
          </a:ln>
        </p:spPr>
      </p:sp>
      <p:sp>
        <p:nvSpPr>
          <p:cNvPr id="63" name="Text 61"/>
          <p:cNvSpPr/>
          <p:nvPr/>
        </p:nvSpPr>
        <p:spPr>
          <a:xfrm>
            <a:off x="6382512" y="45994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is the acid in excess?</a:t>
            </a:r>
            <a:endParaRPr lang="en-US" sz="1300" dirty="0"/>
          </a:p>
        </p:txBody>
      </p:sp>
      <p:sp>
        <p:nvSpPr>
          <p:cNvPr id="64" name="Text 62"/>
          <p:cNvSpPr/>
          <p:nvPr/>
        </p:nvSpPr>
        <p:spPr>
          <a:xfrm>
            <a:off x="6382512" y="4910328"/>
            <a:ext cx="5233111" cy="7315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50 cm³ of 0.50 mol/dm³ HCl has 0.025 mol; 0.040 g Mg needs 0.0033 mol HCl.</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Compare   </a:t>
            </a:r>
            <a:r>
              <a:rPr lang="en-US" sz="1050" dirty="0">
                <a:solidFill>
                  <a:srgbClr val="262B3A"/>
                </a:solidFill>
                <a:latin typeface="Calibri" pitchFamily="34" charset="0"/>
                <a:ea typeface="Calibri" pitchFamily="34" charset="-122"/>
                <a:cs typeface="Calibri" pitchFamily="34" charset="-120"/>
              </a:rPr>
              <a:t>0.025 mol ≫ 0.0033 mol</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acid in </a:t>
            </a:r>
            <a:r>
              <a:rPr lang="en-US" sz="1050" b="1" dirty="0">
                <a:solidFill>
                  <a:srgbClr val="C8414C"/>
                </a:solidFill>
                <a:latin typeface="Calibri" pitchFamily="34" charset="0"/>
                <a:ea typeface="Calibri" pitchFamily="34" charset="-122"/>
                <a:cs typeface="Calibri" pitchFamily="34" charset="-120"/>
              </a:rPr>
              <a:t>excess</a:t>
            </a:r>
            <a:r>
              <a:rPr lang="en-US" sz="1050" b="1" dirty="0">
                <a:solidFill>
                  <a:srgbClr val="C8414C"/>
                </a:solidFill>
                <a:latin typeface="Calibri" pitchFamily="34" charset="0"/>
                <a:ea typeface="Calibri" pitchFamily="34" charset="-122"/>
                <a:cs typeface="Calibri" pitchFamily="34" charset="-120"/>
              </a:rPr>
              <a:t>: Mg is </a:t>
            </a:r>
            <a:r>
              <a:rPr lang="en-US" sz="1050" b="1" dirty="0">
                <a:solidFill>
                  <a:srgbClr val="C8414C"/>
                </a:solidFill>
                <a:latin typeface="Calibri" pitchFamily="34" charset="0"/>
                <a:ea typeface="Calibri" pitchFamily="34" charset="-122"/>
                <a:cs typeface="Calibri" pitchFamily="34" charset="-120"/>
              </a:rPr>
              <a:t>limiting</a:t>
            </a:r>
            <a:r>
              <a:rPr lang="en-US" sz="1050" b="1" dirty="0">
                <a:solidFill>
                  <a:srgbClr val="C8414C"/>
                </a:solidFill>
                <a:latin typeface="Calibri" pitchFamily="34" charset="0"/>
                <a:ea typeface="Calibri" pitchFamily="34" charset="-122"/>
                <a:cs typeface="Calibri" pitchFamily="34" charset="-120"/>
              </a:rPr>
              <a:t> in every run</a:t>
            </a:r>
            <a:endParaRPr lang="en-US" sz="1050" dirty="0"/>
          </a:p>
        </p:txBody>
      </p:sp>
      <p:sp>
        <p:nvSpPr>
          <p:cNvPr id="65" name="Shape 63"/>
          <p:cNvSpPr/>
          <p:nvPr/>
        </p:nvSpPr>
        <p:spPr>
          <a:xfrm>
            <a:off x="411480" y="5833872"/>
            <a:ext cx="11368735" cy="530352"/>
          </a:xfrm>
          <a:prstGeom prst="rect">
            <a:avLst/>
          </a:prstGeom>
          <a:solidFill>
            <a:srgbClr val="FFF4E0"/>
          </a:solidFill>
          <a:ln w="6350">
            <a:solidFill>
              <a:srgbClr val="F1D9A8"/>
            </a:solidFill>
            <a:prstDash val="solid"/>
          </a:ln>
        </p:spPr>
      </p:sp>
      <p:sp>
        <p:nvSpPr>
          <p:cNvPr id="66" name="Shape 64"/>
          <p:cNvSpPr/>
          <p:nvPr/>
        </p:nvSpPr>
        <p:spPr>
          <a:xfrm>
            <a:off x="411480" y="5833872"/>
            <a:ext cx="82296" cy="530352"/>
          </a:xfrm>
          <a:prstGeom prst="rect">
            <a:avLst/>
          </a:prstGeom>
          <a:solidFill>
            <a:srgbClr val="E39A2F"/>
          </a:solidFill>
          <a:ln w="12700">
            <a:solidFill>
              <a:srgbClr val="E39A2F"/>
            </a:solidFill>
            <a:prstDash val="solid"/>
          </a:ln>
        </p:spPr>
      </p:sp>
      <p:sp>
        <p:nvSpPr>
          <p:cNvPr id="67" name="Text 6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must the </a:t>
            </a:r>
            <a:r>
              <a:rPr lang="en-US" sz="1150" b="1" dirty="0">
                <a:solidFill>
                  <a:srgbClr val="262B3A"/>
                </a:solidFill>
                <a:latin typeface="Calibri" pitchFamily="34" charset="0"/>
                <a:ea typeface="Calibri" pitchFamily="34" charset="-122"/>
                <a:cs typeface="Calibri" pitchFamily="34" charset="-120"/>
              </a:rPr>
              <a:t>bung</a:t>
            </a:r>
            <a:r>
              <a:rPr lang="en-US" sz="1150" dirty="0">
                <a:solidFill>
                  <a:srgbClr val="262B3A"/>
                </a:solidFill>
                <a:latin typeface="Calibri" pitchFamily="34" charset="0"/>
                <a:ea typeface="Calibri" pitchFamily="34" charset="-122"/>
                <a:cs typeface="Calibri" pitchFamily="34" charset="-120"/>
              </a:rPr>
              <a:t> go in </a:t>
            </a:r>
            <a:r>
              <a:rPr lang="en-US" sz="1150" b="1" dirty="0">
                <a:solidFill>
                  <a:srgbClr val="262B3A"/>
                </a:solidFill>
                <a:latin typeface="Calibri" pitchFamily="34" charset="0"/>
                <a:ea typeface="Calibri" pitchFamily="34" charset="-122"/>
                <a:cs typeface="Calibri" pitchFamily="34" charset="-120"/>
              </a:rPr>
              <a:t>quickly</a:t>
            </a:r>
            <a:r>
              <a:rPr lang="en-US" sz="1150" dirty="0">
                <a:solidFill>
                  <a:srgbClr val="262B3A"/>
                </a:solidFill>
                <a:latin typeface="Calibri" pitchFamily="34" charset="0"/>
                <a:ea typeface="Calibri" pitchFamily="34" charset="-122"/>
                <a:cs typeface="Calibri" pitchFamily="34" charset="-120"/>
              </a:rPr>
              <a:t>? Why is the </a:t>
            </a:r>
            <a:r>
              <a:rPr lang="en-US" sz="1150" b="1" dirty="0">
                <a:solidFill>
                  <a:srgbClr val="262B3A"/>
                </a:solidFill>
                <a:latin typeface="Calibri" pitchFamily="34" charset="0"/>
                <a:ea typeface="Calibri" pitchFamily="34" charset="-122"/>
                <a:cs typeface="Calibri" pitchFamily="34" charset="-120"/>
              </a:rPr>
              <a:t>same length</a:t>
            </a:r>
            <a:r>
              <a:rPr lang="en-US" sz="1150" dirty="0">
                <a:solidFill>
                  <a:srgbClr val="262B3A"/>
                </a:solidFill>
                <a:latin typeface="Calibri" pitchFamily="34" charset="0"/>
                <a:ea typeface="Calibri" pitchFamily="34" charset="-122"/>
                <a:cs typeface="Calibri" pitchFamily="34" charset="-120"/>
              </a:rPr>
              <a:t> of magnesium used each time?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Practical: results and analysis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C6.2.9, C6.2.10 • PAG C5: table, graph to scale, mean and initial rates, errors</a:t>
            </a:r>
            <a:endParaRPr lang="en-US" sz="1100" dirty="0"/>
          </a:p>
        </p:txBody>
      </p:sp>
      <p:sp>
        <p:nvSpPr>
          <p:cNvPr id="6" name="Shape 4"/>
          <p:cNvSpPr/>
          <p:nvPr/>
        </p:nvSpPr>
        <p:spPr>
          <a:xfrm>
            <a:off x="11012119" y="292608"/>
            <a:ext cx="768096"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1012119" y="292608"/>
            <a:ext cx="76809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PAG C5</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C6.2 How do chemists control the rate of reactions?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PAG C5  |  17</a:t>
            </a:r>
            <a:endParaRPr lang="en-US" sz="1000" dirty="0"/>
          </a:p>
        </p:txBody>
      </p:sp>
      <p:sp>
        <p:nvSpPr>
          <p:cNvPr id="10" name="Shape 8"/>
          <p:cNvSpPr/>
          <p:nvPr/>
        </p:nvSpPr>
        <p:spPr>
          <a:xfrm>
            <a:off x="411480" y="1188720"/>
            <a:ext cx="60350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7607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graph plotted to scale from the results table (illustrative data)</a:t>
            </a:r>
            <a:endParaRPr lang="en-US" sz="1000" dirty="0"/>
          </a:p>
        </p:txBody>
      </p:sp>
      <p:sp>
        <p:nvSpPr>
          <p:cNvPr id="12" name="Shape 10"/>
          <p:cNvSpPr/>
          <p:nvPr/>
        </p:nvSpPr>
        <p:spPr>
          <a:xfrm>
            <a:off x="1325880" y="1371600"/>
            <a:ext cx="4846320" cy="2514600"/>
          </a:xfrm>
          <a:prstGeom prst="rect">
            <a:avLst/>
          </a:prstGeom>
          <a:solidFill>
            <a:srgbClr val="FFFFFF"/>
          </a:solidFill>
          <a:ln/>
        </p:spPr>
      </p:sp>
      <p:sp>
        <p:nvSpPr>
          <p:cNvPr id="13" name="Shape 11"/>
          <p:cNvSpPr/>
          <p:nvPr/>
        </p:nvSpPr>
        <p:spPr>
          <a:xfrm>
            <a:off x="1325880" y="1371600"/>
            <a:ext cx="91" cy="2514600"/>
          </a:xfrm>
          <a:prstGeom prst="line">
            <a:avLst/>
          </a:prstGeom>
          <a:noFill/>
          <a:ln w="6350">
            <a:solidFill>
              <a:srgbClr val="D6CBE8"/>
            </a:solidFill>
            <a:prstDash val="solid"/>
          </a:ln>
        </p:spPr>
      </p:sp>
      <p:sp>
        <p:nvSpPr>
          <p:cNvPr id="14" name="Shape 12"/>
          <p:cNvSpPr/>
          <p:nvPr/>
        </p:nvSpPr>
        <p:spPr>
          <a:xfrm>
            <a:off x="1729740" y="1371600"/>
            <a:ext cx="91" cy="2514600"/>
          </a:xfrm>
          <a:prstGeom prst="line">
            <a:avLst/>
          </a:prstGeom>
          <a:noFill/>
          <a:ln w="6350">
            <a:solidFill>
              <a:srgbClr val="EEE9F6"/>
            </a:solidFill>
            <a:prstDash val="solid"/>
          </a:ln>
        </p:spPr>
      </p:sp>
      <p:sp>
        <p:nvSpPr>
          <p:cNvPr id="15" name="Shape 13"/>
          <p:cNvSpPr/>
          <p:nvPr/>
        </p:nvSpPr>
        <p:spPr>
          <a:xfrm>
            <a:off x="2133600" y="1371600"/>
            <a:ext cx="91" cy="2514600"/>
          </a:xfrm>
          <a:prstGeom prst="line">
            <a:avLst/>
          </a:prstGeom>
          <a:noFill/>
          <a:ln w="6350">
            <a:solidFill>
              <a:srgbClr val="D6CBE8"/>
            </a:solidFill>
            <a:prstDash val="solid"/>
          </a:ln>
        </p:spPr>
      </p:sp>
      <p:sp>
        <p:nvSpPr>
          <p:cNvPr id="16" name="Shape 14"/>
          <p:cNvSpPr/>
          <p:nvPr/>
        </p:nvSpPr>
        <p:spPr>
          <a:xfrm>
            <a:off x="2537460" y="1371600"/>
            <a:ext cx="91" cy="2514600"/>
          </a:xfrm>
          <a:prstGeom prst="line">
            <a:avLst/>
          </a:prstGeom>
          <a:noFill/>
          <a:ln w="6350">
            <a:solidFill>
              <a:srgbClr val="EEE9F6"/>
            </a:solidFill>
            <a:prstDash val="solid"/>
          </a:ln>
        </p:spPr>
      </p:sp>
      <p:sp>
        <p:nvSpPr>
          <p:cNvPr id="17" name="Shape 15"/>
          <p:cNvSpPr/>
          <p:nvPr/>
        </p:nvSpPr>
        <p:spPr>
          <a:xfrm>
            <a:off x="2941320" y="1371600"/>
            <a:ext cx="91" cy="2514600"/>
          </a:xfrm>
          <a:prstGeom prst="line">
            <a:avLst/>
          </a:prstGeom>
          <a:noFill/>
          <a:ln w="6350">
            <a:solidFill>
              <a:srgbClr val="D6CBE8"/>
            </a:solidFill>
            <a:prstDash val="solid"/>
          </a:ln>
        </p:spPr>
      </p:sp>
      <p:sp>
        <p:nvSpPr>
          <p:cNvPr id="18" name="Shape 16"/>
          <p:cNvSpPr/>
          <p:nvPr/>
        </p:nvSpPr>
        <p:spPr>
          <a:xfrm>
            <a:off x="3345180" y="1371600"/>
            <a:ext cx="91" cy="2514600"/>
          </a:xfrm>
          <a:prstGeom prst="line">
            <a:avLst/>
          </a:prstGeom>
          <a:noFill/>
          <a:ln w="6350">
            <a:solidFill>
              <a:srgbClr val="EEE9F6"/>
            </a:solidFill>
            <a:prstDash val="solid"/>
          </a:ln>
        </p:spPr>
      </p:sp>
      <p:sp>
        <p:nvSpPr>
          <p:cNvPr id="19" name="Shape 17"/>
          <p:cNvSpPr/>
          <p:nvPr/>
        </p:nvSpPr>
        <p:spPr>
          <a:xfrm>
            <a:off x="3749040" y="1371600"/>
            <a:ext cx="91" cy="2514600"/>
          </a:xfrm>
          <a:prstGeom prst="line">
            <a:avLst/>
          </a:prstGeom>
          <a:noFill/>
          <a:ln w="6350">
            <a:solidFill>
              <a:srgbClr val="D6CBE8"/>
            </a:solidFill>
            <a:prstDash val="solid"/>
          </a:ln>
        </p:spPr>
      </p:sp>
      <p:sp>
        <p:nvSpPr>
          <p:cNvPr id="20" name="Shape 18"/>
          <p:cNvSpPr/>
          <p:nvPr/>
        </p:nvSpPr>
        <p:spPr>
          <a:xfrm>
            <a:off x="4152900" y="1371600"/>
            <a:ext cx="91" cy="2514600"/>
          </a:xfrm>
          <a:prstGeom prst="line">
            <a:avLst/>
          </a:prstGeom>
          <a:noFill/>
          <a:ln w="6350">
            <a:solidFill>
              <a:srgbClr val="EEE9F6"/>
            </a:solidFill>
            <a:prstDash val="solid"/>
          </a:ln>
        </p:spPr>
      </p:sp>
      <p:sp>
        <p:nvSpPr>
          <p:cNvPr id="21" name="Shape 19"/>
          <p:cNvSpPr/>
          <p:nvPr/>
        </p:nvSpPr>
        <p:spPr>
          <a:xfrm>
            <a:off x="4556760" y="1371600"/>
            <a:ext cx="91" cy="2514600"/>
          </a:xfrm>
          <a:prstGeom prst="line">
            <a:avLst/>
          </a:prstGeom>
          <a:noFill/>
          <a:ln w="6350">
            <a:solidFill>
              <a:srgbClr val="D6CBE8"/>
            </a:solidFill>
            <a:prstDash val="solid"/>
          </a:ln>
        </p:spPr>
      </p:sp>
      <p:sp>
        <p:nvSpPr>
          <p:cNvPr id="22" name="Shape 20"/>
          <p:cNvSpPr/>
          <p:nvPr/>
        </p:nvSpPr>
        <p:spPr>
          <a:xfrm>
            <a:off x="4960620" y="1371600"/>
            <a:ext cx="91" cy="2514600"/>
          </a:xfrm>
          <a:prstGeom prst="line">
            <a:avLst/>
          </a:prstGeom>
          <a:noFill/>
          <a:ln w="6350">
            <a:solidFill>
              <a:srgbClr val="EEE9F6"/>
            </a:solidFill>
            <a:prstDash val="solid"/>
          </a:ln>
        </p:spPr>
      </p:sp>
      <p:sp>
        <p:nvSpPr>
          <p:cNvPr id="23" name="Shape 21"/>
          <p:cNvSpPr/>
          <p:nvPr/>
        </p:nvSpPr>
        <p:spPr>
          <a:xfrm>
            <a:off x="5364480" y="1371600"/>
            <a:ext cx="91" cy="2514600"/>
          </a:xfrm>
          <a:prstGeom prst="line">
            <a:avLst/>
          </a:prstGeom>
          <a:noFill/>
          <a:ln w="6350">
            <a:solidFill>
              <a:srgbClr val="D6CBE8"/>
            </a:solidFill>
            <a:prstDash val="solid"/>
          </a:ln>
        </p:spPr>
      </p:sp>
      <p:sp>
        <p:nvSpPr>
          <p:cNvPr id="24" name="Shape 22"/>
          <p:cNvSpPr/>
          <p:nvPr/>
        </p:nvSpPr>
        <p:spPr>
          <a:xfrm>
            <a:off x="5768340" y="1371600"/>
            <a:ext cx="91" cy="2514600"/>
          </a:xfrm>
          <a:prstGeom prst="line">
            <a:avLst/>
          </a:prstGeom>
          <a:noFill/>
          <a:ln w="6350">
            <a:solidFill>
              <a:srgbClr val="EEE9F6"/>
            </a:solidFill>
            <a:prstDash val="solid"/>
          </a:ln>
        </p:spPr>
      </p:sp>
      <p:sp>
        <p:nvSpPr>
          <p:cNvPr id="25" name="Shape 23"/>
          <p:cNvSpPr/>
          <p:nvPr/>
        </p:nvSpPr>
        <p:spPr>
          <a:xfrm>
            <a:off x="6172200" y="1371600"/>
            <a:ext cx="91" cy="2514600"/>
          </a:xfrm>
          <a:prstGeom prst="line">
            <a:avLst/>
          </a:prstGeom>
          <a:noFill/>
          <a:ln w="6350">
            <a:solidFill>
              <a:srgbClr val="D6CBE8"/>
            </a:solidFill>
            <a:prstDash val="solid"/>
          </a:ln>
        </p:spPr>
      </p:sp>
      <p:sp>
        <p:nvSpPr>
          <p:cNvPr id="26" name="Shape 24"/>
          <p:cNvSpPr/>
          <p:nvPr/>
        </p:nvSpPr>
        <p:spPr>
          <a:xfrm>
            <a:off x="1325880" y="3886200"/>
            <a:ext cx="4846320" cy="91"/>
          </a:xfrm>
          <a:prstGeom prst="line">
            <a:avLst/>
          </a:prstGeom>
          <a:noFill/>
          <a:ln w="6350">
            <a:solidFill>
              <a:srgbClr val="D6CBE8"/>
            </a:solidFill>
            <a:prstDash val="solid"/>
          </a:ln>
        </p:spPr>
      </p:sp>
      <p:sp>
        <p:nvSpPr>
          <p:cNvPr id="27" name="Shape 25"/>
          <p:cNvSpPr/>
          <p:nvPr/>
        </p:nvSpPr>
        <p:spPr>
          <a:xfrm>
            <a:off x="1325880" y="3634740"/>
            <a:ext cx="4846320" cy="91"/>
          </a:xfrm>
          <a:prstGeom prst="line">
            <a:avLst/>
          </a:prstGeom>
          <a:noFill/>
          <a:ln w="6350">
            <a:solidFill>
              <a:srgbClr val="EEE9F6"/>
            </a:solidFill>
            <a:prstDash val="solid"/>
          </a:ln>
        </p:spPr>
      </p:sp>
      <p:sp>
        <p:nvSpPr>
          <p:cNvPr id="28" name="Shape 26"/>
          <p:cNvSpPr/>
          <p:nvPr/>
        </p:nvSpPr>
        <p:spPr>
          <a:xfrm>
            <a:off x="1325880" y="3383280"/>
            <a:ext cx="4846320" cy="91"/>
          </a:xfrm>
          <a:prstGeom prst="line">
            <a:avLst/>
          </a:prstGeom>
          <a:noFill/>
          <a:ln w="6350">
            <a:solidFill>
              <a:srgbClr val="D6CBE8"/>
            </a:solidFill>
            <a:prstDash val="solid"/>
          </a:ln>
        </p:spPr>
      </p:sp>
      <p:sp>
        <p:nvSpPr>
          <p:cNvPr id="29" name="Shape 27"/>
          <p:cNvSpPr/>
          <p:nvPr/>
        </p:nvSpPr>
        <p:spPr>
          <a:xfrm>
            <a:off x="1325880" y="3131820"/>
            <a:ext cx="4846320" cy="91"/>
          </a:xfrm>
          <a:prstGeom prst="line">
            <a:avLst/>
          </a:prstGeom>
          <a:noFill/>
          <a:ln w="6350">
            <a:solidFill>
              <a:srgbClr val="EEE9F6"/>
            </a:solidFill>
            <a:prstDash val="solid"/>
          </a:ln>
        </p:spPr>
      </p:sp>
      <p:sp>
        <p:nvSpPr>
          <p:cNvPr id="30" name="Shape 28"/>
          <p:cNvSpPr/>
          <p:nvPr/>
        </p:nvSpPr>
        <p:spPr>
          <a:xfrm>
            <a:off x="1325880" y="2880360"/>
            <a:ext cx="4846320" cy="91"/>
          </a:xfrm>
          <a:prstGeom prst="line">
            <a:avLst/>
          </a:prstGeom>
          <a:noFill/>
          <a:ln w="6350">
            <a:solidFill>
              <a:srgbClr val="D6CBE8"/>
            </a:solidFill>
            <a:prstDash val="solid"/>
          </a:ln>
        </p:spPr>
      </p:sp>
      <p:sp>
        <p:nvSpPr>
          <p:cNvPr id="31" name="Shape 29"/>
          <p:cNvSpPr/>
          <p:nvPr/>
        </p:nvSpPr>
        <p:spPr>
          <a:xfrm>
            <a:off x="1325880" y="2628900"/>
            <a:ext cx="4846320" cy="91"/>
          </a:xfrm>
          <a:prstGeom prst="line">
            <a:avLst/>
          </a:prstGeom>
          <a:noFill/>
          <a:ln w="6350">
            <a:solidFill>
              <a:srgbClr val="EEE9F6"/>
            </a:solidFill>
            <a:prstDash val="solid"/>
          </a:ln>
        </p:spPr>
      </p:sp>
      <p:sp>
        <p:nvSpPr>
          <p:cNvPr id="32" name="Shape 30"/>
          <p:cNvSpPr/>
          <p:nvPr/>
        </p:nvSpPr>
        <p:spPr>
          <a:xfrm>
            <a:off x="1325880" y="2377440"/>
            <a:ext cx="4846320" cy="91"/>
          </a:xfrm>
          <a:prstGeom prst="line">
            <a:avLst/>
          </a:prstGeom>
          <a:noFill/>
          <a:ln w="6350">
            <a:solidFill>
              <a:srgbClr val="D6CBE8"/>
            </a:solidFill>
            <a:prstDash val="solid"/>
          </a:ln>
        </p:spPr>
      </p:sp>
      <p:sp>
        <p:nvSpPr>
          <p:cNvPr id="33" name="Shape 31"/>
          <p:cNvSpPr/>
          <p:nvPr/>
        </p:nvSpPr>
        <p:spPr>
          <a:xfrm>
            <a:off x="1325880" y="2125980"/>
            <a:ext cx="4846320" cy="91"/>
          </a:xfrm>
          <a:prstGeom prst="line">
            <a:avLst/>
          </a:prstGeom>
          <a:noFill/>
          <a:ln w="6350">
            <a:solidFill>
              <a:srgbClr val="EEE9F6"/>
            </a:solidFill>
            <a:prstDash val="solid"/>
          </a:ln>
        </p:spPr>
      </p:sp>
      <p:sp>
        <p:nvSpPr>
          <p:cNvPr id="34" name="Shape 32"/>
          <p:cNvSpPr/>
          <p:nvPr/>
        </p:nvSpPr>
        <p:spPr>
          <a:xfrm>
            <a:off x="1325880" y="1874520"/>
            <a:ext cx="4846320" cy="91"/>
          </a:xfrm>
          <a:prstGeom prst="line">
            <a:avLst/>
          </a:prstGeom>
          <a:noFill/>
          <a:ln w="6350">
            <a:solidFill>
              <a:srgbClr val="D6CBE8"/>
            </a:solidFill>
            <a:prstDash val="solid"/>
          </a:ln>
        </p:spPr>
      </p:sp>
      <p:sp>
        <p:nvSpPr>
          <p:cNvPr id="35" name="Shape 33"/>
          <p:cNvSpPr/>
          <p:nvPr/>
        </p:nvSpPr>
        <p:spPr>
          <a:xfrm>
            <a:off x="1325880" y="1623060"/>
            <a:ext cx="4846320" cy="91"/>
          </a:xfrm>
          <a:prstGeom prst="line">
            <a:avLst/>
          </a:prstGeom>
          <a:noFill/>
          <a:ln w="6350">
            <a:solidFill>
              <a:srgbClr val="EEE9F6"/>
            </a:solidFill>
            <a:prstDash val="solid"/>
          </a:ln>
        </p:spPr>
      </p:sp>
      <p:sp>
        <p:nvSpPr>
          <p:cNvPr id="36" name="Shape 34"/>
          <p:cNvSpPr/>
          <p:nvPr/>
        </p:nvSpPr>
        <p:spPr>
          <a:xfrm>
            <a:off x="1325880" y="1371600"/>
            <a:ext cx="4846320" cy="91"/>
          </a:xfrm>
          <a:prstGeom prst="line">
            <a:avLst/>
          </a:prstGeom>
          <a:noFill/>
          <a:ln w="6350">
            <a:solidFill>
              <a:srgbClr val="D6CBE8"/>
            </a:solidFill>
            <a:prstDash val="solid"/>
          </a:ln>
        </p:spPr>
      </p:sp>
      <p:sp>
        <p:nvSpPr>
          <p:cNvPr id="37" name="Shape 35"/>
          <p:cNvSpPr/>
          <p:nvPr/>
        </p:nvSpPr>
        <p:spPr>
          <a:xfrm>
            <a:off x="1325880" y="3886200"/>
            <a:ext cx="4846320" cy="91"/>
          </a:xfrm>
          <a:prstGeom prst="line">
            <a:avLst/>
          </a:prstGeom>
          <a:noFill/>
          <a:ln w="19050">
            <a:solidFill>
              <a:srgbClr val="2A1F3D"/>
            </a:solidFill>
            <a:prstDash val="solid"/>
          </a:ln>
        </p:spPr>
      </p:sp>
      <p:sp>
        <p:nvSpPr>
          <p:cNvPr id="38" name="Shape 36"/>
          <p:cNvSpPr/>
          <p:nvPr/>
        </p:nvSpPr>
        <p:spPr>
          <a:xfrm flipV="1">
            <a:off x="1325880" y="1371600"/>
            <a:ext cx="91" cy="2514600"/>
          </a:xfrm>
          <a:prstGeom prst="line">
            <a:avLst/>
          </a:prstGeom>
          <a:noFill/>
          <a:ln w="19050">
            <a:solidFill>
              <a:srgbClr val="2A1F3D"/>
            </a:solidFill>
            <a:prstDash val="solid"/>
          </a:ln>
        </p:spPr>
      </p:sp>
      <p:sp>
        <p:nvSpPr>
          <p:cNvPr id="39" name="Shape 37"/>
          <p:cNvSpPr/>
          <p:nvPr/>
        </p:nvSpPr>
        <p:spPr>
          <a:xfrm>
            <a:off x="1325880" y="3886200"/>
            <a:ext cx="91" cy="54864"/>
          </a:xfrm>
          <a:prstGeom prst="line">
            <a:avLst/>
          </a:prstGeom>
          <a:noFill/>
          <a:ln w="12700">
            <a:solidFill>
              <a:srgbClr val="2A1F3D"/>
            </a:solidFill>
            <a:prstDash val="solid"/>
          </a:ln>
        </p:spPr>
      </p:sp>
      <p:sp>
        <p:nvSpPr>
          <p:cNvPr id="40" name="Text 38"/>
          <p:cNvSpPr/>
          <p:nvPr/>
        </p:nvSpPr>
        <p:spPr>
          <a:xfrm>
            <a:off x="1051560" y="39410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41" name="Shape 39"/>
          <p:cNvSpPr/>
          <p:nvPr/>
        </p:nvSpPr>
        <p:spPr>
          <a:xfrm>
            <a:off x="2133600" y="3886200"/>
            <a:ext cx="91" cy="54864"/>
          </a:xfrm>
          <a:prstGeom prst="line">
            <a:avLst/>
          </a:prstGeom>
          <a:noFill/>
          <a:ln w="12700">
            <a:solidFill>
              <a:srgbClr val="2A1F3D"/>
            </a:solidFill>
            <a:prstDash val="solid"/>
          </a:ln>
        </p:spPr>
      </p:sp>
      <p:sp>
        <p:nvSpPr>
          <p:cNvPr id="42" name="Text 40"/>
          <p:cNvSpPr/>
          <p:nvPr/>
        </p:nvSpPr>
        <p:spPr>
          <a:xfrm>
            <a:off x="1859280" y="39410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43" name="Shape 41"/>
          <p:cNvSpPr/>
          <p:nvPr/>
        </p:nvSpPr>
        <p:spPr>
          <a:xfrm>
            <a:off x="2941320" y="3886200"/>
            <a:ext cx="91" cy="54864"/>
          </a:xfrm>
          <a:prstGeom prst="line">
            <a:avLst/>
          </a:prstGeom>
          <a:noFill/>
          <a:ln w="12700">
            <a:solidFill>
              <a:srgbClr val="2A1F3D"/>
            </a:solidFill>
            <a:prstDash val="solid"/>
          </a:ln>
        </p:spPr>
      </p:sp>
      <p:sp>
        <p:nvSpPr>
          <p:cNvPr id="44" name="Text 42"/>
          <p:cNvSpPr/>
          <p:nvPr/>
        </p:nvSpPr>
        <p:spPr>
          <a:xfrm>
            <a:off x="2667000" y="39410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45" name="Shape 43"/>
          <p:cNvSpPr/>
          <p:nvPr/>
        </p:nvSpPr>
        <p:spPr>
          <a:xfrm>
            <a:off x="3749040" y="3886200"/>
            <a:ext cx="91" cy="54864"/>
          </a:xfrm>
          <a:prstGeom prst="line">
            <a:avLst/>
          </a:prstGeom>
          <a:noFill/>
          <a:ln w="12700">
            <a:solidFill>
              <a:srgbClr val="2A1F3D"/>
            </a:solidFill>
            <a:prstDash val="solid"/>
          </a:ln>
        </p:spPr>
      </p:sp>
      <p:sp>
        <p:nvSpPr>
          <p:cNvPr id="46" name="Text 44"/>
          <p:cNvSpPr/>
          <p:nvPr/>
        </p:nvSpPr>
        <p:spPr>
          <a:xfrm>
            <a:off x="3474720" y="39410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60</a:t>
            </a:r>
            <a:endParaRPr lang="en-US" sz="1000" dirty="0"/>
          </a:p>
        </p:txBody>
      </p:sp>
      <p:sp>
        <p:nvSpPr>
          <p:cNvPr id="47" name="Shape 45"/>
          <p:cNvSpPr/>
          <p:nvPr/>
        </p:nvSpPr>
        <p:spPr>
          <a:xfrm>
            <a:off x="4556760" y="3886200"/>
            <a:ext cx="91" cy="54864"/>
          </a:xfrm>
          <a:prstGeom prst="line">
            <a:avLst/>
          </a:prstGeom>
          <a:noFill/>
          <a:ln w="12700">
            <a:solidFill>
              <a:srgbClr val="2A1F3D"/>
            </a:solidFill>
            <a:prstDash val="solid"/>
          </a:ln>
        </p:spPr>
      </p:sp>
      <p:sp>
        <p:nvSpPr>
          <p:cNvPr id="48" name="Text 46"/>
          <p:cNvSpPr/>
          <p:nvPr/>
        </p:nvSpPr>
        <p:spPr>
          <a:xfrm>
            <a:off x="4282440" y="39410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80</a:t>
            </a:r>
            <a:endParaRPr lang="en-US" sz="1000" dirty="0"/>
          </a:p>
        </p:txBody>
      </p:sp>
      <p:sp>
        <p:nvSpPr>
          <p:cNvPr id="49" name="Shape 47"/>
          <p:cNvSpPr/>
          <p:nvPr/>
        </p:nvSpPr>
        <p:spPr>
          <a:xfrm>
            <a:off x="5364480" y="3886200"/>
            <a:ext cx="91" cy="54864"/>
          </a:xfrm>
          <a:prstGeom prst="line">
            <a:avLst/>
          </a:prstGeom>
          <a:noFill/>
          <a:ln w="12700">
            <a:solidFill>
              <a:srgbClr val="2A1F3D"/>
            </a:solidFill>
            <a:prstDash val="solid"/>
          </a:ln>
        </p:spPr>
      </p:sp>
      <p:sp>
        <p:nvSpPr>
          <p:cNvPr id="50" name="Text 48"/>
          <p:cNvSpPr/>
          <p:nvPr/>
        </p:nvSpPr>
        <p:spPr>
          <a:xfrm>
            <a:off x="5090160" y="39410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p>
        </p:txBody>
      </p:sp>
      <p:sp>
        <p:nvSpPr>
          <p:cNvPr id="51" name="Shape 49"/>
          <p:cNvSpPr/>
          <p:nvPr/>
        </p:nvSpPr>
        <p:spPr>
          <a:xfrm>
            <a:off x="6172200" y="3886200"/>
            <a:ext cx="91" cy="54864"/>
          </a:xfrm>
          <a:prstGeom prst="line">
            <a:avLst/>
          </a:prstGeom>
          <a:noFill/>
          <a:ln w="12700">
            <a:solidFill>
              <a:srgbClr val="2A1F3D"/>
            </a:solidFill>
            <a:prstDash val="solid"/>
          </a:ln>
        </p:spPr>
      </p:sp>
      <p:sp>
        <p:nvSpPr>
          <p:cNvPr id="52" name="Text 50"/>
          <p:cNvSpPr/>
          <p:nvPr/>
        </p:nvSpPr>
        <p:spPr>
          <a:xfrm>
            <a:off x="5897880" y="39410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120</a:t>
            </a:r>
            <a:endParaRPr lang="en-US" sz="1000" dirty="0"/>
          </a:p>
        </p:txBody>
      </p:sp>
      <p:sp>
        <p:nvSpPr>
          <p:cNvPr id="53" name="Shape 51"/>
          <p:cNvSpPr/>
          <p:nvPr/>
        </p:nvSpPr>
        <p:spPr>
          <a:xfrm>
            <a:off x="1271016" y="3886200"/>
            <a:ext cx="54864" cy="91"/>
          </a:xfrm>
          <a:prstGeom prst="line">
            <a:avLst/>
          </a:prstGeom>
          <a:noFill/>
          <a:ln w="12700">
            <a:solidFill>
              <a:srgbClr val="2A1F3D"/>
            </a:solidFill>
            <a:prstDash val="solid"/>
          </a:ln>
        </p:spPr>
      </p:sp>
      <p:sp>
        <p:nvSpPr>
          <p:cNvPr id="54" name="Text 52"/>
          <p:cNvSpPr/>
          <p:nvPr/>
        </p:nvSpPr>
        <p:spPr>
          <a:xfrm>
            <a:off x="886968" y="37947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55" name="Shape 53"/>
          <p:cNvSpPr/>
          <p:nvPr/>
        </p:nvSpPr>
        <p:spPr>
          <a:xfrm>
            <a:off x="1271016" y="3383280"/>
            <a:ext cx="54864" cy="91"/>
          </a:xfrm>
          <a:prstGeom prst="line">
            <a:avLst/>
          </a:prstGeom>
          <a:noFill/>
          <a:ln w="12700">
            <a:solidFill>
              <a:srgbClr val="2A1F3D"/>
            </a:solidFill>
            <a:prstDash val="solid"/>
          </a:ln>
        </p:spPr>
      </p:sp>
      <p:sp>
        <p:nvSpPr>
          <p:cNvPr id="56" name="Text 54"/>
          <p:cNvSpPr/>
          <p:nvPr/>
        </p:nvSpPr>
        <p:spPr>
          <a:xfrm>
            <a:off x="886968" y="32918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57" name="Shape 55"/>
          <p:cNvSpPr/>
          <p:nvPr/>
        </p:nvSpPr>
        <p:spPr>
          <a:xfrm>
            <a:off x="1271016" y="2880360"/>
            <a:ext cx="54864" cy="91"/>
          </a:xfrm>
          <a:prstGeom prst="line">
            <a:avLst/>
          </a:prstGeom>
          <a:noFill/>
          <a:ln w="12700">
            <a:solidFill>
              <a:srgbClr val="2A1F3D"/>
            </a:solidFill>
            <a:prstDash val="solid"/>
          </a:ln>
        </p:spPr>
      </p:sp>
      <p:sp>
        <p:nvSpPr>
          <p:cNvPr id="58" name="Text 56"/>
          <p:cNvSpPr/>
          <p:nvPr/>
        </p:nvSpPr>
        <p:spPr>
          <a:xfrm>
            <a:off x="886968" y="27889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59" name="Shape 57"/>
          <p:cNvSpPr/>
          <p:nvPr/>
        </p:nvSpPr>
        <p:spPr>
          <a:xfrm>
            <a:off x="1271016" y="2377440"/>
            <a:ext cx="54864" cy="91"/>
          </a:xfrm>
          <a:prstGeom prst="line">
            <a:avLst/>
          </a:prstGeom>
          <a:noFill/>
          <a:ln w="12700">
            <a:solidFill>
              <a:srgbClr val="2A1F3D"/>
            </a:solidFill>
            <a:prstDash val="solid"/>
          </a:ln>
        </p:spPr>
      </p:sp>
      <p:sp>
        <p:nvSpPr>
          <p:cNvPr id="60" name="Text 58"/>
          <p:cNvSpPr/>
          <p:nvPr/>
        </p:nvSpPr>
        <p:spPr>
          <a:xfrm>
            <a:off x="886968" y="22860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61" name="Shape 59"/>
          <p:cNvSpPr/>
          <p:nvPr/>
        </p:nvSpPr>
        <p:spPr>
          <a:xfrm>
            <a:off x="1271016" y="1874520"/>
            <a:ext cx="54864" cy="91"/>
          </a:xfrm>
          <a:prstGeom prst="line">
            <a:avLst/>
          </a:prstGeom>
          <a:noFill/>
          <a:ln w="12700">
            <a:solidFill>
              <a:srgbClr val="2A1F3D"/>
            </a:solidFill>
            <a:prstDash val="solid"/>
          </a:ln>
        </p:spPr>
      </p:sp>
      <p:sp>
        <p:nvSpPr>
          <p:cNvPr id="62" name="Text 60"/>
          <p:cNvSpPr/>
          <p:nvPr/>
        </p:nvSpPr>
        <p:spPr>
          <a:xfrm>
            <a:off x="886968" y="17830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63" name="Shape 61"/>
          <p:cNvSpPr/>
          <p:nvPr/>
        </p:nvSpPr>
        <p:spPr>
          <a:xfrm>
            <a:off x="1271016" y="1371600"/>
            <a:ext cx="54864" cy="91"/>
          </a:xfrm>
          <a:prstGeom prst="line">
            <a:avLst/>
          </a:prstGeom>
          <a:noFill/>
          <a:ln w="12700">
            <a:solidFill>
              <a:srgbClr val="2A1F3D"/>
            </a:solidFill>
            <a:prstDash val="solid"/>
          </a:ln>
        </p:spPr>
      </p:sp>
      <p:sp>
        <p:nvSpPr>
          <p:cNvPr id="64" name="Text 62"/>
          <p:cNvSpPr/>
          <p:nvPr/>
        </p:nvSpPr>
        <p:spPr>
          <a:xfrm>
            <a:off x="886968" y="12801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50</a:t>
            </a:r>
            <a:endParaRPr lang="en-US" sz="1000" dirty="0"/>
          </a:p>
        </p:txBody>
      </p:sp>
      <p:sp>
        <p:nvSpPr>
          <p:cNvPr id="65" name="Text 63"/>
          <p:cNvSpPr/>
          <p:nvPr/>
        </p:nvSpPr>
        <p:spPr>
          <a:xfrm>
            <a:off x="1325880" y="4133088"/>
            <a:ext cx="48463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Time / s</a:t>
            </a:r>
            <a:endParaRPr lang="en-US" sz="1050" dirty="0"/>
          </a:p>
        </p:txBody>
      </p:sp>
      <p:sp>
        <p:nvSpPr>
          <p:cNvPr id="66" name="Text 64"/>
          <p:cNvSpPr/>
          <p:nvPr/>
        </p:nvSpPr>
        <p:spPr>
          <a:xfrm rot="16200000">
            <a:off x="-498348" y="2500884"/>
            <a:ext cx="251460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Volume of H₂ / cm³</a:t>
            </a:r>
            <a:endParaRPr lang="en-US" sz="1050" dirty="0"/>
          </a:p>
        </p:txBody>
      </p:sp>
      <p:sp>
        <p:nvSpPr>
          <p:cNvPr id="67" name="Shape 65"/>
          <p:cNvSpPr/>
          <p:nvPr/>
        </p:nvSpPr>
        <p:spPr>
          <a:xfrm flipV="1">
            <a:off x="1325880" y="3694763"/>
            <a:ext cx="80772" cy="191437"/>
          </a:xfrm>
          <a:prstGeom prst="line">
            <a:avLst/>
          </a:prstGeom>
          <a:noFill/>
          <a:ln w="25400">
            <a:solidFill>
              <a:srgbClr val="C8414C"/>
            </a:solidFill>
            <a:prstDash val="solid"/>
          </a:ln>
        </p:spPr>
      </p:sp>
      <p:sp>
        <p:nvSpPr>
          <p:cNvPr id="68" name="Shape 66"/>
          <p:cNvSpPr/>
          <p:nvPr/>
        </p:nvSpPr>
        <p:spPr>
          <a:xfrm flipV="1">
            <a:off x="1406652" y="3521544"/>
            <a:ext cx="80772" cy="173219"/>
          </a:xfrm>
          <a:prstGeom prst="line">
            <a:avLst/>
          </a:prstGeom>
          <a:noFill/>
          <a:ln w="25400">
            <a:solidFill>
              <a:srgbClr val="C8414C"/>
            </a:solidFill>
            <a:prstDash val="solid"/>
          </a:ln>
        </p:spPr>
      </p:sp>
      <p:sp>
        <p:nvSpPr>
          <p:cNvPr id="69" name="Shape 67"/>
          <p:cNvSpPr/>
          <p:nvPr/>
        </p:nvSpPr>
        <p:spPr>
          <a:xfrm flipV="1">
            <a:off x="1487424" y="3364809"/>
            <a:ext cx="80772" cy="156735"/>
          </a:xfrm>
          <a:prstGeom prst="line">
            <a:avLst/>
          </a:prstGeom>
          <a:noFill/>
          <a:ln w="25400">
            <a:solidFill>
              <a:srgbClr val="C8414C"/>
            </a:solidFill>
            <a:prstDash val="solid"/>
          </a:ln>
        </p:spPr>
      </p:sp>
      <p:sp>
        <p:nvSpPr>
          <p:cNvPr id="70" name="Shape 68"/>
          <p:cNvSpPr/>
          <p:nvPr/>
        </p:nvSpPr>
        <p:spPr>
          <a:xfrm flipV="1">
            <a:off x="1568196" y="3222989"/>
            <a:ext cx="80772" cy="141820"/>
          </a:xfrm>
          <a:prstGeom prst="line">
            <a:avLst/>
          </a:prstGeom>
          <a:noFill/>
          <a:ln w="25400">
            <a:solidFill>
              <a:srgbClr val="C8414C"/>
            </a:solidFill>
            <a:prstDash val="solid"/>
          </a:ln>
        </p:spPr>
      </p:sp>
      <p:sp>
        <p:nvSpPr>
          <p:cNvPr id="71" name="Shape 69"/>
          <p:cNvSpPr/>
          <p:nvPr/>
        </p:nvSpPr>
        <p:spPr>
          <a:xfrm flipV="1">
            <a:off x="1648968" y="3094666"/>
            <a:ext cx="80772" cy="128324"/>
          </a:xfrm>
          <a:prstGeom prst="line">
            <a:avLst/>
          </a:prstGeom>
          <a:noFill/>
          <a:ln w="25400">
            <a:solidFill>
              <a:srgbClr val="C8414C"/>
            </a:solidFill>
            <a:prstDash val="solid"/>
          </a:ln>
        </p:spPr>
      </p:sp>
      <p:sp>
        <p:nvSpPr>
          <p:cNvPr id="72" name="Shape 70"/>
          <p:cNvSpPr/>
          <p:nvPr/>
        </p:nvSpPr>
        <p:spPr>
          <a:xfrm flipV="1">
            <a:off x="1729740" y="2978553"/>
            <a:ext cx="80772" cy="116112"/>
          </a:xfrm>
          <a:prstGeom prst="line">
            <a:avLst/>
          </a:prstGeom>
          <a:noFill/>
          <a:ln w="25400">
            <a:solidFill>
              <a:srgbClr val="C8414C"/>
            </a:solidFill>
            <a:prstDash val="solid"/>
          </a:ln>
        </p:spPr>
      </p:sp>
      <p:sp>
        <p:nvSpPr>
          <p:cNvPr id="73" name="Shape 71"/>
          <p:cNvSpPr/>
          <p:nvPr/>
        </p:nvSpPr>
        <p:spPr>
          <a:xfrm flipV="1">
            <a:off x="1810512" y="2873491"/>
            <a:ext cx="80772" cy="105063"/>
          </a:xfrm>
          <a:prstGeom prst="line">
            <a:avLst/>
          </a:prstGeom>
          <a:noFill/>
          <a:ln w="25400">
            <a:solidFill>
              <a:srgbClr val="C8414C"/>
            </a:solidFill>
            <a:prstDash val="solid"/>
          </a:ln>
        </p:spPr>
      </p:sp>
      <p:sp>
        <p:nvSpPr>
          <p:cNvPr id="74" name="Shape 72"/>
          <p:cNvSpPr/>
          <p:nvPr/>
        </p:nvSpPr>
        <p:spPr>
          <a:xfrm flipV="1">
            <a:off x="1891284" y="2778426"/>
            <a:ext cx="80772" cy="95065"/>
          </a:xfrm>
          <a:prstGeom prst="line">
            <a:avLst/>
          </a:prstGeom>
          <a:noFill/>
          <a:ln w="25400">
            <a:solidFill>
              <a:srgbClr val="C8414C"/>
            </a:solidFill>
            <a:prstDash val="solid"/>
          </a:ln>
        </p:spPr>
      </p:sp>
      <p:sp>
        <p:nvSpPr>
          <p:cNvPr id="75" name="Shape 73"/>
          <p:cNvSpPr/>
          <p:nvPr/>
        </p:nvSpPr>
        <p:spPr>
          <a:xfrm flipV="1">
            <a:off x="1972056" y="2692408"/>
            <a:ext cx="80772" cy="86018"/>
          </a:xfrm>
          <a:prstGeom prst="line">
            <a:avLst/>
          </a:prstGeom>
          <a:noFill/>
          <a:ln w="25400">
            <a:solidFill>
              <a:srgbClr val="C8414C"/>
            </a:solidFill>
            <a:prstDash val="solid"/>
          </a:ln>
        </p:spPr>
      </p:sp>
      <p:sp>
        <p:nvSpPr>
          <p:cNvPr id="76" name="Shape 74"/>
          <p:cNvSpPr/>
          <p:nvPr/>
        </p:nvSpPr>
        <p:spPr>
          <a:xfrm flipV="1">
            <a:off x="2052828" y="2614576"/>
            <a:ext cx="80772" cy="77832"/>
          </a:xfrm>
          <a:prstGeom prst="line">
            <a:avLst/>
          </a:prstGeom>
          <a:noFill/>
          <a:ln w="25400">
            <a:solidFill>
              <a:srgbClr val="C8414C"/>
            </a:solidFill>
            <a:prstDash val="solid"/>
          </a:ln>
        </p:spPr>
      </p:sp>
      <p:sp>
        <p:nvSpPr>
          <p:cNvPr id="77" name="Shape 75"/>
          <p:cNvSpPr/>
          <p:nvPr/>
        </p:nvSpPr>
        <p:spPr>
          <a:xfrm flipV="1">
            <a:off x="2133600" y="2544150"/>
            <a:ext cx="80772" cy="70426"/>
          </a:xfrm>
          <a:prstGeom prst="line">
            <a:avLst/>
          </a:prstGeom>
          <a:noFill/>
          <a:ln w="25400">
            <a:solidFill>
              <a:srgbClr val="C8414C"/>
            </a:solidFill>
            <a:prstDash val="solid"/>
          </a:ln>
        </p:spPr>
      </p:sp>
      <p:sp>
        <p:nvSpPr>
          <p:cNvPr id="78" name="Shape 76"/>
          <p:cNvSpPr/>
          <p:nvPr/>
        </p:nvSpPr>
        <p:spPr>
          <a:xfrm flipV="1">
            <a:off x="2214372" y="2480426"/>
            <a:ext cx="80772" cy="63724"/>
          </a:xfrm>
          <a:prstGeom prst="line">
            <a:avLst/>
          </a:prstGeom>
          <a:noFill/>
          <a:ln w="25400">
            <a:solidFill>
              <a:srgbClr val="C8414C"/>
            </a:solidFill>
            <a:prstDash val="solid"/>
          </a:ln>
        </p:spPr>
      </p:sp>
      <p:sp>
        <p:nvSpPr>
          <p:cNvPr id="79" name="Shape 77"/>
          <p:cNvSpPr/>
          <p:nvPr/>
        </p:nvSpPr>
        <p:spPr>
          <a:xfrm flipV="1">
            <a:off x="2295144" y="2422767"/>
            <a:ext cx="80772" cy="57660"/>
          </a:xfrm>
          <a:prstGeom prst="line">
            <a:avLst/>
          </a:prstGeom>
          <a:noFill/>
          <a:ln w="25400">
            <a:solidFill>
              <a:srgbClr val="C8414C"/>
            </a:solidFill>
            <a:prstDash val="solid"/>
          </a:ln>
        </p:spPr>
      </p:sp>
      <p:sp>
        <p:nvSpPr>
          <p:cNvPr id="80" name="Shape 78"/>
          <p:cNvSpPr/>
          <p:nvPr/>
        </p:nvSpPr>
        <p:spPr>
          <a:xfrm flipV="1">
            <a:off x="2375916" y="2370594"/>
            <a:ext cx="80772" cy="52173"/>
          </a:xfrm>
          <a:prstGeom prst="line">
            <a:avLst/>
          </a:prstGeom>
          <a:noFill/>
          <a:ln w="25400">
            <a:solidFill>
              <a:srgbClr val="C8414C"/>
            </a:solidFill>
            <a:prstDash val="solid"/>
          </a:ln>
        </p:spPr>
      </p:sp>
      <p:sp>
        <p:nvSpPr>
          <p:cNvPr id="81" name="Shape 79"/>
          <p:cNvSpPr/>
          <p:nvPr/>
        </p:nvSpPr>
        <p:spPr>
          <a:xfrm flipV="1">
            <a:off x="2456688" y="2323386"/>
            <a:ext cx="80772" cy="47208"/>
          </a:xfrm>
          <a:prstGeom prst="line">
            <a:avLst/>
          </a:prstGeom>
          <a:noFill/>
          <a:ln w="25400">
            <a:solidFill>
              <a:srgbClr val="C8414C"/>
            </a:solidFill>
            <a:prstDash val="solid"/>
          </a:ln>
        </p:spPr>
      </p:sp>
      <p:sp>
        <p:nvSpPr>
          <p:cNvPr id="82" name="Shape 80"/>
          <p:cNvSpPr/>
          <p:nvPr/>
        </p:nvSpPr>
        <p:spPr>
          <a:xfrm flipV="1">
            <a:off x="2537460" y="2280671"/>
            <a:ext cx="80772" cy="42715"/>
          </a:xfrm>
          <a:prstGeom prst="line">
            <a:avLst/>
          </a:prstGeom>
          <a:noFill/>
          <a:ln w="25400">
            <a:solidFill>
              <a:srgbClr val="C8414C"/>
            </a:solidFill>
            <a:prstDash val="solid"/>
          </a:ln>
        </p:spPr>
      </p:sp>
      <p:sp>
        <p:nvSpPr>
          <p:cNvPr id="83" name="Shape 81"/>
          <p:cNvSpPr/>
          <p:nvPr/>
        </p:nvSpPr>
        <p:spPr>
          <a:xfrm flipV="1">
            <a:off x="2618232" y="2242021"/>
            <a:ext cx="80772" cy="38650"/>
          </a:xfrm>
          <a:prstGeom prst="line">
            <a:avLst/>
          </a:prstGeom>
          <a:noFill/>
          <a:ln w="25400">
            <a:solidFill>
              <a:srgbClr val="C8414C"/>
            </a:solidFill>
            <a:prstDash val="solid"/>
          </a:ln>
        </p:spPr>
      </p:sp>
      <p:sp>
        <p:nvSpPr>
          <p:cNvPr id="84" name="Shape 82"/>
          <p:cNvSpPr/>
          <p:nvPr/>
        </p:nvSpPr>
        <p:spPr>
          <a:xfrm flipV="1">
            <a:off x="2699004" y="2207048"/>
            <a:ext cx="80772" cy="34972"/>
          </a:xfrm>
          <a:prstGeom prst="line">
            <a:avLst/>
          </a:prstGeom>
          <a:noFill/>
          <a:ln w="25400">
            <a:solidFill>
              <a:srgbClr val="C8414C"/>
            </a:solidFill>
            <a:prstDash val="solid"/>
          </a:ln>
        </p:spPr>
      </p:sp>
      <p:sp>
        <p:nvSpPr>
          <p:cNvPr id="85" name="Shape 83"/>
          <p:cNvSpPr/>
          <p:nvPr/>
        </p:nvSpPr>
        <p:spPr>
          <a:xfrm flipV="1">
            <a:off x="2779776" y="2175404"/>
            <a:ext cx="80772" cy="31644"/>
          </a:xfrm>
          <a:prstGeom prst="line">
            <a:avLst/>
          </a:prstGeom>
          <a:noFill/>
          <a:ln w="25400">
            <a:solidFill>
              <a:srgbClr val="C8414C"/>
            </a:solidFill>
            <a:prstDash val="solid"/>
          </a:ln>
        </p:spPr>
      </p:sp>
      <p:sp>
        <p:nvSpPr>
          <p:cNvPr id="86" name="Shape 84"/>
          <p:cNvSpPr/>
          <p:nvPr/>
        </p:nvSpPr>
        <p:spPr>
          <a:xfrm flipV="1">
            <a:off x="2860548" y="2146771"/>
            <a:ext cx="80772" cy="28633"/>
          </a:xfrm>
          <a:prstGeom prst="line">
            <a:avLst/>
          </a:prstGeom>
          <a:noFill/>
          <a:ln w="25400">
            <a:solidFill>
              <a:srgbClr val="C8414C"/>
            </a:solidFill>
            <a:prstDash val="solid"/>
          </a:ln>
        </p:spPr>
      </p:sp>
      <p:sp>
        <p:nvSpPr>
          <p:cNvPr id="87" name="Shape 85"/>
          <p:cNvSpPr/>
          <p:nvPr/>
        </p:nvSpPr>
        <p:spPr>
          <a:xfrm flipV="1">
            <a:off x="2941320" y="2120863"/>
            <a:ext cx="80772" cy="25908"/>
          </a:xfrm>
          <a:prstGeom prst="line">
            <a:avLst/>
          </a:prstGeom>
          <a:noFill/>
          <a:ln w="25400">
            <a:solidFill>
              <a:srgbClr val="C8414C"/>
            </a:solidFill>
            <a:prstDash val="solid"/>
          </a:ln>
        </p:spPr>
      </p:sp>
      <p:sp>
        <p:nvSpPr>
          <p:cNvPr id="88" name="Shape 86"/>
          <p:cNvSpPr/>
          <p:nvPr/>
        </p:nvSpPr>
        <p:spPr>
          <a:xfrm flipV="1">
            <a:off x="3022092" y="2097420"/>
            <a:ext cx="80772" cy="23443"/>
          </a:xfrm>
          <a:prstGeom prst="line">
            <a:avLst/>
          </a:prstGeom>
          <a:noFill/>
          <a:ln w="25400">
            <a:solidFill>
              <a:srgbClr val="C8414C"/>
            </a:solidFill>
            <a:prstDash val="solid"/>
          </a:ln>
        </p:spPr>
      </p:sp>
      <p:sp>
        <p:nvSpPr>
          <p:cNvPr id="89" name="Shape 87"/>
          <p:cNvSpPr/>
          <p:nvPr/>
        </p:nvSpPr>
        <p:spPr>
          <a:xfrm flipV="1">
            <a:off x="3102864" y="2076209"/>
            <a:ext cx="80772" cy="21212"/>
          </a:xfrm>
          <a:prstGeom prst="line">
            <a:avLst/>
          </a:prstGeom>
          <a:noFill/>
          <a:ln w="25400">
            <a:solidFill>
              <a:srgbClr val="C8414C"/>
            </a:solidFill>
            <a:prstDash val="solid"/>
          </a:ln>
        </p:spPr>
      </p:sp>
      <p:sp>
        <p:nvSpPr>
          <p:cNvPr id="90" name="Shape 88"/>
          <p:cNvSpPr/>
          <p:nvPr/>
        </p:nvSpPr>
        <p:spPr>
          <a:xfrm flipV="1">
            <a:off x="3183636" y="2057015"/>
            <a:ext cx="80772" cy="19193"/>
          </a:xfrm>
          <a:prstGeom prst="line">
            <a:avLst/>
          </a:prstGeom>
          <a:noFill/>
          <a:ln w="25400">
            <a:solidFill>
              <a:srgbClr val="C8414C"/>
            </a:solidFill>
            <a:prstDash val="solid"/>
          </a:ln>
        </p:spPr>
      </p:sp>
      <p:sp>
        <p:nvSpPr>
          <p:cNvPr id="91" name="Shape 89"/>
          <p:cNvSpPr/>
          <p:nvPr/>
        </p:nvSpPr>
        <p:spPr>
          <a:xfrm flipV="1">
            <a:off x="3264408" y="2039649"/>
            <a:ext cx="80772" cy="17367"/>
          </a:xfrm>
          <a:prstGeom prst="line">
            <a:avLst/>
          </a:prstGeom>
          <a:noFill/>
          <a:ln w="25400">
            <a:solidFill>
              <a:srgbClr val="C8414C"/>
            </a:solidFill>
            <a:prstDash val="solid"/>
          </a:ln>
        </p:spPr>
      </p:sp>
      <p:sp>
        <p:nvSpPr>
          <p:cNvPr id="92" name="Shape 90"/>
          <p:cNvSpPr/>
          <p:nvPr/>
        </p:nvSpPr>
        <p:spPr>
          <a:xfrm flipV="1">
            <a:off x="3345180" y="2023935"/>
            <a:ext cx="80772" cy="15714"/>
          </a:xfrm>
          <a:prstGeom prst="line">
            <a:avLst/>
          </a:prstGeom>
          <a:noFill/>
          <a:ln w="25400">
            <a:solidFill>
              <a:srgbClr val="C8414C"/>
            </a:solidFill>
            <a:prstDash val="solid"/>
          </a:ln>
        </p:spPr>
      </p:sp>
      <p:sp>
        <p:nvSpPr>
          <p:cNvPr id="93" name="Shape 91"/>
          <p:cNvSpPr/>
          <p:nvPr/>
        </p:nvSpPr>
        <p:spPr>
          <a:xfrm flipV="1">
            <a:off x="3425952" y="2009716"/>
            <a:ext cx="80772" cy="14219"/>
          </a:xfrm>
          <a:prstGeom prst="line">
            <a:avLst/>
          </a:prstGeom>
          <a:noFill/>
          <a:ln w="25400">
            <a:solidFill>
              <a:srgbClr val="C8414C"/>
            </a:solidFill>
            <a:prstDash val="solid"/>
          </a:ln>
        </p:spPr>
      </p:sp>
      <p:sp>
        <p:nvSpPr>
          <p:cNvPr id="94" name="Shape 92"/>
          <p:cNvSpPr/>
          <p:nvPr/>
        </p:nvSpPr>
        <p:spPr>
          <a:xfrm flipV="1">
            <a:off x="3506724" y="1996850"/>
            <a:ext cx="80772" cy="12866"/>
          </a:xfrm>
          <a:prstGeom prst="line">
            <a:avLst/>
          </a:prstGeom>
          <a:noFill/>
          <a:ln w="25400">
            <a:solidFill>
              <a:srgbClr val="C8414C"/>
            </a:solidFill>
            <a:prstDash val="solid"/>
          </a:ln>
        </p:spPr>
      </p:sp>
      <p:sp>
        <p:nvSpPr>
          <p:cNvPr id="95" name="Shape 93"/>
          <p:cNvSpPr/>
          <p:nvPr/>
        </p:nvSpPr>
        <p:spPr>
          <a:xfrm flipV="1">
            <a:off x="3587496" y="1985209"/>
            <a:ext cx="80772" cy="11641"/>
          </a:xfrm>
          <a:prstGeom prst="line">
            <a:avLst/>
          </a:prstGeom>
          <a:noFill/>
          <a:ln w="25400">
            <a:solidFill>
              <a:srgbClr val="C8414C"/>
            </a:solidFill>
            <a:prstDash val="solid"/>
          </a:ln>
        </p:spPr>
      </p:sp>
      <p:sp>
        <p:nvSpPr>
          <p:cNvPr id="96" name="Shape 94"/>
          <p:cNvSpPr/>
          <p:nvPr/>
        </p:nvSpPr>
        <p:spPr>
          <a:xfrm flipV="1">
            <a:off x="3668268" y="1974676"/>
            <a:ext cx="80772" cy="10533"/>
          </a:xfrm>
          <a:prstGeom prst="line">
            <a:avLst/>
          </a:prstGeom>
          <a:noFill/>
          <a:ln w="25400">
            <a:solidFill>
              <a:srgbClr val="C8414C"/>
            </a:solidFill>
            <a:prstDash val="solid"/>
          </a:ln>
        </p:spPr>
      </p:sp>
      <p:sp>
        <p:nvSpPr>
          <p:cNvPr id="97" name="Shape 95"/>
          <p:cNvSpPr/>
          <p:nvPr/>
        </p:nvSpPr>
        <p:spPr>
          <a:xfrm flipV="1">
            <a:off x="3749040" y="1965145"/>
            <a:ext cx="80772" cy="9531"/>
          </a:xfrm>
          <a:prstGeom prst="line">
            <a:avLst/>
          </a:prstGeom>
          <a:noFill/>
          <a:ln w="25400">
            <a:solidFill>
              <a:srgbClr val="C8414C"/>
            </a:solidFill>
            <a:prstDash val="solid"/>
          </a:ln>
        </p:spPr>
      </p:sp>
      <p:sp>
        <p:nvSpPr>
          <p:cNvPr id="98" name="Shape 96"/>
          <p:cNvSpPr/>
          <p:nvPr/>
        </p:nvSpPr>
        <p:spPr>
          <a:xfrm flipV="1">
            <a:off x="3829812" y="1956521"/>
            <a:ext cx="80772" cy="8624"/>
          </a:xfrm>
          <a:prstGeom prst="line">
            <a:avLst/>
          </a:prstGeom>
          <a:noFill/>
          <a:ln w="25400">
            <a:solidFill>
              <a:srgbClr val="C8414C"/>
            </a:solidFill>
            <a:prstDash val="solid"/>
          </a:ln>
        </p:spPr>
      </p:sp>
      <p:sp>
        <p:nvSpPr>
          <p:cNvPr id="99" name="Shape 97"/>
          <p:cNvSpPr/>
          <p:nvPr/>
        </p:nvSpPr>
        <p:spPr>
          <a:xfrm flipV="1">
            <a:off x="3910584" y="1948717"/>
            <a:ext cx="80772" cy="7803"/>
          </a:xfrm>
          <a:prstGeom prst="line">
            <a:avLst/>
          </a:prstGeom>
          <a:noFill/>
          <a:ln w="25400">
            <a:solidFill>
              <a:srgbClr val="C8414C"/>
            </a:solidFill>
            <a:prstDash val="solid"/>
          </a:ln>
        </p:spPr>
      </p:sp>
      <p:sp>
        <p:nvSpPr>
          <p:cNvPr id="100" name="Shape 98"/>
          <p:cNvSpPr/>
          <p:nvPr/>
        </p:nvSpPr>
        <p:spPr>
          <a:xfrm flipV="1">
            <a:off x="3991356" y="1941656"/>
            <a:ext cx="80772" cy="7061"/>
          </a:xfrm>
          <a:prstGeom prst="line">
            <a:avLst/>
          </a:prstGeom>
          <a:noFill/>
          <a:ln w="25400">
            <a:solidFill>
              <a:srgbClr val="C8414C"/>
            </a:solidFill>
            <a:prstDash val="solid"/>
          </a:ln>
        </p:spPr>
      </p:sp>
      <p:sp>
        <p:nvSpPr>
          <p:cNvPr id="101" name="Shape 99"/>
          <p:cNvSpPr/>
          <p:nvPr/>
        </p:nvSpPr>
        <p:spPr>
          <a:xfrm flipV="1">
            <a:off x="4072128" y="1935267"/>
            <a:ext cx="80772" cy="6389"/>
          </a:xfrm>
          <a:prstGeom prst="line">
            <a:avLst/>
          </a:prstGeom>
          <a:noFill/>
          <a:ln w="25400">
            <a:solidFill>
              <a:srgbClr val="C8414C"/>
            </a:solidFill>
            <a:prstDash val="solid"/>
          </a:ln>
        </p:spPr>
      </p:sp>
      <p:sp>
        <p:nvSpPr>
          <p:cNvPr id="102" name="Shape 100"/>
          <p:cNvSpPr/>
          <p:nvPr/>
        </p:nvSpPr>
        <p:spPr>
          <a:xfrm flipV="1">
            <a:off x="4152900" y="1929487"/>
            <a:ext cx="80772" cy="5781"/>
          </a:xfrm>
          <a:prstGeom prst="line">
            <a:avLst/>
          </a:prstGeom>
          <a:noFill/>
          <a:ln w="25400">
            <a:solidFill>
              <a:srgbClr val="C8414C"/>
            </a:solidFill>
            <a:prstDash val="solid"/>
          </a:ln>
        </p:spPr>
      </p:sp>
      <p:sp>
        <p:nvSpPr>
          <p:cNvPr id="103" name="Shape 101"/>
          <p:cNvSpPr/>
          <p:nvPr/>
        </p:nvSpPr>
        <p:spPr>
          <a:xfrm flipV="1">
            <a:off x="4233672" y="1924256"/>
            <a:ext cx="80772" cy="5231"/>
          </a:xfrm>
          <a:prstGeom prst="line">
            <a:avLst/>
          </a:prstGeom>
          <a:noFill/>
          <a:ln w="25400">
            <a:solidFill>
              <a:srgbClr val="C8414C"/>
            </a:solidFill>
            <a:prstDash val="solid"/>
          </a:ln>
        </p:spPr>
      </p:sp>
      <p:sp>
        <p:nvSpPr>
          <p:cNvPr id="104" name="Shape 102"/>
          <p:cNvSpPr/>
          <p:nvPr/>
        </p:nvSpPr>
        <p:spPr>
          <a:xfrm flipV="1">
            <a:off x="4314444" y="1919523"/>
            <a:ext cx="80772" cy="4733"/>
          </a:xfrm>
          <a:prstGeom prst="line">
            <a:avLst/>
          </a:prstGeom>
          <a:noFill/>
          <a:ln w="25400">
            <a:solidFill>
              <a:srgbClr val="C8414C"/>
            </a:solidFill>
            <a:prstDash val="solid"/>
          </a:ln>
        </p:spPr>
      </p:sp>
      <p:sp>
        <p:nvSpPr>
          <p:cNvPr id="105" name="Shape 103"/>
          <p:cNvSpPr/>
          <p:nvPr/>
        </p:nvSpPr>
        <p:spPr>
          <a:xfrm flipV="1">
            <a:off x="4395216" y="1915240"/>
            <a:ext cx="80772" cy="4283"/>
          </a:xfrm>
          <a:prstGeom prst="line">
            <a:avLst/>
          </a:prstGeom>
          <a:noFill/>
          <a:ln w="25400">
            <a:solidFill>
              <a:srgbClr val="C8414C"/>
            </a:solidFill>
            <a:prstDash val="solid"/>
          </a:ln>
        </p:spPr>
      </p:sp>
      <p:sp>
        <p:nvSpPr>
          <p:cNvPr id="106" name="Shape 104"/>
          <p:cNvSpPr/>
          <p:nvPr/>
        </p:nvSpPr>
        <p:spPr>
          <a:xfrm flipV="1">
            <a:off x="4475988" y="1911365"/>
            <a:ext cx="80772" cy="3875"/>
          </a:xfrm>
          <a:prstGeom prst="line">
            <a:avLst/>
          </a:prstGeom>
          <a:noFill/>
          <a:ln w="25400">
            <a:solidFill>
              <a:srgbClr val="C8414C"/>
            </a:solidFill>
            <a:prstDash val="solid"/>
          </a:ln>
        </p:spPr>
      </p:sp>
      <p:sp>
        <p:nvSpPr>
          <p:cNvPr id="107" name="Shape 105"/>
          <p:cNvSpPr/>
          <p:nvPr/>
        </p:nvSpPr>
        <p:spPr>
          <a:xfrm flipV="1">
            <a:off x="4556760" y="1907859"/>
            <a:ext cx="80772" cy="3506"/>
          </a:xfrm>
          <a:prstGeom prst="line">
            <a:avLst/>
          </a:prstGeom>
          <a:noFill/>
          <a:ln w="25400">
            <a:solidFill>
              <a:srgbClr val="C8414C"/>
            </a:solidFill>
            <a:prstDash val="solid"/>
          </a:ln>
        </p:spPr>
      </p:sp>
      <p:sp>
        <p:nvSpPr>
          <p:cNvPr id="108" name="Shape 106"/>
          <p:cNvSpPr/>
          <p:nvPr/>
        </p:nvSpPr>
        <p:spPr>
          <a:xfrm flipV="1">
            <a:off x="4637532" y="1904686"/>
            <a:ext cx="80772" cy="3173"/>
          </a:xfrm>
          <a:prstGeom prst="line">
            <a:avLst/>
          </a:prstGeom>
          <a:noFill/>
          <a:ln w="25400">
            <a:solidFill>
              <a:srgbClr val="C8414C"/>
            </a:solidFill>
            <a:prstDash val="solid"/>
          </a:ln>
        </p:spPr>
      </p:sp>
      <p:sp>
        <p:nvSpPr>
          <p:cNvPr id="109" name="Shape 107"/>
          <p:cNvSpPr/>
          <p:nvPr/>
        </p:nvSpPr>
        <p:spPr>
          <a:xfrm flipV="1">
            <a:off x="4718304" y="1901816"/>
            <a:ext cx="80772" cy="2871"/>
          </a:xfrm>
          <a:prstGeom prst="line">
            <a:avLst/>
          </a:prstGeom>
          <a:noFill/>
          <a:ln w="25400">
            <a:solidFill>
              <a:srgbClr val="C8414C"/>
            </a:solidFill>
            <a:prstDash val="solid"/>
          </a:ln>
        </p:spPr>
      </p:sp>
      <p:sp>
        <p:nvSpPr>
          <p:cNvPr id="110" name="Shape 108"/>
          <p:cNvSpPr/>
          <p:nvPr/>
        </p:nvSpPr>
        <p:spPr>
          <a:xfrm flipV="1">
            <a:off x="4799076" y="1899218"/>
            <a:ext cx="80772" cy="2598"/>
          </a:xfrm>
          <a:prstGeom prst="line">
            <a:avLst/>
          </a:prstGeom>
          <a:noFill/>
          <a:ln w="25400">
            <a:solidFill>
              <a:srgbClr val="C8414C"/>
            </a:solidFill>
            <a:prstDash val="solid"/>
          </a:ln>
        </p:spPr>
      </p:sp>
      <p:sp>
        <p:nvSpPr>
          <p:cNvPr id="111" name="Shape 109"/>
          <p:cNvSpPr/>
          <p:nvPr/>
        </p:nvSpPr>
        <p:spPr>
          <a:xfrm flipV="1">
            <a:off x="4879848" y="1896868"/>
            <a:ext cx="80772" cy="2350"/>
          </a:xfrm>
          <a:prstGeom prst="line">
            <a:avLst/>
          </a:prstGeom>
          <a:noFill/>
          <a:ln w="25400">
            <a:solidFill>
              <a:srgbClr val="C8414C"/>
            </a:solidFill>
            <a:prstDash val="solid"/>
          </a:ln>
        </p:spPr>
      </p:sp>
      <p:sp>
        <p:nvSpPr>
          <p:cNvPr id="112" name="Shape 110"/>
          <p:cNvSpPr/>
          <p:nvPr/>
        </p:nvSpPr>
        <p:spPr>
          <a:xfrm flipV="1">
            <a:off x="4960620" y="1894741"/>
            <a:ext cx="80772" cy="2127"/>
          </a:xfrm>
          <a:prstGeom prst="line">
            <a:avLst/>
          </a:prstGeom>
          <a:noFill/>
          <a:ln w="25400">
            <a:solidFill>
              <a:srgbClr val="C8414C"/>
            </a:solidFill>
            <a:prstDash val="solid"/>
          </a:ln>
        </p:spPr>
      </p:sp>
      <p:sp>
        <p:nvSpPr>
          <p:cNvPr id="113" name="Shape 111"/>
          <p:cNvSpPr/>
          <p:nvPr/>
        </p:nvSpPr>
        <p:spPr>
          <a:xfrm flipV="1">
            <a:off x="5041392" y="1892817"/>
            <a:ext cx="80772" cy="1924"/>
          </a:xfrm>
          <a:prstGeom prst="line">
            <a:avLst/>
          </a:prstGeom>
          <a:noFill/>
          <a:ln w="25400">
            <a:solidFill>
              <a:srgbClr val="C8414C"/>
            </a:solidFill>
            <a:prstDash val="solid"/>
          </a:ln>
        </p:spPr>
      </p:sp>
      <p:sp>
        <p:nvSpPr>
          <p:cNvPr id="114" name="Shape 112"/>
          <p:cNvSpPr/>
          <p:nvPr/>
        </p:nvSpPr>
        <p:spPr>
          <a:xfrm flipV="1">
            <a:off x="5122164" y="1891076"/>
            <a:ext cx="80772" cy="1741"/>
          </a:xfrm>
          <a:prstGeom prst="line">
            <a:avLst/>
          </a:prstGeom>
          <a:noFill/>
          <a:ln w="25400">
            <a:solidFill>
              <a:srgbClr val="C8414C"/>
            </a:solidFill>
            <a:prstDash val="solid"/>
          </a:ln>
        </p:spPr>
      </p:sp>
      <p:sp>
        <p:nvSpPr>
          <p:cNvPr id="115" name="Shape 113"/>
          <p:cNvSpPr/>
          <p:nvPr/>
        </p:nvSpPr>
        <p:spPr>
          <a:xfrm flipV="1">
            <a:off x="5202936" y="1889500"/>
            <a:ext cx="80772" cy="1575"/>
          </a:xfrm>
          <a:prstGeom prst="line">
            <a:avLst/>
          </a:prstGeom>
          <a:noFill/>
          <a:ln w="25400">
            <a:solidFill>
              <a:srgbClr val="C8414C"/>
            </a:solidFill>
            <a:prstDash val="solid"/>
          </a:ln>
        </p:spPr>
      </p:sp>
      <p:sp>
        <p:nvSpPr>
          <p:cNvPr id="116" name="Shape 114"/>
          <p:cNvSpPr/>
          <p:nvPr/>
        </p:nvSpPr>
        <p:spPr>
          <a:xfrm flipV="1">
            <a:off x="5283708" y="1888075"/>
            <a:ext cx="80772" cy="1426"/>
          </a:xfrm>
          <a:prstGeom prst="line">
            <a:avLst/>
          </a:prstGeom>
          <a:noFill/>
          <a:ln w="25400">
            <a:solidFill>
              <a:srgbClr val="C8414C"/>
            </a:solidFill>
            <a:prstDash val="solid"/>
          </a:ln>
        </p:spPr>
      </p:sp>
      <p:sp>
        <p:nvSpPr>
          <p:cNvPr id="117" name="Shape 115"/>
          <p:cNvSpPr/>
          <p:nvPr/>
        </p:nvSpPr>
        <p:spPr>
          <a:xfrm flipV="1">
            <a:off x="5364480" y="1886785"/>
            <a:ext cx="80772" cy="1290"/>
          </a:xfrm>
          <a:prstGeom prst="line">
            <a:avLst/>
          </a:prstGeom>
          <a:noFill/>
          <a:ln w="25400">
            <a:solidFill>
              <a:srgbClr val="C8414C"/>
            </a:solidFill>
            <a:prstDash val="solid"/>
          </a:ln>
        </p:spPr>
      </p:sp>
      <p:sp>
        <p:nvSpPr>
          <p:cNvPr id="118" name="Shape 116"/>
          <p:cNvSpPr/>
          <p:nvPr/>
        </p:nvSpPr>
        <p:spPr>
          <a:xfrm flipV="1">
            <a:off x="5445252" y="1885618"/>
            <a:ext cx="80772" cy="1167"/>
          </a:xfrm>
          <a:prstGeom prst="line">
            <a:avLst/>
          </a:prstGeom>
          <a:noFill/>
          <a:ln w="25400">
            <a:solidFill>
              <a:srgbClr val="C8414C"/>
            </a:solidFill>
            <a:prstDash val="solid"/>
          </a:ln>
        </p:spPr>
      </p:sp>
      <p:sp>
        <p:nvSpPr>
          <p:cNvPr id="119" name="Shape 117"/>
          <p:cNvSpPr/>
          <p:nvPr/>
        </p:nvSpPr>
        <p:spPr>
          <a:xfrm flipV="1">
            <a:off x="5526024" y="1884561"/>
            <a:ext cx="80772" cy="1056"/>
          </a:xfrm>
          <a:prstGeom prst="line">
            <a:avLst/>
          </a:prstGeom>
          <a:noFill/>
          <a:ln w="25400">
            <a:solidFill>
              <a:srgbClr val="C8414C"/>
            </a:solidFill>
            <a:prstDash val="solid"/>
          </a:ln>
        </p:spPr>
      </p:sp>
      <p:sp>
        <p:nvSpPr>
          <p:cNvPr id="120" name="Shape 118"/>
          <p:cNvSpPr/>
          <p:nvPr/>
        </p:nvSpPr>
        <p:spPr>
          <a:xfrm flipV="1">
            <a:off x="5606796" y="1883606"/>
            <a:ext cx="80772" cy="956"/>
          </a:xfrm>
          <a:prstGeom prst="line">
            <a:avLst/>
          </a:prstGeom>
          <a:noFill/>
          <a:ln w="25400">
            <a:solidFill>
              <a:srgbClr val="C8414C"/>
            </a:solidFill>
            <a:prstDash val="solid"/>
          </a:ln>
        </p:spPr>
      </p:sp>
      <p:sp>
        <p:nvSpPr>
          <p:cNvPr id="121" name="Shape 119"/>
          <p:cNvSpPr/>
          <p:nvPr/>
        </p:nvSpPr>
        <p:spPr>
          <a:xfrm flipV="1">
            <a:off x="5687568" y="1882741"/>
            <a:ext cx="80772" cy="865"/>
          </a:xfrm>
          <a:prstGeom prst="line">
            <a:avLst/>
          </a:prstGeom>
          <a:noFill/>
          <a:ln w="25400">
            <a:solidFill>
              <a:srgbClr val="C8414C"/>
            </a:solidFill>
            <a:prstDash val="solid"/>
          </a:ln>
        </p:spPr>
      </p:sp>
      <p:sp>
        <p:nvSpPr>
          <p:cNvPr id="122" name="Shape 120"/>
          <p:cNvSpPr/>
          <p:nvPr/>
        </p:nvSpPr>
        <p:spPr>
          <a:xfrm flipV="1">
            <a:off x="5768340" y="1881959"/>
            <a:ext cx="80772" cy="782"/>
          </a:xfrm>
          <a:prstGeom prst="line">
            <a:avLst/>
          </a:prstGeom>
          <a:noFill/>
          <a:ln w="25400">
            <a:solidFill>
              <a:srgbClr val="C8414C"/>
            </a:solidFill>
            <a:prstDash val="solid"/>
          </a:ln>
        </p:spPr>
      </p:sp>
      <p:sp>
        <p:nvSpPr>
          <p:cNvPr id="123" name="Shape 121"/>
          <p:cNvSpPr/>
          <p:nvPr/>
        </p:nvSpPr>
        <p:spPr>
          <a:xfrm flipV="1">
            <a:off x="5849112" y="1881251"/>
            <a:ext cx="80772" cy="708"/>
          </a:xfrm>
          <a:prstGeom prst="line">
            <a:avLst/>
          </a:prstGeom>
          <a:noFill/>
          <a:ln w="25400">
            <a:solidFill>
              <a:srgbClr val="C8414C"/>
            </a:solidFill>
            <a:prstDash val="solid"/>
          </a:ln>
        </p:spPr>
      </p:sp>
      <p:sp>
        <p:nvSpPr>
          <p:cNvPr id="124" name="Shape 122"/>
          <p:cNvSpPr/>
          <p:nvPr/>
        </p:nvSpPr>
        <p:spPr>
          <a:xfrm flipV="1">
            <a:off x="5929884" y="1880610"/>
            <a:ext cx="80772" cy="641"/>
          </a:xfrm>
          <a:prstGeom prst="line">
            <a:avLst/>
          </a:prstGeom>
          <a:noFill/>
          <a:ln w="25400">
            <a:solidFill>
              <a:srgbClr val="C8414C"/>
            </a:solidFill>
            <a:prstDash val="solid"/>
          </a:ln>
        </p:spPr>
      </p:sp>
      <p:sp>
        <p:nvSpPr>
          <p:cNvPr id="125" name="Shape 123"/>
          <p:cNvSpPr/>
          <p:nvPr/>
        </p:nvSpPr>
        <p:spPr>
          <a:xfrm flipV="1">
            <a:off x="6010656" y="1880031"/>
            <a:ext cx="80772" cy="580"/>
          </a:xfrm>
          <a:prstGeom prst="line">
            <a:avLst/>
          </a:prstGeom>
          <a:noFill/>
          <a:ln w="25400">
            <a:solidFill>
              <a:srgbClr val="C8414C"/>
            </a:solidFill>
            <a:prstDash val="solid"/>
          </a:ln>
        </p:spPr>
      </p:sp>
      <p:sp>
        <p:nvSpPr>
          <p:cNvPr id="126" name="Shape 124"/>
          <p:cNvSpPr/>
          <p:nvPr/>
        </p:nvSpPr>
        <p:spPr>
          <a:xfrm flipV="1">
            <a:off x="6091428" y="1879506"/>
            <a:ext cx="80772" cy="524"/>
          </a:xfrm>
          <a:prstGeom prst="line">
            <a:avLst/>
          </a:prstGeom>
          <a:noFill/>
          <a:ln w="25400">
            <a:solidFill>
              <a:srgbClr val="C8414C"/>
            </a:solidFill>
            <a:prstDash val="solid"/>
          </a:ln>
        </p:spPr>
      </p:sp>
      <p:sp>
        <p:nvSpPr>
          <p:cNvPr id="127" name="Shape 125"/>
          <p:cNvSpPr/>
          <p:nvPr/>
        </p:nvSpPr>
        <p:spPr>
          <a:xfrm flipV="1">
            <a:off x="1325880" y="3788089"/>
            <a:ext cx="80772" cy="98111"/>
          </a:xfrm>
          <a:prstGeom prst="line">
            <a:avLst/>
          </a:prstGeom>
          <a:noFill/>
          <a:ln w="25400">
            <a:solidFill>
              <a:srgbClr val="6A3FA0"/>
            </a:solidFill>
            <a:prstDash val="solid"/>
          </a:ln>
        </p:spPr>
      </p:sp>
      <p:sp>
        <p:nvSpPr>
          <p:cNvPr id="128" name="Shape 126"/>
          <p:cNvSpPr/>
          <p:nvPr/>
        </p:nvSpPr>
        <p:spPr>
          <a:xfrm flipV="1">
            <a:off x="1406652" y="3694763"/>
            <a:ext cx="80772" cy="93326"/>
          </a:xfrm>
          <a:prstGeom prst="line">
            <a:avLst/>
          </a:prstGeom>
          <a:noFill/>
          <a:ln w="25400">
            <a:solidFill>
              <a:srgbClr val="6A3FA0"/>
            </a:solidFill>
            <a:prstDash val="solid"/>
          </a:ln>
        </p:spPr>
      </p:sp>
      <p:sp>
        <p:nvSpPr>
          <p:cNvPr id="129" name="Shape 127"/>
          <p:cNvSpPr/>
          <p:nvPr/>
        </p:nvSpPr>
        <p:spPr>
          <a:xfrm flipV="1">
            <a:off x="1487424" y="3605989"/>
            <a:ext cx="80772" cy="88774"/>
          </a:xfrm>
          <a:prstGeom prst="line">
            <a:avLst/>
          </a:prstGeom>
          <a:noFill/>
          <a:ln w="25400">
            <a:solidFill>
              <a:srgbClr val="6A3FA0"/>
            </a:solidFill>
            <a:prstDash val="solid"/>
          </a:ln>
        </p:spPr>
      </p:sp>
      <p:sp>
        <p:nvSpPr>
          <p:cNvPr id="130" name="Shape 128"/>
          <p:cNvSpPr/>
          <p:nvPr/>
        </p:nvSpPr>
        <p:spPr>
          <a:xfrm flipV="1">
            <a:off x="1568196" y="3521544"/>
            <a:ext cx="80772" cy="84445"/>
          </a:xfrm>
          <a:prstGeom prst="line">
            <a:avLst/>
          </a:prstGeom>
          <a:noFill/>
          <a:ln w="25400">
            <a:solidFill>
              <a:srgbClr val="6A3FA0"/>
            </a:solidFill>
            <a:prstDash val="solid"/>
          </a:ln>
        </p:spPr>
      </p:sp>
      <p:sp>
        <p:nvSpPr>
          <p:cNvPr id="131" name="Shape 129"/>
          <p:cNvSpPr/>
          <p:nvPr/>
        </p:nvSpPr>
        <p:spPr>
          <a:xfrm flipV="1">
            <a:off x="1648968" y="3441218"/>
            <a:ext cx="80772" cy="80326"/>
          </a:xfrm>
          <a:prstGeom prst="line">
            <a:avLst/>
          </a:prstGeom>
          <a:noFill/>
          <a:ln w="25400">
            <a:solidFill>
              <a:srgbClr val="6A3FA0"/>
            </a:solidFill>
            <a:prstDash val="solid"/>
          </a:ln>
        </p:spPr>
      </p:sp>
      <p:sp>
        <p:nvSpPr>
          <p:cNvPr id="132" name="Shape 130"/>
          <p:cNvSpPr/>
          <p:nvPr/>
        </p:nvSpPr>
        <p:spPr>
          <a:xfrm flipV="1">
            <a:off x="1729740" y="3364809"/>
            <a:ext cx="80772" cy="76409"/>
          </a:xfrm>
          <a:prstGeom prst="line">
            <a:avLst/>
          </a:prstGeom>
          <a:noFill/>
          <a:ln w="25400">
            <a:solidFill>
              <a:srgbClr val="6A3FA0"/>
            </a:solidFill>
            <a:prstDash val="solid"/>
          </a:ln>
        </p:spPr>
      </p:sp>
      <p:sp>
        <p:nvSpPr>
          <p:cNvPr id="133" name="Shape 131"/>
          <p:cNvSpPr/>
          <p:nvPr/>
        </p:nvSpPr>
        <p:spPr>
          <a:xfrm flipV="1">
            <a:off x="1810512" y="3292127"/>
            <a:ext cx="80772" cy="72682"/>
          </a:xfrm>
          <a:prstGeom prst="line">
            <a:avLst/>
          </a:prstGeom>
          <a:noFill/>
          <a:ln w="25400">
            <a:solidFill>
              <a:srgbClr val="6A3FA0"/>
            </a:solidFill>
            <a:prstDash val="solid"/>
          </a:ln>
        </p:spPr>
      </p:sp>
      <p:sp>
        <p:nvSpPr>
          <p:cNvPr id="134" name="Shape 132"/>
          <p:cNvSpPr/>
          <p:nvPr/>
        </p:nvSpPr>
        <p:spPr>
          <a:xfrm flipV="1">
            <a:off x="1891284" y="3222989"/>
            <a:ext cx="80772" cy="69138"/>
          </a:xfrm>
          <a:prstGeom prst="line">
            <a:avLst/>
          </a:prstGeom>
          <a:noFill/>
          <a:ln w="25400">
            <a:solidFill>
              <a:srgbClr val="6A3FA0"/>
            </a:solidFill>
            <a:prstDash val="solid"/>
          </a:ln>
        </p:spPr>
      </p:sp>
      <p:sp>
        <p:nvSpPr>
          <p:cNvPr id="135" name="Shape 133"/>
          <p:cNvSpPr/>
          <p:nvPr/>
        </p:nvSpPr>
        <p:spPr>
          <a:xfrm flipV="1">
            <a:off x="1972056" y="3157224"/>
            <a:ext cx="80772" cy="65766"/>
          </a:xfrm>
          <a:prstGeom prst="line">
            <a:avLst/>
          </a:prstGeom>
          <a:noFill/>
          <a:ln w="25400">
            <a:solidFill>
              <a:srgbClr val="6A3FA0"/>
            </a:solidFill>
            <a:prstDash val="solid"/>
          </a:ln>
        </p:spPr>
      </p:sp>
      <p:sp>
        <p:nvSpPr>
          <p:cNvPr id="136" name="Shape 134"/>
          <p:cNvSpPr/>
          <p:nvPr/>
        </p:nvSpPr>
        <p:spPr>
          <a:xfrm flipV="1">
            <a:off x="2052828" y="3094666"/>
            <a:ext cx="80772" cy="62558"/>
          </a:xfrm>
          <a:prstGeom prst="line">
            <a:avLst/>
          </a:prstGeom>
          <a:noFill/>
          <a:ln w="25400">
            <a:solidFill>
              <a:srgbClr val="6A3FA0"/>
            </a:solidFill>
            <a:prstDash val="solid"/>
          </a:ln>
        </p:spPr>
      </p:sp>
      <p:sp>
        <p:nvSpPr>
          <p:cNvPr id="137" name="Shape 135"/>
          <p:cNvSpPr/>
          <p:nvPr/>
        </p:nvSpPr>
        <p:spPr>
          <a:xfrm flipV="1">
            <a:off x="2133600" y="3035158"/>
            <a:ext cx="80772" cy="59507"/>
          </a:xfrm>
          <a:prstGeom prst="line">
            <a:avLst/>
          </a:prstGeom>
          <a:noFill/>
          <a:ln w="25400">
            <a:solidFill>
              <a:srgbClr val="6A3FA0"/>
            </a:solidFill>
            <a:prstDash val="solid"/>
          </a:ln>
        </p:spPr>
      </p:sp>
      <p:sp>
        <p:nvSpPr>
          <p:cNvPr id="138" name="Shape 136"/>
          <p:cNvSpPr/>
          <p:nvPr/>
        </p:nvSpPr>
        <p:spPr>
          <a:xfrm flipV="1">
            <a:off x="2214372" y="2978553"/>
            <a:ext cx="80772" cy="56605"/>
          </a:xfrm>
          <a:prstGeom prst="line">
            <a:avLst/>
          </a:prstGeom>
          <a:noFill/>
          <a:ln w="25400">
            <a:solidFill>
              <a:srgbClr val="6A3FA0"/>
            </a:solidFill>
            <a:prstDash val="solid"/>
          </a:ln>
        </p:spPr>
      </p:sp>
      <p:sp>
        <p:nvSpPr>
          <p:cNvPr id="139" name="Shape 137"/>
          <p:cNvSpPr/>
          <p:nvPr/>
        </p:nvSpPr>
        <p:spPr>
          <a:xfrm flipV="1">
            <a:off x="2295144" y="2924709"/>
            <a:ext cx="80772" cy="53844"/>
          </a:xfrm>
          <a:prstGeom prst="line">
            <a:avLst/>
          </a:prstGeom>
          <a:noFill/>
          <a:ln w="25400">
            <a:solidFill>
              <a:srgbClr val="6A3FA0"/>
            </a:solidFill>
            <a:prstDash val="solid"/>
          </a:ln>
        </p:spPr>
      </p:sp>
      <p:sp>
        <p:nvSpPr>
          <p:cNvPr id="140" name="Shape 138"/>
          <p:cNvSpPr/>
          <p:nvPr/>
        </p:nvSpPr>
        <p:spPr>
          <a:xfrm flipV="1">
            <a:off x="2375916" y="2873491"/>
            <a:ext cx="80772" cy="51218"/>
          </a:xfrm>
          <a:prstGeom prst="line">
            <a:avLst/>
          </a:prstGeom>
          <a:noFill/>
          <a:ln w="25400">
            <a:solidFill>
              <a:srgbClr val="6A3FA0"/>
            </a:solidFill>
            <a:prstDash val="solid"/>
          </a:ln>
        </p:spPr>
      </p:sp>
      <p:sp>
        <p:nvSpPr>
          <p:cNvPr id="141" name="Shape 139"/>
          <p:cNvSpPr/>
          <p:nvPr/>
        </p:nvSpPr>
        <p:spPr>
          <a:xfrm flipV="1">
            <a:off x="2456688" y="2824770"/>
            <a:ext cx="80772" cy="48720"/>
          </a:xfrm>
          <a:prstGeom prst="line">
            <a:avLst/>
          </a:prstGeom>
          <a:noFill/>
          <a:ln w="25400">
            <a:solidFill>
              <a:srgbClr val="6A3FA0"/>
            </a:solidFill>
            <a:prstDash val="solid"/>
          </a:ln>
        </p:spPr>
      </p:sp>
      <p:sp>
        <p:nvSpPr>
          <p:cNvPr id="142" name="Shape 140"/>
          <p:cNvSpPr/>
          <p:nvPr/>
        </p:nvSpPr>
        <p:spPr>
          <a:xfrm flipV="1">
            <a:off x="2537460" y="2778426"/>
            <a:ext cx="80772" cy="46344"/>
          </a:xfrm>
          <a:prstGeom prst="line">
            <a:avLst/>
          </a:prstGeom>
          <a:noFill/>
          <a:ln w="25400">
            <a:solidFill>
              <a:srgbClr val="6A3FA0"/>
            </a:solidFill>
            <a:prstDash val="solid"/>
          </a:ln>
        </p:spPr>
      </p:sp>
      <p:sp>
        <p:nvSpPr>
          <p:cNvPr id="143" name="Shape 141"/>
          <p:cNvSpPr/>
          <p:nvPr/>
        </p:nvSpPr>
        <p:spPr>
          <a:xfrm flipV="1">
            <a:off x="2618232" y="2734342"/>
            <a:ext cx="80772" cy="44084"/>
          </a:xfrm>
          <a:prstGeom prst="line">
            <a:avLst/>
          </a:prstGeom>
          <a:noFill/>
          <a:ln w="25400">
            <a:solidFill>
              <a:srgbClr val="6A3FA0"/>
            </a:solidFill>
            <a:prstDash val="solid"/>
          </a:ln>
        </p:spPr>
      </p:sp>
      <p:sp>
        <p:nvSpPr>
          <p:cNvPr id="144" name="Shape 142"/>
          <p:cNvSpPr/>
          <p:nvPr/>
        </p:nvSpPr>
        <p:spPr>
          <a:xfrm flipV="1">
            <a:off x="2699004" y="2692408"/>
            <a:ext cx="80772" cy="41934"/>
          </a:xfrm>
          <a:prstGeom prst="line">
            <a:avLst/>
          </a:prstGeom>
          <a:noFill/>
          <a:ln w="25400">
            <a:solidFill>
              <a:srgbClr val="6A3FA0"/>
            </a:solidFill>
            <a:prstDash val="solid"/>
          </a:ln>
        </p:spPr>
      </p:sp>
      <p:sp>
        <p:nvSpPr>
          <p:cNvPr id="145" name="Shape 143"/>
          <p:cNvSpPr/>
          <p:nvPr/>
        </p:nvSpPr>
        <p:spPr>
          <a:xfrm flipV="1">
            <a:off x="2779776" y="2652519"/>
            <a:ext cx="80772" cy="39889"/>
          </a:xfrm>
          <a:prstGeom prst="line">
            <a:avLst/>
          </a:prstGeom>
          <a:noFill/>
          <a:ln w="25400">
            <a:solidFill>
              <a:srgbClr val="6A3FA0"/>
            </a:solidFill>
            <a:prstDash val="solid"/>
          </a:ln>
        </p:spPr>
      </p:sp>
      <p:sp>
        <p:nvSpPr>
          <p:cNvPr id="146" name="Shape 144"/>
          <p:cNvSpPr/>
          <p:nvPr/>
        </p:nvSpPr>
        <p:spPr>
          <a:xfrm flipV="1">
            <a:off x="2860548" y="2614576"/>
            <a:ext cx="80772" cy="37943"/>
          </a:xfrm>
          <a:prstGeom prst="line">
            <a:avLst/>
          </a:prstGeom>
          <a:noFill/>
          <a:ln w="25400">
            <a:solidFill>
              <a:srgbClr val="6A3FA0"/>
            </a:solidFill>
            <a:prstDash val="solid"/>
          </a:ln>
        </p:spPr>
      </p:sp>
      <p:sp>
        <p:nvSpPr>
          <p:cNvPr id="147" name="Shape 145"/>
          <p:cNvSpPr/>
          <p:nvPr/>
        </p:nvSpPr>
        <p:spPr>
          <a:xfrm flipV="1">
            <a:off x="2941320" y="2578483"/>
            <a:ext cx="80772" cy="36093"/>
          </a:xfrm>
          <a:prstGeom prst="line">
            <a:avLst/>
          </a:prstGeom>
          <a:noFill/>
          <a:ln w="25400">
            <a:solidFill>
              <a:srgbClr val="6A3FA0"/>
            </a:solidFill>
            <a:prstDash val="solid"/>
          </a:ln>
        </p:spPr>
      </p:sp>
      <p:sp>
        <p:nvSpPr>
          <p:cNvPr id="148" name="Shape 146"/>
          <p:cNvSpPr/>
          <p:nvPr/>
        </p:nvSpPr>
        <p:spPr>
          <a:xfrm flipV="1">
            <a:off x="3022092" y="2544150"/>
            <a:ext cx="80772" cy="34333"/>
          </a:xfrm>
          <a:prstGeom prst="line">
            <a:avLst/>
          </a:prstGeom>
          <a:noFill/>
          <a:ln w="25400">
            <a:solidFill>
              <a:srgbClr val="6A3FA0"/>
            </a:solidFill>
            <a:prstDash val="solid"/>
          </a:ln>
        </p:spPr>
      </p:sp>
      <p:sp>
        <p:nvSpPr>
          <p:cNvPr id="149" name="Shape 147"/>
          <p:cNvSpPr/>
          <p:nvPr/>
        </p:nvSpPr>
        <p:spPr>
          <a:xfrm flipV="1">
            <a:off x="3102864" y="2511492"/>
            <a:ext cx="80772" cy="32658"/>
          </a:xfrm>
          <a:prstGeom prst="line">
            <a:avLst/>
          </a:prstGeom>
          <a:noFill/>
          <a:ln w="25400">
            <a:solidFill>
              <a:srgbClr val="6A3FA0"/>
            </a:solidFill>
            <a:prstDash val="solid"/>
          </a:ln>
        </p:spPr>
      </p:sp>
      <p:sp>
        <p:nvSpPr>
          <p:cNvPr id="150" name="Shape 148"/>
          <p:cNvSpPr/>
          <p:nvPr/>
        </p:nvSpPr>
        <p:spPr>
          <a:xfrm flipV="1">
            <a:off x="3183636" y="2480426"/>
            <a:ext cx="80772" cy="31065"/>
          </a:xfrm>
          <a:prstGeom prst="line">
            <a:avLst/>
          </a:prstGeom>
          <a:noFill/>
          <a:ln w="25400">
            <a:solidFill>
              <a:srgbClr val="6A3FA0"/>
            </a:solidFill>
            <a:prstDash val="solid"/>
          </a:ln>
        </p:spPr>
      </p:sp>
      <p:sp>
        <p:nvSpPr>
          <p:cNvPr id="151" name="Shape 149"/>
          <p:cNvSpPr/>
          <p:nvPr/>
        </p:nvSpPr>
        <p:spPr>
          <a:xfrm flipV="1">
            <a:off x="3264408" y="2450876"/>
            <a:ext cx="80772" cy="29550"/>
          </a:xfrm>
          <a:prstGeom prst="line">
            <a:avLst/>
          </a:prstGeom>
          <a:noFill/>
          <a:ln w="25400">
            <a:solidFill>
              <a:srgbClr val="6A3FA0"/>
            </a:solidFill>
            <a:prstDash val="solid"/>
          </a:ln>
        </p:spPr>
      </p:sp>
      <p:sp>
        <p:nvSpPr>
          <p:cNvPr id="152" name="Shape 150"/>
          <p:cNvSpPr/>
          <p:nvPr/>
        </p:nvSpPr>
        <p:spPr>
          <a:xfrm flipV="1">
            <a:off x="3345180" y="2422767"/>
            <a:ext cx="80772" cy="28109"/>
          </a:xfrm>
          <a:prstGeom prst="line">
            <a:avLst/>
          </a:prstGeom>
          <a:noFill/>
          <a:ln w="25400">
            <a:solidFill>
              <a:srgbClr val="6A3FA0"/>
            </a:solidFill>
            <a:prstDash val="solid"/>
          </a:ln>
        </p:spPr>
      </p:sp>
      <p:sp>
        <p:nvSpPr>
          <p:cNvPr id="153" name="Shape 151"/>
          <p:cNvSpPr/>
          <p:nvPr/>
        </p:nvSpPr>
        <p:spPr>
          <a:xfrm flipV="1">
            <a:off x="3425952" y="2396028"/>
            <a:ext cx="80772" cy="26738"/>
          </a:xfrm>
          <a:prstGeom prst="line">
            <a:avLst/>
          </a:prstGeom>
          <a:noFill/>
          <a:ln w="25400">
            <a:solidFill>
              <a:srgbClr val="6A3FA0"/>
            </a:solidFill>
            <a:prstDash val="solid"/>
          </a:ln>
        </p:spPr>
      </p:sp>
      <p:sp>
        <p:nvSpPr>
          <p:cNvPr id="154" name="Shape 152"/>
          <p:cNvSpPr/>
          <p:nvPr/>
        </p:nvSpPr>
        <p:spPr>
          <a:xfrm flipV="1">
            <a:off x="3506724" y="2370594"/>
            <a:ext cx="80772" cy="25434"/>
          </a:xfrm>
          <a:prstGeom prst="line">
            <a:avLst/>
          </a:prstGeom>
          <a:noFill/>
          <a:ln w="25400">
            <a:solidFill>
              <a:srgbClr val="6A3FA0"/>
            </a:solidFill>
            <a:prstDash val="solid"/>
          </a:ln>
        </p:spPr>
      </p:sp>
      <p:sp>
        <p:nvSpPr>
          <p:cNvPr id="155" name="Shape 153"/>
          <p:cNvSpPr/>
          <p:nvPr/>
        </p:nvSpPr>
        <p:spPr>
          <a:xfrm flipV="1">
            <a:off x="3587496" y="2346400"/>
            <a:ext cx="80772" cy="24194"/>
          </a:xfrm>
          <a:prstGeom prst="line">
            <a:avLst/>
          </a:prstGeom>
          <a:noFill/>
          <a:ln w="25400">
            <a:solidFill>
              <a:srgbClr val="6A3FA0"/>
            </a:solidFill>
            <a:prstDash val="solid"/>
          </a:ln>
        </p:spPr>
      </p:sp>
      <p:sp>
        <p:nvSpPr>
          <p:cNvPr id="156" name="Shape 154"/>
          <p:cNvSpPr/>
          <p:nvPr/>
        </p:nvSpPr>
        <p:spPr>
          <a:xfrm flipV="1">
            <a:off x="3668268" y="2323386"/>
            <a:ext cx="80772" cy="23014"/>
          </a:xfrm>
          <a:prstGeom prst="line">
            <a:avLst/>
          </a:prstGeom>
          <a:noFill/>
          <a:ln w="25400">
            <a:solidFill>
              <a:srgbClr val="6A3FA0"/>
            </a:solidFill>
            <a:prstDash val="solid"/>
          </a:ln>
        </p:spPr>
      </p:sp>
      <p:sp>
        <p:nvSpPr>
          <p:cNvPr id="157" name="Shape 155"/>
          <p:cNvSpPr/>
          <p:nvPr/>
        </p:nvSpPr>
        <p:spPr>
          <a:xfrm flipV="1">
            <a:off x="3749040" y="2301495"/>
            <a:ext cx="80772" cy="21891"/>
          </a:xfrm>
          <a:prstGeom prst="line">
            <a:avLst/>
          </a:prstGeom>
          <a:noFill/>
          <a:ln w="25400">
            <a:solidFill>
              <a:srgbClr val="6A3FA0"/>
            </a:solidFill>
            <a:prstDash val="solid"/>
          </a:ln>
        </p:spPr>
      </p:sp>
      <p:sp>
        <p:nvSpPr>
          <p:cNvPr id="158" name="Shape 156"/>
          <p:cNvSpPr/>
          <p:nvPr/>
        </p:nvSpPr>
        <p:spPr>
          <a:xfrm flipV="1">
            <a:off x="3829812" y="2280671"/>
            <a:ext cx="80772" cy="20824"/>
          </a:xfrm>
          <a:prstGeom prst="line">
            <a:avLst/>
          </a:prstGeom>
          <a:noFill/>
          <a:ln w="25400">
            <a:solidFill>
              <a:srgbClr val="6A3FA0"/>
            </a:solidFill>
            <a:prstDash val="solid"/>
          </a:ln>
        </p:spPr>
      </p:sp>
      <p:sp>
        <p:nvSpPr>
          <p:cNvPr id="159" name="Shape 157"/>
          <p:cNvSpPr/>
          <p:nvPr/>
        </p:nvSpPr>
        <p:spPr>
          <a:xfrm flipV="1">
            <a:off x="3910584" y="2260863"/>
            <a:ext cx="80772" cy="19808"/>
          </a:xfrm>
          <a:prstGeom prst="line">
            <a:avLst/>
          </a:prstGeom>
          <a:noFill/>
          <a:ln w="25400">
            <a:solidFill>
              <a:srgbClr val="6A3FA0"/>
            </a:solidFill>
            <a:prstDash val="solid"/>
          </a:ln>
        </p:spPr>
      </p:sp>
      <p:sp>
        <p:nvSpPr>
          <p:cNvPr id="160" name="Shape 158"/>
          <p:cNvSpPr/>
          <p:nvPr/>
        </p:nvSpPr>
        <p:spPr>
          <a:xfrm flipV="1">
            <a:off x="3991356" y="2242021"/>
            <a:ext cx="80772" cy="18842"/>
          </a:xfrm>
          <a:prstGeom prst="line">
            <a:avLst/>
          </a:prstGeom>
          <a:noFill/>
          <a:ln w="25400">
            <a:solidFill>
              <a:srgbClr val="6A3FA0"/>
            </a:solidFill>
            <a:prstDash val="solid"/>
          </a:ln>
        </p:spPr>
      </p:sp>
      <p:sp>
        <p:nvSpPr>
          <p:cNvPr id="161" name="Shape 159"/>
          <p:cNvSpPr/>
          <p:nvPr/>
        </p:nvSpPr>
        <p:spPr>
          <a:xfrm flipV="1">
            <a:off x="4072128" y="2224098"/>
            <a:ext cx="80772" cy="17923"/>
          </a:xfrm>
          <a:prstGeom prst="line">
            <a:avLst/>
          </a:prstGeom>
          <a:noFill/>
          <a:ln w="25400">
            <a:solidFill>
              <a:srgbClr val="6A3FA0"/>
            </a:solidFill>
            <a:prstDash val="solid"/>
          </a:ln>
        </p:spPr>
      </p:sp>
      <p:sp>
        <p:nvSpPr>
          <p:cNvPr id="162" name="Shape 160"/>
          <p:cNvSpPr/>
          <p:nvPr/>
        </p:nvSpPr>
        <p:spPr>
          <a:xfrm flipV="1">
            <a:off x="4152900" y="2207048"/>
            <a:ext cx="80772" cy="17049"/>
          </a:xfrm>
          <a:prstGeom prst="line">
            <a:avLst/>
          </a:prstGeom>
          <a:noFill/>
          <a:ln w="25400">
            <a:solidFill>
              <a:srgbClr val="6A3FA0"/>
            </a:solidFill>
            <a:prstDash val="solid"/>
          </a:ln>
        </p:spPr>
      </p:sp>
      <p:sp>
        <p:nvSpPr>
          <p:cNvPr id="163" name="Shape 161"/>
          <p:cNvSpPr/>
          <p:nvPr/>
        </p:nvSpPr>
        <p:spPr>
          <a:xfrm flipV="1">
            <a:off x="4233672" y="2190831"/>
            <a:ext cx="80772" cy="16218"/>
          </a:xfrm>
          <a:prstGeom prst="line">
            <a:avLst/>
          </a:prstGeom>
          <a:noFill/>
          <a:ln w="25400">
            <a:solidFill>
              <a:srgbClr val="6A3FA0"/>
            </a:solidFill>
            <a:prstDash val="solid"/>
          </a:ln>
        </p:spPr>
      </p:sp>
      <p:sp>
        <p:nvSpPr>
          <p:cNvPr id="164" name="Shape 162"/>
          <p:cNvSpPr/>
          <p:nvPr/>
        </p:nvSpPr>
        <p:spPr>
          <a:xfrm flipV="1">
            <a:off x="4314444" y="2175404"/>
            <a:ext cx="80772" cy="15427"/>
          </a:xfrm>
          <a:prstGeom prst="line">
            <a:avLst/>
          </a:prstGeom>
          <a:noFill/>
          <a:ln w="25400">
            <a:solidFill>
              <a:srgbClr val="6A3FA0"/>
            </a:solidFill>
            <a:prstDash val="solid"/>
          </a:ln>
        </p:spPr>
      </p:sp>
      <p:sp>
        <p:nvSpPr>
          <p:cNvPr id="165" name="Shape 163"/>
          <p:cNvSpPr/>
          <p:nvPr/>
        </p:nvSpPr>
        <p:spPr>
          <a:xfrm flipV="1">
            <a:off x="4395216" y="2160730"/>
            <a:ext cx="80772" cy="14674"/>
          </a:xfrm>
          <a:prstGeom prst="line">
            <a:avLst/>
          </a:prstGeom>
          <a:noFill/>
          <a:ln w="25400">
            <a:solidFill>
              <a:srgbClr val="6A3FA0"/>
            </a:solidFill>
            <a:prstDash val="solid"/>
          </a:ln>
        </p:spPr>
      </p:sp>
      <p:sp>
        <p:nvSpPr>
          <p:cNvPr id="166" name="Shape 164"/>
          <p:cNvSpPr/>
          <p:nvPr/>
        </p:nvSpPr>
        <p:spPr>
          <a:xfrm flipV="1">
            <a:off x="4475988" y="2146771"/>
            <a:ext cx="80772" cy="13959"/>
          </a:xfrm>
          <a:prstGeom prst="line">
            <a:avLst/>
          </a:prstGeom>
          <a:noFill/>
          <a:ln w="25400">
            <a:solidFill>
              <a:srgbClr val="6A3FA0"/>
            </a:solidFill>
            <a:prstDash val="solid"/>
          </a:ln>
        </p:spPr>
      </p:sp>
      <p:sp>
        <p:nvSpPr>
          <p:cNvPr id="167" name="Shape 165"/>
          <p:cNvSpPr/>
          <p:nvPr/>
        </p:nvSpPr>
        <p:spPr>
          <a:xfrm flipV="1">
            <a:off x="4556760" y="2133493"/>
            <a:ext cx="80772" cy="13278"/>
          </a:xfrm>
          <a:prstGeom prst="line">
            <a:avLst/>
          </a:prstGeom>
          <a:noFill/>
          <a:ln w="25400">
            <a:solidFill>
              <a:srgbClr val="6A3FA0"/>
            </a:solidFill>
            <a:prstDash val="solid"/>
          </a:ln>
        </p:spPr>
      </p:sp>
      <p:sp>
        <p:nvSpPr>
          <p:cNvPr id="168" name="Shape 166"/>
          <p:cNvSpPr/>
          <p:nvPr/>
        </p:nvSpPr>
        <p:spPr>
          <a:xfrm flipV="1">
            <a:off x="4637532" y="2120863"/>
            <a:ext cx="80772" cy="12630"/>
          </a:xfrm>
          <a:prstGeom prst="line">
            <a:avLst/>
          </a:prstGeom>
          <a:noFill/>
          <a:ln w="25400">
            <a:solidFill>
              <a:srgbClr val="6A3FA0"/>
            </a:solidFill>
            <a:prstDash val="solid"/>
          </a:ln>
        </p:spPr>
      </p:sp>
      <p:sp>
        <p:nvSpPr>
          <p:cNvPr id="169" name="Shape 167"/>
          <p:cNvSpPr/>
          <p:nvPr/>
        </p:nvSpPr>
        <p:spPr>
          <a:xfrm flipV="1">
            <a:off x="4718304" y="2108849"/>
            <a:ext cx="80772" cy="12014"/>
          </a:xfrm>
          <a:prstGeom prst="line">
            <a:avLst/>
          </a:prstGeom>
          <a:noFill/>
          <a:ln w="25400">
            <a:solidFill>
              <a:srgbClr val="6A3FA0"/>
            </a:solidFill>
            <a:prstDash val="solid"/>
          </a:ln>
        </p:spPr>
      </p:sp>
      <p:sp>
        <p:nvSpPr>
          <p:cNvPr id="170" name="Shape 168"/>
          <p:cNvSpPr/>
          <p:nvPr/>
        </p:nvSpPr>
        <p:spPr>
          <a:xfrm flipV="1">
            <a:off x="4799076" y="2097420"/>
            <a:ext cx="80772" cy="11428"/>
          </a:xfrm>
          <a:prstGeom prst="line">
            <a:avLst/>
          </a:prstGeom>
          <a:noFill/>
          <a:ln w="25400">
            <a:solidFill>
              <a:srgbClr val="6A3FA0"/>
            </a:solidFill>
            <a:prstDash val="solid"/>
          </a:ln>
        </p:spPr>
      </p:sp>
      <p:sp>
        <p:nvSpPr>
          <p:cNvPr id="171" name="Shape 169"/>
          <p:cNvSpPr/>
          <p:nvPr/>
        </p:nvSpPr>
        <p:spPr>
          <a:xfrm flipV="1">
            <a:off x="4879848" y="2086550"/>
            <a:ext cx="80772" cy="10871"/>
          </a:xfrm>
          <a:prstGeom prst="line">
            <a:avLst/>
          </a:prstGeom>
          <a:noFill/>
          <a:ln w="25400">
            <a:solidFill>
              <a:srgbClr val="6A3FA0"/>
            </a:solidFill>
            <a:prstDash val="solid"/>
          </a:ln>
        </p:spPr>
      </p:sp>
      <p:sp>
        <p:nvSpPr>
          <p:cNvPr id="172" name="Shape 170"/>
          <p:cNvSpPr/>
          <p:nvPr/>
        </p:nvSpPr>
        <p:spPr>
          <a:xfrm flipV="1">
            <a:off x="4960620" y="2076209"/>
            <a:ext cx="80772" cy="10341"/>
          </a:xfrm>
          <a:prstGeom prst="line">
            <a:avLst/>
          </a:prstGeom>
          <a:noFill/>
          <a:ln w="25400">
            <a:solidFill>
              <a:srgbClr val="6A3FA0"/>
            </a:solidFill>
            <a:prstDash val="solid"/>
          </a:ln>
        </p:spPr>
      </p:sp>
      <p:sp>
        <p:nvSpPr>
          <p:cNvPr id="173" name="Shape 171"/>
          <p:cNvSpPr/>
          <p:nvPr/>
        </p:nvSpPr>
        <p:spPr>
          <a:xfrm flipV="1">
            <a:off x="5041392" y="2066372"/>
            <a:ext cx="80772" cy="9836"/>
          </a:xfrm>
          <a:prstGeom prst="line">
            <a:avLst/>
          </a:prstGeom>
          <a:noFill/>
          <a:ln w="25400">
            <a:solidFill>
              <a:srgbClr val="6A3FA0"/>
            </a:solidFill>
            <a:prstDash val="solid"/>
          </a:ln>
        </p:spPr>
      </p:sp>
      <p:sp>
        <p:nvSpPr>
          <p:cNvPr id="174" name="Shape 172"/>
          <p:cNvSpPr/>
          <p:nvPr/>
        </p:nvSpPr>
        <p:spPr>
          <a:xfrm flipV="1">
            <a:off x="5122164" y="2057015"/>
            <a:ext cx="80772" cy="9357"/>
          </a:xfrm>
          <a:prstGeom prst="line">
            <a:avLst/>
          </a:prstGeom>
          <a:noFill/>
          <a:ln w="25400">
            <a:solidFill>
              <a:srgbClr val="6A3FA0"/>
            </a:solidFill>
            <a:prstDash val="solid"/>
          </a:ln>
        </p:spPr>
      </p:sp>
      <p:sp>
        <p:nvSpPr>
          <p:cNvPr id="175" name="Shape 173"/>
          <p:cNvSpPr/>
          <p:nvPr/>
        </p:nvSpPr>
        <p:spPr>
          <a:xfrm flipV="1">
            <a:off x="5202936" y="2048115"/>
            <a:ext cx="80772" cy="8900"/>
          </a:xfrm>
          <a:prstGeom prst="line">
            <a:avLst/>
          </a:prstGeom>
          <a:noFill/>
          <a:ln w="25400">
            <a:solidFill>
              <a:srgbClr val="6A3FA0"/>
            </a:solidFill>
            <a:prstDash val="solid"/>
          </a:ln>
        </p:spPr>
      </p:sp>
      <p:sp>
        <p:nvSpPr>
          <p:cNvPr id="176" name="Shape 174"/>
          <p:cNvSpPr/>
          <p:nvPr/>
        </p:nvSpPr>
        <p:spPr>
          <a:xfrm flipV="1">
            <a:off x="5283708" y="2039649"/>
            <a:ext cx="80772" cy="8466"/>
          </a:xfrm>
          <a:prstGeom prst="line">
            <a:avLst/>
          </a:prstGeom>
          <a:noFill/>
          <a:ln w="25400">
            <a:solidFill>
              <a:srgbClr val="6A3FA0"/>
            </a:solidFill>
            <a:prstDash val="solid"/>
          </a:ln>
        </p:spPr>
      </p:sp>
      <p:sp>
        <p:nvSpPr>
          <p:cNvPr id="177" name="Shape 175"/>
          <p:cNvSpPr/>
          <p:nvPr/>
        </p:nvSpPr>
        <p:spPr>
          <a:xfrm flipV="1">
            <a:off x="5364480" y="2031595"/>
            <a:ext cx="80772" cy="8053"/>
          </a:xfrm>
          <a:prstGeom prst="line">
            <a:avLst/>
          </a:prstGeom>
          <a:noFill/>
          <a:ln w="25400">
            <a:solidFill>
              <a:srgbClr val="6A3FA0"/>
            </a:solidFill>
            <a:prstDash val="solid"/>
          </a:ln>
        </p:spPr>
      </p:sp>
      <p:sp>
        <p:nvSpPr>
          <p:cNvPr id="178" name="Shape 176"/>
          <p:cNvSpPr/>
          <p:nvPr/>
        </p:nvSpPr>
        <p:spPr>
          <a:xfrm flipV="1">
            <a:off x="5445252" y="2023935"/>
            <a:ext cx="80772" cy="7661"/>
          </a:xfrm>
          <a:prstGeom prst="line">
            <a:avLst/>
          </a:prstGeom>
          <a:noFill/>
          <a:ln w="25400">
            <a:solidFill>
              <a:srgbClr val="6A3FA0"/>
            </a:solidFill>
            <a:prstDash val="solid"/>
          </a:ln>
        </p:spPr>
      </p:sp>
      <p:sp>
        <p:nvSpPr>
          <p:cNvPr id="179" name="Shape 177"/>
          <p:cNvSpPr/>
          <p:nvPr/>
        </p:nvSpPr>
        <p:spPr>
          <a:xfrm flipV="1">
            <a:off x="5526024" y="2016648"/>
            <a:ext cx="80772" cy="7287"/>
          </a:xfrm>
          <a:prstGeom prst="line">
            <a:avLst/>
          </a:prstGeom>
          <a:noFill/>
          <a:ln w="25400">
            <a:solidFill>
              <a:srgbClr val="6A3FA0"/>
            </a:solidFill>
            <a:prstDash val="solid"/>
          </a:ln>
        </p:spPr>
      </p:sp>
      <p:sp>
        <p:nvSpPr>
          <p:cNvPr id="180" name="Shape 178"/>
          <p:cNvSpPr/>
          <p:nvPr/>
        </p:nvSpPr>
        <p:spPr>
          <a:xfrm flipV="1">
            <a:off x="5606796" y="2009716"/>
            <a:ext cx="80772" cy="6932"/>
          </a:xfrm>
          <a:prstGeom prst="line">
            <a:avLst/>
          </a:prstGeom>
          <a:noFill/>
          <a:ln w="25400">
            <a:solidFill>
              <a:srgbClr val="6A3FA0"/>
            </a:solidFill>
            <a:prstDash val="solid"/>
          </a:ln>
        </p:spPr>
      </p:sp>
      <p:sp>
        <p:nvSpPr>
          <p:cNvPr id="181" name="Shape 179"/>
          <p:cNvSpPr/>
          <p:nvPr/>
        </p:nvSpPr>
        <p:spPr>
          <a:xfrm flipV="1">
            <a:off x="5687568" y="2003122"/>
            <a:ext cx="80772" cy="6594"/>
          </a:xfrm>
          <a:prstGeom prst="line">
            <a:avLst/>
          </a:prstGeom>
          <a:noFill/>
          <a:ln w="25400">
            <a:solidFill>
              <a:srgbClr val="6A3FA0"/>
            </a:solidFill>
            <a:prstDash val="solid"/>
          </a:ln>
        </p:spPr>
      </p:sp>
      <p:sp>
        <p:nvSpPr>
          <p:cNvPr id="182" name="Shape 180"/>
          <p:cNvSpPr/>
          <p:nvPr/>
        </p:nvSpPr>
        <p:spPr>
          <a:xfrm flipV="1">
            <a:off x="5768340" y="1996850"/>
            <a:ext cx="80772" cy="6272"/>
          </a:xfrm>
          <a:prstGeom prst="line">
            <a:avLst/>
          </a:prstGeom>
          <a:noFill/>
          <a:ln w="25400">
            <a:solidFill>
              <a:srgbClr val="6A3FA0"/>
            </a:solidFill>
            <a:prstDash val="solid"/>
          </a:ln>
        </p:spPr>
      </p:sp>
      <p:sp>
        <p:nvSpPr>
          <p:cNvPr id="183" name="Shape 181"/>
          <p:cNvSpPr/>
          <p:nvPr/>
        </p:nvSpPr>
        <p:spPr>
          <a:xfrm flipV="1">
            <a:off x="5849112" y="1990884"/>
            <a:ext cx="80772" cy="5966"/>
          </a:xfrm>
          <a:prstGeom prst="line">
            <a:avLst/>
          </a:prstGeom>
          <a:noFill/>
          <a:ln w="25400">
            <a:solidFill>
              <a:srgbClr val="6A3FA0"/>
            </a:solidFill>
            <a:prstDash val="solid"/>
          </a:ln>
        </p:spPr>
      </p:sp>
      <p:sp>
        <p:nvSpPr>
          <p:cNvPr id="184" name="Shape 182"/>
          <p:cNvSpPr/>
          <p:nvPr/>
        </p:nvSpPr>
        <p:spPr>
          <a:xfrm flipV="1">
            <a:off x="5929884" y="1985209"/>
            <a:ext cx="80772" cy="5675"/>
          </a:xfrm>
          <a:prstGeom prst="line">
            <a:avLst/>
          </a:prstGeom>
          <a:noFill/>
          <a:ln w="25400">
            <a:solidFill>
              <a:srgbClr val="6A3FA0"/>
            </a:solidFill>
            <a:prstDash val="solid"/>
          </a:ln>
        </p:spPr>
      </p:sp>
      <p:sp>
        <p:nvSpPr>
          <p:cNvPr id="185" name="Shape 183"/>
          <p:cNvSpPr/>
          <p:nvPr/>
        </p:nvSpPr>
        <p:spPr>
          <a:xfrm flipV="1">
            <a:off x="6010656" y="1979811"/>
            <a:ext cx="80772" cy="5398"/>
          </a:xfrm>
          <a:prstGeom prst="line">
            <a:avLst/>
          </a:prstGeom>
          <a:noFill/>
          <a:ln w="25400">
            <a:solidFill>
              <a:srgbClr val="6A3FA0"/>
            </a:solidFill>
            <a:prstDash val="solid"/>
          </a:ln>
        </p:spPr>
      </p:sp>
      <p:sp>
        <p:nvSpPr>
          <p:cNvPr id="186" name="Shape 184"/>
          <p:cNvSpPr/>
          <p:nvPr/>
        </p:nvSpPr>
        <p:spPr>
          <a:xfrm flipV="1">
            <a:off x="6091428" y="1974676"/>
            <a:ext cx="80772" cy="5135"/>
          </a:xfrm>
          <a:prstGeom prst="line">
            <a:avLst/>
          </a:prstGeom>
          <a:noFill/>
          <a:ln w="25400">
            <a:solidFill>
              <a:srgbClr val="6A3FA0"/>
            </a:solidFill>
            <a:prstDash val="solid"/>
          </a:ln>
        </p:spPr>
      </p:sp>
      <p:sp>
        <p:nvSpPr>
          <p:cNvPr id="187" name="Shape 185"/>
          <p:cNvSpPr/>
          <p:nvPr/>
        </p:nvSpPr>
        <p:spPr>
          <a:xfrm>
            <a:off x="1280160" y="3840480"/>
            <a:ext cx="91440" cy="91440"/>
          </a:xfrm>
          <a:prstGeom prst="line">
            <a:avLst/>
          </a:prstGeom>
          <a:noFill/>
          <a:ln w="15875">
            <a:solidFill>
              <a:srgbClr val="2A1F3D"/>
            </a:solidFill>
            <a:prstDash val="solid"/>
          </a:ln>
        </p:spPr>
      </p:sp>
      <p:sp>
        <p:nvSpPr>
          <p:cNvPr id="188" name="Shape 186"/>
          <p:cNvSpPr/>
          <p:nvPr/>
        </p:nvSpPr>
        <p:spPr>
          <a:xfrm flipV="1">
            <a:off x="1280160" y="3840480"/>
            <a:ext cx="91440" cy="91440"/>
          </a:xfrm>
          <a:prstGeom prst="line">
            <a:avLst/>
          </a:prstGeom>
          <a:noFill/>
          <a:ln w="15875">
            <a:solidFill>
              <a:srgbClr val="2A1F3D"/>
            </a:solidFill>
            <a:prstDash val="solid"/>
          </a:ln>
        </p:spPr>
      </p:sp>
      <p:sp>
        <p:nvSpPr>
          <p:cNvPr id="189" name="Shape 187"/>
          <p:cNvSpPr/>
          <p:nvPr/>
        </p:nvSpPr>
        <p:spPr>
          <a:xfrm>
            <a:off x="1684020" y="3035808"/>
            <a:ext cx="91440" cy="91440"/>
          </a:xfrm>
          <a:prstGeom prst="line">
            <a:avLst/>
          </a:prstGeom>
          <a:noFill/>
          <a:ln w="15875">
            <a:solidFill>
              <a:srgbClr val="2A1F3D"/>
            </a:solidFill>
            <a:prstDash val="solid"/>
          </a:ln>
        </p:spPr>
      </p:sp>
      <p:sp>
        <p:nvSpPr>
          <p:cNvPr id="190" name="Shape 188"/>
          <p:cNvSpPr/>
          <p:nvPr/>
        </p:nvSpPr>
        <p:spPr>
          <a:xfrm flipV="1">
            <a:off x="1684020" y="3035808"/>
            <a:ext cx="91440" cy="91440"/>
          </a:xfrm>
          <a:prstGeom prst="line">
            <a:avLst/>
          </a:prstGeom>
          <a:noFill/>
          <a:ln w="15875">
            <a:solidFill>
              <a:srgbClr val="2A1F3D"/>
            </a:solidFill>
            <a:prstDash val="solid"/>
          </a:ln>
        </p:spPr>
      </p:sp>
      <p:sp>
        <p:nvSpPr>
          <p:cNvPr id="191" name="Shape 189"/>
          <p:cNvSpPr/>
          <p:nvPr/>
        </p:nvSpPr>
        <p:spPr>
          <a:xfrm>
            <a:off x="2087880" y="2583180"/>
            <a:ext cx="91440" cy="91440"/>
          </a:xfrm>
          <a:prstGeom prst="line">
            <a:avLst/>
          </a:prstGeom>
          <a:noFill/>
          <a:ln w="15875">
            <a:solidFill>
              <a:srgbClr val="2A1F3D"/>
            </a:solidFill>
            <a:prstDash val="solid"/>
          </a:ln>
        </p:spPr>
      </p:sp>
      <p:sp>
        <p:nvSpPr>
          <p:cNvPr id="192" name="Shape 190"/>
          <p:cNvSpPr/>
          <p:nvPr/>
        </p:nvSpPr>
        <p:spPr>
          <a:xfrm flipV="1">
            <a:off x="2087880" y="2583180"/>
            <a:ext cx="91440" cy="91440"/>
          </a:xfrm>
          <a:prstGeom prst="line">
            <a:avLst/>
          </a:prstGeom>
          <a:noFill/>
          <a:ln w="15875">
            <a:solidFill>
              <a:srgbClr val="2A1F3D"/>
            </a:solidFill>
            <a:prstDash val="solid"/>
          </a:ln>
        </p:spPr>
      </p:sp>
      <p:sp>
        <p:nvSpPr>
          <p:cNvPr id="193" name="Shape 191"/>
          <p:cNvSpPr/>
          <p:nvPr/>
        </p:nvSpPr>
        <p:spPr>
          <a:xfrm>
            <a:off x="2491740" y="2281428"/>
            <a:ext cx="91440" cy="91440"/>
          </a:xfrm>
          <a:prstGeom prst="line">
            <a:avLst/>
          </a:prstGeom>
          <a:noFill/>
          <a:ln w="15875">
            <a:solidFill>
              <a:srgbClr val="2A1F3D"/>
            </a:solidFill>
            <a:prstDash val="solid"/>
          </a:ln>
        </p:spPr>
      </p:sp>
      <p:sp>
        <p:nvSpPr>
          <p:cNvPr id="194" name="Shape 192"/>
          <p:cNvSpPr/>
          <p:nvPr/>
        </p:nvSpPr>
        <p:spPr>
          <a:xfrm flipV="1">
            <a:off x="2491740" y="2281428"/>
            <a:ext cx="91440" cy="91440"/>
          </a:xfrm>
          <a:prstGeom prst="line">
            <a:avLst/>
          </a:prstGeom>
          <a:noFill/>
          <a:ln w="15875">
            <a:solidFill>
              <a:srgbClr val="2A1F3D"/>
            </a:solidFill>
            <a:prstDash val="solid"/>
          </a:ln>
        </p:spPr>
      </p:sp>
      <p:sp>
        <p:nvSpPr>
          <p:cNvPr id="195" name="Shape 193"/>
          <p:cNvSpPr/>
          <p:nvPr/>
        </p:nvSpPr>
        <p:spPr>
          <a:xfrm>
            <a:off x="2895600" y="2080260"/>
            <a:ext cx="91440" cy="91440"/>
          </a:xfrm>
          <a:prstGeom prst="line">
            <a:avLst/>
          </a:prstGeom>
          <a:noFill/>
          <a:ln w="15875">
            <a:solidFill>
              <a:srgbClr val="2A1F3D"/>
            </a:solidFill>
            <a:prstDash val="solid"/>
          </a:ln>
        </p:spPr>
      </p:sp>
      <p:sp>
        <p:nvSpPr>
          <p:cNvPr id="196" name="Shape 194"/>
          <p:cNvSpPr/>
          <p:nvPr/>
        </p:nvSpPr>
        <p:spPr>
          <a:xfrm flipV="1">
            <a:off x="2895600" y="2080260"/>
            <a:ext cx="91440" cy="91440"/>
          </a:xfrm>
          <a:prstGeom prst="line">
            <a:avLst/>
          </a:prstGeom>
          <a:noFill/>
          <a:ln w="15875">
            <a:solidFill>
              <a:srgbClr val="2A1F3D"/>
            </a:solidFill>
            <a:prstDash val="solid"/>
          </a:ln>
        </p:spPr>
      </p:sp>
      <p:sp>
        <p:nvSpPr>
          <p:cNvPr id="197" name="Shape 195"/>
          <p:cNvSpPr/>
          <p:nvPr/>
        </p:nvSpPr>
        <p:spPr>
          <a:xfrm>
            <a:off x="3703320" y="1929384"/>
            <a:ext cx="91440" cy="91440"/>
          </a:xfrm>
          <a:prstGeom prst="line">
            <a:avLst/>
          </a:prstGeom>
          <a:noFill/>
          <a:ln w="15875">
            <a:solidFill>
              <a:srgbClr val="2A1F3D"/>
            </a:solidFill>
            <a:prstDash val="solid"/>
          </a:ln>
        </p:spPr>
      </p:sp>
      <p:sp>
        <p:nvSpPr>
          <p:cNvPr id="198" name="Shape 196"/>
          <p:cNvSpPr/>
          <p:nvPr/>
        </p:nvSpPr>
        <p:spPr>
          <a:xfrm flipV="1">
            <a:off x="3703320" y="1929384"/>
            <a:ext cx="91440" cy="91440"/>
          </a:xfrm>
          <a:prstGeom prst="line">
            <a:avLst/>
          </a:prstGeom>
          <a:noFill/>
          <a:ln w="15875">
            <a:solidFill>
              <a:srgbClr val="2A1F3D"/>
            </a:solidFill>
            <a:prstDash val="solid"/>
          </a:ln>
        </p:spPr>
      </p:sp>
      <p:sp>
        <p:nvSpPr>
          <p:cNvPr id="199" name="Shape 197"/>
          <p:cNvSpPr/>
          <p:nvPr/>
        </p:nvSpPr>
        <p:spPr>
          <a:xfrm>
            <a:off x="4511040" y="1879092"/>
            <a:ext cx="91440" cy="91440"/>
          </a:xfrm>
          <a:prstGeom prst="line">
            <a:avLst/>
          </a:prstGeom>
          <a:noFill/>
          <a:ln w="15875">
            <a:solidFill>
              <a:srgbClr val="2A1F3D"/>
            </a:solidFill>
            <a:prstDash val="solid"/>
          </a:ln>
        </p:spPr>
      </p:sp>
      <p:sp>
        <p:nvSpPr>
          <p:cNvPr id="200" name="Shape 198"/>
          <p:cNvSpPr/>
          <p:nvPr/>
        </p:nvSpPr>
        <p:spPr>
          <a:xfrm flipV="1">
            <a:off x="4511040" y="1879092"/>
            <a:ext cx="91440" cy="91440"/>
          </a:xfrm>
          <a:prstGeom prst="line">
            <a:avLst/>
          </a:prstGeom>
          <a:noFill/>
          <a:ln w="15875">
            <a:solidFill>
              <a:srgbClr val="2A1F3D"/>
            </a:solidFill>
            <a:prstDash val="solid"/>
          </a:ln>
        </p:spPr>
      </p:sp>
      <p:sp>
        <p:nvSpPr>
          <p:cNvPr id="201" name="Shape 199"/>
          <p:cNvSpPr/>
          <p:nvPr/>
        </p:nvSpPr>
        <p:spPr>
          <a:xfrm>
            <a:off x="5318760" y="1828800"/>
            <a:ext cx="91440" cy="91440"/>
          </a:xfrm>
          <a:prstGeom prst="line">
            <a:avLst/>
          </a:prstGeom>
          <a:noFill/>
          <a:ln w="15875">
            <a:solidFill>
              <a:srgbClr val="2A1F3D"/>
            </a:solidFill>
            <a:prstDash val="solid"/>
          </a:ln>
        </p:spPr>
      </p:sp>
      <p:sp>
        <p:nvSpPr>
          <p:cNvPr id="202" name="Shape 200"/>
          <p:cNvSpPr/>
          <p:nvPr/>
        </p:nvSpPr>
        <p:spPr>
          <a:xfrm flipV="1">
            <a:off x="5318760" y="1828800"/>
            <a:ext cx="91440" cy="91440"/>
          </a:xfrm>
          <a:prstGeom prst="line">
            <a:avLst/>
          </a:prstGeom>
          <a:noFill/>
          <a:ln w="15875">
            <a:solidFill>
              <a:srgbClr val="2A1F3D"/>
            </a:solidFill>
            <a:prstDash val="solid"/>
          </a:ln>
        </p:spPr>
      </p:sp>
      <p:sp>
        <p:nvSpPr>
          <p:cNvPr id="203" name="Shape 201"/>
          <p:cNvSpPr/>
          <p:nvPr/>
        </p:nvSpPr>
        <p:spPr>
          <a:xfrm>
            <a:off x="6126480" y="1828800"/>
            <a:ext cx="91440" cy="91440"/>
          </a:xfrm>
          <a:prstGeom prst="line">
            <a:avLst/>
          </a:prstGeom>
          <a:noFill/>
          <a:ln w="15875">
            <a:solidFill>
              <a:srgbClr val="2A1F3D"/>
            </a:solidFill>
            <a:prstDash val="solid"/>
          </a:ln>
        </p:spPr>
      </p:sp>
      <p:sp>
        <p:nvSpPr>
          <p:cNvPr id="204" name="Shape 202"/>
          <p:cNvSpPr/>
          <p:nvPr/>
        </p:nvSpPr>
        <p:spPr>
          <a:xfrm flipV="1">
            <a:off x="6126480" y="1828800"/>
            <a:ext cx="91440" cy="91440"/>
          </a:xfrm>
          <a:prstGeom prst="line">
            <a:avLst/>
          </a:prstGeom>
          <a:noFill/>
          <a:ln w="15875">
            <a:solidFill>
              <a:srgbClr val="2A1F3D"/>
            </a:solidFill>
            <a:prstDash val="solid"/>
          </a:ln>
        </p:spPr>
      </p:sp>
      <p:sp>
        <p:nvSpPr>
          <p:cNvPr id="205" name="Shape 203"/>
          <p:cNvSpPr/>
          <p:nvPr/>
        </p:nvSpPr>
        <p:spPr>
          <a:xfrm>
            <a:off x="1280160" y="3840480"/>
            <a:ext cx="91440" cy="91440"/>
          </a:xfrm>
          <a:prstGeom prst="line">
            <a:avLst/>
          </a:prstGeom>
          <a:noFill/>
          <a:ln w="15875">
            <a:solidFill>
              <a:srgbClr val="2A1F3D"/>
            </a:solidFill>
            <a:prstDash val="solid"/>
          </a:ln>
        </p:spPr>
      </p:sp>
      <p:sp>
        <p:nvSpPr>
          <p:cNvPr id="206" name="Shape 204"/>
          <p:cNvSpPr/>
          <p:nvPr/>
        </p:nvSpPr>
        <p:spPr>
          <a:xfrm flipV="1">
            <a:off x="1280160" y="3840480"/>
            <a:ext cx="91440" cy="91440"/>
          </a:xfrm>
          <a:prstGeom prst="line">
            <a:avLst/>
          </a:prstGeom>
          <a:noFill/>
          <a:ln w="15875">
            <a:solidFill>
              <a:srgbClr val="2A1F3D"/>
            </a:solidFill>
            <a:prstDash val="solid"/>
          </a:ln>
        </p:spPr>
      </p:sp>
      <p:sp>
        <p:nvSpPr>
          <p:cNvPr id="207" name="Shape 205"/>
          <p:cNvSpPr/>
          <p:nvPr/>
        </p:nvSpPr>
        <p:spPr>
          <a:xfrm>
            <a:off x="1684020" y="3387852"/>
            <a:ext cx="91440" cy="91440"/>
          </a:xfrm>
          <a:prstGeom prst="line">
            <a:avLst/>
          </a:prstGeom>
          <a:noFill/>
          <a:ln w="15875">
            <a:solidFill>
              <a:srgbClr val="2A1F3D"/>
            </a:solidFill>
            <a:prstDash val="solid"/>
          </a:ln>
        </p:spPr>
      </p:sp>
      <p:sp>
        <p:nvSpPr>
          <p:cNvPr id="208" name="Shape 206"/>
          <p:cNvSpPr/>
          <p:nvPr/>
        </p:nvSpPr>
        <p:spPr>
          <a:xfrm flipV="1">
            <a:off x="1684020" y="3387852"/>
            <a:ext cx="91440" cy="91440"/>
          </a:xfrm>
          <a:prstGeom prst="line">
            <a:avLst/>
          </a:prstGeom>
          <a:noFill/>
          <a:ln w="15875">
            <a:solidFill>
              <a:srgbClr val="2A1F3D"/>
            </a:solidFill>
            <a:prstDash val="solid"/>
          </a:ln>
        </p:spPr>
      </p:sp>
      <p:sp>
        <p:nvSpPr>
          <p:cNvPr id="209" name="Shape 207"/>
          <p:cNvSpPr/>
          <p:nvPr/>
        </p:nvSpPr>
        <p:spPr>
          <a:xfrm>
            <a:off x="2087880" y="3035808"/>
            <a:ext cx="91440" cy="91440"/>
          </a:xfrm>
          <a:prstGeom prst="line">
            <a:avLst/>
          </a:prstGeom>
          <a:noFill/>
          <a:ln w="15875">
            <a:solidFill>
              <a:srgbClr val="2A1F3D"/>
            </a:solidFill>
            <a:prstDash val="solid"/>
          </a:ln>
        </p:spPr>
      </p:sp>
      <p:sp>
        <p:nvSpPr>
          <p:cNvPr id="210" name="Shape 208"/>
          <p:cNvSpPr/>
          <p:nvPr/>
        </p:nvSpPr>
        <p:spPr>
          <a:xfrm flipV="1">
            <a:off x="2087880" y="3035808"/>
            <a:ext cx="91440" cy="91440"/>
          </a:xfrm>
          <a:prstGeom prst="line">
            <a:avLst/>
          </a:prstGeom>
          <a:noFill/>
          <a:ln w="15875">
            <a:solidFill>
              <a:srgbClr val="2A1F3D"/>
            </a:solidFill>
            <a:prstDash val="solid"/>
          </a:ln>
        </p:spPr>
      </p:sp>
      <p:sp>
        <p:nvSpPr>
          <p:cNvPr id="211" name="Shape 209"/>
          <p:cNvSpPr/>
          <p:nvPr/>
        </p:nvSpPr>
        <p:spPr>
          <a:xfrm>
            <a:off x="2491740" y="2784348"/>
            <a:ext cx="91440" cy="91440"/>
          </a:xfrm>
          <a:prstGeom prst="line">
            <a:avLst/>
          </a:prstGeom>
          <a:noFill/>
          <a:ln w="15875">
            <a:solidFill>
              <a:srgbClr val="2A1F3D"/>
            </a:solidFill>
            <a:prstDash val="solid"/>
          </a:ln>
        </p:spPr>
      </p:sp>
      <p:sp>
        <p:nvSpPr>
          <p:cNvPr id="212" name="Shape 210"/>
          <p:cNvSpPr/>
          <p:nvPr/>
        </p:nvSpPr>
        <p:spPr>
          <a:xfrm flipV="1">
            <a:off x="2491740" y="2784348"/>
            <a:ext cx="91440" cy="91440"/>
          </a:xfrm>
          <a:prstGeom prst="line">
            <a:avLst/>
          </a:prstGeom>
          <a:noFill/>
          <a:ln w="15875">
            <a:solidFill>
              <a:srgbClr val="2A1F3D"/>
            </a:solidFill>
            <a:prstDash val="solid"/>
          </a:ln>
        </p:spPr>
      </p:sp>
      <p:sp>
        <p:nvSpPr>
          <p:cNvPr id="213" name="Shape 211"/>
          <p:cNvSpPr/>
          <p:nvPr/>
        </p:nvSpPr>
        <p:spPr>
          <a:xfrm>
            <a:off x="2895600" y="2784348"/>
            <a:ext cx="91440" cy="91440"/>
          </a:xfrm>
          <a:prstGeom prst="line">
            <a:avLst/>
          </a:prstGeom>
          <a:noFill/>
          <a:ln w="15875">
            <a:solidFill>
              <a:srgbClr val="2A1F3D"/>
            </a:solidFill>
            <a:prstDash val="solid"/>
          </a:ln>
        </p:spPr>
      </p:sp>
      <p:sp>
        <p:nvSpPr>
          <p:cNvPr id="214" name="Shape 212"/>
          <p:cNvSpPr/>
          <p:nvPr/>
        </p:nvSpPr>
        <p:spPr>
          <a:xfrm flipV="1">
            <a:off x="2895600" y="2784348"/>
            <a:ext cx="91440" cy="91440"/>
          </a:xfrm>
          <a:prstGeom prst="line">
            <a:avLst/>
          </a:prstGeom>
          <a:noFill/>
          <a:ln w="15875">
            <a:solidFill>
              <a:srgbClr val="2A1F3D"/>
            </a:solidFill>
            <a:prstDash val="solid"/>
          </a:ln>
        </p:spPr>
      </p:sp>
      <p:sp>
        <p:nvSpPr>
          <p:cNvPr id="215" name="Shape 213"/>
          <p:cNvSpPr/>
          <p:nvPr/>
        </p:nvSpPr>
        <p:spPr>
          <a:xfrm>
            <a:off x="3703320" y="2281428"/>
            <a:ext cx="91440" cy="91440"/>
          </a:xfrm>
          <a:prstGeom prst="line">
            <a:avLst/>
          </a:prstGeom>
          <a:noFill/>
          <a:ln w="15875">
            <a:solidFill>
              <a:srgbClr val="2A1F3D"/>
            </a:solidFill>
            <a:prstDash val="solid"/>
          </a:ln>
        </p:spPr>
      </p:sp>
      <p:sp>
        <p:nvSpPr>
          <p:cNvPr id="216" name="Shape 214"/>
          <p:cNvSpPr/>
          <p:nvPr/>
        </p:nvSpPr>
        <p:spPr>
          <a:xfrm flipV="1">
            <a:off x="3703320" y="2281428"/>
            <a:ext cx="91440" cy="91440"/>
          </a:xfrm>
          <a:prstGeom prst="line">
            <a:avLst/>
          </a:prstGeom>
          <a:noFill/>
          <a:ln w="15875">
            <a:solidFill>
              <a:srgbClr val="2A1F3D"/>
            </a:solidFill>
            <a:prstDash val="solid"/>
          </a:ln>
        </p:spPr>
      </p:sp>
      <p:sp>
        <p:nvSpPr>
          <p:cNvPr id="217" name="Shape 215"/>
          <p:cNvSpPr/>
          <p:nvPr/>
        </p:nvSpPr>
        <p:spPr>
          <a:xfrm>
            <a:off x="4511040" y="2080260"/>
            <a:ext cx="91440" cy="91440"/>
          </a:xfrm>
          <a:prstGeom prst="line">
            <a:avLst/>
          </a:prstGeom>
          <a:noFill/>
          <a:ln w="15875">
            <a:solidFill>
              <a:srgbClr val="2A1F3D"/>
            </a:solidFill>
            <a:prstDash val="solid"/>
          </a:ln>
        </p:spPr>
      </p:sp>
      <p:sp>
        <p:nvSpPr>
          <p:cNvPr id="218" name="Shape 216"/>
          <p:cNvSpPr/>
          <p:nvPr/>
        </p:nvSpPr>
        <p:spPr>
          <a:xfrm flipV="1">
            <a:off x="4511040" y="2080260"/>
            <a:ext cx="91440" cy="91440"/>
          </a:xfrm>
          <a:prstGeom prst="line">
            <a:avLst/>
          </a:prstGeom>
          <a:noFill/>
          <a:ln w="15875">
            <a:solidFill>
              <a:srgbClr val="2A1F3D"/>
            </a:solidFill>
            <a:prstDash val="solid"/>
          </a:ln>
        </p:spPr>
      </p:sp>
      <p:sp>
        <p:nvSpPr>
          <p:cNvPr id="219" name="Shape 217"/>
          <p:cNvSpPr/>
          <p:nvPr/>
        </p:nvSpPr>
        <p:spPr>
          <a:xfrm>
            <a:off x="5318760" y="1979676"/>
            <a:ext cx="91440" cy="91440"/>
          </a:xfrm>
          <a:prstGeom prst="line">
            <a:avLst/>
          </a:prstGeom>
          <a:noFill/>
          <a:ln w="15875">
            <a:solidFill>
              <a:srgbClr val="2A1F3D"/>
            </a:solidFill>
            <a:prstDash val="solid"/>
          </a:ln>
        </p:spPr>
      </p:sp>
      <p:sp>
        <p:nvSpPr>
          <p:cNvPr id="220" name="Shape 218"/>
          <p:cNvSpPr/>
          <p:nvPr/>
        </p:nvSpPr>
        <p:spPr>
          <a:xfrm flipV="1">
            <a:off x="5318760" y="1979676"/>
            <a:ext cx="91440" cy="91440"/>
          </a:xfrm>
          <a:prstGeom prst="line">
            <a:avLst/>
          </a:prstGeom>
          <a:noFill/>
          <a:ln w="15875">
            <a:solidFill>
              <a:srgbClr val="2A1F3D"/>
            </a:solidFill>
            <a:prstDash val="solid"/>
          </a:ln>
        </p:spPr>
      </p:sp>
      <p:sp>
        <p:nvSpPr>
          <p:cNvPr id="221" name="Shape 219"/>
          <p:cNvSpPr/>
          <p:nvPr/>
        </p:nvSpPr>
        <p:spPr>
          <a:xfrm>
            <a:off x="6126480" y="1929384"/>
            <a:ext cx="91440" cy="91440"/>
          </a:xfrm>
          <a:prstGeom prst="line">
            <a:avLst/>
          </a:prstGeom>
          <a:noFill/>
          <a:ln w="15875">
            <a:solidFill>
              <a:srgbClr val="2A1F3D"/>
            </a:solidFill>
            <a:prstDash val="solid"/>
          </a:ln>
        </p:spPr>
      </p:sp>
      <p:sp>
        <p:nvSpPr>
          <p:cNvPr id="222" name="Shape 220"/>
          <p:cNvSpPr/>
          <p:nvPr/>
        </p:nvSpPr>
        <p:spPr>
          <a:xfrm flipV="1">
            <a:off x="6126480" y="1929384"/>
            <a:ext cx="91440" cy="91440"/>
          </a:xfrm>
          <a:prstGeom prst="line">
            <a:avLst/>
          </a:prstGeom>
          <a:noFill/>
          <a:ln w="15875">
            <a:solidFill>
              <a:srgbClr val="2A1F3D"/>
            </a:solidFill>
            <a:prstDash val="solid"/>
          </a:ln>
        </p:spPr>
      </p:sp>
      <p:sp>
        <p:nvSpPr>
          <p:cNvPr id="223" name="Shape 221"/>
          <p:cNvSpPr/>
          <p:nvPr/>
        </p:nvSpPr>
        <p:spPr>
          <a:xfrm>
            <a:off x="2822448" y="2711196"/>
            <a:ext cx="237744" cy="237744"/>
          </a:xfrm>
          <a:prstGeom prst="ellipse">
            <a:avLst/>
          </a:prstGeom>
          <a:ln w="19050">
            <a:solidFill>
              <a:srgbClr val="B8730A"/>
            </a:solidFill>
            <a:prstDash val="solid"/>
          </a:ln>
        </p:spPr>
      </p:sp>
      <p:sp>
        <p:nvSpPr>
          <p:cNvPr id="224" name="Text 222"/>
          <p:cNvSpPr/>
          <p:nvPr/>
        </p:nvSpPr>
        <p:spPr>
          <a:xfrm>
            <a:off x="3096768" y="2811780"/>
            <a:ext cx="822960" cy="201168"/>
          </a:xfrm>
          <a:prstGeom prst="rect">
            <a:avLst/>
          </a:prstGeom>
          <a:noFill/>
          <a:ln/>
        </p:spPr>
        <p:txBody>
          <a:bodyPr wrap="square" lIns="0" tIns="0" rIns="0" bIns="0" rtlCol="0" anchor="ctr"/>
          <a:lstStyle/>
          <a:p>
            <a:pPr algn="l" indent="0" marL="0">
              <a:buNone/>
            </a:pPr>
            <a:r>
              <a:rPr lang="en-US" sz="1000" b="1" dirty="0">
                <a:solidFill>
                  <a:srgbClr val="B8730A"/>
                </a:solidFill>
                <a:latin typeface="Calibri" pitchFamily="34" charset="0"/>
                <a:ea typeface="Calibri" pitchFamily="34" charset="-122"/>
                <a:cs typeface="Calibri" pitchFamily="34" charset="-120"/>
              </a:rPr>
              <a:t>anomaly</a:t>
            </a:r>
            <a:endParaRPr lang="en-US" sz="1000" dirty="0"/>
          </a:p>
        </p:txBody>
      </p:sp>
      <p:sp>
        <p:nvSpPr>
          <p:cNvPr id="225" name="Text 223"/>
          <p:cNvSpPr/>
          <p:nvPr/>
        </p:nvSpPr>
        <p:spPr>
          <a:xfrm>
            <a:off x="3829812" y="1664208"/>
            <a:ext cx="1463040" cy="201168"/>
          </a:xfrm>
          <a:prstGeom prst="rect">
            <a:avLst/>
          </a:prstGeom>
          <a:noFill/>
          <a:ln/>
        </p:spPr>
        <p:txBody>
          <a:bodyPr wrap="square" lIns="0" tIns="0" rIns="0" bIns="0" rtlCol="0" anchor="ctr"/>
          <a:lstStyle/>
          <a:p>
            <a:pPr algn="l" indent="0" marL="0">
              <a:buNone/>
            </a:pPr>
            <a:r>
              <a:rPr lang="en-US" sz="1000" b="1" dirty="0">
                <a:solidFill>
                  <a:srgbClr val="C8414C"/>
                </a:solidFill>
                <a:latin typeface="Calibri" pitchFamily="34" charset="0"/>
                <a:ea typeface="Calibri" pitchFamily="34" charset="-122"/>
                <a:cs typeface="Calibri" pitchFamily="34" charset="-120"/>
              </a:rPr>
              <a:t>1.0 mol/dm³</a:t>
            </a:r>
            <a:endParaRPr lang="en-US" sz="1000" dirty="0"/>
          </a:p>
        </p:txBody>
      </p:sp>
      <p:sp>
        <p:nvSpPr>
          <p:cNvPr id="226" name="Text 224"/>
          <p:cNvSpPr/>
          <p:nvPr/>
        </p:nvSpPr>
        <p:spPr>
          <a:xfrm>
            <a:off x="4152900" y="2359152"/>
            <a:ext cx="1463040" cy="201168"/>
          </a:xfrm>
          <a:prstGeom prst="rect">
            <a:avLst/>
          </a:prstGeom>
          <a:noFill/>
          <a:ln/>
        </p:spPr>
        <p:txBody>
          <a:bodyPr wrap="square" lIns="0" tIns="0" rIns="0" bIns="0" rtlCol="0" anchor="ctr"/>
          <a:lstStyle/>
          <a:p>
            <a:pPr algn="l" indent="0" marL="0">
              <a:buNone/>
            </a:pPr>
            <a:r>
              <a:rPr lang="en-US" sz="1000" b="1" dirty="0">
                <a:solidFill>
                  <a:srgbClr val="6A3FA0"/>
                </a:solidFill>
                <a:latin typeface="Calibri" pitchFamily="34" charset="0"/>
                <a:ea typeface="Calibri" pitchFamily="34" charset="-122"/>
                <a:cs typeface="Calibri" pitchFamily="34" charset="-120"/>
              </a:rPr>
              <a:t>0.50 mol/dm³</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94360" y="4498848"/>
          <a:ext cx="5669280" cy="914400"/>
        </p:xfrm>
        <a:graphic>
          <a:graphicData uri="http://schemas.openxmlformats.org/drawingml/2006/table">
            <a:tbl>
              <a:tblPr/>
              <a:tblGrid>
                <a:gridCol w="1554480"/>
                <a:gridCol w="457200"/>
                <a:gridCol w="457200"/>
                <a:gridCol w="457200"/>
                <a:gridCol w="457200"/>
                <a:gridCol w="457200"/>
                <a:gridCol w="457200"/>
                <a:gridCol w="457200"/>
                <a:gridCol w="457200"/>
                <a:gridCol w="457200"/>
              </a:tblGrid>
              <a:tr h="201168">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Time / s</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20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30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40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60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80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120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r>
              <a:tr h="201168">
                <a:tc>
                  <a:txBody>
                    <a:bodyPr/>
                    <a:lstStyle/>
                    <a:p>
                      <a:pPr algn="ctr" indent="0" marL="0">
                        <a:buNone/>
                      </a:pPr>
                      <a:r>
                        <a:rPr lang="en-US" sz="1000" b="1" dirty="0">
                          <a:solidFill>
                            <a:srgbClr val="262B3A"/>
                          </a:solidFill>
                          <a:latin typeface="Calibri" pitchFamily="34" charset="0"/>
                          <a:ea typeface="Calibri" pitchFamily="34" charset="-122"/>
                          <a:cs typeface="Calibri" pitchFamily="34" charset="-120"/>
                        </a:rPr>
                        <a:t>1.0 mol/dm³ / cm³</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16</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25</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31</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35</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38</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39</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r h="201168">
                <a:tc>
                  <a:txBody>
                    <a:bodyPr/>
                    <a:lstStyle/>
                    <a:p>
                      <a:pPr algn="ctr" indent="0" marL="0">
                        <a:buNone/>
                      </a:pPr>
                      <a:r>
                        <a:rPr lang="en-US" sz="1000" b="1" dirty="0">
                          <a:solidFill>
                            <a:srgbClr val="262B3A"/>
                          </a:solidFill>
                          <a:latin typeface="Calibri" pitchFamily="34" charset="0"/>
                          <a:ea typeface="Calibri" pitchFamily="34" charset="-122"/>
                          <a:cs typeface="Calibri" pitchFamily="34" charset="-120"/>
                        </a:rPr>
                        <a:t>0.50 mol/dm³ / cm³</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16</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21</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8730A"/>
                          </a:solidFill>
                          <a:latin typeface="Calibri" pitchFamily="34" charset="0"/>
                          <a:ea typeface="Calibri" pitchFamily="34" charset="-122"/>
                          <a:cs typeface="Calibri" pitchFamily="34" charset="-120"/>
                        </a:rPr>
                        <a:t>21</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31</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35</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37</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38</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r>
            </a:tbl>
          </a:graphicData>
        </a:graphic>
      </p:graphicFrame>
      <p:sp>
        <p:nvSpPr>
          <p:cNvPr id="228" name="Shape 225"/>
          <p:cNvSpPr/>
          <p:nvPr/>
        </p:nvSpPr>
        <p:spPr>
          <a:xfrm>
            <a:off x="6675120" y="1188720"/>
            <a:ext cx="5102352" cy="1691640"/>
          </a:xfrm>
          <a:prstGeom prst="roundRect">
            <a:avLst>
              <a:gd name="adj" fmla="val 3243"/>
            </a:avLst>
          </a:prstGeom>
          <a:solidFill>
            <a:srgbClr val="FFF4E0"/>
          </a:solidFill>
          <a:ln w="9525">
            <a:solidFill>
              <a:srgbClr val="F1D9A8"/>
            </a:solidFill>
            <a:prstDash val="solid"/>
          </a:ln>
        </p:spPr>
      </p:sp>
      <p:sp>
        <p:nvSpPr>
          <p:cNvPr id="229" name="Text 226"/>
          <p:cNvSpPr/>
          <p:nvPr/>
        </p:nvSpPr>
        <p:spPr>
          <a:xfrm>
            <a:off x="6839712" y="1261872"/>
            <a:ext cx="47731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compare the rates</a:t>
            </a:r>
            <a:endParaRPr lang="en-US" sz="1300" dirty="0"/>
          </a:p>
        </p:txBody>
      </p:sp>
      <p:sp>
        <p:nvSpPr>
          <p:cNvPr id="230" name="Text 227"/>
          <p:cNvSpPr/>
          <p:nvPr/>
        </p:nvSpPr>
        <p:spPr>
          <a:xfrm>
            <a:off x="6839712" y="1572768"/>
            <a:ext cx="4773168" cy="123444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Mean rate over the first 20 s for each acid.</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1.0 mol/dm³   </a:t>
            </a:r>
            <a:r>
              <a:rPr lang="en-US" sz="1050" dirty="0">
                <a:solidFill>
                  <a:srgbClr val="262B3A"/>
                </a:solidFill>
                <a:latin typeface="Calibri" pitchFamily="34" charset="0"/>
                <a:ea typeface="Calibri" pitchFamily="34" charset="-122"/>
                <a:cs typeface="Calibri" pitchFamily="34" charset="-120"/>
              </a:rPr>
              <a:t>25 ÷ 20 = 1.25 = </a:t>
            </a:r>
            <a:r>
              <a:rPr lang="en-US" sz="1050" b="1" dirty="0">
                <a:solidFill>
                  <a:srgbClr val="262B3A"/>
                </a:solidFill>
                <a:latin typeface="Calibri" pitchFamily="34" charset="0"/>
                <a:ea typeface="Calibri" pitchFamily="34" charset="-122"/>
                <a:cs typeface="Calibri" pitchFamily="34" charset="-120"/>
              </a:rPr>
              <a:t>1.3 cm³/s</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0.50 mol/dm³   </a:t>
            </a:r>
            <a:r>
              <a:rPr lang="en-US" sz="1050" dirty="0">
                <a:solidFill>
                  <a:srgbClr val="262B3A"/>
                </a:solidFill>
                <a:latin typeface="Calibri" pitchFamily="34" charset="0"/>
                <a:ea typeface="Calibri" pitchFamily="34" charset="-122"/>
                <a:cs typeface="Calibri" pitchFamily="34" charset="-120"/>
              </a:rPr>
              <a:t>16 ÷ 20 = 0.80 cm³/s</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the more concentrated acid reacts </a:t>
            </a:r>
            <a:r>
              <a:rPr lang="en-US" sz="1050" b="1" dirty="0">
                <a:solidFill>
                  <a:srgbClr val="C8414C"/>
                </a:solidFill>
                <a:latin typeface="Calibri" pitchFamily="34" charset="0"/>
                <a:ea typeface="Calibri" pitchFamily="34" charset="-122"/>
                <a:cs typeface="Calibri" pitchFamily="34" charset="-120"/>
              </a:rPr>
              <a:t>faster</a:t>
            </a:r>
            <a:endParaRPr lang="en-US" sz="1050" dirty="0"/>
          </a:p>
        </p:txBody>
      </p:sp>
      <p:sp>
        <p:nvSpPr>
          <p:cNvPr id="231" name="Shape 228"/>
          <p:cNvSpPr/>
          <p:nvPr/>
        </p:nvSpPr>
        <p:spPr>
          <a:xfrm>
            <a:off x="6675120" y="3017520"/>
            <a:ext cx="5102352" cy="2697480"/>
          </a:xfrm>
          <a:prstGeom prst="roundRect">
            <a:avLst>
              <a:gd name="adj" fmla="val 2034"/>
            </a:avLst>
          </a:prstGeom>
          <a:solidFill>
            <a:srgbClr val="F8F5FC"/>
          </a:solidFill>
          <a:ln w="9525">
            <a:solidFill>
              <a:srgbClr val="DDD3EC"/>
            </a:solidFill>
            <a:prstDash val="solid"/>
          </a:ln>
        </p:spPr>
      </p:sp>
      <p:sp>
        <p:nvSpPr>
          <p:cNvPr id="232" name="Text 229"/>
          <p:cNvSpPr/>
          <p:nvPr/>
        </p:nvSpPr>
        <p:spPr>
          <a:xfrm>
            <a:off x="6839712" y="3108960"/>
            <a:ext cx="47731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Conclusion and errors</a:t>
            </a:r>
            <a:endParaRPr lang="en-US" sz="1300" dirty="0"/>
          </a:p>
        </p:txBody>
      </p:sp>
      <p:sp>
        <p:nvSpPr>
          <p:cNvPr id="233" name="Text 230"/>
          <p:cNvSpPr/>
          <p:nvPr/>
        </p:nvSpPr>
        <p:spPr>
          <a:xfrm>
            <a:off x="6839712" y="3438144"/>
            <a:ext cx="4773168" cy="220370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Higher concentration: </a:t>
            </a:r>
            <a:r>
              <a:rPr lang="en-US" sz="1050" b="1" dirty="0">
                <a:solidFill>
                  <a:srgbClr val="262B3A"/>
                </a:solidFill>
                <a:latin typeface="Calibri" pitchFamily="34" charset="0"/>
                <a:ea typeface="Calibri" pitchFamily="34" charset="-122"/>
                <a:cs typeface="Calibri" pitchFamily="34" charset="-120"/>
              </a:rPr>
              <a:t>steeper</a:t>
            </a:r>
            <a:r>
              <a:rPr lang="en-US" sz="1050" dirty="0">
                <a:solidFill>
                  <a:srgbClr val="262B3A"/>
                </a:solidFill>
                <a:latin typeface="Calibri" pitchFamily="34" charset="0"/>
                <a:ea typeface="Calibri" pitchFamily="34" charset="-122"/>
                <a:cs typeface="Calibri" pitchFamily="34" charset="-120"/>
              </a:rPr>
              <a:t> curve, </a:t>
            </a:r>
            <a:r>
              <a:rPr lang="en-US" sz="1050" b="1" dirty="0">
                <a:solidFill>
                  <a:srgbClr val="262B3A"/>
                </a:solidFill>
                <a:latin typeface="Calibri" pitchFamily="34" charset="0"/>
                <a:ea typeface="Calibri" pitchFamily="34" charset="-122"/>
                <a:cs typeface="Calibri" pitchFamily="34" charset="-120"/>
              </a:rPr>
              <a:t>faster</a:t>
            </a:r>
            <a:r>
              <a:rPr lang="en-US" sz="1050" dirty="0">
                <a:solidFill>
                  <a:srgbClr val="262B3A"/>
                </a:solidFill>
                <a:latin typeface="Calibri" pitchFamily="34" charset="0"/>
                <a:ea typeface="Calibri" pitchFamily="34" charset="-122"/>
                <a:cs typeface="Calibri" pitchFamily="34" charset="-120"/>
              </a:rPr>
              <a:t> rate; both reach </a:t>
            </a:r>
            <a:r>
              <a:rPr lang="en-US" sz="1050" b="1" dirty="0">
                <a:solidFill>
                  <a:srgbClr val="262B3A"/>
                </a:solidFill>
                <a:latin typeface="Calibri" pitchFamily="34" charset="0"/>
                <a:ea typeface="Calibri" pitchFamily="34" charset="-122"/>
                <a:cs typeface="Calibri" pitchFamily="34" charset="-120"/>
              </a:rPr>
              <a:t>40 cm³</a:t>
            </a:r>
            <a:r>
              <a:rPr lang="en-US" sz="1050" dirty="0">
                <a:solidFill>
                  <a:srgbClr val="262B3A"/>
                </a:solidFill>
                <a:latin typeface="Calibri" pitchFamily="34" charset="0"/>
                <a:ea typeface="Calibri" pitchFamily="34" charset="-122"/>
                <a:cs typeface="Calibri" pitchFamily="34" charset="-120"/>
              </a:rPr>
              <a:t> because the Mg is </a:t>
            </a:r>
            <a:r>
              <a:rPr lang="en-US" sz="1050" b="1" dirty="0">
                <a:solidFill>
                  <a:srgbClr val="262B3A"/>
                </a:solidFill>
                <a:latin typeface="Calibri" pitchFamily="34" charset="0"/>
                <a:ea typeface="Calibri" pitchFamily="34" charset="-122"/>
                <a:cs typeface="Calibri" pitchFamily="34" charset="-120"/>
              </a:rPr>
              <a:t>limiting</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b="1" dirty="0">
                <a:solidFill>
                  <a:srgbClr val="C8414C"/>
                </a:solidFill>
                <a:latin typeface="Calibri" pitchFamily="34" charset="0"/>
                <a:ea typeface="Calibri" pitchFamily="34" charset="-122"/>
                <a:cs typeface="Calibri" pitchFamily="34" charset="-120"/>
              </a:rPr>
              <a:t>HT</a:t>
            </a:r>
            <a:r>
              <a:rPr lang="en-US" sz="1050" dirty="0">
                <a:solidFill>
                  <a:srgbClr val="262B3A"/>
                </a:solidFill>
                <a:latin typeface="Calibri" pitchFamily="34" charset="0"/>
                <a:ea typeface="Calibri" pitchFamily="34" charset="-122"/>
                <a:cs typeface="Calibri" pitchFamily="34" charset="-120"/>
              </a:rPr>
              <a:t> Initial rates (tangents at 0 s): </a:t>
            </a:r>
            <a:r>
              <a:rPr lang="en-US" sz="1050" b="1" dirty="0">
                <a:solidFill>
                  <a:srgbClr val="262B3A"/>
                </a:solidFill>
                <a:latin typeface="Calibri" pitchFamily="34" charset="0"/>
                <a:ea typeface="Calibri" pitchFamily="34" charset="-122"/>
                <a:cs typeface="Calibri" pitchFamily="34" charset="-120"/>
              </a:rPr>
              <a:t>2.0</a:t>
            </a:r>
            <a:r>
              <a:rPr lang="en-US" sz="1050" dirty="0">
                <a:solidFill>
                  <a:srgbClr val="262B3A"/>
                </a:solidFill>
                <a:latin typeface="Calibri" pitchFamily="34" charset="0"/>
                <a:ea typeface="Calibri" pitchFamily="34" charset="-122"/>
                <a:cs typeface="Calibri" pitchFamily="34" charset="-120"/>
              </a:rPr>
              <a:t> and </a:t>
            </a:r>
            <a:r>
              <a:rPr lang="en-US" sz="1050" b="1" dirty="0">
                <a:solidFill>
                  <a:srgbClr val="262B3A"/>
                </a:solidFill>
                <a:latin typeface="Calibri" pitchFamily="34" charset="0"/>
                <a:ea typeface="Calibri" pitchFamily="34" charset="-122"/>
                <a:cs typeface="Calibri" pitchFamily="34" charset="-120"/>
              </a:rPr>
              <a:t>1.0 cm³/s</a:t>
            </a:r>
            <a:r>
              <a:rPr lang="en-US" sz="1050" dirty="0">
                <a:solidFill>
                  <a:srgbClr val="262B3A"/>
                </a:solidFill>
                <a:latin typeface="Calibri" pitchFamily="34" charset="0"/>
                <a:ea typeface="Calibri" pitchFamily="34" charset="-122"/>
                <a:cs typeface="Calibri" pitchFamily="34" charset="-120"/>
              </a:rPr>
              <a:t>: doubling concentration </a:t>
            </a:r>
            <a:r>
              <a:rPr lang="en-US" sz="1050" b="1" dirty="0">
                <a:solidFill>
                  <a:srgbClr val="262B3A"/>
                </a:solidFill>
                <a:latin typeface="Calibri" pitchFamily="34" charset="0"/>
                <a:ea typeface="Calibri" pitchFamily="34" charset="-122"/>
                <a:cs typeface="Calibri" pitchFamily="34" charset="-120"/>
              </a:rPr>
              <a:t>doubles</a:t>
            </a:r>
            <a:r>
              <a:rPr lang="en-US" sz="1050" dirty="0">
                <a:solidFill>
                  <a:srgbClr val="262B3A"/>
                </a:solidFill>
                <a:latin typeface="Calibri" pitchFamily="34" charset="0"/>
                <a:ea typeface="Calibri" pitchFamily="34" charset="-122"/>
                <a:cs typeface="Calibri" pitchFamily="34" charset="-120"/>
              </a:rPr>
              <a:t> the initial rate.</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Errors</a:t>
            </a:r>
            <a:r>
              <a:rPr lang="en-US" sz="1050" dirty="0">
                <a:solidFill>
                  <a:srgbClr val="262B3A"/>
                </a:solidFill>
                <a:latin typeface="Calibri" pitchFamily="34" charset="0"/>
                <a:ea typeface="Calibri" pitchFamily="34" charset="-122"/>
                <a:cs typeface="Calibri" pitchFamily="34" charset="-120"/>
              </a:rPr>
              <a:t>: gas lost before the bung is in; the plunger </a:t>
            </a:r>
            <a:r>
              <a:rPr lang="en-US" sz="1050" b="1" dirty="0">
                <a:solidFill>
                  <a:srgbClr val="262B3A"/>
                </a:solidFill>
                <a:latin typeface="Calibri" pitchFamily="34" charset="0"/>
                <a:ea typeface="Calibri" pitchFamily="34" charset="-122"/>
                <a:cs typeface="Calibri" pitchFamily="34" charset="-120"/>
              </a:rPr>
              <a:t>sticks</a:t>
            </a:r>
            <a:r>
              <a:rPr lang="en-US" sz="1050" dirty="0">
                <a:solidFill>
                  <a:srgbClr val="262B3A"/>
                </a:solidFill>
                <a:latin typeface="Calibri" pitchFamily="34" charset="0"/>
                <a:ea typeface="Calibri" pitchFamily="34" charset="-122"/>
                <a:cs typeface="Calibri" pitchFamily="34" charset="-120"/>
              </a:rPr>
              <a:t> (as at 40 s); acid warms up as it reacts.</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Improve</a:t>
            </a:r>
            <a:r>
              <a:rPr lang="en-US" sz="1050" dirty="0">
                <a:solidFill>
                  <a:srgbClr val="262B3A"/>
                </a:solidFill>
                <a:latin typeface="Calibri" pitchFamily="34" charset="0"/>
                <a:ea typeface="Calibri" pitchFamily="34" charset="-122"/>
                <a:cs typeface="Calibri" pitchFamily="34" charset="-120"/>
              </a:rPr>
              <a:t>: repeat and take a </a:t>
            </a:r>
            <a:r>
              <a:rPr lang="en-US" sz="1050" b="1" dirty="0">
                <a:solidFill>
                  <a:srgbClr val="262B3A"/>
                </a:solidFill>
                <a:latin typeface="Calibri" pitchFamily="34" charset="0"/>
                <a:ea typeface="Calibri" pitchFamily="34" charset="-122"/>
                <a:cs typeface="Calibri" pitchFamily="34" charset="-120"/>
              </a:rPr>
              <a:t>mean</a:t>
            </a:r>
            <a:r>
              <a:rPr lang="en-US" sz="1050" dirty="0">
                <a:solidFill>
                  <a:srgbClr val="262B3A"/>
                </a:solidFill>
                <a:latin typeface="Calibri" pitchFamily="34" charset="0"/>
                <a:ea typeface="Calibri" pitchFamily="34" charset="-122"/>
                <a:cs typeface="Calibri" pitchFamily="34" charset="-120"/>
              </a:rPr>
              <a:t>; ignore the anomaly; use a water bath at constant temperature.</a:t>
            </a:r>
            <a:endParaRPr lang="en-US" sz="1050" dirty="0"/>
          </a:p>
        </p:txBody>
      </p:sp>
      <p:sp>
        <p:nvSpPr>
          <p:cNvPr id="234" name="Shape 231"/>
          <p:cNvSpPr/>
          <p:nvPr/>
        </p:nvSpPr>
        <p:spPr>
          <a:xfrm>
            <a:off x="411480" y="5833872"/>
            <a:ext cx="11368735" cy="530352"/>
          </a:xfrm>
          <a:prstGeom prst="rect">
            <a:avLst/>
          </a:prstGeom>
          <a:solidFill>
            <a:srgbClr val="FFF4E0"/>
          </a:solidFill>
          <a:ln w="6350">
            <a:solidFill>
              <a:srgbClr val="F1D9A8"/>
            </a:solidFill>
            <a:prstDash val="solid"/>
          </a:ln>
        </p:spPr>
      </p:sp>
      <p:sp>
        <p:nvSpPr>
          <p:cNvPr id="235" name="Shape 232"/>
          <p:cNvSpPr/>
          <p:nvPr/>
        </p:nvSpPr>
        <p:spPr>
          <a:xfrm>
            <a:off x="411480" y="5833872"/>
            <a:ext cx="82296" cy="530352"/>
          </a:xfrm>
          <a:prstGeom prst="rect">
            <a:avLst/>
          </a:prstGeom>
          <a:solidFill>
            <a:srgbClr val="E39A2F"/>
          </a:solidFill>
          <a:ln w="12700">
            <a:solidFill>
              <a:srgbClr val="E39A2F"/>
            </a:solidFill>
            <a:prstDash val="solid"/>
          </a:ln>
        </p:spPr>
      </p:sp>
      <p:sp>
        <p:nvSpPr>
          <p:cNvPr id="236" name="Text 233"/>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Use the graph: how long does each reaction take to make </a:t>
            </a:r>
            <a:r>
              <a:rPr lang="en-US" sz="1150" b="1" dirty="0">
                <a:solidFill>
                  <a:srgbClr val="262B3A"/>
                </a:solidFill>
                <a:latin typeface="Calibri" pitchFamily="34" charset="0"/>
                <a:ea typeface="Calibri" pitchFamily="34" charset="-122"/>
                <a:cs typeface="Calibri" pitchFamily="34" charset="-120"/>
              </a:rPr>
              <a:t>30 cm³</a:t>
            </a:r>
            <a:r>
              <a:rPr lang="en-US" sz="1150" dirty="0">
                <a:solidFill>
                  <a:srgbClr val="262B3A"/>
                </a:solidFill>
                <a:latin typeface="Calibri" pitchFamily="34" charset="0"/>
                <a:ea typeface="Calibri" pitchFamily="34" charset="-122"/>
                <a:cs typeface="Calibri" pitchFamily="34" charset="-120"/>
              </a:rPr>
              <a:t> of gas? Why do </a:t>
            </a:r>
            <a:r>
              <a:rPr lang="en-US" sz="1150" b="1" dirty="0">
                <a:solidFill>
                  <a:srgbClr val="262B3A"/>
                </a:solidFill>
                <a:latin typeface="Calibri" pitchFamily="34" charset="0"/>
                <a:ea typeface="Calibri" pitchFamily="34" charset="-122"/>
                <a:cs typeface="Calibri" pitchFamily="34" charset="-120"/>
              </a:rPr>
              <a:t>both</a:t>
            </a:r>
            <a:r>
              <a:rPr lang="en-US" sz="1150" dirty="0">
                <a:solidFill>
                  <a:srgbClr val="262B3A"/>
                </a:solidFill>
                <a:latin typeface="Calibri" pitchFamily="34" charset="0"/>
                <a:ea typeface="Calibri" pitchFamily="34" charset="-122"/>
                <a:cs typeface="Calibri" pitchFamily="34" charset="-120"/>
              </a:rPr>
              <a:t> curves level off at the </a:t>
            </a:r>
            <a:r>
              <a:rPr lang="en-US" sz="1150" b="1" dirty="0">
                <a:solidFill>
                  <a:srgbClr val="262B3A"/>
                </a:solidFill>
                <a:latin typeface="Calibri" pitchFamily="34" charset="0"/>
                <a:ea typeface="Calibri" pitchFamily="34" charset="-122"/>
                <a:cs typeface="Calibri" pitchFamily="34" charset="-120"/>
              </a:rPr>
              <a:t>same</a:t>
            </a:r>
            <a:r>
              <a:rPr lang="en-US" sz="1150" dirty="0">
                <a:solidFill>
                  <a:srgbClr val="262B3A"/>
                </a:solidFill>
                <a:latin typeface="Calibri" pitchFamily="34" charset="0"/>
                <a:ea typeface="Calibri" pitchFamily="34" charset="-122"/>
                <a:cs typeface="Calibri" pitchFamily="34" charset="-120"/>
              </a:rPr>
              <a:t> volume?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Practical: temperature and rate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C6.2.1, C6.2.8 • PAG C5: sodium thiosulfate and acid, the disappearing cross</a:t>
            </a:r>
            <a:endParaRPr lang="en-US" sz="1100" dirty="0"/>
          </a:p>
        </p:txBody>
      </p:sp>
      <p:sp>
        <p:nvSpPr>
          <p:cNvPr id="6" name="Shape 4"/>
          <p:cNvSpPr/>
          <p:nvPr/>
        </p:nvSpPr>
        <p:spPr>
          <a:xfrm>
            <a:off x="11012119" y="292608"/>
            <a:ext cx="768096"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1012119" y="292608"/>
            <a:ext cx="76809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PAG C5</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C6.2 How do chemists control the rate of reactions?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PAG C5  |  18</a:t>
            </a:r>
            <a:endParaRPr lang="en-US" sz="1000" dirty="0"/>
          </a:p>
        </p:txBody>
      </p:sp>
      <p:sp>
        <p:nvSpPr>
          <p:cNvPr id="10" name="Shape 8"/>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graph of relative rate (1000 ÷ time) against temperature, to scale</a:t>
            </a:r>
            <a:endParaRPr lang="en-US" sz="1000" dirty="0"/>
          </a:p>
        </p:txBody>
      </p:sp>
      <p:sp>
        <p:nvSpPr>
          <p:cNvPr id="12" name="Shape 10"/>
          <p:cNvSpPr/>
          <p:nvPr/>
        </p:nvSpPr>
        <p:spPr>
          <a:xfrm>
            <a:off x="1280160" y="1371600"/>
            <a:ext cx="4434840" cy="3291840"/>
          </a:xfrm>
          <a:prstGeom prst="rect">
            <a:avLst/>
          </a:prstGeom>
          <a:solidFill>
            <a:srgbClr val="FFFFFF"/>
          </a:solidFill>
          <a:ln/>
        </p:spPr>
      </p:sp>
      <p:sp>
        <p:nvSpPr>
          <p:cNvPr id="13" name="Shape 11"/>
          <p:cNvSpPr/>
          <p:nvPr/>
        </p:nvSpPr>
        <p:spPr>
          <a:xfrm>
            <a:off x="1280160" y="1371600"/>
            <a:ext cx="91" cy="3291840"/>
          </a:xfrm>
          <a:prstGeom prst="line">
            <a:avLst/>
          </a:prstGeom>
          <a:noFill/>
          <a:ln w="6350">
            <a:solidFill>
              <a:srgbClr val="D6CBE8"/>
            </a:solidFill>
            <a:prstDash val="solid"/>
          </a:ln>
        </p:spPr>
      </p:sp>
      <p:sp>
        <p:nvSpPr>
          <p:cNvPr id="14" name="Shape 12"/>
          <p:cNvSpPr/>
          <p:nvPr/>
        </p:nvSpPr>
        <p:spPr>
          <a:xfrm>
            <a:off x="1723644" y="1371600"/>
            <a:ext cx="91" cy="3291840"/>
          </a:xfrm>
          <a:prstGeom prst="line">
            <a:avLst/>
          </a:prstGeom>
          <a:noFill/>
          <a:ln w="6350">
            <a:solidFill>
              <a:srgbClr val="EEE9F6"/>
            </a:solidFill>
            <a:prstDash val="solid"/>
          </a:ln>
        </p:spPr>
      </p:sp>
      <p:sp>
        <p:nvSpPr>
          <p:cNvPr id="15" name="Shape 13"/>
          <p:cNvSpPr/>
          <p:nvPr/>
        </p:nvSpPr>
        <p:spPr>
          <a:xfrm>
            <a:off x="2167128" y="1371600"/>
            <a:ext cx="91" cy="3291840"/>
          </a:xfrm>
          <a:prstGeom prst="line">
            <a:avLst/>
          </a:prstGeom>
          <a:noFill/>
          <a:ln w="6350">
            <a:solidFill>
              <a:srgbClr val="D6CBE8"/>
            </a:solidFill>
            <a:prstDash val="solid"/>
          </a:ln>
        </p:spPr>
      </p:sp>
      <p:sp>
        <p:nvSpPr>
          <p:cNvPr id="16" name="Shape 14"/>
          <p:cNvSpPr/>
          <p:nvPr/>
        </p:nvSpPr>
        <p:spPr>
          <a:xfrm>
            <a:off x="2610612" y="1371600"/>
            <a:ext cx="91" cy="3291840"/>
          </a:xfrm>
          <a:prstGeom prst="line">
            <a:avLst/>
          </a:prstGeom>
          <a:noFill/>
          <a:ln w="6350">
            <a:solidFill>
              <a:srgbClr val="EEE9F6"/>
            </a:solidFill>
            <a:prstDash val="solid"/>
          </a:ln>
        </p:spPr>
      </p:sp>
      <p:sp>
        <p:nvSpPr>
          <p:cNvPr id="17" name="Shape 15"/>
          <p:cNvSpPr/>
          <p:nvPr/>
        </p:nvSpPr>
        <p:spPr>
          <a:xfrm>
            <a:off x="3054096" y="1371600"/>
            <a:ext cx="91" cy="3291840"/>
          </a:xfrm>
          <a:prstGeom prst="line">
            <a:avLst/>
          </a:prstGeom>
          <a:noFill/>
          <a:ln w="6350">
            <a:solidFill>
              <a:srgbClr val="D6CBE8"/>
            </a:solidFill>
            <a:prstDash val="solid"/>
          </a:ln>
        </p:spPr>
      </p:sp>
      <p:sp>
        <p:nvSpPr>
          <p:cNvPr id="18" name="Shape 16"/>
          <p:cNvSpPr/>
          <p:nvPr/>
        </p:nvSpPr>
        <p:spPr>
          <a:xfrm>
            <a:off x="3497580" y="1371600"/>
            <a:ext cx="91" cy="3291840"/>
          </a:xfrm>
          <a:prstGeom prst="line">
            <a:avLst/>
          </a:prstGeom>
          <a:noFill/>
          <a:ln w="6350">
            <a:solidFill>
              <a:srgbClr val="EEE9F6"/>
            </a:solidFill>
            <a:prstDash val="solid"/>
          </a:ln>
        </p:spPr>
      </p:sp>
      <p:sp>
        <p:nvSpPr>
          <p:cNvPr id="19" name="Shape 17"/>
          <p:cNvSpPr/>
          <p:nvPr/>
        </p:nvSpPr>
        <p:spPr>
          <a:xfrm>
            <a:off x="3941064" y="1371600"/>
            <a:ext cx="91" cy="3291840"/>
          </a:xfrm>
          <a:prstGeom prst="line">
            <a:avLst/>
          </a:prstGeom>
          <a:noFill/>
          <a:ln w="6350">
            <a:solidFill>
              <a:srgbClr val="D6CBE8"/>
            </a:solidFill>
            <a:prstDash val="solid"/>
          </a:ln>
        </p:spPr>
      </p:sp>
      <p:sp>
        <p:nvSpPr>
          <p:cNvPr id="20" name="Shape 18"/>
          <p:cNvSpPr/>
          <p:nvPr/>
        </p:nvSpPr>
        <p:spPr>
          <a:xfrm>
            <a:off x="4384548" y="1371600"/>
            <a:ext cx="91" cy="3291840"/>
          </a:xfrm>
          <a:prstGeom prst="line">
            <a:avLst/>
          </a:prstGeom>
          <a:noFill/>
          <a:ln w="6350">
            <a:solidFill>
              <a:srgbClr val="EEE9F6"/>
            </a:solidFill>
            <a:prstDash val="solid"/>
          </a:ln>
        </p:spPr>
      </p:sp>
      <p:sp>
        <p:nvSpPr>
          <p:cNvPr id="21" name="Shape 19"/>
          <p:cNvSpPr/>
          <p:nvPr/>
        </p:nvSpPr>
        <p:spPr>
          <a:xfrm>
            <a:off x="4828032" y="1371600"/>
            <a:ext cx="91" cy="3291840"/>
          </a:xfrm>
          <a:prstGeom prst="line">
            <a:avLst/>
          </a:prstGeom>
          <a:noFill/>
          <a:ln w="6350">
            <a:solidFill>
              <a:srgbClr val="D6CBE8"/>
            </a:solidFill>
            <a:prstDash val="solid"/>
          </a:ln>
        </p:spPr>
      </p:sp>
      <p:sp>
        <p:nvSpPr>
          <p:cNvPr id="22" name="Shape 20"/>
          <p:cNvSpPr/>
          <p:nvPr/>
        </p:nvSpPr>
        <p:spPr>
          <a:xfrm>
            <a:off x="5271516" y="1371600"/>
            <a:ext cx="91" cy="3291840"/>
          </a:xfrm>
          <a:prstGeom prst="line">
            <a:avLst/>
          </a:prstGeom>
          <a:noFill/>
          <a:ln w="6350">
            <a:solidFill>
              <a:srgbClr val="EEE9F6"/>
            </a:solidFill>
            <a:prstDash val="solid"/>
          </a:ln>
        </p:spPr>
      </p:sp>
      <p:sp>
        <p:nvSpPr>
          <p:cNvPr id="23" name="Shape 21"/>
          <p:cNvSpPr/>
          <p:nvPr/>
        </p:nvSpPr>
        <p:spPr>
          <a:xfrm>
            <a:off x="5715000" y="1371600"/>
            <a:ext cx="91" cy="3291840"/>
          </a:xfrm>
          <a:prstGeom prst="line">
            <a:avLst/>
          </a:prstGeom>
          <a:noFill/>
          <a:ln w="6350">
            <a:solidFill>
              <a:srgbClr val="D6CBE8"/>
            </a:solidFill>
            <a:prstDash val="solid"/>
          </a:ln>
        </p:spPr>
      </p:sp>
      <p:sp>
        <p:nvSpPr>
          <p:cNvPr id="24" name="Shape 22"/>
          <p:cNvSpPr/>
          <p:nvPr/>
        </p:nvSpPr>
        <p:spPr>
          <a:xfrm>
            <a:off x="1280160" y="4663440"/>
            <a:ext cx="4434840" cy="91"/>
          </a:xfrm>
          <a:prstGeom prst="line">
            <a:avLst/>
          </a:prstGeom>
          <a:noFill/>
          <a:ln w="6350">
            <a:solidFill>
              <a:srgbClr val="D6CBE8"/>
            </a:solidFill>
            <a:prstDash val="solid"/>
          </a:ln>
        </p:spPr>
      </p:sp>
      <p:sp>
        <p:nvSpPr>
          <p:cNvPr id="25" name="Shape 23"/>
          <p:cNvSpPr/>
          <p:nvPr/>
        </p:nvSpPr>
        <p:spPr>
          <a:xfrm>
            <a:off x="1280160" y="4457700"/>
            <a:ext cx="4434840" cy="91"/>
          </a:xfrm>
          <a:prstGeom prst="line">
            <a:avLst/>
          </a:prstGeom>
          <a:noFill/>
          <a:ln w="6350">
            <a:solidFill>
              <a:srgbClr val="EEE9F6"/>
            </a:solidFill>
            <a:prstDash val="solid"/>
          </a:ln>
        </p:spPr>
      </p:sp>
      <p:sp>
        <p:nvSpPr>
          <p:cNvPr id="26" name="Shape 24"/>
          <p:cNvSpPr/>
          <p:nvPr/>
        </p:nvSpPr>
        <p:spPr>
          <a:xfrm>
            <a:off x="1280160" y="4251960"/>
            <a:ext cx="4434840" cy="91"/>
          </a:xfrm>
          <a:prstGeom prst="line">
            <a:avLst/>
          </a:prstGeom>
          <a:noFill/>
          <a:ln w="6350">
            <a:solidFill>
              <a:srgbClr val="D6CBE8"/>
            </a:solidFill>
            <a:prstDash val="solid"/>
          </a:ln>
        </p:spPr>
      </p:sp>
      <p:sp>
        <p:nvSpPr>
          <p:cNvPr id="27" name="Shape 25"/>
          <p:cNvSpPr/>
          <p:nvPr/>
        </p:nvSpPr>
        <p:spPr>
          <a:xfrm>
            <a:off x="1280160" y="4046220"/>
            <a:ext cx="4434840" cy="91"/>
          </a:xfrm>
          <a:prstGeom prst="line">
            <a:avLst/>
          </a:prstGeom>
          <a:noFill/>
          <a:ln w="6350">
            <a:solidFill>
              <a:srgbClr val="EEE9F6"/>
            </a:solidFill>
            <a:prstDash val="solid"/>
          </a:ln>
        </p:spPr>
      </p:sp>
      <p:sp>
        <p:nvSpPr>
          <p:cNvPr id="28" name="Shape 26"/>
          <p:cNvSpPr/>
          <p:nvPr/>
        </p:nvSpPr>
        <p:spPr>
          <a:xfrm>
            <a:off x="1280160" y="3840480"/>
            <a:ext cx="4434840" cy="91"/>
          </a:xfrm>
          <a:prstGeom prst="line">
            <a:avLst/>
          </a:prstGeom>
          <a:noFill/>
          <a:ln w="6350">
            <a:solidFill>
              <a:srgbClr val="D6CBE8"/>
            </a:solidFill>
            <a:prstDash val="solid"/>
          </a:ln>
        </p:spPr>
      </p:sp>
      <p:sp>
        <p:nvSpPr>
          <p:cNvPr id="29" name="Shape 27"/>
          <p:cNvSpPr/>
          <p:nvPr/>
        </p:nvSpPr>
        <p:spPr>
          <a:xfrm>
            <a:off x="1280160" y="3634740"/>
            <a:ext cx="4434840" cy="91"/>
          </a:xfrm>
          <a:prstGeom prst="line">
            <a:avLst/>
          </a:prstGeom>
          <a:noFill/>
          <a:ln w="6350">
            <a:solidFill>
              <a:srgbClr val="EEE9F6"/>
            </a:solidFill>
            <a:prstDash val="solid"/>
          </a:ln>
        </p:spPr>
      </p:sp>
      <p:sp>
        <p:nvSpPr>
          <p:cNvPr id="30" name="Shape 28"/>
          <p:cNvSpPr/>
          <p:nvPr/>
        </p:nvSpPr>
        <p:spPr>
          <a:xfrm>
            <a:off x="1280160" y="3429000"/>
            <a:ext cx="4434840" cy="91"/>
          </a:xfrm>
          <a:prstGeom prst="line">
            <a:avLst/>
          </a:prstGeom>
          <a:noFill/>
          <a:ln w="6350">
            <a:solidFill>
              <a:srgbClr val="D6CBE8"/>
            </a:solidFill>
            <a:prstDash val="solid"/>
          </a:ln>
        </p:spPr>
      </p:sp>
      <p:sp>
        <p:nvSpPr>
          <p:cNvPr id="31" name="Shape 29"/>
          <p:cNvSpPr/>
          <p:nvPr/>
        </p:nvSpPr>
        <p:spPr>
          <a:xfrm>
            <a:off x="1280160" y="3223260"/>
            <a:ext cx="4434840" cy="91"/>
          </a:xfrm>
          <a:prstGeom prst="line">
            <a:avLst/>
          </a:prstGeom>
          <a:noFill/>
          <a:ln w="6350">
            <a:solidFill>
              <a:srgbClr val="EEE9F6"/>
            </a:solidFill>
            <a:prstDash val="solid"/>
          </a:ln>
        </p:spPr>
      </p:sp>
      <p:sp>
        <p:nvSpPr>
          <p:cNvPr id="32" name="Shape 30"/>
          <p:cNvSpPr/>
          <p:nvPr/>
        </p:nvSpPr>
        <p:spPr>
          <a:xfrm>
            <a:off x="1280160" y="3017520"/>
            <a:ext cx="4434840" cy="91"/>
          </a:xfrm>
          <a:prstGeom prst="line">
            <a:avLst/>
          </a:prstGeom>
          <a:noFill/>
          <a:ln w="6350">
            <a:solidFill>
              <a:srgbClr val="D6CBE8"/>
            </a:solidFill>
            <a:prstDash val="solid"/>
          </a:ln>
        </p:spPr>
      </p:sp>
      <p:sp>
        <p:nvSpPr>
          <p:cNvPr id="33" name="Shape 31"/>
          <p:cNvSpPr/>
          <p:nvPr/>
        </p:nvSpPr>
        <p:spPr>
          <a:xfrm>
            <a:off x="1280160" y="2811780"/>
            <a:ext cx="4434840" cy="91"/>
          </a:xfrm>
          <a:prstGeom prst="line">
            <a:avLst/>
          </a:prstGeom>
          <a:noFill/>
          <a:ln w="6350">
            <a:solidFill>
              <a:srgbClr val="EEE9F6"/>
            </a:solidFill>
            <a:prstDash val="solid"/>
          </a:ln>
        </p:spPr>
      </p:sp>
      <p:sp>
        <p:nvSpPr>
          <p:cNvPr id="34" name="Shape 32"/>
          <p:cNvSpPr/>
          <p:nvPr/>
        </p:nvSpPr>
        <p:spPr>
          <a:xfrm>
            <a:off x="1280160" y="2606040"/>
            <a:ext cx="4434840" cy="91"/>
          </a:xfrm>
          <a:prstGeom prst="line">
            <a:avLst/>
          </a:prstGeom>
          <a:noFill/>
          <a:ln w="6350">
            <a:solidFill>
              <a:srgbClr val="D6CBE8"/>
            </a:solidFill>
            <a:prstDash val="solid"/>
          </a:ln>
        </p:spPr>
      </p:sp>
      <p:sp>
        <p:nvSpPr>
          <p:cNvPr id="35" name="Shape 33"/>
          <p:cNvSpPr/>
          <p:nvPr/>
        </p:nvSpPr>
        <p:spPr>
          <a:xfrm>
            <a:off x="1280160" y="2400300"/>
            <a:ext cx="4434840" cy="91"/>
          </a:xfrm>
          <a:prstGeom prst="line">
            <a:avLst/>
          </a:prstGeom>
          <a:noFill/>
          <a:ln w="6350">
            <a:solidFill>
              <a:srgbClr val="EEE9F6"/>
            </a:solidFill>
            <a:prstDash val="solid"/>
          </a:ln>
        </p:spPr>
      </p:sp>
      <p:sp>
        <p:nvSpPr>
          <p:cNvPr id="36" name="Shape 34"/>
          <p:cNvSpPr/>
          <p:nvPr/>
        </p:nvSpPr>
        <p:spPr>
          <a:xfrm>
            <a:off x="1280160" y="2194560"/>
            <a:ext cx="4434840" cy="91"/>
          </a:xfrm>
          <a:prstGeom prst="line">
            <a:avLst/>
          </a:prstGeom>
          <a:noFill/>
          <a:ln w="6350">
            <a:solidFill>
              <a:srgbClr val="D6CBE8"/>
            </a:solidFill>
            <a:prstDash val="solid"/>
          </a:ln>
        </p:spPr>
      </p:sp>
      <p:sp>
        <p:nvSpPr>
          <p:cNvPr id="37" name="Shape 35"/>
          <p:cNvSpPr/>
          <p:nvPr/>
        </p:nvSpPr>
        <p:spPr>
          <a:xfrm>
            <a:off x="1280160" y="1988820"/>
            <a:ext cx="4434840" cy="91"/>
          </a:xfrm>
          <a:prstGeom prst="line">
            <a:avLst/>
          </a:prstGeom>
          <a:noFill/>
          <a:ln w="6350">
            <a:solidFill>
              <a:srgbClr val="EEE9F6"/>
            </a:solidFill>
            <a:prstDash val="solid"/>
          </a:ln>
        </p:spPr>
      </p:sp>
      <p:sp>
        <p:nvSpPr>
          <p:cNvPr id="38" name="Shape 36"/>
          <p:cNvSpPr/>
          <p:nvPr/>
        </p:nvSpPr>
        <p:spPr>
          <a:xfrm>
            <a:off x="1280160" y="1783080"/>
            <a:ext cx="4434840" cy="91"/>
          </a:xfrm>
          <a:prstGeom prst="line">
            <a:avLst/>
          </a:prstGeom>
          <a:noFill/>
          <a:ln w="6350">
            <a:solidFill>
              <a:srgbClr val="D6CBE8"/>
            </a:solidFill>
            <a:prstDash val="solid"/>
          </a:ln>
        </p:spPr>
      </p:sp>
      <p:sp>
        <p:nvSpPr>
          <p:cNvPr id="39" name="Shape 37"/>
          <p:cNvSpPr/>
          <p:nvPr/>
        </p:nvSpPr>
        <p:spPr>
          <a:xfrm>
            <a:off x="1280160" y="1577340"/>
            <a:ext cx="4434840" cy="91"/>
          </a:xfrm>
          <a:prstGeom prst="line">
            <a:avLst/>
          </a:prstGeom>
          <a:noFill/>
          <a:ln w="6350">
            <a:solidFill>
              <a:srgbClr val="EEE9F6"/>
            </a:solidFill>
            <a:prstDash val="solid"/>
          </a:ln>
        </p:spPr>
      </p:sp>
      <p:sp>
        <p:nvSpPr>
          <p:cNvPr id="40" name="Shape 38"/>
          <p:cNvSpPr/>
          <p:nvPr/>
        </p:nvSpPr>
        <p:spPr>
          <a:xfrm>
            <a:off x="1280160" y="1371600"/>
            <a:ext cx="4434840" cy="91"/>
          </a:xfrm>
          <a:prstGeom prst="line">
            <a:avLst/>
          </a:prstGeom>
          <a:noFill/>
          <a:ln w="6350">
            <a:solidFill>
              <a:srgbClr val="D6CBE8"/>
            </a:solidFill>
            <a:prstDash val="solid"/>
          </a:ln>
        </p:spPr>
      </p:sp>
      <p:sp>
        <p:nvSpPr>
          <p:cNvPr id="41" name="Shape 39"/>
          <p:cNvSpPr/>
          <p:nvPr/>
        </p:nvSpPr>
        <p:spPr>
          <a:xfrm>
            <a:off x="1280160" y="4663440"/>
            <a:ext cx="4434840" cy="91"/>
          </a:xfrm>
          <a:prstGeom prst="line">
            <a:avLst/>
          </a:prstGeom>
          <a:noFill/>
          <a:ln w="19050">
            <a:solidFill>
              <a:srgbClr val="2A1F3D"/>
            </a:solidFill>
            <a:prstDash val="solid"/>
          </a:ln>
        </p:spPr>
      </p:sp>
      <p:sp>
        <p:nvSpPr>
          <p:cNvPr id="42" name="Shape 40"/>
          <p:cNvSpPr/>
          <p:nvPr/>
        </p:nvSpPr>
        <p:spPr>
          <a:xfrm flipV="1">
            <a:off x="1280160" y="1371600"/>
            <a:ext cx="91" cy="3291840"/>
          </a:xfrm>
          <a:prstGeom prst="line">
            <a:avLst/>
          </a:prstGeom>
          <a:noFill/>
          <a:ln w="19050">
            <a:solidFill>
              <a:srgbClr val="2A1F3D"/>
            </a:solidFill>
            <a:prstDash val="solid"/>
          </a:ln>
        </p:spPr>
      </p:sp>
      <p:sp>
        <p:nvSpPr>
          <p:cNvPr id="43" name="Shape 41"/>
          <p:cNvSpPr/>
          <p:nvPr/>
        </p:nvSpPr>
        <p:spPr>
          <a:xfrm>
            <a:off x="1280160" y="4663440"/>
            <a:ext cx="91" cy="54864"/>
          </a:xfrm>
          <a:prstGeom prst="line">
            <a:avLst/>
          </a:prstGeom>
          <a:noFill/>
          <a:ln w="12700">
            <a:solidFill>
              <a:srgbClr val="2A1F3D"/>
            </a:solidFill>
            <a:prstDash val="solid"/>
          </a:ln>
        </p:spPr>
      </p:sp>
      <p:sp>
        <p:nvSpPr>
          <p:cNvPr id="44" name="Text 42"/>
          <p:cNvSpPr/>
          <p:nvPr/>
        </p:nvSpPr>
        <p:spPr>
          <a:xfrm>
            <a:off x="1005840"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45" name="Shape 43"/>
          <p:cNvSpPr/>
          <p:nvPr/>
        </p:nvSpPr>
        <p:spPr>
          <a:xfrm>
            <a:off x="2167128" y="4663440"/>
            <a:ext cx="91" cy="54864"/>
          </a:xfrm>
          <a:prstGeom prst="line">
            <a:avLst/>
          </a:prstGeom>
          <a:noFill/>
          <a:ln w="12700">
            <a:solidFill>
              <a:srgbClr val="2A1F3D"/>
            </a:solidFill>
            <a:prstDash val="solid"/>
          </a:ln>
        </p:spPr>
      </p:sp>
      <p:sp>
        <p:nvSpPr>
          <p:cNvPr id="46" name="Text 44"/>
          <p:cNvSpPr/>
          <p:nvPr/>
        </p:nvSpPr>
        <p:spPr>
          <a:xfrm>
            <a:off x="1892808"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47" name="Shape 45"/>
          <p:cNvSpPr/>
          <p:nvPr/>
        </p:nvSpPr>
        <p:spPr>
          <a:xfrm>
            <a:off x="3054096" y="4663440"/>
            <a:ext cx="91" cy="54864"/>
          </a:xfrm>
          <a:prstGeom prst="line">
            <a:avLst/>
          </a:prstGeom>
          <a:noFill/>
          <a:ln w="12700">
            <a:solidFill>
              <a:srgbClr val="2A1F3D"/>
            </a:solidFill>
            <a:prstDash val="solid"/>
          </a:ln>
        </p:spPr>
      </p:sp>
      <p:sp>
        <p:nvSpPr>
          <p:cNvPr id="48" name="Text 46"/>
          <p:cNvSpPr/>
          <p:nvPr/>
        </p:nvSpPr>
        <p:spPr>
          <a:xfrm>
            <a:off x="2779776"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49" name="Shape 47"/>
          <p:cNvSpPr/>
          <p:nvPr/>
        </p:nvSpPr>
        <p:spPr>
          <a:xfrm>
            <a:off x="3941064" y="4663440"/>
            <a:ext cx="91" cy="54864"/>
          </a:xfrm>
          <a:prstGeom prst="line">
            <a:avLst/>
          </a:prstGeom>
          <a:noFill/>
          <a:ln w="12700">
            <a:solidFill>
              <a:srgbClr val="2A1F3D"/>
            </a:solidFill>
            <a:prstDash val="solid"/>
          </a:ln>
        </p:spPr>
      </p:sp>
      <p:sp>
        <p:nvSpPr>
          <p:cNvPr id="50" name="Text 48"/>
          <p:cNvSpPr/>
          <p:nvPr/>
        </p:nvSpPr>
        <p:spPr>
          <a:xfrm>
            <a:off x="3666744"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51" name="Shape 49"/>
          <p:cNvSpPr/>
          <p:nvPr/>
        </p:nvSpPr>
        <p:spPr>
          <a:xfrm>
            <a:off x="4828032" y="4663440"/>
            <a:ext cx="91" cy="54864"/>
          </a:xfrm>
          <a:prstGeom prst="line">
            <a:avLst/>
          </a:prstGeom>
          <a:noFill/>
          <a:ln w="12700">
            <a:solidFill>
              <a:srgbClr val="2A1F3D"/>
            </a:solidFill>
            <a:prstDash val="solid"/>
          </a:ln>
        </p:spPr>
      </p:sp>
      <p:sp>
        <p:nvSpPr>
          <p:cNvPr id="52" name="Text 50"/>
          <p:cNvSpPr/>
          <p:nvPr/>
        </p:nvSpPr>
        <p:spPr>
          <a:xfrm>
            <a:off x="4553712"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50</a:t>
            </a:r>
            <a:endParaRPr lang="en-US" sz="1000" dirty="0"/>
          </a:p>
        </p:txBody>
      </p:sp>
      <p:sp>
        <p:nvSpPr>
          <p:cNvPr id="53" name="Shape 51"/>
          <p:cNvSpPr/>
          <p:nvPr/>
        </p:nvSpPr>
        <p:spPr>
          <a:xfrm>
            <a:off x="5715000" y="4663440"/>
            <a:ext cx="91" cy="54864"/>
          </a:xfrm>
          <a:prstGeom prst="line">
            <a:avLst/>
          </a:prstGeom>
          <a:noFill/>
          <a:ln w="12700">
            <a:solidFill>
              <a:srgbClr val="2A1F3D"/>
            </a:solidFill>
            <a:prstDash val="solid"/>
          </a:ln>
        </p:spPr>
      </p:sp>
      <p:sp>
        <p:nvSpPr>
          <p:cNvPr id="54" name="Text 52"/>
          <p:cNvSpPr/>
          <p:nvPr/>
        </p:nvSpPr>
        <p:spPr>
          <a:xfrm>
            <a:off x="5440680"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60</a:t>
            </a:r>
            <a:endParaRPr lang="en-US" sz="1000" dirty="0"/>
          </a:p>
        </p:txBody>
      </p:sp>
      <p:sp>
        <p:nvSpPr>
          <p:cNvPr id="55" name="Shape 53"/>
          <p:cNvSpPr/>
          <p:nvPr/>
        </p:nvSpPr>
        <p:spPr>
          <a:xfrm>
            <a:off x="1225296" y="4663440"/>
            <a:ext cx="54864" cy="91"/>
          </a:xfrm>
          <a:prstGeom prst="line">
            <a:avLst/>
          </a:prstGeom>
          <a:noFill/>
          <a:ln w="12700">
            <a:solidFill>
              <a:srgbClr val="2A1F3D"/>
            </a:solidFill>
            <a:prstDash val="solid"/>
          </a:ln>
        </p:spPr>
      </p:sp>
      <p:sp>
        <p:nvSpPr>
          <p:cNvPr id="56" name="Text 54"/>
          <p:cNvSpPr/>
          <p:nvPr/>
        </p:nvSpPr>
        <p:spPr>
          <a:xfrm>
            <a:off x="841248" y="45720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57" name="Shape 55"/>
          <p:cNvSpPr/>
          <p:nvPr/>
        </p:nvSpPr>
        <p:spPr>
          <a:xfrm>
            <a:off x="1225296" y="4251960"/>
            <a:ext cx="54864" cy="91"/>
          </a:xfrm>
          <a:prstGeom prst="line">
            <a:avLst/>
          </a:prstGeom>
          <a:noFill/>
          <a:ln w="12700">
            <a:solidFill>
              <a:srgbClr val="2A1F3D"/>
            </a:solidFill>
            <a:prstDash val="solid"/>
          </a:ln>
        </p:spPr>
      </p:sp>
      <p:sp>
        <p:nvSpPr>
          <p:cNvPr id="58" name="Text 56"/>
          <p:cNvSpPr/>
          <p:nvPr/>
        </p:nvSpPr>
        <p:spPr>
          <a:xfrm>
            <a:off x="841248" y="41605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59" name="Shape 57"/>
          <p:cNvSpPr/>
          <p:nvPr/>
        </p:nvSpPr>
        <p:spPr>
          <a:xfrm>
            <a:off x="1225296" y="3840480"/>
            <a:ext cx="54864" cy="91"/>
          </a:xfrm>
          <a:prstGeom prst="line">
            <a:avLst/>
          </a:prstGeom>
          <a:noFill/>
          <a:ln w="12700">
            <a:solidFill>
              <a:srgbClr val="2A1F3D"/>
            </a:solidFill>
            <a:prstDash val="solid"/>
          </a:ln>
        </p:spPr>
      </p:sp>
      <p:sp>
        <p:nvSpPr>
          <p:cNvPr id="60" name="Text 58"/>
          <p:cNvSpPr/>
          <p:nvPr/>
        </p:nvSpPr>
        <p:spPr>
          <a:xfrm>
            <a:off x="841248" y="37490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61" name="Shape 59"/>
          <p:cNvSpPr/>
          <p:nvPr/>
        </p:nvSpPr>
        <p:spPr>
          <a:xfrm>
            <a:off x="1225296" y="3429000"/>
            <a:ext cx="54864" cy="91"/>
          </a:xfrm>
          <a:prstGeom prst="line">
            <a:avLst/>
          </a:prstGeom>
          <a:noFill/>
          <a:ln w="12700">
            <a:solidFill>
              <a:srgbClr val="2A1F3D"/>
            </a:solidFill>
            <a:prstDash val="solid"/>
          </a:ln>
        </p:spPr>
      </p:sp>
      <p:sp>
        <p:nvSpPr>
          <p:cNvPr id="62" name="Text 60"/>
          <p:cNvSpPr/>
          <p:nvPr/>
        </p:nvSpPr>
        <p:spPr>
          <a:xfrm>
            <a:off x="841248" y="33375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63" name="Shape 61"/>
          <p:cNvSpPr/>
          <p:nvPr/>
        </p:nvSpPr>
        <p:spPr>
          <a:xfrm>
            <a:off x="1225296" y="3017520"/>
            <a:ext cx="54864" cy="91"/>
          </a:xfrm>
          <a:prstGeom prst="line">
            <a:avLst/>
          </a:prstGeom>
          <a:noFill/>
          <a:ln w="12700">
            <a:solidFill>
              <a:srgbClr val="2A1F3D"/>
            </a:solidFill>
            <a:prstDash val="solid"/>
          </a:ln>
        </p:spPr>
      </p:sp>
      <p:sp>
        <p:nvSpPr>
          <p:cNvPr id="64" name="Text 62"/>
          <p:cNvSpPr/>
          <p:nvPr/>
        </p:nvSpPr>
        <p:spPr>
          <a:xfrm>
            <a:off x="841248" y="29260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65" name="Shape 63"/>
          <p:cNvSpPr/>
          <p:nvPr/>
        </p:nvSpPr>
        <p:spPr>
          <a:xfrm>
            <a:off x="1225296" y="2606040"/>
            <a:ext cx="54864" cy="91"/>
          </a:xfrm>
          <a:prstGeom prst="line">
            <a:avLst/>
          </a:prstGeom>
          <a:noFill/>
          <a:ln w="12700">
            <a:solidFill>
              <a:srgbClr val="2A1F3D"/>
            </a:solidFill>
            <a:prstDash val="solid"/>
          </a:ln>
        </p:spPr>
      </p:sp>
      <p:sp>
        <p:nvSpPr>
          <p:cNvPr id="66" name="Text 64"/>
          <p:cNvSpPr/>
          <p:nvPr/>
        </p:nvSpPr>
        <p:spPr>
          <a:xfrm>
            <a:off x="841248" y="25146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50</a:t>
            </a:r>
            <a:endParaRPr lang="en-US" sz="1000" dirty="0"/>
          </a:p>
        </p:txBody>
      </p:sp>
      <p:sp>
        <p:nvSpPr>
          <p:cNvPr id="67" name="Shape 65"/>
          <p:cNvSpPr/>
          <p:nvPr/>
        </p:nvSpPr>
        <p:spPr>
          <a:xfrm>
            <a:off x="1225296" y="2194560"/>
            <a:ext cx="54864" cy="91"/>
          </a:xfrm>
          <a:prstGeom prst="line">
            <a:avLst/>
          </a:prstGeom>
          <a:noFill/>
          <a:ln w="12700">
            <a:solidFill>
              <a:srgbClr val="2A1F3D"/>
            </a:solidFill>
            <a:prstDash val="solid"/>
          </a:ln>
        </p:spPr>
      </p:sp>
      <p:sp>
        <p:nvSpPr>
          <p:cNvPr id="68" name="Text 66"/>
          <p:cNvSpPr/>
          <p:nvPr/>
        </p:nvSpPr>
        <p:spPr>
          <a:xfrm>
            <a:off x="841248" y="21031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60</a:t>
            </a:r>
            <a:endParaRPr lang="en-US" sz="1000" dirty="0"/>
          </a:p>
        </p:txBody>
      </p:sp>
      <p:sp>
        <p:nvSpPr>
          <p:cNvPr id="69" name="Shape 67"/>
          <p:cNvSpPr/>
          <p:nvPr/>
        </p:nvSpPr>
        <p:spPr>
          <a:xfrm>
            <a:off x="1225296" y="1783080"/>
            <a:ext cx="54864" cy="91"/>
          </a:xfrm>
          <a:prstGeom prst="line">
            <a:avLst/>
          </a:prstGeom>
          <a:noFill/>
          <a:ln w="12700">
            <a:solidFill>
              <a:srgbClr val="2A1F3D"/>
            </a:solidFill>
            <a:prstDash val="solid"/>
          </a:ln>
        </p:spPr>
      </p:sp>
      <p:sp>
        <p:nvSpPr>
          <p:cNvPr id="70" name="Text 68"/>
          <p:cNvSpPr/>
          <p:nvPr/>
        </p:nvSpPr>
        <p:spPr>
          <a:xfrm>
            <a:off x="841248" y="16916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70</a:t>
            </a:r>
            <a:endParaRPr lang="en-US" sz="1000" dirty="0"/>
          </a:p>
        </p:txBody>
      </p:sp>
      <p:sp>
        <p:nvSpPr>
          <p:cNvPr id="71" name="Shape 69"/>
          <p:cNvSpPr/>
          <p:nvPr/>
        </p:nvSpPr>
        <p:spPr>
          <a:xfrm>
            <a:off x="1225296" y="1371600"/>
            <a:ext cx="54864" cy="91"/>
          </a:xfrm>
          <a:prstGeom prst="line">
            <a:avLst/>
          </a:prstGeom>
          <a:noFill/>
          <a:ln w="12700">
            <a:solidFill>
              <a:srgbClr val="2A1F3D"/>
            </a:solidFill>
            <a:prstDash val="solid"/>
          </a:ln>
        </p:spPr>
      </p:sp>
      <p:sp>
        <p:nvSpPr>
          <p:cNvPr id="72" name="Text 70"/>
          <p:cNvSpPr/>
          <p:nvPr/>
        </p:nvSpPr>
        <p:spPr>
          <a:xfrm>
            <a:off x="841248" y="12801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80</a:t>
            </a:r>
            <a:endParaRPr lang="en-US" sz="1000" dirty="0"/>
          </a:p>
        </p:txBody>
      </p:sp>
      <p:sp>
        <p:nvSpPr>
          <p:cNvPr id="73" name="Text 71"/>
          <p:cNvSpPr/>
          <p:nvPr/>
        </p:nvSpPr>
        <p:spPr>
          <a:xfrm>
            <a:off x="1280160" y="4910328"/>
            <a:ext cx="44348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Temperature / °C</a:t>
            </a:r>
            <a:endParaRPr lang="en-US" sz="1050" dirty="0"/>
          </a:p>
        </p:txBody>
      </p:sp>
      <p:sp>
        <p:nvSpPr>
          <p:cNvPr id="74" name="Text 72"/>
          <p:cNvSpPr/>
          <p:nvPr/>
        </p:nvSpPr>
        <p:spPr>
          <a:xfrm rot="16200000">
            <a:off x="-932688" y="2889504"/>
            <a:ext cx="32918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Relative rate (1000 ÷ time)</a:t>
            </a:r>
            <a:endParaRPr lang="en-US" sz="1050" dirty="0"/>
          </a:p>
        </p:txBody>
      </p:sp>
      <p:sp>
        <p:nvSpPr>
          <p:cNvPr id="75" name="Shape 73"/>
          <p:cNvSpPr/>
          <p:nvPr/>
        </p:nvSpPr>
        <p:spPr>
          <a:xfrm flipV="1">
            <a:off x="1901038" y="4300006"/>
            <a:ext cx="62088" cy="15580"/>
          </a:xfrm>
          <a:prstGeom prst="line">
            <a:avLst/>
          </a:prstGeom>
          <a:noFill/>
          <a:ln w="25400">
            <a:solidFill>
              <a:srgbClr val="6A3FA0"/>
            </a:solidFill>
            <a:prstDash val="solid"/>
          </a:ln>
        </p:spPr>
      </p:sp>
      <p:sp>
        <p:nvSpPr>
          <p:cNvPr id="76" name="Shape 74"/>
          <p:cNvSpPr/>
          <p:nvPr/>
        </p:nvSpPr>
        <p:spPr>
          <a:xfrm flipV="1">
            <a:off x="1963125" y="4283728"/>
            <a:ext cx="62088" cy="16278"/>
          </a:xfrm>
          <a:prstGeom prst="line">
            <a:avLst/>
          </a:prstGeom>
          <a:noFill/>
          <a:ln w="25400">
            <a:solidFill>
              <a:srgbClr val="6A3FA0"/>
            </a:solidFill>
            <a:prstDash val="solid"/>
          </a:ln>
        </p:spPr>
      </p:sp>
      <p:sp>
        <p:nvSpPr>
          <p:cNvPr id="77" name="Shape 75"/>
          <p:cNvSpPr/>
          <p:nvPr/>
        </p:nvSpPr>
        <p:spPr>
          <a:xfrm flipV="1">
            <a:off x="2025213" y="4266721"/>
            <a:ext cx="62088" cy="17007"/>
          </a:xfrm>
          <a:prstGeom prst="line">
            <a:avLst/>
          </a:prstGeom>
          <a:noFill/>
          <a:ln w="25400">
            <a:solidFill>
              <a:srgbClr val="6A3FA0"/>
            </a:solidFill>
            <a:prstDash val="solid"/>
          </a:ln>
        </p:spPr>
      </p:sp>
      <p:sp>
        <p:nvSpPr>
          <p:cNvPr id="78" name="Shape 76"/>
          <p:cNvSpPr/>
          <p:nvPr/>
        </p:nvSpPr>
        <p:spPr>
          <a:xfrm flipV="1">
            <a:off x="2087301" y="4248952"/>
            <a:ext cx="62088" cy="17769"/>
          </a:xfrm>
          <a:prstGeom prst="line">
            <a:avLst/>
          </a:prstGeom>
          <a:noFill/>
          <a:ln w="25400">
            <a:solidFill>
              <a:srgbClr val="6A3FA0"/>
            </a:solidFill>
            <a:prstDash val="solid"/>
          </a:ln>
        </p:spPr>
      </p:sp>
      <p:sp>
        <p:nvSpPr>
          <p:cNvPr id="79" name="Shape 77"/>
          <p:cNvSpPr/>
          <p:nvPr/>
        </p:nvSpPr>
        <p:spPr>
          <a:xfrm flipV="1">
            <a:off x="2149389" y="4230387"/>
            <a:ext cx="62088" cy="18565"/>
          </a:xfrm>
          <a:prstGeom prst="line">
            <a:avLst/>
          </a:prstGeom>
          <a:noFill/>
          <a:ln w="25400">
            <a:solidFill>
              <a:srgbClr val="6A3FA0"/>
            </a:solidFill>
            <a:prstDash val="solid"/>
          </a:ln>
        </p:spPr>
      </p:sp>
      <p:sp>
        <p:nvSpPr>
          <p:cNvPr id="80" name="Shape 78"/>
          <p:cNvSpPr/>
          <p:nvPr/>
        </p:nvSpPr>
        <p:spPr>
          <a:xfrm flipV="1">
            <a:off x="2211476" y="4210991"/>
            <a:ext cx="62088" cy="19396"/>
          </a:xfrm>
          <a:prstGeom prst="line">
            <a:avLst/>
          </a:prstGeom>
          <a:noFill/>
          <a:ln w="25400">
            <a:solidFill>
              <a:srgbClr val="6A3FA0"/>
            </a:solidFill>
            <a:prstDash val="solid"/>
          </a:ln>
        </p:spPr>
      </p:sp>
      <p:sp>
        <p:nvSpPr>
          <p:cNvPr id="81" name="Shape 79"/>
          <p:cNvSpPr/>
          <p:nvPr/>
        </p:nvSpPr>
        <p:spPr>
          <a:xfrm flipV="1">
            <a:off x="2273564" y="4190726"/>
            <a:ext cx="62088" cy="20265"/>
          </a:xfrm>
          <a:prstGeom prst="line">
            <a:avLst/>
          </a:prstGeom>
          <a:noFill/>
          <a:ln w="25400">
            <a:solidFill>
              <a:srgbClr val="6A3FA0"/>
            </a:solidFill>
            <a:prstDash val="solid"/>
          </a:ln>
        </p:spPr>
      </p:sp>
      <p:sp>
        <p:nvSpPr>
          <p:cNvPr id="82" name="Shape 80"/>
          <p:cNvSpPr/>
          <p:nvPr/>
        </p:nvSpPr>
        <p:spPr>
          <a:xfrm flipV="1">
            <a:off x="2335652" y="4169553"/>
            <a:ext cx="62088" cy="21173"/>
          </a:xfrm>
          <a:prstGeom prst="line">
            <a:avLst/>
          </a:prstGeom>
          <a:noFill/>
          <a:ln w="25400">
            <a:solidFill>
              <a:srgbClr val="6A3FA0"/>
            </a:solidFill>
            <a:prstDash val="solid"/>
          </a:ln>
        </p:spPr>
      </p:sp>
      <p:sp>
        <p:nvSpPr>
          <p:cNvPr id="83" name="Shape 81"/>
          <p:cNvSpPr/>
          <p:nvPr/>
        </p:nvSpPr>
        <p:spPr>
          <a:xfrm flipV="1">
            <a:off x="2397740" y="4147432"/>
            <a:ext cx="62088" cy="22121"/>
          </a:xfrm>
          <a:prstGeom prst="line">
            <a:avLst/>
          </a:prstGeom>
          <a:noFill/>
          <a:ln w="25400">
            <a:solidFill>
              <a:srgbClr val="6A3FA0"/>
            </a:solidFill>
            <a:prstDash val="solid"/>
          </a:ln>
        </p:spPr>
      </p:sp>
      <p:sp>
        <p:nvSpPr>
          <p:cNvPr id="84" name="Shape 82"/>
          <p:cNvSpPr/>
          <p:nvPr/>
        </p:nvSpPr>
        <p:spPr>
          <a:xfrm flipV="1">
            <a:off x="2459827" y="4124320"/>
            <a:ext cx="62088" cy="23112"/>
          </a:xfrm>
          <a:prstGeom prst="line">
            <a:avLst/>
          </a:prstGeom>
          <a:noFill/>
          <a:ln w="25400">
            <a:solidFill>
              <a:srgbClr val="6A3FA0"/>
            </a:solidFill>
            <a:prstDash val="solid"/>
          </a:ln>
        </p:spPr>
      </p:sp>
      <p:sp>
        <p:nvSpPr>
          <p:cNvPr id="85" name="Shape 83"/>
          <p:cNvSpPr/>
          <p:nvPr/>
        </p:nvSpPr>
        <p:spPr>
          <a:xfrm flipV="1">
            <a:off x="2521915" y="4100173"/>
            <a:ext cx="62088" cy="24147"/>
          </a:xfrm>
          <a:prstGeom prst="line">
            <a:avLst/>
          </a:prstGeom>
          <a:noFill/>
          <a:ln w="25400">
            <a:solidFill>
              <a:srgbClr val="6A3FA0"/>
            </a:solidFill>
            <a:prstDash val="solid"/>
          </a:ln>
        </p:spPr>
      </p:sp>
      <p:sp>
        <p:nvSpPr>
          <p:cNvPr id="86" name="Shape 84"/>
          <p:cNvSpPr/>
          <p:nvPr/>
        </p:nvSpPr>
        <p:spPr>
          <a:xfrm flipV="1">
            <a:off x="2584003" y="4074944"/>
            <a:ext cx="62088" cy="25229"/>
          </a:xfrm>
          <a:prstGeom prst="line">
            <a:avLst/>
          </a:prstGeom>
          <a:noFill/>
          <a:ln w="25400">
            <a:solidFill>
              <a:srgbClr val="6A3FA0"/>
            </a:solidFill>
            <a:prstDash val="solid"/>
          </a:ln>
        </p:spPr>
      </p:sp>
      <p:sp>
        <p:nvSpPr>
          <p:cNvPr id="87" name="Shape 85"/>
          <p:cNvSpPr/>
          <p:nvPr/>
        </p:nvSpPr>
        <p:spPr>
          <a:xfrm flipV="1">
            <a:off x="2646091" y="4048585"/>
            <a:ext cx="62088" cy="26359"/>
          </a:xfrm>
          <a:prstGeom prst="line">
            <a:avLst/>
          </a:prstGeom>
          <a:noFill/>
          <a:ln w="25400">
            <a:solidFill>
              <a:srgbClr val="6A3FA0"/>
            </a:solidFill>
            <a:prstDash val="solid"/>
          </a:ln>
        </p:spPr>
      </p:sp>
      <p:sp>
        <p:nvSpPr>
          <p:cNvPr id="88" name="Shape 86"/>
          <p:cNvSpPr/>
          <p:nvPr/>
        </p:nvSpPr>
        <p:spPr>
          <a:xfrm flipV="1">
            <a:off x="2708178" y="4021046"/>
            <a:ext cx="62088" cy="27539"/>
          </a:xfrm>
          <a:prstGeom prst="line">
            <a:avLst/>
          </a:prstGeom>
          <a:noFill/>
          <a:ln w="25400">
            <a:solidFill>
              <a:srgbClr val="6A3FA0"/>
            </a:solidFill>
            <a:prstDash val="solid"/>
          </a:ln>
        </p:spPr>
      </p:sp>
      <p:sp>
        <p:nvSpPr>
          <p:cNvPr id="89" name="Shape 87"/>
          <p:cNvSpPr/>
          <p:nvPr/>
        </p:nvSpPr>
        <p:spPr>
          <a:xfrm flipV="1">
            <a:off x="2770266" y="3992273"/>
            <a:ext cx="62088" cy="28773"/>
          </a:xfrm>
          <a:prstGeom prst="line">
            <a:avLst/>
          </a:prstGeom>
          <a:noFill/>
          <a:ln w="25400">
            <a:solidFill>
              <a:srgbClr val="6A3FA0"/>
            </a:solidFill>
            <a:prstDash val="solid"/>
          </a:ln>
        </p:spPr>
      </p:sp>
      <p:sp>
        <p:nvSpPr>
          <p:cNvPr id="90" name="Shape 88"/>
          <p:cNvSpPr/>
          <p:nvPr/>
        </p:nvSpPr>
        <p:spPr>
          <a:xfrm flipV="1">
            <a:off x="2832354" y="3962212"/>
            <a:ext cx="62088" cy="30061"/>
          </a:xfrm>
          <a:prstGeom prst="line">
            <a:avLst/>
          </a:prstGeom>
          <a:noFill/>
          <a:ln w="25400">
            <a:solidFill>
              <a:srgbClr val="6A3FA0"/>
            </a:solidFill>
            <a:prstDash val="solid"/>
          </a:ln>
        </p:spPr>
      </p:sp>
      <p:sp>
        <p:nvSpPr>
          <p:cNvPr id="91" name="Shape 89"/>
          <p:cNvSpPr/>
          <p:nvPr/>
        </p:nvSpPr>
        <p:spPr>
          <a:xfrm flipV="1">
            <a:off x="2894442" y="3930804"/>
            <a:ext cx="62088" cy="31408"/>
          </a:xfrm>
          <a:prstGeom prst="line">
            <a:avLst/>
          </a:prstGeom>
          <a:noFill/>
          <a:ln w="25400">
            <a:solidFill>
              <a:srgbClr val="6A3FA0"/>
            </a:solidFill>
            <a:prstDash val="solid"/>
          </a:ln>
        </p:spPr>
      </p:sp>
      <p:sp>
        <p:nvSpPr>
          <p:cNvPr id="92" name="Shape 90"/>
          <p:cNvSpPr/>
          <p:nvPr/>
        </p:nvSpPr>
        <p:spPr>
          <a:xfrm flipV="1">
            <a:off x="2956530" y="3897989"/>
            <a:ext cx="62088" cy="32815"/>
          </a:xfrm>
          <a:prstGeom prst="line">
            <a:avLst/>
          </a:prstGeom>
          <a:noFill/>
          <a:ln w="25400">
            <a:solidFill>
              <a:srgbClr val="6A3FA0"/>
            </a:solidFill>
            <a:prstDash val="solid"/>
          </a:ln>
        </p:spPr>
      </p:sp>
      <p:sp>
        <p:nvSpPr>
          <p:cNvPr id="93" name="Shape 91"/>
          <p:cNvSpPr/>
          <p:nvPr/>
        </p:nvSpPr>
        <p:spPr>
          <a:xfrm flipV="1">
            <a:off x="3018617" y="3863705"/>
            <a:ext cx="62088" cy="34284"/>
          </a:xfrm>
          <a:prstGeom prst="line">
            <a:avLst/>
          </a:prstGeom>
          <a:noFill/>
          <a:ln w="25400">
            <a:solidFill>
              <a:srgbClr val="6A3FA0"/>
            </a:solidFill>
            <a:prstDash val="solid"/>
          </a:ln>
        </p:spPr>
      </p:sp>
      <p:sp>
        <p:nvSpPr>
          <p:cNvPr id="94" name="Shape 92"/>
          <p:cNvSpPr/>
          <p:nvPr/>
        </p:nvSpPr>
        <p:spPr>
          <a:xfrm flipV="1">
            <a:off x="3080705" y="3827885"/>
            <a:ext cx="62088" cy="35820"/>
          </a:xfrm>
          <a:prstGeom prst="line">
            <a:avLst/>
          </a:prstGeom>
          <a:noFill/>
          <a:ln w="25400">
            <a:solidFill>
              <a:srgbClr val="6A3FA0"/>
            </a:solidFill>
            <a:prstDash val="solid"/>
          </a:ln>
        </p:spPr>
      </p:sp>
      <p:sp>
        <p:nvSpPr>
          <p:cNvPr id="95" name="Shape 93"/>
          <p:cNvSpPr/>
          <p:nvPr/>
        </p:nvSpPr>
        <p:spPr>
          <a:xfrm flipV="1">
            <a:off x="3142793" y="3790461"/>
            <a:ext cx="62088" cy="37424"/>
          </a:xfrm>
          <a:prstGeom prst="line">
            <a:avLst/>
          </a:prstGeom>
          <a:noFill/>
          <a:ln w="25400">
            <a:solidFill>
              <a:srgbClr val="6A3FA0"/>
            </a:solidFill>
            <a:prstDash val="solid"/>
          </a:ln>
        </p:spPr>
      </p:sp>
      <p:sp>
        <p:nvSpPr>
          <p:cNvPr id="96" name="Shape 94"/>
          <p:cNvSpPr/>
          <p:nvPr/>
        </p:nvSpPr>
        <p:spPr>
          <a:xfrm flipV="1">
            <a:off x="3204881" y="3751360"/>
            <a:ext cx="62088" cy="39101"/>
          </a:xfrm>
          <a:prstGeom prst="line">
            <a:avLst/>
          </a:prstGeom>
          <a:noFill/>
          <a:ln w="25400">
            <a:solidFill>
              <a:srgbClr val="6A3FA0"/>
            </a:solidFill>
            <a:prstDash val="solid"/>
          </a:ln>
        </p:spPr>
      </p:sp>
      <p:sp>
        <p:nvSpPr>
          <p:cNvPr id="97" name="Shape 95"/>
          <p:cNvSpPr/>
          <p:nvPr/>
        </p:nvSpPr>
        <p:spPr>
          <a:xfrm flipV="1">
            <a:off x="3266968" y="3710508"/>
            <a:ext cx="62088" cy="40852"/>
          </a:xfrm>
          <a:prstGeom prst="line">
            <a:avLst/>
          </a:prstGeom>
          <a:noFill/>
          <a:ln w="25400">
            <a:solidFill>
              <a:srgbClr val="6A3FA0"/>
            </a:solidFill>
            <a:prstDash val="solid"/>
          </a:ln>
        </p:spPr>
      </p:sp>
      <p:sp>
        <p:nvSpPr>
          <p:cNvPr id="98" name="Shape 96"/>
          <p:cNvSpPr/>
          <p:nvPr/>
        </p:nvSpPr>
        <p:spPr>
          <a:xfrm flipV="1">
            <a:off x="3329056" y="3667827"/>
            <a:ext cx="62088" cy="42682"/>
          </a:xfrm>
          <a:prstGeom prst="line">
            <a:avLst/>
          </a:prstGeom>
          <a:noFill/>
          <a:ln w="25400">
            <a:solidFill>
              <a:srgbClr val="6A3FA0"/>
            </a:solidFill>
            <a:prstDash val="solid"/>
          </a:ln>
        </p:spPr>
      </p:sp>
      <p:sp>
        <p:nvSpPr>
          <p:cNvPr id="99" name="Shape 97"/>
          <p:cNvSpPr/>
          <p:nvPr/>
        </p:nvSpPr>
        <p:spPr>
          <a:xfrm flipV="1">
            <a:off x="3391144" y="3623233"/>
            <a:ext cx="62088" cy="44593"/>
          </a:xfrm>
          <a:prstGeom prst="line">
            <a:avLst/>
          </a:prstGeom>
          <a:noFill/>
          <a:ln w="25400">
            <a:solidFill>
              <a:srgbClr val="6A3FA0"/>
            </a:solidFill>
            <a:prstDash val="solid"/>
          </a:ln>
        </p:spPr>
      </p:sp>
      <p:sp>
        <p:nvSpPr>
          <p:cNvPr id="100" name="Shape 98"/>
          <p:cNvSpPr/>
          <p:nvPr/>
        </p:nvSpPr>
        <p:spPr>
          <a:xfrm flipV="1">
            <a:off x="3453232" y="3576643"/>
            <a:ext cx="62088" cy="46591"/>
          </a:xfrm>
          <a:prstGeom prst="line">
            <a:avLst/>
          </a:prstGeom>
          <a:noFill/>
          <a:ln w="25400">
            <a:solidFill>
              <a:srgbClr val="6A3FA0"/>
            </a:solidFill>
            <a:prstDash val="solid"/>
          </a:ln>
        </p:spPr>
      </p:sp>
      <p:sp>
        <p:nvSpPr>
          <p:cNvPr id="101" name="Shape 99"/>
          <p:cNvSpPr/>
          <p:nvPr/>
        </p:nvSpPr>
        <p:spPr>
          <a:xfrm flipV="1">
            <a:off x="3515319" y="3527965"/>
            <a:ext cx="62088" cy="48677"/>
          </a:xfrm>
          <a:prstGeom prst="line">
            <a:avLst/>
          </a:prstGeom>
          <a:noFill/>
          <a:ln w="25400">
            <a:solidFill>
              <a:srgbClr val="6A3FA0"/>
            </a:solidFill>
            <a:prstDash val="solid"/>
          </a:ln>
        </p:spPr>
      </p:sp>
      <p:sp>
        <p:nvSpPr>
          <p:cNvPr id="102" name="Shape 100"/>
          <p:cNvSpPr/>
          <p:nvPr/>
        </p:nvSpPr>
        <p:spPr>
          <a:xfrm flipV="1">
            <a:off x="3577407" y="3477107"/>
            <a:ext cx="62088" cy="50858"/>
          </a:xfrm>
          <a:prstGeom prst="line">
            <a:avLst/>
          </a:prstGeom>
          <a:noFill/>
          <a:ln w="25400">
            <a:solidFill>
              <a:srgbClr val="6A3FA0"/>
            </a:solidFill>
            <a:prstDash val="solid"/>
          </a:ln>
        </p:spPr>
      </p:sp>
      <p:sp>
        <p:nvSpPr>
          <p:cNvPr id="103" name="Shape 101"/>
          <p:cNvSpPr/>
          <p:nvPr/>
        </p:nvSpPr>
        <p:spPr>
          <a:xfrm flipV="1">
            <a:off x="3639495" y="3423972"/>
            <a:ext cx="62088" cy="53136"/>
          </a:xfrm>
          <a:prstGeom prst="line">
            <a:avLst/>
          </a:prstGeom>
          <a:noFill/>
          <a:ln w="25400">
            <a:solidFill>
              <a:srgbClr val="6A3FA0"/>
            </a:solidFill>
            <a:prstDash val="solid"/>
          </a:ln>
        </p:spPr>
      </p:sp>
      <p:sp>
        <p:nvSpPr>
          <p:cNvPr id="104" name="Shape 102"/>
          <p:cNvSpPr/>
          <p:nvPr/>
        </p:nvSpPr>
        <p:spPr>
          <a:xfrm flipV="1">
            <a:off x="3701583" y="3368456"/>
            <a:ext cx="62088" cy="55516"/>
          </a:xfrm>
          <a:prstGeom prst="line">
            <a:avLst/>
          </a:prstGeom>
          <a:noFill/>
          <a:ln w="25400">
            <a:solidFill>
              <a:srgbClr val="6A3FA0"/>
            </a:solidFill>
            <a:prstDash val="solid"/>
          </a:ln>
        </p:spPr>
      </p:sp>
      <p:sp>
        <p:nvSpPr>
          <p:cNvPr id="105" name="Shape 103"/>
          <p:cNvSpPr/>
          <p:nvPr/>
        </p:nvSpPr>
        <p:spPr>
          <a:xfrm flipV="1">
            <a:off x="3763670" y="3310454"/>
            <a:ext cx="62088" cy="58002"/>
          </a:xfrm>
          <a:prstGeom prst="line">
            <a:avLst/>
          </a:prstGeom>
          <a:noFill/>
          <a:ln w="25400">
            <a:solidFill>
              <a:srgbClr val="6A3FA0"/>
            </a:solidFill>
            <a:prstDash val="solid"/>
          </a:ln>
        </p:spPr>
      </p:sp>
      <p:sp>
        <p:nvSpPr>
          <p:cNvPr id="106" name="Shape 104"/>
          <p:cNvSpPr/>
          <p:nvPr/>
        </p:nvSpPr>
        <p:spPr>
          <a:xfrm flipV="1">
            <a:off x="3825758" y="3249854"/>
            <a:ext cx="62088" cy="60600"/>
          </a:xfrm>
          <a:prstGeom prst="line">
            <a:avLst/>
          </a:prstGeom>
          <a:noFill/>
          <a:ln w="25400">
            <a:solidFill>
              <a:srgbClr val="6A3FA0"/>
            </a:solidFill>
            <a:prstDash val="solid"/>
          </a:ln>
        </p:spPr>
      </p:sp>
      <p:sp>
        <p:nvSpPr>
          <p:cNvPr id="107" name="Shape 105"/>
          <p:cNvSpPr/>
          <p:nvPr/>
        </p:nvSpPr>
        <p:spPr>
          <a:xfrm flipV="1">
            <a:off x="3887846" y="3186540"/>
            <a:ext cx="62088" cy="63314"/>
          </a:xfrm>
          <a:prstGeom prst="line">
            <a:avLst/>
          </a:prstGeom>
          <a:noFill/>
          <a:ln w="25400">
            <a:solidFill>
              <a:srgbClr val="6A3FA0"/>
            </a:solidFill>
            <a:prstDash val="solid"/>
          </a:ln>
        </p:spPr>
      </p:sp>
      <p:sp>
        <p:nvSpPr>
          <p:cNvPr id="108" name="Shape 106"/>
          <p:cNvSpPr/>
          <p:nvPr/>
        </p:nvSpPr>
        <p:spPr>
          <a:xfrm flipV="1">
            <a:off x="3949934" y="3120390"/>
            <a:ext cx="62088" cy="66150"/>
          </a:xfrm>
          <a:prstGeom prst="line">
            <a:avLst/>
          </a:prstGeom>
          <a:noFill/>
          <a:ln w="25400">
            <a:solidFill>
              <a:srgbClr val="6A3FA0"/>
            </a:solidFill>
            <a:prstDash val="solid"/>
          </a:ln>
        </p:spPr>
      </p:sp>
      <p:sp>
        <p:nvSpPr>
          <p:cNvPr id="109" name="Shape 107"/>
          <p:cNvSpPr/>
          <p:nvPr/>
        </p:nvSpPr>
        <p:spPr>
          <a:xfrm flipV="1">
            <a:off x="4012021" y="3051277"/>
            <a:ext cx="62088" cy="69113"/>
          </a:xfrm>
          <a:prstGeom prst="line">
            <a:avLst/>
          </a:prstGeom>
          <a:noFill/>
          <a:ln w="25400">
            <a:solidFill>
              <a:srgbClr val="6A3FA0"/>
            </a:solidFill>
            <a:prstDash val="solid"/>
          </a:ln>
        </p:spPr>
      </p:sp>
      <p:sp>
        <p:nvSpPr>
          <p:cNvPr id="110" name="Shape 108"/>
          <p:cNvSpPr/>
          <p:nvPr/>
        </p:nvSpPr>
        <p:spPr>
          <a:xfrm flipV="1">
            <a:off x="4074109" y="2979068"/>
            <a:ext cx="62088" cy="72208"/>
          </a:xfrm>
          <a:prstGeom prst="line">
            <a:avLst/>
          </a:prstGeom>
          <a:noFill/>
          <a:ln w="25400">
            <a:solidFill>
              <a:srgbClr val="6A3FA0"/>
            </a:solidFill>
            <a:prstDash val="solid"/>
          </a:ln>
        </p:spPr>
      </p:sp>
      <p:sp>
        <p:nvSpPr>
          <p:cNvPr id="111" name="Shape 109"/>
          <p:cNvSpPr/>
          <p:nvPr/>
        </p:nvSpPr>
        <p:spPr>
          <a:xfrm flipV="1">
            <a:off x="4136197" y="2903626"/>
            <a:ext cx="62088" cy="75443"/>
          </a:xfrm>
          <a:prstGeom prst="line">
            <a:avLst/>
          </a:prstGeom>
          <a:noFill/>
          <a:ln w="25400">
            <a:solidFill>
              <a:srgbClr val="6A3FA0"/>
            </a:solidFill>
            <a:prstDash val="solid"/>
          </a:ln>
        </p:spPr>
      </p:sp>
      <p:sp>
        <p:nvSpPr>
          <p:cNvPr id="112" name="Shape 110"/>
          <p:cNvSpPr/>
          <p:nvPr/>
        </p:nvSpPr>
        <p:spPr>
          <a:xfrm flipV="1">
            <a:off x="4198285" y="2824804"/>
            <a:ext cx="62088" cy="78822"/>
          </a:xfrm>
          <a:prstGeom prst="line">
            <a:avLst/>
          </a:prstGeom>
          <a:noFill/>
          <a:ln w="25400">
            <a:solidFill>
              <a:srgbClr val="6A3FA0"/>
            </a:solidFill>
            <a:prstDash val="solid"/>
          </a:ln>
        </p:spPr>
      </p:sp>
      <p:sp>
        <p:nvSpPr>
          <p:cNvPr id="113" name="Shape 111"/>
          <p:cNvSpPr/>
          <p:nvPr/>
        </p:nvSpPr>
        <p:spPr>
          <a:xfrm flipV="1">
            <a:off x="4260372" y="2742452"/>
            <a:ext cx="62088" cy="82352"/>
          </a:xfrm>
          <a:prstGeom prst="line">
            <a:avLst/>
          </a:prstGeom>
          <a:noFill/>
          <a:ln w="25400">
            <a:solidFill>
              <a:srgbClr val="6A3FA0"/>
            </a:solidFill>
            <a:prstDash val="solid"/>
          </a:ln>
        </p:spPr>
      </p:sp>
      <p:sp>
        <p:nvSpPr>
          <p:cNvPr id="114" name="Shape 112"/>
          <p:cNvSpPr/>
          <p:nvPr/>
        </p:nvSpPr>
        <p:spPr>
          <a:xfrm flipV="1">
            <a:off x="4322460" y="2656411"/>
            <a:ext cx="62088" cy="86041"/>
          </a:xfrm>
          <a:prstGeom prst="line">
            <a:avLst/>
          </a:prstGeom>
          <a:noFill/>
          <a:ln w="25400">
            <a:solidFill>
              <a:srgbClr val="6A3FA0"/>
            </a:solidFill>
            <a:prstDash val="solid"/>
          </a:ln>
        </p:spPr>
      </p:sp>
      <p:sp>
        <p:nvSpPr>
          <p:cNvPr id="115" name="Shape 113"/>
          <p:cNvSpPr/>
          <p:nvPr/>
        </p:nvSpPr>
        <p:spPr>
          <a:xfrm flipV="1">
            <a:off x="4384548" y="2566517"/>
            <a:ext cx="62088" cy="89894"/>
          </a:xfrm>
          <a:prstGeom prst="line">
            <a:avLst/>
          </a:prstGeom>
          <a:noFill/>
          <a:ln w="25400">
            <a:solidFill>
              <a:srgbClr val="6A3FA0"/>
            </a:solidFill>
            <a:prstDash val="solid"/>
          </a:ln>
        </p:spPr>
      </p:sp>
      <p:sp>
        <p:nvSpPr>
          <p:cNvPr id="116" name="Shape 114"/>
          <p:cNvSpPr/>
          <p:nvPr/>
        </p:nvSpPr>
        <p:spPr>
          <a:xfrm flipV="1">
            <a:off x="4446636" y="2472596"/>
            <a:ext cx="62088" cy="93921"/>
          </a:xfrm>
          <a:prstGeom prst="line">
            <a:avLst/>
          </a:prstGeom>
          <a:noFill/>
          <a:ln w="25400">
            <a:solidFill>
              <a:srgbClr val="6A3FA0"/>
            </a:solidFill>
            <a:prstDash val="solid"/>
          </a:ln>
        </p:spPr>
      </p:sp>
      <p:sp>
        <p:nvSpPr>
          <p:cNvPr id="117" name="Shape 115"/>
          <p:cNvSpPr/>
          <p:nvPr/>
        </p:nvSpPr>
        <p:spPr>
          <a:xfrm flipV="1">
            <a:off x="4508724" y="2374468"/>
            <a:ext cx="62088" cy="98128"/>
          </a:xfrm>
          <a:prstGeom prst="line">
            <a:avLst/>
          </a:prstGeom>
          <a:noFill/>
          <a:ln w="25400">
            <a:solidFill>
              <a:srgbClr val="6A3FA0"/>
            </a:solidFill>
            <a:prstDash val="solid"/>
          </a:ln>
        </p:spPr>
      </p:sp>
      <p:sp>
        <p:nvSpPr>
          <p:cNvPr id="118" name="Shape 116"/>
          <p:cNvSpPr/>
          <p:nvPr/>
        </p:nvSpPr>
        <p:spPr>
          <a:xfrm flipV="1">
            <a:off x="4570811" y="2271946"/>
            <a:ext cx="62088" cy="102523"/>
          </a:xfrm>
          <a:prstGeom prst="line">
            <a:avLst/>
          </a:prstGeom>
          <a:noFill/>
          <a:ln w="25400">
            <a:solidFill>
              <a:srgbClr val="6A3FA0"/>
            </a:solidFill>
            <a:prstDash val="solid"/>
          </a:ln>
        </p:spPr>
      </p:sp>
      <p:sp>
        <p:nvSpPr>
          <p:cNvPr id="119" name="Shape 117"/>
          <p:cNvSpPr/>
          <p:nvPr/>
        </p:nvSpPr>
        <p:spPr>
          <a:xfrm flipV="1">
            <a:off x="4632899" y="2164831"/>
            <a:ext cx="62088" cy="107115"/>
          </a:xfrm>
          <a:prstGeom prst="line">
            <a:avLst/>
          </a:prstGeom>
          <a:noFill/>
          <a:ln w="25400">
            <a:solidFill>
              <a:srgbClr val="6A3FA0"/>
            </a:solidFill>
            <a:prstDash val="solid"/>
          </a:ln>
        </p:spPr>
      </p:sp>
      <p:sp>
        <p:nvSpPr>
          <p:cNvPr id="120" name="Shape 118"/>
          <p:cNvSpPr/>
          <p:nvPr/>
        </p:nvSpPr>
        <p:spPr>
          <a:xfrm flipV="1">
            <a:off x="4694987" y="2052919"/>
            <a:ext cx="62088" cy="111912"/>
          </a:xfrm>
          <a:prstGeom prst="line">
            <a:avLst/>
          </a:prstGeom>
          <a:noFill/>
          <a:ln w="25400">
            <a:solidFill>
              <a:srgbClr val="6A3FA0"/>
            </a:solidFill>
            <a:prstDash val="solid"/>
          </a:ln>
        </p:spPr>
      </p:sp>
      <p:sp>
        <p:nvSpPr>
          <p:cNvPr id="121" name="Shape 119"/>
          <p:cNvSpPr/>
          <p:nvPr/>
        </p:nvSpPr>
        <p:spPr>
          <a:xfrm flipV="1">
            <a:off x="4757075" y="1935994"/>
            <a:ext cx="62088" cy="116925"/>
          </a:xfrm>
          <a:prstGeom prst="line">
            <a:avLst/>
          </a:prstGeom>
          <a:noFill/>
          <a:ln w="25400">
            <a:solidFill>
              <a:srgbClr val="6A3FA0"/>
            </a:solidFill>
            <a:prstDash val="solid"/>
          </a:ln>
        </p:spPr>
      </p:sp>
      <p:sp>
        <p:nvSpPr>
          <p:cNvPr id="122" name="Shape 120"/>
          <p:cNvSpPr/>
          <p:nvPr/>
        </p:nvSpPr>
        <p:spPr>
          <a:xfrm flipV="1">
            <a:off x="4819162" y="1813832"/>
            <a:ext cx="62088" cy="122162"/>
          </a:xfrm>
          <a:prstGeom prst="line">
            <a:avLst/>
          </a:prstGeom>
          <a:noFill/>
          <a:ln w="25400">
            <a:solidFill>
              <a:srgbClr val="6A3FA0"/>
            </a:solidFill>
            <a:prstDash val="solid"/>
          </a:ln>
        </p:spPr>
      </p:sp>
      <p:sp>
        <p:nvSpPr>
          <p:cNvPr id="123" name="Shape 121"/>
          <p:cNvSpPr/>
          <p:nvPr/>
        </p:nvSpPr>
        <p:spPr>
          <a:xfrm flipV="1">
            <a:off x="4881250" y="1686199"/>
            <a:ext cx="62088" cy="127633"/>
          </a:xfrm>
          <a:prstGeom prst="line">
            <a:avLst/>
          </a:prstGeom>
          <a:noFill/>
          <a:ln w="25400">
            <a:solidFill>
              <a:srgbClr val="6A3FA0"/>
            </a:solidFill>
            <a:prstDash val="solid"/>
          </a:ln>
        </p:spPr>
      </p:sp>
      <p:sp>
        <p:nvSpPr>
          <p:cNvPr id="124" name="Shape 122"/>
          <p:cNvSpPr/>
          <p:nvPr/>
        </p:nvSpPr>
        <p:spPr>
          <a:xfrm flipV="1">
            <a:off x="4943338" y="1552849"/>
            <a:ext cx="62088" cy="133350"/>
          </a:xfrm>
          <a:prstGeom prst="line">
            <a:avLst/>
          </a:prstGeom>
          <a:noFill/>
          <a:ln w="25400">
            <a:solidFill>
              <a:srgbClr val="6A3FA0"/>
            </a:solidFill>
            <a:prstDash val="solid"/>
          </a:ln>
        </p:spPr>
      </p:sp>
      <p:sp>
        <p:nvSpPr>
          <p:cNvPr id="125" name="Shape 123"/>
          <p:cNvSpPr/>
          <p:nvPr/>
        </p:nvSpPr>
        <p:spPr>
          <a:xfrm>
            <a:off x="2121408" y="4198010"/>
            <a:ext cx="91440" cy="91440"/>
          </a:xfrm>
          <a:prstGeom prst="line">
            <a:avLst/>
          </a:prstGeom>
          <a:noFill/>
          <a:ln w="15875">
            <a:solidFill>
              <a:srgbClr val="2A1F3D"/>
            </a:solidFill>
            <a:prstDash val="solid"/>
          </a:ln>
        </p:spPr>
      </p:sp>
      <p:sp>
        <p:nvSpPr>
          <p:cNvPr id="126" name="Shape 124"/>
          <p:cNvSpPr/>
          <p:nvPr/>
        </p:nvSpPr>
        <p:spPr>
          <a:xfrm flipV="1">
            <a:off x="2121408" y="4198010"/>
            <a:ext cx="91440" cy="91440"/>
          </a:xfrm>
          <a:prstGeom prst="line">
            <a:avLst/>
          </a:prstGeom>
          <a:noFill/>
          <a:ln w="15875">
            <a:solidFill>
              <a:srgbClr val="2A1F3D"/>
            </a:solidFill>
            <a:prstDash val="solid"/>
          </a:ln>
        </p:spPr>
      </p:sp>
      <p:sp>
        <p:nvSpPr>
          <p:cNvPr id="127" name="Shape 125"/>
          <p:cNvSpPr/>
          <p:nvPr/>
        </p:nvSpPr>
        <p:spPr>
          <a:xfrm>
            <a:off x="3008376" y="3827678"/>
            <a:ext cx="91440" cy="91440"/>
          </a:xfrm>
          <a:prstGeom prst="line">
            <a:avLst/>
          </a:prstGeom>
          <a:noFill/>
          <a:ln w="15875">
            <a:solidFill>
              <a:srgbClr val="2A1F3D"/>
            </a:solidFill>
            <a:prstDash val="solid"/>
          </a:ln>
        </p:spPr>
      </p:sp>
      <p:sp>
        <p:nvSpPr>
          <p:cNvPr id="128" name="Shape 126"/>
          <p:cNvSpPr/>
          <p:nvPr/>
        </p:nvSpPr>
        <p:spPr>
          <a:xfrm flipV="1">
            <a:off x="3008376" y="3827678"/>
            <a:ext cx="91440" cy="91440"/>
          </a:xfrm>
          <a:prstGeom prst="line">
            <a:avLst/>
          </a:prstGeom>
          <a:noFill/>
          <a:ln w="15875">
            <a:solidFill>
              <a:srgbClr val="2A1F3D"/>
            </a:solidFill>
            <a:prstDash val="solid"/>
          </a:ln>
        </p:spPr>
      </p:sp>
      <p:sp>
        <p:nvSpPr>
          <p:cNvPr id="129" name="Shape 127"/>
          <p:cNvSpPr/>
          <p:nvPr/>
        </p:nvSpPr>
        <p:spPr>
          <a:xfrm>
            <a:off x="3895344" y="3148736"/>
            <a:ext cx="91440" cy="91440"/>
          </a:xfrm>
          <a:prstGeom prst="line">
            <a:avLst/>
          </a:prstGeom>
          <a:noFill/>
          <a:ln w="15875">
            <a:solidFill>
              <a:srgbClr val="2A1F3D"/>
            </a:solidFill>
            <a:prstDash val="solid"/>
          </a:ln>
        </p:spPr>
      </p:sp>
      <p:sp>
        <p:nvSpPr>
          <p:cNvPr id="130" name="Shape 128"/>
          <p:cNvSpPr/>
          <p:nvPr/>
        </p:nvSpPr>
        <p:spPr>
          <a:xfrm flipV="1">
            <a:off x="3895344" y="3148736"/>
            <a:ext cx="91440" cy="91440"/>
          </a:xfrm>
          <a:prstGeom prst="line">
            <a:avLst/>
          </a:prstGeom>
          <a:noFill/>
          <a:ln w="15875">
            <a:solidFill>
              <a:srgbClr val="2A1F3D"/>
            </a:solidFill>
            <a:prstDash val="solid"/>
          </a:ln>
        </p:spPr>
      </p:sp>
      <p:sp>
        <p:nvSpPr>
          <p:cNvPr id="131" name="Shape 129"/>
          <p:cNvSpPr/>
          <p:nvPr/>
        </p:nvSpPr>
        <p:spPr>
          <a:xfrm>
            <a:off x="4782312" y="1873148"/>
            <a:ext cx="91440" cy="91440"/>
          </a:xfrm>
          <a:prstGeom prst="line">
            <a:avLst/>
          </a:prstGeom>
          <a:noFill/>
          <a:ln w="15875">
            <a:solidFill>
              <a:srgbClr val="2A1F3D"/>
            </a:solidFill>
            <a:prstDash val="solid"/>
          </a:ln>
        </p:spPr>
      </p:sp>
      <p:sp>
        <p:nvSpPr>
          <p:cNvPr id="132" name="Shape 130"/>
          <p:cNvSpPr/>
          <p:nvPr/>
        </p:nvSpPr>
        <p:spPr>
          <a:xfrm flipV="1">
            <a:off x="4782312" y="1873148"/>
            <a:ext cx="91440" cy="91440"/>
          </a:xfrm>
          <a:prstGeom prst="line">
            <a:avLst/>
          </a:prstGeom>
          <a:noFill/>
          <a:ln w="15875">
            <a:solidFill>
              <a:srgbClr val="2A1F3D"/>
            </a:solidFill>
            <a:prstDash val="solid"/>
          </a:ln>
        </p:spPr>
      </p:sp>
      <p:sp>
        <p:nvSpPr>
          <p:cNvPr id="133" name="Text 131"/>
          <p:cNvSpPr/>
          <p:nvPr/>
        </p:nvSpPr>
        <p:spPr>
          <a:xfrm>
            <a:off x="1989734" y="2194560"/>
            <a:ext cx="2194560" cy="411480"/>
          </a:xfrm>
          <a:prstGeom prst="rect">
            <a:avLst/>
          </a:prstGeom>
          <a:noFill/>
          <a:ln/>
        </p:spPr>
        <p:txBody>
          <a:bodyPr wrap="square" lIns="0" tIns="0" rIns="0" bIns="0" rtlCol="0" anchor="t"/>
          <a:lstStyle/>
          <a:p>
            <a:pPr algn="l" indent="0" marL="0">
              <a:buNone/>
            </a:pPr>
            <a:r>
              <a:rPr lang="en-US" sz="1000" dirty="0">
                <a:solidFill>
                  <a:srgbClr val="6A3FA0"/>
                </a:solidFill>
                <a:latin typeface="Calibri" pitchFamily="34" charset="0"/>
                <a:ea typeface="Calibri" pitchFamily="34" charset="-122"/>
                <a:cs typeface="Calibri" pitchFamily="34" charset="-120"/>
              </a:rPr>
              <a:t>curve gets </a:t>
            </a:r>
            <a:r>
              <a:rPr lang="en-US" sz="1000" b="1" dirty="0">
                <a:solidFill>
                  <a:srgbClr val="6A3FA0"/>
                </a:solidFill>
                <a:latin typeface="Calibri" pitchFamily="34" charset="0"/>
                <a:ea typeface="Calibri" pitchFamily="34" charset="-122"/>
                <a:cs typeface="Calibri" pitchFamily="34" charset="-120"/>
              </a:rPr>
              <a:t>steeper</a:t>
            </a:r>
            <a:r>
              <a:rPr lang="en-US" sz="1000" dirty="0">
                <a:solidFill>
                  <a:srgbClr val="6A3FA0"/>
                </a:solidFill>
                <a:latin typeface="Calibri" pitchFamily="34" charset="0"/>
                <a:ea typeface="Calibri" pitchFamily="34" charset="-122"/>
                <a:cs typeface="Calibri" pitchFamily="34" charset="-120"/>
              </a:rPr>
              <a:t>: rate rises faster at higher temperatures</a:t>
            </a:r>
            <a:endParaRPr lang="en-US" sz="1000" dirty="0"/>
          </a:p>
        </p:txBody>
      </p:sp>
      <p:sp>
        <p:nvSpPr>
          <p:cNvPr id="134" name="Shape 132"/>
          <p:cNvSpPr/>
          <p:nvPr/>
        </p:nvSpPr>
        <p:spPr>
          <a:xfrm>
            <a:off x="6217920" y="1188720"/>
            <a:ext cx="1828800" cy="1874520"/>
          </a:xfrm>
          <a:prstGeom prst="roundRect">
            <a:avLst>
              <a:gd name="adj" fmla="val 3000"/>
            </a:avLst>
          </a:prstGeom>
          <a:solidFill>
            <a:srgbClr val="F4F0FA"/>
          </a:solidFill>
          <a:ln w="12700">
            <a:solidFill>
              <a:srgbClr val="DED4EE"/>
            </a:solidFill>
            <a:prstDash val="solid"/>
          </a:ln>
        </p:spPr>
      </p:sp>
      <p:sp>
        <p:nvSpPr>
          <p:cNvPr id="135" name="Shape 133"/>
          <p:cNvSpPr/>
          <p:nvPr/>
        </p:nvSpPr>
        <p:spPr>
          <a:xfrm>
            <a:off x="6949440" y="1307592"/>
            <a:ext cx="365760" cy="164592"/>
          </a:xfrm>
          <a:prstGeom prst="ellipse">
            <a:avLst/>
          </a:prstGeom>
          <a:solidFill>
            <a:srgbClr val="FFFFFF"/>
          </a:solidFill>
          <a:ln w="12700">
            <a:solidFill>
              <a:srgbClr val="2A1F3D"/>
            </a:solidFill>
            <a:prstDash val="solid"/>
          </a:ln>
        </p:spPr>
      </p:sp>
      <p:sp>
        <p:nvSpPr>
          <p:cNvPr id="136" name="Shape 134"/>
          <p:cNvSpPr/>
          <p:nvPr/>
        </p:nvSpPr>
        <p:spPr>
          <a:xfrm>
            <a:off x="7077456" y="1335024"/>
            <a:ext cx="109728" cy="109728"/>
          </a:xfrm>
          <a:prstGeom prst="ellipse">
            <a:avLst/>
          </a:prstGeom>
          <a:solidFill>
            <a:srgbClr val="3E6FC1"/>
          </a:solidFill>
          <a:ln w="6350">
            <a:solidFill>
              <a:srgbClr val="2A1F3D"/>
            </a:solidFill>
            <a:prstDash val="solid"/>
          </a:ln>
        </p:spPr>
      </p:sp>
      <p:sp>
        <p:nvSpPr>
          <p:cNvPr id="137" name="Shape 135"/>
          <p:cNvSpPr/>
          <p:nvPr/>
        </p:nvSpPr>
        <p:spPr>
          <a:xfrm>
            <a:off x="7132320" y="1481328"/>
            <a:ext cx="91" cy="438912"/>
          </a:xfrm>
          <a:prstGeom prst="line">
            <a:avLst/>
          </a:prstGeom>
          <a:noFill/>
          <a:ln w="12700">
            <a:solidFill>
              <a:srgbClr val="6B7385"/>
            </a:solidFill>
            <a:prstDash val="dash"/>
          </a:ln>
        </p:spPr>
      </p:sp>
      <p:sp>
        <p:nvSpPr>
          <p:cNvPr id="138" name="Shape 136"/>
          <p:cNvSpPr/>
          <p:nvPr/>
        </p:nvSpPr>
        <p:spPr>
          <a:xfrm>
            <a:off x="6697980" y="1993392"/>
            <a:ext cx="868680" cy="731520"/>
          </a:xfrm>
          <a:custGeom>
            <a:avLst/>
            <a:gdLst/>
            <a:ahLst/>
            <a:cxnLst/>
            <a:rect l="l" t="t" r="r" b="b"/>
            <a:pathLst>
              <a:path w="868680" h="731520">
                <a:moveTo>
                  <a:pt x="321412" y="0"/>
                </a:moveTo>
                <a:lnTo>
                  <a:pt x="547268" y="0"/>
                </a:lnTo>
                <a:lnTo>
                  <a:pt x="547268" y="219456"/>
                </a:lnTo>
                <a:lnTo>
                  <a:pt x="868680" y="731520"/>
                </a:lnTo>
                <a:lnTo>
                  <a:pt x="0" y="731520"/>
                </a:lnTo>
                <a:lnTo>
                  <a:pt x="321412" y="219456"/>
                </a:lnTo>
                <a:close/>
              </a:path>
            </a:pathLst>
          </a:custGeom>
          <a:solidFill>
            <a:srgbClr val="EEF5FB"/>
          </a:solidFill>
          <a:ln/>
        </p:spPr>
      </p:sp>
      <p:sp>
        <p:nvSpPr>
          <p:cNvPr id="139" name="Shape 137"/>
          <p:cNvSpPr/>
          <p:nvPr/>
        </p:nvSpPr>
        <p:spPr>
          <a:xfrm>
            <a:off x="6697980" y="2494483"/>
            <a:ext cx="868680" cy="230429"/>
          </a:xfrm>
          <a:custGeom>
            <a:avLst/>
            <a:gdLst/>
            <a:ahLst/>
            <a:cxnLst/>
            <a:rect l="l" t="t" r="r" b="b"/>
            <a:pathLst>
              <a:path w="868680" h="230429">
                <a:moveTo>
                  <a:pt x="144635" y="0"/>
                </a:moveTo>
                <a:lnTo>
                  <a:pt x="724045" y="0"/>
                </a:lnTo>
                <a:lnTo>
                  <a:pt x="868680" y="230429"/>
                </a:lnTo>
                <a:lnTo>
                  <a:pt x="0" y="230429"/>
                </a:lnTo>
                <a:close/>
              </a:path>
            </a:pathLst>
          </a:custGeom>
          <a:solidFill>
            <a:srgbClr val="F3E9B0"/>
          </a:solidFill>
          <a:ln/>
        </p:spPr>
      </p:sp>
      <p:sp>
        <p:nvSpPr>
          <p:cNvPr id="140" name="Shape 138"/>
          <p:cNvSpPr/>
          <p:nvPr/>
        </p:nvSpPr>
        <p:spPr>
          <a:xfrm>
            <a:off x="6697980" y="1993392"/>
            <a:ext cx="868680" cy="731520"/>
          </a:xfrm>
          <a:custGeom>
            <a:avLst/>
            <a:gdLst/>
            <a:ahLst/>
            <a:cxnLst/>
            <a:rect l="l" t="t" r="r" b="b"/>
            <a:pathLst>
              <a:path w="868680" h="731520">
                <a:moveTo>
                  <a:pt x="321412" y="0"/>
                </a:moveTo>
                <a:lnTo>
                  <a:pt x="547268" y="0"/>
                </a:lnTo>
                <a:lnTo>
                  <a:pt x="547268" y="219456"/>
                </a:lnTo>
                <a:lnTo>
                  <a:pt x="868680" y="731520"/>
                </a:lnTo>
                <a:lnTo>
                  <a:pt x="0" y="731520"/>
                </a:lnTo>
                <a:lnTo>
                  <a:pt x="321412" y="219456"/>
                </a:lnTo>
                <a:close/>
              </a:path>
            </a:pathLst>
          </a:custGeom>
          <a:ln w="19050">
            <a:solidFill>
              <a:srgbClr val="2A1F3D"/>
            </a:solidFill>
            <a:prstDash val="solid"/>
          </a:ln>
        </p:spPr>
      </p:sp>
      <p:sp>
        <p:nvSpPr>
          <p:cNvPr id="141" name="Shape 139"/>
          <p:cNvSpPr/>
          <p:nvPr/>
        </p:nvSpPr>
        <p:spPr>
          <a:xfrm>
            <a:off x="6446520" y="2724912"/>
            <a:ext cx="1371600" cy="91440"/>
          </a:xfrm>
          <a:prstGeom prst="rect">
            <a:avLst/>
          </a:prstGeom>
          <a:solidFill>
            <a:srgbClr val="FFFFFF"/>
          </a:solidFill>
          <a:ln w="9525">
            <a:solidFill>
              <a:srgbClr val="2A1F3D"/>
            </a:solidFill>
            <a:prstDash val="solid"/>
          </a:ln>
        </p:spPr>
      </p:sp>
      <p:sp>
        <p:nvSpPr>
          <p:cNvPr id="142" name="Shape 140"/>
          <p:cNvSpPr/>
          <p:nvPr/>
        </p:nvSpPr>
        <p:spPr>
          <a:xfrm>
            <a:off x="6995160" y="2743200"/>
            <a:ext cx="274320" cy="54864"/>
          </a:xfrm>
          <a:prstGeom prst="line">
            <a:avLst/>
          </a:prstGeom>
          <a:noFill/>
          <a:ln w="25400">
            <a:solidFill>
              <a:srgbClr val="2A1F3D"/>
            </a:solidFill>
            <a:prstDash val="solid"/>
          </a:ln>
        </p:spPr>
      </p:sp>
      <p:sp>
        <p:nvSpPr>
          <p:cNvPr id="143" name="Shape 141"/>
          <p:cNvSpPr/>
          <p:nvPr/>
        </p:nvSpPr>
        <p:spPr>
          <a:xfrm flipV="1">
            <a:off x="6995160" y="2743200"/>
            <a:ext cx="274320" cy="54864"/>
          </a:xfrm>
          <a:prstGeom prst="line">
            <a:avLst/>
          </a:prstGeom>
          <a:noFill/>
          <a:ln w="25400">
            <a:solidFill>
              <a:srgbClr val="2A1F3D"/>
            </a:solidFill>
            <a:prstDash val="solid"/>
          </a:ln>
        </p:spPr>
      </p:sp>
      <p:sp>
        <p:nvSpPr>
          <p:cNvPr id="144" name="Text 142"/>
          <p:cNvSpPr/>
          <p:nvPr/>
        </p:nvSpPr>
        <p:spPr>
          <a:xfrm>
            <a:off x="6263640" y="2834640"/>
            <a:ext cx="1737360" cy="20116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paper with </a:t>
            </a:r>
            <a:r>
              <a:rPr lang="en-US" sz="1000" b="1" dirty="0">
                <a:solidFill>
                  <a:srgbClr val="262B3A"/>
                </a:solidFill>
                <a:latin typeface="Calibri" pitchFamily="34" charset="0"/>
                <a:ea typeface="Calibri" pitchFamily="34" charset="-122"/>
                <a:cs typeface="Calibri" pitchFamily="34" charset="-120"/>
              </a:rPr>
              <a:t>X</a:t>
            </a:r>
            <a:endParaRPr lang="en-US" sz="1000" dirty="0"/>
          </a:p>
        </p:txBody>
      </p:sp>
      <p:sp>
        <p:nvSpPr>
          <p:cNvPr id="145" name="Shape 143"/>
          <p:cNvSpPr/>
          <p:nvPr/>
        </p:nvSpPr>
        <p:spPr>
          <a:xfrm>
            <a:off x="8229600" y="1188720"/>
            <a:ext cx="3547872" cy="1874520"/>
          </a:xfrm>
          <a:prstGeom prst="roundRect">
            <a:avLst>
              <a:gd name="adj" fmla="val 2927"/>
            </a:avLst>
          </a:prstGeom>
          <a:solidFill>
            <a:srgbClr val="F8F5FC"/>
          </a:solidFill>
          <a:ln w="9525">
            <a:solidFill>
              <a:srgbClr val="DDD3EC"/>
            </a:solidFill>
            <a:prstDash val="solid"/>
          </a:ln>
        </p:spPr>
      </p:sp>
      <p:sp>
        <p:nvSpPr>
          <p:cNvPr id="146" name="Text 144"/>
          <p:cNvSpPr/>
          <p:nvPr/>
        </p:nvSpPr>
        <p:spPr>
          <a:xfrm>
            <a:off x="8394192" y="1280160"/>
            <a:ext cx="321868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Method</a:t>
            </a:r>
            <a:endParaRPr lang="en-US" sz="1300" dirty="0"/>
          </a:p>
        </p:txBody>
      </p:sp>
      <p:sp>
        <p:nvSpPr>
          <p:cNvPr id="147" name="Text 145"/>
          <p:cNvSpPr/>
          <p:nvPr/>
        </p:nvSpPr>
        <p:spPr>
          <a:xfrm>
            <a:off x="8394192" y="1609344"/>
            <a:ext cx="3218688" cy="138074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Warm </a:t>
            </a:r>
            <a:r>
              <a:rPr lang="en-US" sz="1050" b="1" dirty="0">
                <a:solidFill>
                  <a:srgbClr val="262B3A"/>
                </a:solidFill>
                <a:latin typeface="Calibri" pitchFamily="34" charset="0"/>
                <a:ea typeface="Calibri" pitchFamily="34" charset="-122"/>
                <a:cs typeface="Calibri" pitchFamily="34" charset="-120"/>
              </a:rPr>
              <a:t>50 cm³</a:t>
            </a:r>
            <a:r>
              <a:rPr lang="en-US" sz="1050" dirty="0">
                <a:solidFill>
                  <a:srgbClr val="262B3A"/>
                </a:solidFill>
                <a:latin typeface="Calibri" pitchFamily="34" charset="0"/>
                <a:ea typeface="Calibri" pitchFamily="34" charset="-122"/>
                <a:cs typeface="Calibri" pitchFamily="34" charset="-120"/>
              </a:rPr>
              <a:t> sodium thiosulfate solution to the set temperature.</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Add </a:t>
            </a:r>
            <a:r>
              <a:rPr lang="en-US" sz="1050" b="1" dirty="0">
                <a:solidFill>
                  <a:srgbClr val="262B3A"/>
                </a:solidFill>
                <a:latin typeface="Calibri" pitchFamily="34" charset="0"/>
                <a:ea typeface="Calibri" pitchFamily="34" charset="-122"/>
                <a:cs typeface="Calibri" pitchFamily="34" charset="-120"/>
              </a:rPr>
              <a:t>5 cm³</a:t>
            </a:r>
            <a:r>
              <a:rPr lang="en-US" sz="1050" dirty="0">
                <a:solidFill>
                  <a:srgbClr val="262B3A"/>
                </a:solidFill>
                <a:latin typeface="Calibri" pitchFamily="34" charset="0"/>
                <a:ea typeface="Calibri" pitchFamily="34" charset="-122"/>
                <a:cs typeface="Calibri" pitchFamily="34" charset="-120"/>
              </a:rPr>
              <a:t> of HCl, swirl, start timing.</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Stop when the </a:t>
            </a:r>
            <a:r>
              <a:rPr lang="en-US" sz="1050" b="1" dirty="0">
                <a:solidFill>
                  <a:srgbClr val="262B3A"/>
                </a:solidFill>
                <a:latin typeface="Calibri" pitchFamily="34" charset="0"/>
                <a:ea typeface="Calibri" pitchFamily="34" charset="-122"/>
                <a:cs typeface="Calibri" pitchFamily="34" charset="-120"/>
              </a:rPr>
              <a:t>X</a:t>
            </a:r>
            <a:r>
              <a:rPr lang="en-US" sz="1050" dirty="0">
                <a:solidFill>
                  <a:srgbClr val="262B3A"/>
                </a:solidFill>
                <a:latin typeface="Calibri" pitchFamily="34" charset="0"/>
                <a:ea typeface="Calibri" pitchFamily="34" charset="-122"/>
                <a:cs typeface="Calibri" pitchFamily="34" charset="-120"/>
              </a:rPr>
              <a:t> is hidden. Repeat 3 times.</a:t>
            </a:r>
            <a:endParaRPr lang="en-US" sz="10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217920" y="3154680"/>
          <a:ext cx="5559552" cy="914400"/>
        </p:xfrm>
        <a:graphic>
          <a:graphicData uri="http://schemas.openxmlformats.org/drawingml/2006/table">
            <a:tbl>
              <a:tblPr/>
              <a:tblGrid>
                <a:gridCol w="868680"/>
                <a:gridCol w="868680"/>
                <a:gridCol w="868680"/>
                <a:gridCol w="868680"/>
                <a:gridCol w="1033272"/>
                <a:gridCol w="1051560"/>
              </a:tblGrid>
              <a:tr h="219456">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 / °C</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t1 / s</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t2 / s</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t3 / s</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Mean / s</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1000 ÷ t</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r>
              <a:tr h="219456">
                <a:tc>
                  <a:txBody>
                    <a:bodyPr/>
                    <a:lstStyle/>
                    <a:p>
                      <a:pPr algn="ctr" indent="0" marL="0">
                        <a:buNone/>
                      </a:pPr>
                      <a:r>
                        <a:rPr lang="en-US" sz="1000" b="1" dirty="0">
                          <a:solidFill>
                            <a:srgbClr val="262B3A"/>
                          </a:solidFill>
                          <a:latin typeface="Calibri" pitchFamily="34" charset="0"/>
                          <a:ea typeface="Calibri" pitchFamily="34" charset="-122"/>
                          <a:cs typeface="Calibri" pitchFamily="34" charset="-120"/>
                        </a:rPr>
                        <a:t>20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98</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95</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101</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b="1" dirty="0">
                          <a:solidFill>
                            <a:srgbClr val="262B3A"/>
                          </a:solidFill>
                          <a:latin typeface="Calibri" pitchFamily="34" charset="0"/>
                          <a:ea typeface="Calibri" pitchFamily="34" charset="-122"/>
                          <a:cs typeface="Calibri" pitchFamily="34" charset="-120"/>
                        </a:rPr>
                        <a:t>98</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10.2</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r h="219456">
                <a:tc>
                  <a:txBody>
                    <a:bodyPr/>
                    <a:lstStyle/>
                    <a:p>
                      <a:pPr algn="ctr" indent="0" marL="0">
                        <a:buNone/>
                      </a:pPr>
                      <a:r>
                        <a:rPr lang="en-US" sz="1000" b="1" dirty="0">
                          <a:solidFill>
                            <a:srgbClr val="262B3A"/>
                          </a:solidFill>
                          <a:latin typeface="Calibri" pitchFamily="34" charset="0"/>
                          <a:ea typeface="Calibri" pitchFamily="34" charset="-122"/>
                          <a:cs typeface="Calibri" pitchFamily="34" charset="-120"/>
                        </a:rPr>
                        <a:t>30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52</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49</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55</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62B3A"/>
                          </a:solidFill>
                          <a:latin typeface="Calibri" pitchFamily="34" charset="0"/>
                          <a:ea typeface="Calibri" pitchFamily="34" charset="-122"/>
                          <a:cs typeface="Calibri" pitchFamily="34" charset="-120"/>
                        </a:rPr>
                        <a:t>52</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19.2</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r>
              <a:tr h="219456">
                <a:tc>
                  <a:txBody>
                    <a:bodyPr/>
                    <a:lstStyle/>
                    <a:p>
                      <a:pPr algn="ctr" indent="0" marL="0">
                        <a:buNone/>
                      </a:pPr>
                      <a:r>
                        <a:rPr lang="en-US" sz="1000" b="1" dirty="0">
                          <a:solidFill>
                            <a:srgbClr val="262B3A"/>
                          </a:solidFill>
                          <a:latin typeface="Calibri" pitchFamily="34" charset="0"/>
                          <a:ea typeface="Calibri" pitchFamily="34" charset="-122"/>
                          <a:cs typeface="Calibri" pitchFamily="34" charset="-120"/>
                        </a:rPr>
                        <a:t>40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27</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b="1" dirty="0">
                          <a:solidFill>
                            <a:srgbClr val="B8730A"/>
                          </a:solidFill>
                          <a:latin typeface="Calibri" pitchFamily="34" charset="0"/>
                          <a:ea typeface="Calibri" pitchFamily="34" charset="-122"/>
                          <a:cs typeface="Calibri" pitchFamily="34" charset="-120"/>
                        </a:rPr>
                        <a:t>36</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29</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b="1" dirty="0">
                          <a:solidFill>
                            <a:srgbClr val="262B3A"/>
                          </a:solidFill>
                          <a:latin typeface="Calibri" pitchFamily="34" charset="0"/>
                          <a:ea typeface="Calibri" pitchFamily="34" charset="-122"/>
                          <a:cs typeface="Calibri" pitchFamily="34" charset="-120"/>
                        </a:rPr>
                        <a:t>28</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35.7</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r h="219456">
                <a:tc>
                  <a:txBody>
                    <a:bodyPr/>
                    <a:lstStyle/>
                    <a:p>
                      <a:pPr algn="ctr" indent="0" marL="0">
                        <a:buNone/>
                      </a:pPr>
                      <a:r>
                        <a:rPr lang="en-US" sz="1000" b="1" dirty="0">
                          <a:solidFill>
                            <a:srgbClr val="262B3A"/>
                          </a:solidFill>
                          <a:latin typeface="Calibri" pitchFamily="34" charset="0"/>
                          <a:ea typeface="Calibri" pitchFamily="34" charset="-122"/>
                          <a:cs typeface="Calibri" pitchFamily="34" charset="-120"/>
                        </a:rPr>
                        <a:t>50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16</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14</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62B3A"/>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66.7</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r>
            </a:tbl>
          </a:graphicData>
        </a:graphic>
      </p:graphicFrame>
      <p:sp>
        <p:nvSpPr>
          <p:cNvPr id="149" name="Shape 146"/>
          <p:cNvSpPr/>
          <p:nvPr/>
        </p:nvSpPr>
        <p:spPr>
          <a:xfrm>
            <a:off x="6217920" y="4590288"/>
            <a:ext cx="5559552" cy="1124712"/>
          </a:xfrm>
          <a:prstGeom prst="roundRect">
            <a:avLst>
              <a:gd name="adj" fmla="val 4878"/>
            </a:avLst>
          </a:prstGeom>
          <a:solidFill>
            <a:srgbClr val="F8F5FC"/>
          </a:solidFill>
          <a:ln w="9525">
            <a:solidFill>
              <a:srgbClr val="DDD3EC"/>
            </a:solidFill>
            <a:prstDash val="solid"/>
          </a:ln>
        </p:spPr>
      </p:sp>
      <p:sp>
        <p:nvSpPr>
          <p:cNvPr id="150" name="Text 147"/>
          <p:cNvSpPr/>
          <p:nvPr/>
        </p:nvSpPr>
        <p:spPr>
          <a:xfrm>
            <a:off x="6382512" y="4681728"/>
            <a:ext cx="5230368" cy="960120"/>
          </a:xfrm>
          <a:prstGeom prst="rect">
            <a:avLst/>
          </a:prstGeom>
          <a:noFill/>
          <a:ln/>
        </p:spPr>
        <p:txBody>
          <a:bodyPr wrap="square" lIns="0" tIns="0" rIns="0" bIns="0" rtlCol="0" anchor="t"/>
          <a:lstStyle/>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Safety</a:t>
            </a:r>
            <a:r>
              <a:rPr lang="en-US" sz="1050" dirty="0">
                <a:solidFill>
                  <a:srgbClr val="262B3A"/>
                </a:solidFill>
                <a:latin typeface="Calibri" pitchFamily="34" charset="0"/>
                <a:ea typeface="Calibri" pitchFamily="34" charset="-122"/>
                <a:cs typeface="Calibri" pitchFamily="34" charset="-120"/>
              </a:rPr>
              <a:t>: </a:t>
            </a:r>
            <a:r>
              <a:rPr lang="en-US" sz="1050" b="1" dirty="0">
                <a:solidFill>
                  <a:srgbClr val="262B3A"/>
                </a:solidFill>
                <a:latin typeface="Calibri" pitchFamily="34" charset="0"/>
                <a:ea typeface="Calibri" pitchFamily="34" charset="-122"/>
                <a:cs typeface="Calibri" pitchFamily="34" charset="-120"/>
              </a:rPr>
              <a:t>SO₂</a:t>
            </a:r>
            <a:r>
              <a:rPr lang="en-US" sz="1050" dirty="0">
                <a:solidFill>
                  <a:srgbClr val="262B3A"/>
                </a:solidFill>
                <a:latin typeface="Calibri" pitchFamily="34" charset="0"/>
                <a:ea typeface="Calibri" pitchFamily="34" charset="-122"/>
                <a:cs typeface="Calibri" pitchFamily="34" charset="-120"/>
              </a:rPr>
              <a:t> is </a:t>
            </a:r>
            <a:r>
              <a:rPr lang="en-US" sz="1050" b="1" dirty="0">
                <a:solidFill>
                  <a:srgbClr val="262B3A"/>
                </a:solidFill>
                <a:latin typeface="Calibri" pitchFamily="34" charset="0"/>
                <a:ea typeface="Calibri" pitchFamily="34" charset="-122"/>
                <a:cs typeface="Calibri" pitchFamily="34" charset="-120"/>
              </a:rPr>
              <a:t>TOXIC</a:t>
            </a:r>
            <a:r>
              <a:rPr lang="en-US" sz="1050" dirty="0">
                <a:solidFill>
                  <a:srgbClr val="262B3A"/>
                </a:solidFill>
                <a:latin typeface="Calibri" pitchFamily="34" charset="0"/>
                <a:ea typeface="Calibri" pitchFamily="34" charset="-122"/>
                <a:cs typeface="Calibri" pitchFamily="34" charset="-120"/>
              </a:rPr>
              <a:t>: ventilate well, asthma sufferers take care; do not heat above </a:t>
            </a:r>
            <a:r>
              <a:rPr lang="en-US" sz="1050" b="1" dirty="0">
                <a:solidFill>
                  <a:srgbClr val="262B3A"/>
                </a:solidFill>
                <a:latin typeface="Calibri" pitchFamily="34" charset="0"/>
                <a:ea typeface="Calibri" pitchFamily="34" charset="-122"/>
                <a:cs typeface="Calibri" pitchFamily="34" charset="-120"/>
              </a:rPr>
              <a:t>50 °C</a:t>
            </a:r>
            <a:r>
              <a:rPr lang="en-US" sz="1050" dirty="0">
                <a:solidFill>
                  <a:srgbClr val="262B3A"/>
                </a:solidFill>
                <a:latin typeface="Calibri" pitchFamily="34" charset="0"/>
                <a:ea typeface="Calibri" pitchFamily="34" charset="-122"/>
                <a:cs typeface="Calibri" pitchFamily="34" charset="-120"/>
              </a:rPr>
              <a:t>; eye protection.</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Errors</a:t>
            </a:r>
            <a:r>
              <a:rPr lang="en-US" sz="1050" dirty="0">
                <a:solidFill>
                  <a:srgbClr val="262B3A"/>
                </a:solidFill>
                <a:latin typeface="Calibri" pitchFamily="34" charset="0"/>
                <a:ea typeface="Calibri" pitchFamily="34" charset="-122"/>
                <a:cs typeface="Calibri" pitchFamily="34" charset="-120"/>
              </a:rPr>
              <a:t>: judging when the X disappears; temperature falls during the run. </a:t>
            </a:r>
            <a:r>
              <a:rPr lang="en-US" sz="1050" b="1" dirty="0">
                <a:solidFill>
                  <a:srgbClr val="262B3A"/>
                </a:solidFill>
                <a:latin typeface="Calibri" pitchFamily="34" charset="0"/>
                <a:ea typeface="Calibri" pitchFamily="34" charset="-122"/>
                <a:cs typeface="Calibri" pitchFamily="34" charset="-120"/>
              </a:rPr>
              <a:t>Improve</a:t>
            </a:r>
            <a:r>
              <a:rPr lang="en-US" sz="1050" dirty="0">
                <a:solidFill>
                  <a:srgbClr val="262B3A"/>
                </a:solidFill>
                <a:latin typeface="Calibri" pitchFamily="34" charset="0"/>
                <a:ea typeface="Calibri" pitchFamily="34" charset="-122"/>
                <a:cs typeface="Calibri" pitchFamily="34" charset="-120"/>
              </a:rPr>
              <a:t>: same person and X; use a light sensor.</a:t>
            </a:r>
            <a:endParaRPr lang="en-US" sz="1050" dirty="0"/>
          </a:p>
        </p:txBody>
      </p:sp>
      <p:sp>
        <p:nvSpPr>
          <p:cNvPr id="151" name="Shape 148"/>
          <p:cNvSpPr/>
          <p:nvPr/>
        </p:nvSpPr>
        <p:spPr>
          <a:xfrm>
            <a:off x="411480" y="5833872"/>
            <a:ext cx="11368735" cy="530352"/>
          </a:xfrm>
          <a:prstGeom prst="rect">
            <a:avLst/>
          </a:prstGeom>
          <a:solidFill>
            <a:srgbClr val="FFF4E0"/>
          </a:solidFill>
          <a:ln w="6350">
            <a:solidFill>
              <a:srgbClr val="F1D9A8"/>
            </a:solidFill>
            <a:prstDash val="solid"/>
          </a:ln>
        </p:spPr>
      </p:sp>
      <p:sp>
        <p:nvSpPr>
          <p:cNvPr id="152" name="Shape 149"/>
          <p:cNvSpPr/>
          <p:nvPr/>
        </p:nvSpPr>
        <p:spPr>
          <a:xfrm>
            <a:off x="411480" y="5833872"/>
            <a:ext cx="82296" cy="530352"/>
          </a:xfrm>
          <a:prstGeom prst="rect">
            <a:avLst/>
          </a:prstGeom>
          <a:solidFill>
            <a:srgbClr val="E39A2F"/>
          </a:solidFill>
          <a:ln w="12700">
            <a:solidFill>
              <a:srgbClr val="E39A2F"/>
            </a:solidFill>
            <a:prstDash val="solid"/>
          </a:ln>
        </p:spPr>
      </p:sp>
      <p:sp>
        <p:nvSpPr>
          <p:cNvPr id="153" name="Text 15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At 40 °C, which time is </a:t>
            </a:r>
            <a:r>
              <a:rPr lang="en-US" sz="1150" b="1" dirty="0">
                <a:solidFill>
                  <a:srgbClr val="262B3A"/>
                </a:solidFill>
                <a:latin typeface="Calibri" pitchFamily="34" charset="0"/>
                <a:ea typeface="Calibri" pitchFamily="34" charset="-122"/>
                <a:cs typeface="Calibri" pitchFamily="34" charset="-120"/>
              </a:rPr>
              <a:t>anomalous</a:t>
            </a:r>
            <a:r>
              <a:rPr lang="en-US" sz="1150" dirty="0">
                <a:solidFill>
                  <a:srgbClr val="262B3A"/>
                </a:solidFill>
                <a:latin typeface="Calibri" pitchFamily="34" charset="0"/>
                <a:ea typeface="Calibri" pitchFamily="34" charset="-122"/>
                <a:cs typeface="Calibri" pitchFamily="34" charset="-120"/>
              </a:rPr>
              <a:t>? Calculate the mean </a:t>
            </a:r>
            <a:r>
              <a:rPr lang="en-US" sz="1150" b="1" dirty="0">
                <a:solidFill>
                  <a:srgbClr val="262B3A"/>
                </a:solidFill>
                <a:latin typeface="Calibri" pitchFamily="34" charset="0"/>
                <a:ea typeface="Calibri" pitchFamily="34" charset="-122"/>
                <a:cs typeface="Calibri" pitchFamily="34" charset="-120"/>
              </a:rPr>
              <a:t>without</a:t>
            </a:r>
            <a:r>
              <a:rPr lang="en-US" sz="1150" dirty="0">
                <a:solidFill>
                  <a:srgbClr val="262B3A"/>
                </a:solidFill>
                <a:latin typeface="Calibri" pitchFamily="34" charset="0"/>
                <a:ea typeface="Calibri" pitchFamily="34" charset="-122"/>
                <a:cs typeface="Calibri" pitchFamily="34" charset="-120"/>
              </a:rPr>
              <a:t> it. Use the graph to predict the time taken at </a:t>
            </a:r>
            <a:r>
              <a:rPr lang="en-US" sz="1150" b="1" dirty="0">
                <a:solidFill>
                  <a:srgbClr val="262B3A"/>
                </a:solidFill>
                <a:latin typeface="Calibri" pitchFamily="34" charset="0"/>
                <a:ea typeface="Calibri" pitchFamily="34" charset="-122"/>
                <a:cs typeface="Calibri" pitchFamily="34" charset="-120"/>
              </a:rPr>
              <a:t>45 °C</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4</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PAG C5 Measuring rates of reaction • gas syringe and disappearing cross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C6.2 How do chemists control the rate of reactions?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4  |  19</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In the magnesium and acid practical, state the </a:t>
            </a:r>
            <a:r>
              <a:rPr lang="en-US" sz="1250" b="1" dirty="0">
                <a:solidFill>
                  <a:srgbClr val="262B3A"/>
                </a:solidFill>
                <a:latin typeface="Calibri" pitchFamily="34" charset="0"/>
                <a:ea typeface="Calibri" pitchFamily="34" charset="-122"/>
                <a:cs typeface="Calibri" pitchFamily="34" charset="-120"/>
              </a:rPr>
              <a:t>independent variable</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one control variable</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The 1.0 mol/dm³ and 0.50 mol/dm³ curves both level off at </a:t>
            </a:r>
            <a:r>
              <a:rPr lang="en-US" sz="1250" b="1" dirty="0">
                <a:solidFill>
                  <a:srgbClr val="262B3A"/>
                </a:solidFill>
                <a:latin typeface="Calibri" pitchFamily="34" charset="0"/>
                <a:ea typeface="Calibri" pitchFamily="34" charset="-122"/>
                <a:cs typeface="Calibri" pitchFamily="34" charset="-120"/>
              </a:rPr>
              <a:t>40 cm³</a:t>
            </a:r>
            <a:r>
              <a:rPr lang="en-US" sz="1250" dirty="0">
                <a:solidFill>
                  <a:srgbClr val="262B3A"/>
                </a:solidFill>
                <a:latin typeface="Calibri" pitchFamily="34" charset="0"/>
                <a:ea typeface="Calibri" pitchFamily="34" charset="-122"/>
                <a:cs typeface="Calibri" pitchFamily="34" charset="-120"/>
              </a:rPr>
              <a:t>. Explain why.</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Disappearing-cross times at 40 °C were </a:t>
            </a:r>
            <a:r>
              <a:rPr lang="en-US" sz="1250" b="1" dirty="0">
                <a:solidFill>
                  <a:srgbClr val="262B3A"/>
                </a:solidFill>
                <a:latin typeface="Calibri" pitchFamily="34" charset="0"/>
                <a:ea typeface="Calibri" pitchFamily="34" charset="-122"/>
                <a:cs typeface="Calibri" pitchFamily="34" charset="-120"/>
              </a:rPr>
              <a:t>27 s</a:t>
            </a:r>
            <a:r>
              <a:rPr lang="en-US" sz="1250" dirty="0">
                <a:solidFill>
                  <a:srgbClr val="262B3A"/>
                </a:solidFill>
                <a:latin typeface="Calibri" pitchFamily="34" charset="0"/>
                <a:ea typeface="Calibri" pitchFamily="34" charset="-122"/>
                <a:cs typeface="Calibri" pitchFamily="34" charset="-120"/>
              </a:rPr>
              <a:t>, </a:t>
            </a:r>
            <a:r>
              <a:rPr lang="en-US" sz="1250" b="1" dirty="0">
                <a:solidFill>
                  <a:srgbClr val="262B3A"/>
                </a:solidFill>
                <a:latin typeface="Calibri" pitchFamily="34" charset="0"/>
                <a:ea typeface="Calibri" pitchFamily="34" charset="-122"/>
                <a:cs typeface="Calibri" pitchFamily="34" charset="-120"/>
              </a:rPr>
              <a:t>36 s</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29 s</a:t>
            </a:r>
            <a:r>
              <a:rPr lang="en-US" sz="1250" dirty="0">
                <a:solidFill>
                  <a:srgbClr val="262B3A"/>
                </a:solidFill>
                <a:latin typeface="Calibri" pitchFamily="34" charset="0"/>
                <a:ea typeface="Calibri" pitchFamily="34" charset="-122"/>
                <a:cs typeface="Calibri" pitchFamily="34" charset="-120"/>
              </a:rPr>
              <a:t>. Identify the anomaly and calculate the mean time.</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Suggest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source of error in the disappearing-cross method and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improvement.</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Summary: equations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C6.2 • learn these relationships • the HT row is Higher tier only</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C6.2 How do chemists control the rate of reactions?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Equations  |  20</a:t>
            </a:r>
            <a:endParaRPr lang="en-US" sz="1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11480" y="1234440"/>
          <a:ext cx="11368735" cy="914400"/>
        </p:xfrm>
        <a:graphic>
          <a:graphicData uri="http://schemas.openxmlformats.org/drawingml/2006/table">
            <a:tbl>
              <a:tblPr/>
              <a:tblGrid>
                <a:gridCol w="2377440"/>
                <a:gridCol w="6172200"/>
                <a:gridCol w="1463040"/>
                <a:gridCol w="1356055"/>
              </a:tblGrid>
              <a:tr h="5669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Equation</a:t>
                      </a:r>
                      <a:endParaRPr lang="en-US" sz="12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 words (units)</a:t>
                      </a:r>
                      <a:endParaRPr lang="en-US" sz="12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Recall or given?</a:t>
                      </a:r>
                      <a:endParaRPr lang="en-US" sz="12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Spec</a:t>
                      </a:r>
                      <a:endParaRPr lang="en-US" sz="12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r>
              <a:tr h="566928">
                <a:tc>
                  <a:txBody>
                    <a:bodyPr/>
                    <a:lstStyle/>
                    <a:p>
                      <a:pPr indent="0" marL="0">
                        <a:buNone/>
                      </a:pPr>
                      <a:r>
                        <a:rPr lang="en-US" sz="1400" b="1" dirty="0">
                          <a:solidFill>
                            <a:srgbClr val="2A1F3D"/>
                          </a:solidFill>
                          <a:latin typeface="Georgia" pitchFamily="34" charset="0"/>
                          <a:ea typeface="Georgia" pitchFamily="34" charset="-122"/>
                          <a:cs typeface="Georgia" pitchFamily="34" charset="-120"/>
                        </a:rPr>
                        <a:t>rate = amount ÷ t</a:t>
                      </a:r>
                      <a:endParaRPr lang="en-US" sz="1400" dirty="0">
                        <a:latin typeface="Georgia" charset="0"/>
                        <a:ea typeface="Georgia" charset="0"/>
                        <a:cs typeface="Georgia"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mean rate of reaction = amount of product formed (or reactant used) ÷ time taken (g/s, cm³/s; HT mol/s)</a:t>
                      </a:r>
                      <a:endParaRPr lang="en-US" sz="12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indent="0" marL="0">
                        <a:buNone/>
                      </a:pPr>
                      <a:r>
                        <a:rPr lang="en-US" sz="1200" b="1" dirty="0">
                          <a:solidFill>
                            <a:srgbClr val="C8414C"/>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indent="0" marL="0">
                        <a:buNone/>
                      </a:pPr>
                      <a:r>
                        <a:rPr lang="en-US" sz="1200" b="1" dirty="0">
                          <a:solidFill>
                            <a:srgbClr val="6A3FA0"/>
                          </a:solidFill>
                          <a:latin typeface="Calibri" pitchFamily="34" charset="0"/>
                          <a:ea typeface="Calibri" pitchFamily="34" charset="-122"/>
                          <a:cs typeface="Calibri" pitchFamily="34" charset="-120"/>
                        </a:rPr>
                        <a:t>C6.2.10</a:t>
                      </a:r>
                      <a:endParaRPr lang="en-US" sz="12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r>
              <a:tr h="566928">
                <a:tc>
                  <a:txBody>
                    <a:bodyPr/>
                    <a:lstStyle/>
                    <a:p>
                      <a:pPr indent="0" marL="0">
                        <a:buNone/>
                      </a:pPr>
                      <a:r>
                        <a:rPr lang="en-US" sz="1400" b="1" dirty="0">
                          <a:solidFill>
                            <a:srgbClr val="2A1F3D"/>
                          </a:solidFill>
                          <a:latin typeface="Georgia" pitchFamily="34" charset="0"/>
                          <a:ea typeface="Georgia" pitchFamily="34" charset="-122"/>
                          <a:cs typeface="Georgia" pitchFamily="34" charset="-120"/>
                        </a:rPr>
                        <a:t>rate = Δy ÷ Δx</a:t>
                      </a:r>
                      <a:endParaRPr lang="en-US" sz="1400" dirty="0">
                        <a:latin typeface="Georgia" charset="0"/>
                        <a:ea typeface="Georgia" charset="0"/>
                        <a:cs typeface="Georgia"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HT: rate at a given time = gradient of the tangent to the curve at that time</a:t>
                      </a:r>
                      <a:endParaRPr lang="en-US" sz="12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indent="0" marL="0">
                        <a:buNone/>
                      </a:pPr>
                      <a:r>
                        <a:rPr lang="en-US" sz="1200" b="1" dirty="0">
                          <a:solidFill>
                            <a:srgbClr val="C8414C"/>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indent="0" marL="0">
                        <a:buNone/>
                      </a:pPr>
                      <a:r>
                        <a:rPr lang="en-US" sz="1200" b="1" dirty="0">
                          <a:solidFill>
                            <a:srgbClr val="6A3FA0"/>
                          </a:solidFill>
                          <a:latin typeface="Calibri" pitchFamily="34" charset="0"/>
                          <a:ea typeface="Calibri" pitchFamily="34" charset="-122"/>
                          <a:cs typeface="Calibri" pitchFamily="34" charset="-120"/>
                        </a:rPr>
                        <a:t>C6.2.10 HT</a:t>
                      </a:r>
                      <a:endParaRPr lang="en-US" sz="12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2A1F3D"/>
                          </a:solidFill>
                          <a:latin typeface="Georgia" pitchFamily="34" charset="0"/>
                          <a:ea typeface="Georgia" pitchFamily="34" charset="-122"/>
                          <a:cs typeface="Georgia" pitchFamily="34" charset="-120"/>
                        </a:rPr>
                        <a:t>rate ∝ 1 ÷ time</a:t>
                      </a:r>
                      <a:endParaRPr lang="en-US" sz="1400" dirty="0">
                        <a:latin typeface="Georgia" charset="0"/>
                        <a:ea typeface="Georgia" charset="0"/>
                        <a:cs typeface="Georgia"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for a fixed end point (e.g. the cross disappears), relative rate = 1 ÷ time (or 1000 ÷ time)</a:t>
                      </a:r>
                      <a:endParaRPr lang="en-US" sz="12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indent="0" marL="0">
                        <a:buNone/>
                      </a:pPr>
                      <a:r>
                        <a:rPr lang="en-US" sz="1200" b="1" dirty="0">
                          <a:solidFill>
                            <a:srgbClr val="C8414C"/>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indent="0" marL="0">
                        <a:buNone/>
                      </a:pPr>
                      <a:r>
                        <a:rPr lang="en-US" sz="1200" b="1" dirty="0">
                          <a:solidFill>
                            <a:srgbClr val="6A3FA0"/>
                          </a:solidFill>
                          <a:latin typeface="Calibri" pitchFamily="34" charset="0"/>
                          <a:ea typeface="Calibri" pitchFamily="34" charset="-122"/>
                          <a:cs typeface="Calibri" pitchFamily="34" charset="-120"/>
                        </a:rPr>
                        <a:t>PAG C5</a:t>
                      </a:r>
                      <a:endParaRPr lang="en-US" sz="12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r>
              <a:tr h="566928">
                <a:tc>
                  <a:txBody>
                    <a:bodyPr/>
                    <a:lstStyle/>
                    <a:p>
                      <a:pPr indent="0" marL="0">
                        <a:buNone/>
                      </a:pPr>
                      <a:r>
                        <a:rPr lang="en-US" sz="1400" b="1" dirty="0">
                          <a:solidFill>
                            <a:srgbClr val="2A1F3D"/>
                          </a:solidFill>
                          <a:latin typeface="Georgia" pitchFamily="34" charset="0"/>
                          <a:ea typeface="Georgia" pitchFamily="34" charset="-122"/>
                          <a:cs typeface="Georgia" pitchFamily="34" charset="-120"/>
                        </a:rPr>
                        <a:t>SA:V = SA ÷ V</a:t>
                      </a:r>
                      <a:endParaRPr lang="en-US" sz="1400" dirty="0">
                        <a:latin typeface="Georgia" charset="0"/>
                        <a:ea typeface="Georgia" charset="0"/>
                        <a:cs typeface="Georgia"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surface area to volume ratio = surface area (cm²) ÷ volume (cm³); cube of side a: 6a² ÷ a³</a:t>
                      </a:r>
                      <a:endParaRPr lang="en-US" sz="12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indent="0" marL="0">
                        <a:buNone/>
                      </a:pPr>
                      <a:r>
                        <a:rPr lang="en-US" sz="1200" b="1" dirty="0">
                          <a:solidFill>
                            <a:srgbClr val="C8414C"/>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indent="0" marL="0">
                        <a:buNone/>
                      </a:pPr>
                      <a:r>
                        <a:rPr lang="en-US" sz="1200" b="1" dirty="0">
                          <a:solidFill>
                            <a:srgbClr val="6A3FA0"/>
                          </a:solidFill>
                          <a:latin typeface="Calibri" pitchFamily="34" charset="0"/>
                          <a:ea typeface="Calibri" pitchFamily="34" charset="-122"/>
                          <a:cs typeface="Calibri" pitchFamily="34" charset="-120"/>
                        </a:rPr>
                        <a:t>C6.2.3</a:t>
                      </a:r>
                      <a:endParaRPr lang="en-US" sz="12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r>
            </a:tbl>
          </a:graphicData>
        </a:graphic>
      </p:graphicFrame>
      <p:sp>
        <p:nvSpPr>
          <p:cNvPr id="9" name="Shape 6"/>
          <p:cNvSpPr/>
          <p:nvPr/>
        </p:nvSpPr>
        <p:spPr>
          <a:xfrm>
            <a:off x="411480" y="5833872"/>
            <a:ext cx="11368735" cy="530352"/>
          </a:xfrm>
          <a:prstGeom prst="rect">
            <a:avLst/>
          </a:prstGeom>
          <a:solidFill>
            <a:srgbClr val="FFF4E0"/>
          </a:solidFill>
          <a:ln w="6350">
            <a:solidFill>
              <a:srgbClr val="F1D9A8"/>
            </a:solidFill>
            <a:prstDash val="solid"/>
          </a:ln>
        </p:spPr>
      </p:sp>
      <p:sp>
        <p:nvSpPr>
          <p:cNvPr id="10" name="Shape 7"/>
          <p:cNvSpPr/>
          <p:nvPr/>
        </p:nvSpPr>
        <p:spPr>
          <a:xfrm>
            <a:off x="411480" y="5833872"/>
            <a:ext cx="82296" cy="530352"/>
          </a:xfrm>
          <a:prstGeom prst="rect">
            <a:avLst/>
          </a:prstGeom>
          <a:solidFill>
            <a:srgbClr val="E39A2F"/>
          </a:solidFill>
          <a:ln w="12700">
            <a:solidFill>
              <a:srgbClr val="E39A2F"/>
            </a:solidFill>
            <a:prstDash val="solid"/>
          </a:ln>
        </p:spPr>
      </p:sp>
      <p:sp>
        <p:nvSpPr>
          <p:cNvPr id="11" name="Text 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reaction makes </a:t>
            </a:r>
            <a:r>
              <a:rPr lang="en-US" sz="1150" b="1" dirty="0">
                <a:solidFill>
                  <a:srgbClr val="262B3A"/>
                </a:solidFill>
                <a:latin typeface="Calibri" pitchFamily="34" charset="0"/>
                <a:ea typeface="Calibri" pitchFamily="34" charset="-122"/>
                <a:cs typeface="Calibri" pitchFamily="34" charset="-120"/>
              </a:rPr>
              <a:t>60 cm³</a:t>
            </a:r>
            <a:r>
              <a:rPr lang="en-US" sz="1150" dirty="0">
                <a:solidFill>
                  <a:srgbClr val="262B3A"/>
                </a:solidFill>
                <a:latin typeface="Calibri" pitchFamily="34" charset="0"/>
                <a:ea typeface="Calibri" pitchFamily="34" charset="-122"/>
                <a:cs typeface="Calibri" pitchFamily="34" charset="-120"/>
              </a:rPr>
              <a:t> of gas in </a:t>
            </a:r>
            <a:r>
              <a:rPr lang="en-US" sz="1150" b="1" dirty="0">
                <a:solidFill>
                  <a:srgbClr val="262B3A"/>
                </a:solidFill>
                <a:latin typeface="Calibri" pitchFamily="34" charset="0"/>
                <a:ea typeface="Calibri" pitchFamily="34" charset="-122"/>
                <a:cs typeface="Calibri" pitchFamily="34" charset="-120"/>
              </a:rPr>
              <a:t>50 s</a:t>
            </a:r>
            <a:r>
              <a:rPr lang="en-US" sz="1150" dirty="0">
                <a:solidFill>
                  <a:srgbClr val="262B3A"/>
                </a:solidFill>
                <a:latin typeface="Calibri" pitchFamily="34" charset="0"/>
                <a:ea typeface="Calibri" pitchFamily="34" charset="-122"/>
                <a:cs typeface="Calibri" pitchFamily="34" charset="-120"/>
              </a:rPr>
              <a:t>. Calculate the mean rate. The cross disappears in </a:t>
            </a:r>
            <a:r>
              <a:rPr lang="en-US" sz="1150" b="1" dirty="0">
                <a:solidFill>
                  <a:srgbClr val="262B3A"/>
                </a:solidFill>
                <a:latin typeface="Calibri" pitchFamily="34" charset="0"/>
                <a:ea typeface="Calibri" pitchFamily="34" charset="-122"/>
                <a:cs typeface="Calibri" pitchFamily="34" charset="-120"/>
              </a:rPr>
              <a:t>20 s</a:t>
            </a:r>
            <a:r>
              <a:rPr lang="en-US" sz="1150" dirty="0">
                <a:solidFill>
                  <a:srgbClr val="262B3A"/>
                </a:solidFill>
                <a:latin typeface="Calibri" pitchFamily="34" charset="0"/>
                <a:ea typeface="Calibri" pitchFamily="34" charset="-122"/>
                <a:cs typeface="Calibri" pitchFamily="34" charset="-120"/>
              </a:rPr>
              <a:t>: what is 1000 ÷ time?</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Summary: key words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C6.2 How do chemists control the rate of reactions? • learn these definitions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C6.2 How do chemists control the rate of reactions?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Key words  |  21</a:t>
            </a:r>
            <a:endParaRPr lang="en-US" sz="1000" dirty="0"/>
          </a:p>
        </p:txBody>
      </p:sp>
      <p:sp>
        <p:nvSpPr>
          <p:cNvPr id="8" name="Shape 6"/>
          <p:cNvSpPr/>
          <p:nvPr/>
        </p:nvSpPr>
        <p:spPr>
          <a:xfrm>
            <a:off x="411480" y="1188720"/>
            <a:ext cx="2739314" cy="1143000"/>
          </a:xfrm>
          <a:prstGeom prst="rect">
            <a:avLst/>
          </a:prstGeom>
          <a:solidFill>
            <a:srgbClr val="F8F5FC"/>
          </a:solidFill>
          <a:ln w="9525">
            <a:solidFill>
              <a:srgbClr val="DDD3EC"/>
            </a:solidFill>
            <a:prstDash val="solid"/>
          </a:ln>
        </p:spPr>
      </p:sp>
      <p:sp>
        <p:nvSpPr>
          <p:cNvPr id="9" name="Shape 7"/>
          <p:cNvSpPr/>
          <p:nvPr/>
        </p:nvSpPr>
        <p:spPr>
          <a:xfrm>
            <a:off x="411480" y="1188720"/>
            <a:ext cx="73152" cy="1143000"/>
          </a:xfrm>
          <a:prstGeom prst="rect">
            <a:avLst/>
          </a:prstGeom>
          <a:solidFill>
            <a:srgbClr val="6A3FA0"/>
          </a:solidFill>
          <a:ln w="12700">
            <a:solidFill>
              <a:srgbClr val="6A3FA0"/>
            </a:solidFill>
            <a:prstDash val="solid"/>
          </a:ln>
        </p:spPr>
      </p:sp>
      <p:sp>
        <p:nvSpPr>
          <p:cNvPr id="10" name="Text 8"/>
          <p:cNvSpPr/>
          <p:nvPr/>
        </p:nvSpPr>
        <p:spPr>
          <a:xfrm>
            <a:off x="576072" y="1243584"/>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Rate of reaction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How fast a reactant is used up or a product is formed.</a:t>
            </a:r>
            <a:endParaRPr lang="en-US" sz="1200" dirty="0"/>
          </a:p>
        </p:txBody>
      </p:sp>
      <p:sp>
        <p:nvSpPr>
          <p:cNvPr id="11" name="Shape 9"/>
          <p:cNvSpPr/>
          <p:nvPr/>
        </p:nvSpPr>
        <p:spPr>
          <a:xfrm>
            <a:off x="3287954" y="1188720"/>
            <a:ext cx="2739314" cy="1143000"/>
          </a:xfrm>
          <a:prstGeom prst="rect">
            <a:avLst/>
          </a:prstGeom>
          <a:solidFill>
            <a:srgbClr val="F8F5FC"/>
          </a:solidFill>
          <a:ln w="9525">
            <a:solidFill>
              <a:srgbClr val="DDD3EC"/>
            </a:solidFill>
            <a:prstDash val="solid"/>
          </a:ln>
        </p:spPr>
      </p:sp>
      <p:sp>
        <p:nvSpPr>
          <p:cNvPr id="12" name="Shape 10"/>
          <p:cNvSpPr/>
          <p:nvPr/>
        </p:nvSpPr>
        <p:spPr>
          <a:xfrm>
            <a:off x="3287954" y="1188720"/>
            <a:ext cx="73152" cy="1143000"/>
          </a:xfrm>
          <a:prstGeom prst="rect">
            <a:avLst/>
          </a:prstGeom>
          <a:solidFill>
            <a:srgbClr val="6A3FA0"/>
          </a:solidFill>
          <a:ln w="12700">
            <a:solidFill>
              <a:srgbClr val="6A3FA0"/>
            </a:solidFill>
            <a:prstDash val="solid"/>
          </a:ln>
        </p:spPr>
      </p:sp>
      <p:sp>
        <p:nvSpPr>
          <p:cNvPr id="13" name="Text 11"/>
          <p:cNvSpPr/>
          <p:nvPr/>
        </p:nvSpPr>
        <p:spPr>
          <a:xfrm>
            <a:off x="3452546" y="1243584"/>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Mean rate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Amount of product formed ÷ time taken, e.g. in cm³/s or g/s.</a:t>
            </a:r>
            <a:endParaRPr lang="en-US" sz="1200" dirty="0"/>
          </a:p>
        </p:txBody>
      </p:sp>
      <p:sp>
        <p:nvSpPr>
          <p:cNvPr id="14" name="Shape 12"/>
          <p:cNvSpPr/>
          <p:nvPr/>
        </p:nvSpPr>
        <p:spPr>
          <a:xfrm>
            <a:off x="6164428" y="1188720"/>
            <a:ext cx="2739314" cy="1143000"/>
          </a:xfrm>
          <a:prstGeom prst="rect">
            <a:avLst/>
          </a:prstGeom>
          <a:solidFill>
            <a:srgbClr val="F8F5FC"/>
          </a:solidFill>
          <a:ln w="9525">
            <a:solidFill>
              <a:srgbClr val="DDD3EC"/>
            </a:solidFill>
            <a:prstDash val="solid"/>
          </a:ln>
        </p:spPr>
      </p:sp>
      <p:sp>
        <p:nvSpPr>
          <p:cNvPr id="15" name="Shape 13"/>
          <p:cNvSpPr/>
          <p:nvPr/>
        </p:nvSpPr>
        <p:spPr>
          <a:xfrm>
            <a:off x="6164428" y="1188720"/>
            <a:ext cx="73152" cy="1143000"/>
          </a:xfrm>
          <a:prstGeom prst="rect">
            <a:avLst/>
          </a:prstGeom>
          <a:solidFill>
            <a:srgbClr val="6A3FA0"/>
          </a:solidFill>
          <a:ln w="12700">
            <a:solidFill>
              <a:srgbClr val="6A3FA0"/>
            </a:solidFill>
            <a:prstDash val="solid"/>
          </a:ln>
        </p:spPr>
      </p:sp>
      <p:sp>
        <p:nvSpPr>
          <p:cNvPr id="16" name="Text 14"/>
          <p:cNvSpPr/>
          <p:nvPr/>
        </p:nvSpPr>
        <p:spPr>
          <a:xfrm>
            <a:off x="6329020" y="1243584"/>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Gradient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The slope of a graph: change in y ÷ change in x. On a rate graph it is the rate.</a:t>
            </a:r>
            <a:endParaRPr lang="en-US" sz="1200" dirty="0"/>
          </a:p>
        </p:txBody>
      </p:sp>
      <p:sp>
        <p:nvSpPr>
          <p:cNvPr id="17" name="Shape 15"/>
          <p:cNvSpPr/>
          <p:nvPr/>
        </p:nvSpPr>
        <p:spPr>
          <a:xfrm>
            <a:off x="9040901" y="1188720"/>
            <a:ext cx="2739314" cy="1143000"/>
          </a:xfrm>
          <a:prstGeom prst="rect">
            <a:avLst/>
          </a:prstGeom>
          <a:solidFill>
            <a:srgbClr val="F8F5FC"/>
          </a:solidFill>
          <a:ln w="9525">
            <a:solidFill>
              <a:srgbClr val="DDD3EC"/>
            </a:solidFill>
            <a:prstDash val="solid"/>
          </a:ln>
        </p:spPr>
      </p:sp>
      <p:sp>
        <p:nvSpPr>
          <p:cNvPr id="18" name="Shape 16"/>
          <p:cNvSpPr/>
          <p:nvPr/>
        </p:nvSpPr>
        <p:spPr>
          <a:xfrm>
            <a:off x="9040901" y="1188720"/>
            <a:ext cx="73152" cy="1143000"/>
          </a:xfrm>
          <a:prstGeom prst="rect">
            <a:avLst/>
          </a:prstGeom>
          <a:solidFill>
            <a:srgbClr val="6A3FA0"/>
          </a:solidFill>
          <a:ln w="12700">
            <a:solidFill>
              <a:srgbClr val="6A3FA0"/>
            </a:solidFill>
            <a:prstDash val="solid"/>
          </a:ln>
        </p:spPr>
      </p:sp>
      <p:sp>
        <p:nvSpPr>
          <p:cNvPr id="19" name="Text 17"/>
          <p:cNvSpPr/>
          <p:nvPr/>
        </p:nvSpPr>
        <p:spPr>
          <a:xfrm>
            <a:off x="9205493" y="1243584"/>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Tangent (HT)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straight line touching a curve at one point; its gradient is the rate at that time.</a:t>
            </a:r>
            <a:endParaRPr lang="en-US" sz="1200" dirty="0"/>
          </a:p>
        </p:txBody>
      </p:sp>
      <p:sp>
        <p:nvSpPr>
          <p:cNvPr id="20" name="Shape 18"/>
          <p:cNvSpPr/>
          <p:nvPr/>
        </p:nvSpPr>
        <p:spPr>
          <a:xfrm>
            <a:off x="411480" y="2441448"/>
            <a:ext cx="2739314" cy="1143000"/>
          </a:xfrm>
          <a:prstGeom prst="rect">
            <a:avLst/>
          </a:prstGeom>
          <a:solidFill>
            <a:srgbClr val="F8F5FC"/>
          </a:solidFill>
          <a:ln w="9525">
            <a:solidFill>
              <a:srgbClr val="DDD3EC"/>
            </a:solidFill>
            <a:prstDash val="solid"/>
          </a:ln>
        </p:spPr>
      </p:sp>
      <p:sp>
        <p:nvSpPr>
          <p:cNvPr id="21" name="Shape 19"/>
          <p:cNvSpPr/>
          <p:nvPr/>
        </p:nvSpPr>
        <p:spPr>
          <a:xfrm>
            <a:off x="411480" y="2441448"/>
            <a:ext cx="73152" cy="1143000"/>
          </a:xfrm>
          <a:prstGeom prst="rect">
            <a:avLst/>
          </a:prstGeom>
          <a:solidFill>
            <a:srgbClr val="6A3FA0"/>
          </a:solidFill>
          <a:ln w="12700">
            <a:solidFill>
              <a:srgbClr val="6A3FA0"/>
            </a:solidFill>
            <a:prstDash val="solid"/>
          </a:ln>
        </p:spPr>
      </p:sp>
      <p:sp>
        <p:nvSpPr>
          <p:cNvPr id="22" name="Text 20"/>
          <p:cNvSpPr/>
          <p:nvPr/>
        </p:nvSpPr>
        <p:spPr>
          <a:xfrm>
            <a:off x="576072" y="2496312"/>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Collision theory</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Particles must collide, with enough energy, for a reaction to happen.</a:t>
            </a:r>
            <a:endParaRPr lang="en-US" sz="1200" dirty="0"/>
          </a:p>
        </p:txBody>
      </p:sp>
      <p:sp>
        <p:nvSpPr>
          <p:cNvPr id="23" name="Shape 21"/>
          <p:cNvSpPr/>
          <p:nvPr/>
        </p:nvSpPr>
        <p:spPr>
          <a:xfrm>
            <a:off x="3287954" y="2441448"/>
            <a:ext cx="2739314" cy="1143000"/>
          </a:xfrm>
          <a:prstGeom prst="rect">
            <a:avLst/>
          </a:prstGeom>
          <a:solidFill>
            <a:srgbClr val="F8F5FC"/>
          </a:solidFill>
          <a:ln w="9525">
            <a:solidFill>
              <a:srgbClr val="DDD3EC"/>
            </a:solidFill>
            <a:prstDash val="solid"/>
          </a:ln>
        </p:spPr>
      </p:sp>
      <p:sp>
        <p:nvSpPr>
          <p:cNvPr id="24" name="Shape 22"/>
          <p:cNvSpPr/>
          <p:nvPr/>
        </p:nvSpPr>
        <p:spPr>
          <a:xfrm>
            <a:off x="3287954" y="2441448"/>
            <a:ext cx="73152" cy="1143000"/>
          </a:xfrm>
          <a:prstGeom prst="rect">
            <a:avLst/>
          </a:prstGeom>
          <a:solidFill>
            <a:srgbClr val="6A3FA0"/>
          </a:solidFill>
          <a:ln w="12700">
            <a:solidFill>
              <a:srgbClr val="6A3FA0"/>
            </a:solidFill>
            <a:prstDash val="solid"/>
          </a:ln>
        </p:spPr>
      </p:sp>
      <p:sp>
        <p:nvSpPr>
          <p:cNvPr id="25" name="Text 23"/>
          <p:cNvSpPr/>
          <p:nvPr/>
        </p:nvSpPr>
        <p:spPr>
          <a:xfrm>
            <a:off x="3452546" y="2496312"/>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Collision frequency</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The number of collisions per second.</a:t>
            </a:r>
            <a:endParaRPr lang="en-US" sz="1200" dirty="0"/>
          </a:p>
        </p:txBody>
      </p:sp>
      <p:sp>
        <p:nvSpPr>
          <p:cNvPr id="26" name="Shape 24"/>
          <p:cNvSpPr/>
          <p:nvPr/>
        </p:nvSpPr>
        <p:spPr>
          <a:xfrm>
            <a:off x="6164428" y="2441448"/>
            <a:ext cx="2739314" cy="1143000"/>
          </a:xfrm>
          <a:prstGeom prst="rect">
            <a:avLst/>
          </a:prstGeom>
          <a:solidFill>
            <a:srgbClr val="F8F5FC"/>
          </a:solidFill>
          <a:ln w="9525">
            <a:solidFill>
              <a:srgbClr val="DDD3EC"/>
            </a:solidFill>
            <a:prstDash val="solid"/>
          </a:ln>
        </p:spPr>
      </p:sp>
      <p:sp>
        <p:nvSpPr>
          <p:cNvPr id="27" name="Shape 25"/>
          <p:cNvSpPr/>
          <p:nvPr/>
        </p:nvSpPr>
        <p:spPr>
          <a:xfrm>
            <a:off x="6164428" y="2441448"/>
            <a:ext cx="73152" cy="1143000"/>
          </a:xfrm>
          <a:prstGeom prst="rect">
            <a:avLst/>
          </a:prstGeom>
          <a:solidFill>
            <a:srgbClr val="6A3FA0"/>
          </a:solidFill>
          <a:ln w="12700">
            <a:solidFill>
              <a:srgbClr val="6A3FA0"/>
            </a:solidFill>
            <a:prstDash val="solid"/>
          </a:ln>
        </p:spPr>
      </p:sp>
      <p:sp>
        <p:nvSpPr>
          <p:cNvPr id="28" name="Text 26"/>
          <p:cNvSpPr/>
          <p:nvPr/>
        </p:nvSpPr>
        <p:spPr>
          <a:xfrm>
            <a:off x="6329020" y="2496312"/>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Successful collision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collision with energy ≥ the activation energy, so the particles react.</a:t>
            </a:r>
            <a:endParaRPr lang="en-US" sz="1200" dirty="0"/>
          </a:p>
        </p:txBody>
      </p:sp>
      <p:sp>
        <p:nvSpPr>
          <p:cNvPr id="29" name="Shape 27"/>
          <p:cNvSpPr/>
          <p:nvPr/>
        </p:nvSpPr>
        <p:spPr>
          <a:xfrm>
            <a:off x="9040901" y="2441448"/>
            <a:ext cx="2739314" cy="1143000"/>
          </a:xfrm>
          <a:prstGeom prst="rect">
            <a:avLst/>
          </a:prstGeom>
          <a:solidFill>
            <a:srgbClr val="F8F5FC"/>
          </a:solidFill>
          <a:ln w="9525">
            <a:solidFill>
              <a:srgbClr val="DDD3EC"/>
            </a:solidFill>
            <a:prstDash val="solid"/>
          </a:ln>
        </p:spPr>
      </p:sp>
      <p:sp>
        <p:nvSpPr>
          <p:cNvPr id="30" name="Shape 28"/>
          <p:cNvSpPr/>
          <p:nvPr/>
        </p:nvSpPr>
        <p:spPr>
          <a:xfrm>
            <a:off x="9040901" y="2441448"/>
            <a:ext cx="73152" cy="1143000"/>
          </a:xfrm>
          <a:prstGeom prst="rect">
            <a:avLst/>
          </a:prstGeom>
          <a:solidFill>
            <a:srgbClr val="6A3FA0"/>
          </a:solidFill>
          <a:ln w="12700">
            <a:solidFill>
              <a:srgbClr val="6A3FA0"/>
            </a:solidFill>
            <a:prstDash val="solid"/>
          </a:ln>
        </p:spPr>
      </p:sp>
      <p:sp>
        <p:nvSpPr>
          <p:cNvPr id="31" name="Text 29"/>
          <p:cNvSpPr/>
          <p:nvPr/>
        </p:nvSpPr>
        <p:spPr>
          <a:xfrm>
            <a:off x="9205493" y="2496312"/>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Activation energy</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The minimum energy colliding particles need for a reaction to happen.</a:t>
            </a:r>
            <a:endParaRPr lang="en-US" sz="1200" dirty="0"/>
          </a:p>
        </p:txBody>
      </p:sp>
      <p:sp>
        <p:nvSpPr>
          <p:cNvPr id="32" name="Shape 30"/>
          <p:cNvSpPr/>
          <p:nvPr/>
        </p:nvSpPr>
        <p:spPr>
          <a:xfrm>
            <a:off x="411480" y="3694176"/>
            <a:ext cx="2739314" cy="1143000"/>
          </a:xfrm>
          <a:prstGeom prst="rect">
            <a:avLst/>
          </a:prstGeom>
          <a:solidFill>
            <a:srgbClr val="F8F5FC"/>
          </a:solidFill>
          <a:ln w="9525">
            <a:solidFill>
              <a:srgbClr val="DDD3EC"/>
            </a:solidFill>
            <a:prstDash val="solid"/>
          </a:ln>
        </p:spPr>
      </p:sp>
      <p:sp>
        <p:nvSpPr>
          <p:cNvPr id="33" name="Shape 31"/>
          <p:cNvSpPr/>
          <p:nvPr/>
        </p:nvSpPr>
        <p:spPr>
          <a:xfrm>
            <a:off x="411480" y="3694176"/>
            <a:ext cx="73152" cy="1143000"/>
          </a:xfrm>
          <a:prstGeom prst="rect">
            <a:avLst/>
          </a:prstGeom>
          <a:solidFill>
            <a:srgbClr val="6A3FA0"/>
          </a:solidFill>
          <a:ln w="12700">
            <a:solidFill>
              <a:srgbClr val="6A3FA0"/>
            </a:solidFill>
            <a:prstDash val="solid"/>
          </a:ln>
        </p:spPr>
      </p:sp>
      <p:sp>
        <p:nvSpPr>
          <p:cNvPr id="34" name="Text 32"/>
          <p:cNvSpPr/>
          <p:nvPr/>
        </p:nvSpPr>
        <p:spPr>
          <a:xfrm>
            <a:off x="576072" y="3749040"/>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Concentration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How much solute is dissolved in a given volume of solution.</a:t>
            </a:r>
            <a:endParaRPr lang="en-US" sz="1200" dirty="0"/>
          </a:p>
        </p:txBody>
      </p:sp>
      <p:sp>
        <p:nvSpPr>
          <p:cNvPr id="35" name="Shape 33"/>
          <p:cNvSpPr/>
          <p:nvPr/>
        </p:nvSpPr>
        <p:spPr>
          <a:xfrm>
            <a:off x="3287954" y="3694176"/>
            <a:ext cx="2739314" cy="1143000"/>
          </a:xfrm>
          <a:prstGeom prst="rect">
            <a:avLst/>
          </a:prstGeom>
          <a:solidFill>
            <a:srgbClr val="F8F5FC"/>
          </a:solidFill>
          <a:ln w="9525">
            <a:solidFill>
              <a:srgbClr val="DDD3EC"/>
            </a:solidFill>
            <a:prstDash val="solid"/>
          </a:ln>
        </p:spPr>
      </p:sp>
      <p:sp>
        <p:nvSpPr>
          <p:cNvPr id="36" name="Shape 34"/>
          <p:cNvSpPr/>
          <p:nvPr/>
        </p:nvSpPr>
        <p:spPr>
          <a:xfrm>
            <a:off x="3287954" y="3694176"/>
            <a:ext cx="73152" cy="1143000"/>
          </a:xfrm>
          <a:prstGeom prst="rect">
            <a:avLst/>
          </a:prstGeom>
          <a:solidFill>
            <a:srgbClr val="6A3FA0"/>
          </a:solidFill>
          <a:ln w="12700">
            <a:solidFill>
              <a:srgbClr val="6A3FA0"/>
            </a:solidFill>
            <a:prstDash val="solid"/>
          </a:ln>
        </p:spPr>
      </p:sp>
      <p:sp>
        <p:nvSpPr>
          <p:cNvPr id="37" name="Text 35"/>
          <p:cNvSpPr/>
          <p:nvPr/>
        </p:nvSpPr>
        <p:spPr>
          <a:xfrm>
            <a:off x="3452546" y="3749040"/>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Pressure (gas)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Higher pressure: gas particles closer together, so more frequent collisions.</a:t>
            </a:r>
            <a:endParaRPr lang="en-US" sz="1200" dirty="0"/>
          </a:p>
        </p:txBody>
      </p:sp>
      <p:sp>
        <p:nvSpPr>
          <p:cNvPr id="38" name="Shape 36"/>
          <p:cNvSpPr/>
          <p:nvPr/>
        </p:nvSpPr>
        <p:spPr>
          <a:xfrm>
            <a:off x="6164428" y="3694176"/>
            <a:ext cx="2739314" cy="1143000"/>
          </a:xfrm>
          <a:prstGeom prst="rect">
            <a:avLst/>
          </a:prstGeom>
          <a:solidFill>
            <a:srgbClr val="F8F5FC"/>
          </a:solidFill>
          <a:ln w="9525">
            <a:solidFill>
              <a:srgbClr val="DDD3EC"/>
            </a:solidFill>
            <a:prstDash val="solid"/>
          </a:ln>
        </p:spPr>
      </p:sp>
      <p:sp>
        <p:nvSpPr>
          <p:cNvPr id="39" name="Shape 37"/>
          <p:cNvSpPr/>
          <p:nvPr/>
        </p:nvSpPr>
        <p:spPr>
          <a:xfrm>
            <a:off x="6164428" y="3694176"/>
            <a:ext cx="73152" cy="1143000"/>
          </a:xfrm>
          <a:prstGeom prst="rect">
            <a:avLst/>
          </a:prstGeom>
          <a:solidFill>
            <a:srgbClr val="6A3FA0"/>
          </a:solidFill>
          <a:ln w="12700">
            <a:solidFill>
              <a:srgbClr val="6A3FA0"/>
            </a:solidFill>
            <a:prstDash val="solid"/>
          </a:ln>
        </p:spPr>
      </p:sp>
      <p:sp>
        <p:nvSpPr>
          <p:cNvPr id="40" name="Text 38"/>
          <p:cNvSpPr/>
          <p:nvPr/>
        </p:nvSpPr>
        <p:spPr>
          <a:xfrm>
            <a:off x="6329020" y="3749040"/>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SA:V ratio</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Surface area ÷ volume. Smaller pieces have a larger SA:V.</a:t>
            </a:r>
            <a:endParaRPr lang="en-US" sz="1200" dirty="0"/>
          </a:p>
        </p:txBody>
      </p:sp>
      <p:sp>
        <p:nvSpPr>
          <p:cNvPr id="41" name="Shape 39"/>
          <p:cNvSpPr/>
          <p:nvPr/>
        </p:nvSpPr>
        <p:spPr>
          <a:xfrm>
            <a:off x="9040901" y="3694176"/>
            <a:ext cx="2739314" cy="1143000"/>
          </a:xfrm>
          <a:prstGeom prst="rect">
            <a:avLst/>
          </a:prstGeom>
          <a:solidFill>
            <a:srgbClr val="F8F5FC"/>
          </a:solidFill>
          <a:ln w="9525">
            <a:solidFill>
              <a:srgbClr val="DDD3EC"/>
            </a:solidFill>
            <a:prstDash val="solid"/>
          </a:ln>
        </p:spPr>
      </p:sp>
      <p:sp>
        <p:nvSpPr>
          <p:cNvPr id="42" name="Shape 40"/>
          <p:cNvSpPr/>
          <p:nvPr/>
        </p:nvSpPr>
        <p:spPr>
          <a:xfrm>
            <a:off x="9040901" y="3694176"/>
            <a:ext cx="73152" cy="1143000"/>
          </a:xfrm>
          <a:prstGeom prst="rect">
            <a:avLst/>
          </a:prstGeom>
          <a:solidFill>
            <a:srgbClr val="6A3FA0"/>
          </a:solidFill>
          <a:ln w="12700">
            <a:solidFill>
              <a:srgbClr val="6A3FA0"/>
            </a:solidFill>
            <a:prstDash val="solid"/>
          </a:ln>
        </p:spPr>
      </p:sp>
      <p:sp>
        <p:nvSpPr>
          <p:cNvPr id="43" name="Text 41"/>
          <p:cNvSpPr/>
          <p:nvPr/>
        </p:nvSpPr>
        <p:spPr>
          <a:xfrm>
            <a:off x="9205493" y="3749040"/>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Catalyst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Speeds up a reaction; not used up; chemically unchanged at the end.</a:t>
            </a:r>
            <a:endParaRPr lang="en-US" sz="1200" dirty="0"/>
          </a:p>
        </p:txBody>
      </p:sp>
      <p:sp>
        <p:nvSpPr>
          <p:cNvPr id="44" name="Shape 42"/>
          <p:cNvSpPr/>
          <p:nvPr/>
        </p:nvSpPr>
        <p:spPr>
          <a:xfrm>
            <a:off x="411480" y="4946904"/>
            <a:ext cx="2739314" cy="1143000"/>
          </a:xfrm>
          <a:prstGeom prst="rect">
            <a:avLst/>
          </a:prstGeom>
          <a:solidFill>
            <a:srgbClr val="F8F5FC"/>
          </a:solidFill>
          <a:ln w="9525">
            <a:solidFill>
              <a:srgbClr val="DDD3EC"/>
            </a:solidFill>
            <a:prstDash val="solid"/>
          </a:ln>
        </p:spPr>
      </p:sp>
      <p:sp>
        <p:nvSpPr>
          <p:cNvPr id="45" name="Shape 43"/>
          <p:cNvSpPr/>
          <p:nvPr/>
        </p:nvSpPr>
        <p:spPr>
          <a:xfrm>
            <a:off x="411480" y="4946904"/>
            <a:ext cx="73152" cy="1143000"/>
          </a:xfrm>
          <a:prstGeom prst="rect">
            <a:avLst/>
          </a:prstGeom>
          <a:solidFill>
            <a:srgbClr val="6A3FA0"/>
          </a:solidFill>
          <a:ln w="12700">
            <a:solidFill>
              <a:srgbClr val="6A3FA0"/>
            </a:solidFill>
            <a:prstDash val="solid"/>
          </a:ln>
        </p:spPr>
      </p:sp>
      <p:sp>
        <p:nvSpPr>
          <p:cNvPr id="46" name="Text 44"/>
          <p:cNvSpPr/>
          <p:nvPr/>
        </p:nvSpPr>
        <p:spPr>
          <a:xfrm>
            <a:off x="576072" y="5001768"/>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Alternative pathway</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The route a catalyst provides, with a lower activation energy.</a:t>
            </a:r>
            <a:endParaRPr lang="en-US" sz="1200" dirty="0"/>
          </a:p>
        </p:txBody>
      </p:sp>
      <p:sp>
        <p:nvSpPr>
          <p:cNvPr id="47" name="Shape 45"/>
          <p:cNvSpPr/>
          <p:nvPr/>
        </p:nvSpPr>
        <p:spPr>
          <a:xfrm>
            <a:off x="3287954" y="4946904"/>
            <a:ext cx="2739314" cy="1143000"/>
          </a:xfrm>
          <a:prstGeom prst="rect">
            <a:avLst/>
          </a:prstGeom>
          <a:solidFill>
            <a:srgbClr val="F8F5FC"/>
          </a:solidFill>
          <a:ln w="9525">
            <a:solidFill>
              <a:srgbClr val="DDD3EC"/>
            </a:solidFill>
            <a:prstDash val="solid"/>
          </a:ln>
        </p:spPr>
      </p:sp>
      <p:sp>
        <p:nvSpPr>
          <p:cNvPr id="48" name="Shape 46"/>
          <p:cNvSpPr/>
          <p:nvPr/>
        </p:nvSpPr>
        <p:spPr>
          <a:xfrm>
            <a:off x="3287954" y="4946904"/>
            <a:ext cx="73152" cy="1143000"/>
          </a:xfrm>
          <a:prstGeom prst="rect">
            <a:avLst/>
          </a:prstGeom>
          <a:solidFill>
            <a:srgbClr val="6A3FA0"/>
          </a:solidFill>
          <a:ln w="12700">
            <a:solidFill>
              <a:srgbClr val="6A3FA0"/>
            </a:solidFill>
            <a:prstDash val="solid"/>
          </a:ln>
        </p:spPr>
      </p:sp>
      <p:sp>
        <p:nvSpPr>
          <p:cNvPr id="49" name="Text 47"/>
          <p:cNvSpPr/>
          <p:nvPr/>
        </p:nvSpPr>
        <p:spPr>
          <a:xfrm>
            <a:off x="3452546" y="5001768"/>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Enzyme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biological catalyst (a protein), e.g. amylase or catalase.</a:t>
            </a:r>
            <a:endParaRPr lang="en-US" sz="1200" dirty="0"/>
          </a:p>
        </p:txBody>
      </p:sp>
      <p:sp>
        <p:nvSpPr>
          <p:cNvPr id="50" name="Shape 48"/>
          <p:cNvSpPr/>
          <p:nvPr/>
        </p:nvSpPr>
        <p:spPr>
          <a:xfrm>
            <a:off x="6164428" y="4946904"/>
            <a:ext cx="2739314" cy="1143000"/>
          </a:xfrm>
          <a:prstGeom prst="rect">
            <a:avLst/>
          </a:prstGeom>
          <a:solidFill>
            <a:srgbClr val="F8F5FC"/>
          </a:solidFill>
          <a:ln w="9525">
            <a:solidFill>
              <a:srgbClr val="DDD3EC"/>
            </a:solidFill>
            <a:prstDash val="solid"/>
          </a:ln>
        </p:spPr>
      </p:sp>
      <p:sp>
        <p:nvSpPr>
          <p:cNvPr id="51" name="Shape 49"/>
          <p:cNvSpPr/>
          <p:nvPr/>
        </p:nvSpPr>
        <p:spPr>
          <a:xfrm>
            <a:off x="6164428" y="4946904"/>
            <a:ext cx="73152" cy="1143000"/>
          </a:xfrm>
          <a:prstGeom prst="rect">
            <a:avLst/>
          </a:prstGeom>
          <a:solidFill>
            <a:srgbClr val="6A3FA0"/>
          </a:solidFill>
          <a:ln w="12700">
            <a:solidFill>
              <a:srgbClr val="6A3FA0"/>
            </a:solidFill>
            <a:prstDash val="solid"/>
          </a:ln>
        </p:spPr>
      </p:sp>
      <p:sp>
        <p:nvSpPr>
          <p:cNvPr id="52" name="Text 50"/>
          <p:cNvSpPr/>
          <p:nvPr/>
        </p:nvSpPr>
        <p:spPr>
          <a:xfrm>
            <a:off x="6329020" y="5001768"/>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Reaction profile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Energy diagram showing reactants, products and the activation energy.</a:t>
            </a:r>
            <a:endParaRPr lang="en-US" sz="1200" dirty="0"/>
          </a:p>
        </p:txBody>
      </p:sp>
      <p:sp>
        <p:nvSpPr>
          <p:cNvPr id="53" name="Shape 51"/>
          <p:cNvSpPr/>
          <p:nvPr/>
        </p:nvSpPr>
        <p:spPr>
          <a:xfrm>
            <a:off x="9040901" y="4946904"/>
            <a:ext cx="2739314" cy="1143000"/>
          </a:xfrm>
          <a:prstGeom prst="rect">
            <a:avLst/>
          </a:prstGeom>
          <a:solidFill>
            <a:srgbClr val="F8F5FC"/>
          </a:solidFill>
          <a:ln w="9525">
            <a:solidFill>
              <a:srgbClr val="DDD3EC"/>
            </a:solidFill>
            <a:prstDash val="solid"/>
          </a:ln>
        </p:spPr>
      </p:sp>
      <p:sp>
        <p:nvSpPr>
          <p:cNvPr id="54" name="Shape 52"/>
          <p:cNvSpPr/>
          <p:nvPr/>
        </p:nvSpPr>
        <p:spPr>
          <a:xfrm>
            <a:off x="9040901" y="4946904"/>
            <a:ext cx="73152" cy="1143000"/>
          </a:xfrm>
          <a:prstGeom prst="rect">
            <a:avLst/>
          </a:prstGeom>
          <a:solidFill>
            <a:srgbClr val="6A3FA0"/>
          </a:solidFill>
          <a:ln w="12700">
            <a:solidFill>
              <a:srgbClr val="6A3FA0"/>
            </a:solidFill>
            <a:prstDash val="solid"/>
          </a:ln>
        </p:spPr>
      </p:sp>
      <p:sp>
        <p:nvSpPr>
          <p:cNvPr id="55" name="Text 53"/>
          <p:cNvSpPr/>
          <p:nvPr/>
        </p:nvSpPr>
        <p:spPr>
          <a:xfrm>
            <a:off x="9205493" y="5001768"/>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Gas syringe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Apparatus that collects and measures the volume of gas made.</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Full exam question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C6.2.1–C6.2.10 • answer every part • 13 marks • (d) is HT</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C6.2 How do chemists control the rate of reactions?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Full question  |  22</a:t>
            </a:r>
            <a:endParaRPr lang="en-US" sz="1000" dirty="0"/>
          </a:p>
        </p:txBody>
      </p:sp>
      <p:sp>
        <p:nvSpPr>
          <p:cNvPr id="8" name="Text 6"/>
          <p:cNvSpPr/>
          <p:nvPr/>
        </p:nvSpPr>
        <p:spPr>
          <a:xfrm>
            <a:off x="411480" y="1143000"/>
            <a:ext cx="11368735" cy="502920"/>
          </a:xfrm>
          <a:prstGeom prst="rect">
            <a:avLst/>
          </a:prstGeom>
          <a:noFill/>
          <a:ln/>
        </p:spPr>
        <p:txBody>
          <a:bodyPr wrap="square" lIns="0" tIns="0" rIns="0" bIns="0" rtlCol="0" anchor="ctr"/>
          <a:lstStyle/>
          <a:p>
            <a:pPr indent="0" marL="0">
              <a:buNone/>
            </a:pPr>
            <a:r>
              <a:rPr lang="en-US" sz="1200" i="1" dirty="0">
                <a:solidFill>
                  <a:srgbClr val="262B3A"/>
                </a:solidFill>
                <a:latin typeface="Calibri" pitchFamily="34" charset="0"/>
                <a:ea typeface="Calibri" pitchFamily="34" charset="-122"/>
                <a:cs typeface="Calibri" pitchFamily="34" charset="-120"/>
              </a:rPr>
              <a:t>A student adds marble chips (calcium carbonate) to </a:t>
            </a:r>
            <a:r>
              <a:rPr lang="en-US" sz="1200" b="1" i="1" dirty="0">
                <a:solidFill>
                  <a:srgbClr val="262B3A"/>
                </a:solidFill>
                <a:latin typeface="Calibri" pitchFamily="34" charset="0"/>
                <a:ea typeface="Calibri" pitchFamily="34" charset="-122"/>
                <a:cs typeface="Calibri" pitchFamily="34" charset="-120"/>
              </a:rPr>
              <a:t>excess</a:t>
            </a:r>
            <a:r>
              <a:rPr lang="en-US" sz="1200" i="1" dirty="0">
                <a:solidFill>
                  <a:srgbClr val="262B3A"/>
                </a:solidFill>
                <a:latin typeface="Calibri" pitchFamily="34" charset="0"/>
                <a:ea typeface="Calibri" pitchFamily="34" charset="-122"/>
                <a:cs typeface="Calibri" pitchFamily="34" charset="-120"/>
              </a:rPr>
              <a:t> hydrochloric acid in an open flask on a balance, with a cotton wool plug. Mass of CO₂ lost / g at 0, 20, 40, 60, 80, 100, 120 s: </a:t>
            </a:r>
            <a:r>
              <a:rPr lang="en-US" sz="1200" b="1" i="1" dirty="0">
                <a:solidFill>
                  <a:srgbClr val="262B3A"/>
                </a:solidFill>
                <a:latin typeface="Calibri" pitchFamily="34" charset="0"/>
                <a:ea typeface="Calibri" pitchFamily="34" charset="-122"/>
                <a:cs typeface="Calibri" pitchFamily="34" charset="-120"/>
              </a:rPr>
              <a:t>0, 0.43, 0.70, 0.85, 0.95, 1.01, 1.05</a:t>
            </a:r>
            <a:r>
              <a:rPr lang="en-US" sz="1200" i="1" dirty="0">
                <a:solidFill>
                  <a:srgbClr val="262B3A"/>
                </a:solidFill>
                <a:latin typeface="Calibri" pitchFamily="34" charset="0"/>
                <a:ea typeface="Calibri" pitchFamily="34" charset="-122"/>
                <a:cs typeface="Calibri" pitchFamily="34" charset="-120"/>
              </a:rPr>
              <a:t>.</a:t>
            </a:r>
            <a:endParaRPr lang="en-US" sz="1200" dirty="0"/>
          </a:p>
        </p:txBody>
      </p:sp>
      <p:sp>
        <p:nvSpPr>
          <p:cNvPr id="9" name="Shape 7"/>
          <p:cNvSpPr/>
          <p:nvPr/>
        </p:nvSpPr>
        <p:spPr>
          <a:xfrm>
            <a:off x="411480" y="1719072"/>
            <a:ext cx="5570068" cy="1601893"/>
          </a:xfrm>
          <a:prstGeom prst="roundRect">
            <a:avLst>
              <a:gd name="adj" fmla="val 2854"/>
            </a:avLst>
          </a:prstGeom>
          <a:solidFill>
            <a:srgbClr val="F8F5FC"/>
          </a:solidFill>
          <a:ln w="9525">
            <a:solidFill>
              <a:srgbClr val="DDD3EC"/>
            </a:solidFill>
            <a:prstDash val="solid"/>
          </a:ln>
        </p:spPr>
      </p:sp>
      <p:sp>
        <p:nvSpPr>
          <p:cNvPr id="10" name="Text 8"/>
          <p:cNvSpPr/>
          <p:nvPr/>
        </p:nvSpPr>
        <p:spPr>
          <a:xfrm>
            <a:off x="548640" y="1792224"/>
            <a:ext cx="5295748" cy="1236133"/>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(a)  </a:t>
            </a:r>
            <a:r>
              <a:rPr lang="en-US" sz="1200" dirty="0">
                <a:solidFill>
                  <a:srgbClr val="262B3A"/>
                </a:solidFill>
                <a:latin typeface="Calibri" pitchFamily="34" charset="0"/>
                <a:ea typeface="Calibri" pitchFamily="34" charset="-122"/>
                <a:cs typeface="Calibri" pitchFamily="34" charset="-120"/>
              </a:rPr>
              <a:t>Write the </a:t>
            </a:r>
            <a:r>
              <a:rPr lang="en-US" sz="1200" b="1" dirty="0">
                <a:solidFill>
                  <a:srgbClr val="262B3A"/>
                </a:solidFill>
                <a:latin typeface="Calibri" pitchFamily="34" charset="0"/>
                <a:ea typeface="Calibri" pitchFamily="34" charset="-122"/>
                <a:cs typeface="Calibri" pitchFamily="34" charset="-120"/>
              </a:rPr>
              <a:t>balanced equation</a:t>
            </a:r>
            <a:r>
              <a:rPr lang="en-US" sz="1200" dirty="0">
                <a:solidFill>
                  <a:srgbClr val="262B3A"/>
                </a:solidFill>
                <a:latin typeface="Calibri" pitchFamily="34" charset="0"/>
                <a:ea typeface="Calibri" pitchFamily="34" charset="-122"/>
                <a:cs typeface="Calibri" pitchFamily="34" charset="-120"/>
              </a:rPr>
              <a:t>, with state symbols, for the reaction of calcium carbonate with hydrochloric acid.</a:t>
            </a:r>
            <a:endParaRPr lang="en-US" sz="1200" dirty="0"/>
          </a:p>
        </p:txBody>
      </p:sp>
      <p:sp>
        <p:nvSpPr>
          <p:cNvPr id="11" name="Text 9"/>
          <p:cNvSpPr/>
          <p:nvPr/>
        </p:nvSpPr>
        <p:spPr>
          <a:xfrm>
            <a:off x="4518508" y="3010069"/>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2" name="Shape 10"/>
          <p:cNvSpPr/>
          <p:nvPr/>
        </p:nvSpPr>
        <p:spPr>
          <a:xfrm>
            <a:off x="411480" y="3430693"/>
            <a:ext cx="5570068" cy="1281515"/>
          </a:xfrm>
          <a:prstGeom prst="roundRect">
            <a:avLst>
              <a:gd name="adj" fmla="val 3568"/>
            </a:avLst>
          </a:prstGeom>
          <a:solidFill>
            <a:srgbClr val="FFFFFF"/>
          </a:solidFill>
          <a:ln w="9525">
            <a:solidFill>
              <a:srgbClr val="DDD3EC"/>
            </a:solidFill>
            <a:prstDash val="solid"/>
          </a:ln>
        </p:spPr>
      </p:sp>
      <p:sp>
        <p:nvSpPr>
          <p:cNvPr id="13" name="Text 11"/>
          <p:cNvSpPr/>
          <p:nvPr/>
        </p:nvSpPr>
        <p:spPr>
          <a:xfrm>
            <a:off x="548640" y="3503845"/>
            <a:ext cx="5295748" cy="915755"/>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(b)  </a:t>
            </a:r>
            <a:r>
              <a:rPr lang="en-US" sz="1200" dirty="0">
                <a:solidFill>
                  <a:srgbClr val="262B3A"/>
                </a:solidFill>
                <a:latin typeface="Calibri" pitchFamily="34" charset="0"/>
                <a:ea typeface="Calibri" pitchFamily="34" charset="-122"/>
                <a:cs typeface="Calibri" pitchFamily="34" charset="-120"/>
              </a:rPr>
              <a:t>Explain why the student used a </a:t>
            </a:r>
            <a:r>
              <a:rPr lang="en-US" sz="1200" b="1" dirty="0">
                <a:solidFill>
                  <a:srgbClr val="262B3A"/>
                </a:solidFill>
                <a:latin typeface="Calibri" pitchFamily="34" charset="0"/>
                <a:ea typeface="Calibri" pitchFamily="34" charset="-122"/>
                <a:cs typeface="Calibri" pitchFamily="34" charset="-120"/>
              </a:rPr>
              <a:t>cotton wool plug</a:t>
            </a:r>
            <a:r>
              <a:rPr lang="en-US" sz="1200" dirty="0">
                <a:solidFill>
                  <a:srgbClr val="262B3A"/>
                </a:solidFill>
                <a:latin typeface="Calibri" pitchFamily="34" charset="0"/>
                <a:ea typeface="Calibri" pitchFamily="34" charset="-122"/>
                <a:cs typeface="Calibri" pitchFamily="34" charset="-120"/>
              </a:rPr>
              <a:t> and not a bung.</a:t>
            </a:r>
            <a:endParaRPr lang="en-US" sz="1200" dirty="0"/>
          </a:p>
        </p:txBody>
      </p:sp>
      <p:sp>
        <p:nvSpPr>
          <p:cNvPr id="14" name="Text 12"/>
          <p:cNvSpPr/>
          <p:nvPr/>
        </p:nvSpPr>
        <p:spPr>
          <a:xfrm>
            <a:off x="4518508" y="4401312"/>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5" name="Shape 13"/>
          <p:cNvSpPr/>
          <p:nvPr/>
        </p:nvSpPr>
        <p:spPr>
          <a:xfrm>
            <a:off x="411480" y="4821936"/>
            <a:ext cx="5570068" cy="1441704"/>
          </a:xfrm>
          <a:prstGeom prst="roundRect">
            <a:avLst>
              <a:gd name="adj" fmla="val 3171"/>
            </a:avLst>
          </a:prstGeom>
          <a:solidFill>
            <a:srgbClr val="F8F5FC"/>
          </a:solidFill>
          <a:ln w="9525">
            <a:solidFill>
              <a:srgbClr val="DDD3EC"/>
            </a:solidFill>
            <a:prstDash val="solid"/>
          </a:ln>
        </p:spPr>
      </p:sp>
      <p:sp>
        <p:nvSpPr>
          <p:cNvPr id="16" name="Text 14"/>
          <p:cNvSpPr/>
          <p:nvPr/>
        </p:nvSpPr>
        <p:spPr>
          <a:xfrm>
            <a:off x="548640" y="4895088"/>
            <a:ext cx="5295748" cy="1075944"/>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(c)  </a:t>
            </a:r>
            <a:r>
              <a:rPr lang="en-US" sz="1200" dirty="0">
                <a:solidFill>
                  <a:srgbClr val="262B3A"/>
                </a:solidFill>
                <a:latin typeface="Calibri" pitchFamily="34" charset="0"/>
                <a:ea typeface="Calibri" pitchFamily="34" charset="-122"/>
                <a:cs typeface="Calibri" pitchFamily="34" charset="-120"/>
              </a:rPr>
              <a:t>Calculate the </a:t>
            </a:r>
            <a:r>
              <a:rPr lang="en-US" sz="1200" b="1" dirty="0">
                <a:solidFill>
                  <a:srgbClr val="262B3A"/>
                </a:solidFill>
                <a:latin typeface="Calibri" pitchFamily="34" charset="0"/>
                <a:ea typeface="Calibri" pitchFamily="34" charset="-122"/>
                <a:cs typeface="Calibri" pitchFamily="34" charset="-120"/>
              </a:rPr>
              <a:t>mean rate</a:t>
            </a:r>
            <a:r>
              <a:rPr lang="en-US" sz="1200" dirty="0">
                <a:solidFill>
                  <a:srgbClr val="262B3A"/>
                </a:solidFill>
                <a:latin typeface="Calibri" pitchFamily="34" charset="0"/>
                <a:ea typeface="Calibri" pitchFamily="34" charset="-122"/>
                <a:cs typeface="Calibri" pitchFamily="34" charset="-120"/>
              </a:rPr>
              <a:t> of reaction over the first </a:t>
            </a:r>
            <a:r>
              <a:rPr lang="en-US" sz="1200" b="1" dirty="0">
                <a:solidFill>
                  <a:srgbClr val="262B3A"/>
                </a:solidFill>
                <a:latin typeface="Calibri" pitchFamily="34" charset="0"/>
                <a:ea typeface="Calibri" pitchFamily="34" charset="-122"/>
                <a:cs typeface="Calibri" pitchFamily="34" charset="-120"/>
              </a:rPr>
              <a:t>60 s</a:t>
            </a:r>
            <a:r>
              <a:rPr lang="en-US" sz="1200" dirty="0">
                <a:solidFill>
                  <a:srgbClr val="262B3A"/>
                </a:solidFill>
                <a:latin typeface="Calibri" pitchFamily="34" charset="0"/>
                <a:ea typeface="Calibri" pitchFamily="34" charset="-122"/>
                <a:cs typeface="Calibri" pitchFamily="34" charset="-120"/>
              </a:rPr>
              <a:t>. Give the unit.</a:t>
            </a:r>
            <a:endParaRPr lang="en-US" sz="1200" dirty="0"/>
          </a:p>
        </p:txBody>
      </p:sp>
      <p:sp>
        <p:nvSpPr>
          <p:cNvPr id="17" name="Text 15"/>
          <p:cNvSpPr/>
          <p:nvPr/>
        </p:nvSpPr>
        <p:spPr>
          <a:xfrm>
            <a:off x="4518508"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6210148" y="1719072"/>
            <a:ext cx="5570068" cy="1235746"/>
          </a:xfrm>
          <a:prstGeom prst="roundRect">
            <a:avLst>
              <a:gd name="adj" fmla="val 3700"/>
            </a:avLst>
          </a:prstGeom>
          <a:solidFill>
            <a:srgbClr val="F8F5FC"/>
          </a:solidFill>
          <a:ln w="9525">
            <a:solidFill>
              <a:srgbClr val="DDD3EC"/>
            </a:solidFill>
            <a:prstDash val="solid"/>
          </a:ln>
        </p:spPr>
      </p:sp>
      <p:sp>
        <p:nvSpPr>
          <p:cNvPr id="19" name="Text 17"/>
          <p:cNvSpPr/>
          <p:nvPr/>
        </p:nvSpPr>
        <p:spPr>
          <a:xfrm>
            <a:off x="6347308" y="1792224"/>
            <a:ext cx="4792828" cy="869986"/>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(d)  </a:t>
            </a:r>
            <a:r>
              <a:rPr lang="en-US" sz="1200" dirty="0">
                <a:solidFill>
                  <a:srgbClr val="262B3A"/>
                </a:solidFill>
                <a:latin typeface="Calibri" pitchFamily="34" charset="0"/>
                <a:ea typeface="Calibri" pitchFamily="34" charset="-122"/>
                <a:cs typeface="Calibri" pitchFamily="34" charset="-120"/>
              </a:rPr>
              <a:t>A tangent to the curve at 40 s passes through </a:t>
            </a:r>
            <a:r>
              <a:rPr lang="en-US" sz="1200" b="1" dirty="0">
                <a:solidFill>
                  <a:srgbClr val="262B3A"/>
                </a:solidFill>
                <a:latin typeface="Calibri" pitchFamily="34" charset="0"/>
                <a:ea typeface="Calibri" pitchFamily="34" charset="-122"/>
                <a:cs typeface="Calibri" pitchFamily="34" charset="-120"/>
              </a:rPr>
              <a:t>(0 s, 0.30 g)</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(80 s, 1.10 g)</a:t>
            </a:r>
            <a:r>
              <a:rPr lang="en-US" sz="1200" dirty="0">
                <a:solidFill>
                  <a:srgbClr val="262B3A"/>
                </a:solidFill>
                <a:latin typeface="Calibri" pitchFamily="34" charset="0"/>
                <a:ea typeface="Calibri" pitchFamily="34" charset="-122"/>
                <a:cs typeface="Calibri" pitchFamily="34" charset="-120"/>
              </a:rPr>
              <a:t>. Calculate the rate at 40 s.</a:t>
            </a:r>
            <a:endParaRPr lang="en-US" sz="1200" dirty="0"/>
          </a:p>
        </p:txBody>
      </p:sp>
      <p:sp>
        <p:nvSpPr>
          <p:cNvPr id="20" name="Shape 18"/>
          <p:cNvSpPr/>
          <p:nvPr/>
        </p:nvSpPr>
        <p:spPr>
          <a:xfrm>
            <a:off x="11231575" y="1792224"/>
            <a:ext cx="411480" cy="274320"/>
          </a:xfrm>
          <a:prstGeom prst="roundRect">
            <a:avLst>
              <a:gd name="adj" fmla="val 50000"/>
            </a:avLst>
          </a:prstGeom>
          <a:solidFill>
            <a:srgbClr val="C8414C"/>
          </a:solidFill>
          <a:ln w="12700">
            <a:solidFill>
              <a:srgbClr val="C8414C"/>
            </a:solidFill>
            <a:prstDash val="solid"/>
          </a:ln>
        </p:spPr>
      </p:sp>
      <p:sp>
        <p:nvSpPr>
          <p:cNvPr id="21" name="Text 19"/>
          <p:cNvSpPr/>
          <p:nvPr/>
        </p:nvSpPr>
        <p:spPr>
          <a:xfrm>
            <a:off x="11231575" y="1792224"/>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2" name="Text 20"/>
          <p:cNvSpPr/>
          <p:nvPr/>
        </p:nvSpPr>
        <p:spPr>
          <a:xfrm>
            <a:off x="10317175" y="2643922"/>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6210148" y="3064546"/>
            <a:ext cx="5570068" cy="1606470"/>
          </a:xfrm>
          <a:prstGeom prst="roundRect">
            <a:avLst>
              <a:gd name="adj" fmla="val 2846"/>
            </a:avLst>
          </a:prstGeom>
          <a:solidFill>
            <a:srgbClr val="FFFFFF"/>
          </a:solidFill>
          <a:ln w="9525">
            <a:solidFill>
              <a:srgbClr val="DDD3EC"/>
            </a:solidFill>
            <a:prstDash val="solid"/>
          </a:ln>
        </p:spPr>
      </p:sp>
      <p:sp>
        <p:nvSpPr>
          <p:cNvPr id="24" name="Text 22"/>
          <p:cNvSpPr/>
          <p:nvPr/>
        </p:nvSpPr>
        <p:spPr>
          <a:xfrm>
            <a:off x="6347308" y="3137698"/>
            <a:ext cx="5295748" cy="1240710"/>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(e)  </a:t>
            </a:r>
            <a:r>
              <a:rPr lang="en-US" sz="1200" dirty="0">
                <a:solidFill>
                  <a:srgbClr val="262B3A"/>
                </a:solidFill>
                <a:latin typeface="Calibri" pitchFamily="34" charset="0"/>
                <a:ea typeface="Calibri" pitchFamily="34" charset="-122"/>
                <a:cs typeface="Calibri" pitchFamily="34" charset="-120"/>
              </a:rPr>
              <a:t>The student repeats the experiment with the </a:t>
            </a:r>
            <a:r>
              <a:rPr lang="en-US" sz="1200" b="1" dirty="0">
                <a:solidFill>
                  <a:srgbClr val="262B3A"/>
                </a:solidFill>
                <a:latin typeface="Calibri" pitchFamily="34" charset="0"/>
                <a:ea typeface="Calibri" pitchFamily="34" charset="-122"/>
                <a:cs typeface="Calibri" pitchFamily="34" charset="-120"/>
              </a:rPr>
              <a:t>same mass</a:t>
            </a:r>
            <a:r>
              <a:rPr lang="en-US" sz="1200" dirty="0">
                <a:solidFill>
                  <a:srgbClr val="262B3A"/>
                </a:solidFill>
                <a:latin typeface="Calibri" pitchFamily="34" charset="0"/>
                <a:ea typeface="Calibri" pitchFamily="34" charset="-122"/>
                <a:cs typeface="Calibri" pitchFamily="34" charset="-120"/>
              </a:rPr>
              <a:t> of marble </a:t>
            </a:r>
            <a:r>
              <a:rPr lang="en-US" sz="1200" b="1" dirty="0">
                <a:solidFill>
                  <a:srgbClr val="262B3A"/>
                </a:solidFill>
                <a:latin typeface="Calibri" pitchFamily="34" charset="0"/>
                <a:ea typeface="Calibri" pitchFamily="34" charset="-122"/>
                <a:cs typeface="Calibri" pitchFamily="34" charset="-120"/>
              </a:rPr>
              <a:t>powder</a:t>
            </a:r>
            <a:r>
              <a:rPr lang="en-US" sz="1200" dirty="0">
                <a:solidFill>
                  <a:srgbClr val="262B3A"/>
                </a:solidFill>
                <a:latin typeface="Calibri" pitchFamily="34" charset="0"/>
                <a:ea typeface="Calibri" pitchFamily="34" charset="-122"/>
                <a:cs typeface="Calibri" pitchFamily="34" charset="-120"/>
              </a:rPr>
              <a:t>. Describe and explain the effect on the </a:t>
            </a:r>
            <a:r>
              <a:rPr lang="en-US" sz="1200" b="1" dirty="0">
                <a:solidFill>
                  <a:srgbClr val="262B3A"/>
                </a:solidFill>
                <a:latin typeface="Calibri" pitchFamily="34" charset="0"/>
                <a:ea typeface="Calibri" pitchFamily="34" charset="-122"/>
                <a:cs typeface="Calibri" pitchFamily="34" charset="-120"/>
              </a:rPr>
              <a:t>rate</a:t>
            </a:r>
            <a:r>
              <a:rPr lang="en-US" sz="1200" dirty="0">
                <a:solidFill>
                  <a:srgbClr val="262B3A"/>
                </a:solidFill>
                <a:latin typeface="Calibri" pitchFamily="34" charset="0"/>
                <a:ea typeface="Calibri" pitchFamily="34" charset="-122"/>
                <a:cs typeface="Calibri" pitchFamily="34" charset="-120"/>
              </a:rPr>
              <a:t> and on the </a:t>
            </a:r>
            <a:r>
              <a:rPr lang="en-US" sz="1200" b="1" dirty="0">
                <a:solidFill>
                  <a:srgbClr val="262B3A"/>
                </a:solidFill>
                <a:latin typeface="Calibri" pitchFamily="34" charset="0"/>
                <a:ea typeface="Calibri" pitchFamily="34" charset="-122"/>
                <a:cs typeface="Calibri" pitchFamily="34" charset="-120"/>
              </a:rPr>
              <a:t>total mass</a:t>
            </a:r>
            <a:r>
              <a:rPr lang="en-US" sz="1200" dirty="0">
                <a:solidFill>
                  <a:srgbClr val="262B3A"/>
                </a:solidFill>
                <a:latin typeface="Calibri" pitchFamily="34" charset="0"/>
                <a:ea typeface="Calibri" pitchFamily="34" charset="-122"/>
                <a:cs typeface="Calibri" pitchFamily="34" charset="-120"/>
              </a:rPr>
              <a:t> of CO₂ lost.</a:t>
            </a:r>
            <a:endParaRPr lang="en-US" sz="1200" dirty="0"/>
          </a:p>
        </p:txBody>
      </p:sp>
      <p:sp>
        <p:nvSpPr>
          <p:cNvPr id="25" name="Text 23"/>
          <p:cNvSpPr/>
          <p:nvPr/>
        </p:nvSpPr>
        <p:spPr>
          <a:xfrm>
            <a:off x="10317175" y="4360120"/>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6" name="Shape 24"/>
          <p:cNvSpPr/>
          <p:nvPr/>
        </p:nvSpPr>
        <p:spPr>
          <a:xfrm>
            <a:off x="6210148" y="4780744"/>
            <a:ext cx="5570068" cy="1482896"/>
          </a:xfrm>
          <a:prstGeom prst="roundRect">
            <a:avLst>
              <a:gd name="adj" fmla="val 3083"/>
            </a:avLst>
          </a:prstGeom>
          <a:solidFill>
            <a:srgbClr val="F8F5FC"/>
          </a:solidFill>
          <a:ln w="9525">
            <a:solidFill>
              <a:srgbClr val="DDD3EC"/>
            </a:solidFill>
            <a:prstDash val="solid"/>
          </a:ln>
        </p:spPr>
      </p:sp>
      <p:sp>
        <p:nvSpPr>
          <p:cNvPr id="27" name="Text 25"/>
          <p:cNvSpPr/>
          <p:nvPr/>
        </p:nvSpPr>
        <p:spPr>
          <a:xfrm>
            <a:off x="6347308" y="4853896"/>
            <a:ext cx="5295748" cy="1117136"/>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(f)  </a:t>
            </a:r>
            <a:r>
              <a:rPr lang="en-US" sz="1200" dirty="0">
                <a:solidFill>
                  <a:srgbClr val="262B3A"/>
                </a:solidFill>
                <a:latin typeface="Calibri" pitchFamily="34" charset="0"/>
                <a:ea typeface="Calibri" pitchFamily="34" charset="-122"/>
                <a:cs typeface="Calibri" pitchFamily="34" charset="-120"/>
              </a:rPr>
              <a:t>Use collision theory to explain why the reaction is </a:t>
            </a:r>
            <a:r>
              <a:rPr lang="en-US" sz="1200" b="1" dirty="0">
                <a:solidFill>
                  <a:srgbClr val="262B3A"/>
                </a:solidFill>
                <a:latin typeface="Calibri" pitchFamily="34" charset="0"/>
                <a:ea typeface="Calibri" pitchFamily="34" charset="-122"/>
                <a:cs typeface="Calibri" pitchFamily="34" charset="-120"/>
              </a:rPr>
              <a:t>faster</a:t>
            </a:r>
            <a:r>
              <a:rPr lang="en-US" sz="1200" dirty="0">
                <a:solidFill>
                  <a:srgbClr val="262B3A"/>
                </a:solidFill>
                <a:latin typeface="Calibri" pitchFamily="34" charset="0"/>
                <a:ea typeface="Calibri" pitchFamily="34" charset="-122"/>
                <a:cs typeface="Calibri" pitchFamily="34" charset="-120"/>
              </a:rPr>
              <a:t> if the acid is </a:t>
            </a:r>
            <a:r>
              <a:rPr lang="en-US" sz="1200" b="1" dirty="0">
                <a:solidFill>
                  <a:srgbClr val="262B3A"/>
                </a:solidFill>
                <a:latin typeface="Calibri" pitchFamily="34" charset="0"/>
                <a:ea typeface="Calibri" pitchFamily="34" charset="-122"/>
                <a:cs typeface="Calibri" pitchFamily="34" charset="-120"/>
              </a:rPr>
              <a:t>warmer</a:t>
            </a:r>
            <a:r>
              <a:rPr lang="en-US" sz="1200" dirty="0">
                <a:solidFill>
                  <a:srgbClr val="262B3A"/>
                </a:solidFill>
                <a:latin typeface="Calibri" pitchFamily="34" charset="0"/>
                <a:ea typeface="Calibri" pitchFamily="34" charset="-122"/>
                <a:cs typeface="Calibri" pitchFamily="34" charset="-120"/>
              </a:rPr>
              <a:t>.</a:t>
            </a:r>
            <a:endParaRPr lang="en-US" sz="1200" dirty="0"/>
          </a:p>
        </p:txBody>
      </p:sp>
      <p:sp>
        <p:nvSpPr>
          <p:cNvPr id="28" name="Text 26"/>
          <p:cNvSpPr/>
          <p:nvPr/>
        </p:nvSpPr>
        <p:spPr>
          <a:xfrm>
            <a:off x="10317175"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9" name="Text 27"/>
          <p:cNvSpPr/>
          <p:nvPr/>
        </p:nvSpPr>
        <p:spPr>
          <a:xfrm>
            <a:off x="9448495" y="6236208"/>
            <a:ext cx="2331720" cy="219456"/>
          </a:xfrm>
          <a:prstGeom prst="rect">
            <a:avLst/>
          </a:prstGeom>
          <a:noFill/>
          <a:ln/>
        </p:spPr>
        <p:txBody>
          <a:bodyPr wrap="square" lIns="0" tIns="0" rIns="0" bIns="0" rtlCol="0" anchor="ctr"/>
          <a:lstStyle/>
          <a:p>
            <a:pPr algn="r" indent="0" marL="0">
              <a:buNone/>
            </a:pPr>
            <a:r>
              <a:rPr lang="en-US" sz="1100" b="1" dirty="0">
                <a:solidFill>
                  <a:srgbClr val="B8730A"/>
                </a:solidFill>
                <a:latin typeface="Calibri" pitchFamily="34" charset="0"/>
                <a:ea typeface="Calibri" pitchFamily="34" charset="-122"/>
                <a:cs typeface="Calibri" pitchFamily="34" charset="-120"/>
              </a:rPr>
              <a:t>Total: 13 marks</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5A3590"/>
        </a:solidFill>
      </p:bgPr>
    </p:bg>
    <p:spTree>
      <p:nvGrpSpPr>
        <p:cNvPr id="1" name=""/>
        <p:cNvGrpSpPr/>
        <p:nvPr/>
      </p:nvGrpSpPr>
      <p:grpSpPr>
        <a:xfrm>
          <a:off x="0" y="0"/>
          <a:ext cx="0" cy="0"/>
          <a:chOff x="0" y="0"/>
          <a:chExt cx="0" cy="0"/>
        </a:xfrm>
      </p:grpSpPr>
      <p:sp>
        <p:nvSpPr>
          <p:cNvPr id="2" name="Shape 0"/>
          <p:cNvSpPr/>
          <p:nvPr/>
        </p:nvSpPr>
        <p:spPr>
          <a:xfrm>
            <a:off x="8503920" y="-1097280"/>
            <a:ext cx="5029200" cy="5029200"/>
          </a:xfrm>
          <a:prstGeom prst="ellipse">
            <a:avLst/>
          </a:prstGeom>
          <a:solidFill>
            <a:srgbClr val="5B3A8C"/>
          </a:solidFill>
          <a:ln w="12700">
            <a:solidFill>
              <a:srgbClr val="5B3A8C"/>
            </a:solidFill>
            <a:prstDash val="solid"/>
          </a:ln>
        </p:spPr>
      </p:sp>
      <p:sp>
        <p:nvSpPr>
          <p:cNvPr id="3" name="Shape 1"/>
          <p:cNvSpPr/>
          <p:nvPr/>
        </p:nvSpPr>
        <p:spPr>
          <a:xfrm>
            <a:off x="914400" y="2148840"/>
            <a:ext cx="1463040" cy="1463040"/>
          </a:xfrm>
          <a:prstGeom prst="ellipse">
            <a:avLst/>
          </a:prstGeom>
          <a:solidFill>
            <a:srgbClr val="FFFFFF"/>
          </a:solidFill>
          <a:ln w="12700">
            <a:solidFill>
              <a:srgbClr val="FFFFFF"/>
            </a:solidFill>
            <a:prstDash val="solid"/>
          </a:ln>
        </p:spPr>
      </p:sp>
      <p:sp>
        <p:nvSpPr>
          <p:cNvPr id="4" name="Shape 2"/>
          <p:cNvSpPr/>
          <p:nvPr/>
        </p:nvSpPr>
        <p:spPr>
          <a:xfrm rot="-2700000">
            <a:off x="1143000" y="2779776"/>
            <a:ext cx="914400" cy="201168"/>
          </a:xfrm>
          <a:prstGeom prst="rect">
            <a:avLst/>
          </a:prstGeom>
          <a:solidFill>
            <a:srgbClr val="5A3590"/>
          </a:solidFill>
          <a:ln w="12700">
            <a:solidFill>
              <a:srgbClr val="5A3590"/>
            </a:solidFill>
            <a:prstDash val="solid"/>
          </a:ln>
        </p:spPr>
      </p:sp>
      <p:sp>
        <p:nvSpPr>
          <p:cNvPr id="5" name="Shape 3"/>
          <p:cNvSpPr/>
          <p:nvPr/>
        </p:nvSpPr>
        <p:spPr>
          <a:xfrm rot="13500000">
            <a:off x="1161288" y="3044952"/>
            <a:ext cx="201168" cy="219456"/>
          </a:xfrm>
          <a:prstGeom prst="triangle">
            <a:avLst/>
          </a:prstGeom>
          <a:solidFill>
            <a:srgbClr val="F5A742"/>
          </a:solidFill>
          <a:ln w="12700">
            <a:solidFill>
              <a:srgbClr val="F5A742"/>
            </a:solidFill>
            <a:prstDash val="solid"/>
          </a:ln>
        </p:spPr>
      </p:sp>
      <p:sp>
        <p:nvSpPr>
          <p:cNvPr id="6" name="Shape 4"/>
          <p:cNvSpPr/>
          <p:nvPr/>
        </p:nvSpPr>
        <p:spPr>
          <a:xfrm rot="-2700000">
            <a:off x="1947672" y="2377440"/>
            <a:ext cx="182880" cy="201168"/>
          </a:xfrm>
          <a:prstGeom prst="rect">
            <a:avLst/>
          </a:prstGeom>
          <a:solidFill>
            <a:srgbClr val="C8414C"/>
          </a:solidFill>
          <a:ln w="12700">
            <a:solidFill>
              <a:srgbClr val="C8414C"/>
            </a:solidFill>
            <a:prstDash val="solid"/>
          </a:ln>
        </p:spPr>
      </p:sp>
      <p:sp>
        <p:nvSpPr>
          <p:cNvPr id="7" name="Text 5"/>
          <p:cNvSpPr/>
          <p:nvPr/>
        </p:nvSpPr>
        <p:spPr>
          <a:xfrm>
            <a:off x="2743200" y="2103120"/>
            <a:ext cx="6400800" cy="100584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Homework</a:t>
            </a:r>
            <a:endParaRPr lang="en-US" sz="5400" dirty="0"/>
          </a:p>
        </p:txBody>
      </p:sp>
      <p:sp>
        <p:nvSpPr>
          <p:cNvPr id="8" name="Text 6"/>
          <p:cNvSpPr/>
          <p:nvPr/>
        </p:nvSpPr>
        <p:spPr>
          <a:xfrm>
            <a:off x="2743200" y="3108960"/>
            <a:ext cx="7315200" cy="457200"/>
          </a:xfrm>
          <a:prstGeom prst="rect">
            <a:avLst/>
          </a:prstGeom>
          <a:noFill/>
          <a:ln/>
        </p:spPr>
        <p:txBody>
          <a:bodyPr wrap="square" lIns="0" tIns="0" rIns="0" bIns="0" rtlCol="0" anchor="ctr"/>
          <a:lstStyle/>
          <a:p>
            <a:pPr indent="0" marL="0">
              <a:buNone/>
            </a:pPr>
            <a:r>
              <a:rPr lang="en-US" sz="1800" i="1" dirty="0">
                <a:solidFill>
                  <a:srgbClr val="EDE6F8"/>
                </a:solidFill>
                <a:latin typeface="Calibri" pitchFamily="34" charset="0"/>
                <a:ea typeface="Calibri" pitchFamily="34" charset="-122"/>
                <a:cs typeface="Calibri" pitchFamily="34" charset="-120"/>
              </a:rPr>
              <a:t>C6.2 Rates of reaction • 17 marks • about 30 minutes</a:t>
            </a:r>
            <a:endParaRPr lang="en-US" sz="1800" dirty="0"/>
          </a:p>
        </p:txBody>
      </p:sp>
      <p:sp>
        <p:nvSpPr>
          <p:cNvPr id="9" name="Text 7"/>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DDD0F2"/>
                </a:solidFill>
                <a:latin typeface="Calibri" pitchFamily="34" charset="0"/>
                <a:ea typeface="Calibri" pitchFamily="34" charset="-122"/>
                <a:cs typeface="Calibri" pitchFamily="34" charset="-120"/>
              </a:rPr>
              <a:t>OCR GCSE Twenty First Century Science — Combined Science B (J260) | C6.2 How do chemists control the rate of reactions? | Higher &amp; Foundation</a:t>
            </a:r>
            <a:endParaRPr lang="en-US" sz="1000" dirty="0"/>
          </a:p>
        </p:txBody>
      </p:sp>
      <p:sp>
        <p:nvSpPr>
          <p:cNvPr id="10" name="Text 8"/>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DDD0F2"/>
                </a:solidFill>
                <a:latin typeface="Calibri" pitchFamily="34" charset="0"/>
                <a:ea typeface="Calibri" pitchFamily="34" charset="-122"/>
                <a:cs typeface="Calibri" pitchFamily="34" charset="-120"/>
              </a:rPr>
              <a:t>Homework  |  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Homework</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Answer in full sentences • show all working • 17 marks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C6.2 How do chemists control the rate of reactions?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Homework  |  24</a:t>
            </a:r>
            <a:endParaRPr lang="en-US" sz="1000" dirty="0"/>
          </a:p>
        </p:txBody>
      </p:sp>
      <p:sp>
        <p:nvSpPr>
          <p:cNvPr id="8" name="Text 6"/>
          <p:cNvSpPr/>
          <p:nvPr/>
        </p:nvSpPr>
        <p:spPr>
          <a:xfrm>
            <a:off x="411480" y="1115568"/>
            <a:ext cx="11368735" cy="347472"/>
          </a:xfrm>
          <a:prstGeom prst="rect">
            <a:avLst/>
          </a:prstGeom>
          <a:noFill/>
          <a:ln/>
        </p:spPr>
        <p:txBody>
          <a:bodyPr wrap="square" lIns="0" tIns="0" rIns="0" bIns="0" rtlCol="0" anchor="ctr"/>
          <a:lstStyle/>
          <a:p>
            <a:pPr indent="0" marL="0">
              <a:buNone/>
            </a:pPr>
            <a:r>
              <a:rPr lang="en-US" sz="1150" i="1" dirty="0">
                <a:solidFill>
                  <a:srgbClr val="262B3A"/>
                </a:solidFill>
                <a:latin typeface="Calibri" pitchFamily="34" charset="0"/>
                <a:ea typeface="Calibri" pitchFamily="34" charset="-122"/>
                <a:cs typeface="Calibri" pitchFamily="34" charset="-120"/>
              </a:rPr>
              <a:t>Answer all questions. Q7 is a 6-mark extended answer. Q5 is Higher tier.</a:t>
            </a:r>
            <a:endParaRPr lang="en-US" sz="1150" dirty="0"/>
          </a:p>
        </p:txBody>
      </p:sp>
      <p:sp>
        <p:nvSpPr>
          <p:cNvPr id="9" name="Shape 7"/>
          <p:cNvSpPr/>
          <p:nvPr/>
        </p:nvSpPr>
        <p:spPr>
          <a:xfrm>
            <a:off x="411480" y="1517904"/>
            <a:ext cx="5570068" cy="1120140"/>
          </a:xfrm>
          <a:prstGeom prst="roundRect">
            <a:avLst>
              <a:gd name="adj" fmla="val 4082"/>
            </a:avLst>
          </a:prstGeom>
          <a:solidFill>
            <a:srgbClr val="F8F5FC"/>
          </a:solidFill>
          <a:ln w="9525">
            <a:solidFill>
              <a:srgbClr val="DDD3EC"/>
            </a:solidFill>
            <a:prstDash val="solid"/>
          </a:ln>
        </p:spPr>
      </p:sp>
      <p:sp>
        <p:nvSpPr>
          <p:cNvPr id="10" name="Text 8"/>
          <p:cNvSpPr/>
          <p:nvPr/>
        </p:nvSpPr>
        <p:spPr>
          <a:xfrm>
            <a:off x="548640" y="1591056"/>
            <a:ext cx="5295748" cy="772668"/>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1  </a:t>
            </a:r>
            <a:r>
              <a:rPr lang="en-US" sz="1150" dirty="0">
                <a:solidFill>
                  <a:srgbClr val="262B3A"/>
                </a:solidFill>
                <a:latin typeface="Calibri" pitchFamily="34" charset="0"/>
                <a:ea typeface="Calibri" pitchFamily="34" charset="-122"/>
                <a:cs typeface="Calibri" pitchFamily="34" charset="-120"/>
              </a:rPr>
              <a:t>What is a </a:t>
            </a:r>
            <a:r>
              <a:rPr lang="en-US" sz="1150" b="1" dirty="0">
                <a:solidFill>
                  <a:srgbClr val="262B3A"/>
                </a:solidFill>
                <a:latin typeface="Calibri" pitchFamily="34" charset="0"/>
                <a:ea typeface="Calibri" pitchFamily="34" charset="-122"/>
                <a:cs typeface="Calibri" pitchFamily="34" charset="-120"/>
              </a:rPr>
              <a:t>catalyst</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11" name="Text 9"/>
          <p:cNvSpPr/>
          <p:nvPr/>
        </p:nvSpPr>
        <p:spPr>
          <a:xfrm>
            <a:off x="4518508" y="2345436"/>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2" name="Shape 10"/>
          <p:cNvSpPr/>
          <p:nvPr/>
        </p:nvSpPr>
        <p:spPr>
          <a:xfrm>
            <a:off x="411480" y="2747772"/>
            <a:ext cx="5570068" cy="1120140"/>
          </a:xfrm>
          <a:prstGeom prst="roundRect">
            <a:avLst>
              <a:gd name="adj" fmla="val 4082"/>
            </a:avLst>
          </a:prstGeom>
          <a:solidFill>
            <a:srgbClr val="F8F5FC"/>
          </a:solidFill>
          <a:ln w="9525">
            <a:solidFill>
              <a:srgbClr val="DDD3EC"/>
            </a:solidFill>
            <a:prstDash val="solid"/>
          </a:ln>
        </p:spPr>
      </p:sp>
      <p:sp>
        <p:nvSpPr>
          <p:cNvPr id="13" name="Text 11"/>
          <p:cNvSpPr/>
          <p:nvPr/>
        </p:nvSpPr>
        <p:spPr>
          <a:xfrm>
            <a:off x="548640" y="2820924"/>
            <a:ext cx="5295748" cy="772668"/>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2  </a:t>
            </a:r>
            <a:r>
              <a:rPr lang="en-US" sz="1150" dirty="0">
                <a:solidFill>
                  <a:srgbClr val="262B3A"/>
                </a:solidFill>
                <a:latin typeface="Calibri" pitchFamily="34" charset="0"/>
                <a:ea typeface="Calibri" pitchFamily="34" charset="-122"/>
                <a:cs typeface="Calibri" pitchFamily="34" charset="-120"/>
              </a:rPr>
              <a:t>Give </a:t>
            </a:r>
            <a:r>
              <a:rPr lang="en-US" sz="1150" b="1" dirty="0">
                <a:solidFill>
                  <a:srgbClr val="262B3A"/>
                </a:solidFill>
                <a:latin typeface="Calibri" pitchFamily="34" charset="0"/>
                <a:ea typeface="Calibri" pitchFamily="34" charset="-122"/>
                <a:cs typeface="Calibri" pitchFamily="34" charset="-120"/>
              </a:rPr>
              <a:t>two</a:t>
            </a:r>
            <a:r>
              <a:rPr lang="en-US" sz="1150" dirty="0">
                <a:solidFill>
                  <a:srgbClr val="262B3A"/>
                </a:solidFill>
                <a:latin typeface="Calibri" pitchFamily="34" charset="0"/>
                <a:ea typeface="Calibri" pitchFamily="34" charset="-122"/>
                <a:cs typeface="Calibri" pitchFamily="34" charset="-120"/>
              </a:rPr>
              <a:t> ways to increase the rate of reaction between </a:t>
            </a:r>
            <a:r>
              <a:rPr lang="en-US" sz="1150" b="1" dirty="0">
                <a:solidFill>
                  <a:srgbClr val="262B3A"/>
                </a:solidFill>
                <a:latin typeface="Calibri" pitchFamily="34" charset="0"/>
                <a:ea typeface="Calibri" pitchFamily="34" charset="-122"/>
                <a:cs typeface="Calibri" pitchFamily="34" charset="-120"/>
              </a:rPr>
              <a:t>zinc</a:t>
            </a:r>
            <a:r>
              <a:rPr lang="en-US" sz="1150" dirty="0">
                <a:solidFill>
                  <a:srgbClr val="262B3A"/>
                </a:solidFill>
                <a:latin typeface="Calibri" pitchFamily="34" charset="0"/>
                <a:ea typeface="Calibri" pitchFamily="34" charset="-122"/>
                <a:cs typeface="Calibri" pitchFamily="34" charset="-120"/>
              </a:rPr>
              <a:t> granules and </a:t>
            </a:r>
            <a:r>
              <a:rPr lang="en-US" sz="1150" b="1" dirty="0">
                <a:solidFill>
                  <a:srgbClr val="262B3A"/>
                </a:solidFill>
                <a:latin typeface="Calibri" pitchFamily="34" charset="0"/>
                <a:ea typeface="Calibri" pitchFamily="34" charset="-122"/>
                <a:cs typeface="Calibri" pitchFamily="34" charset="-120"/>
              </a:rPr>
              <a:t>sulfuric acid</a:t>
            </a:r>
            <a:r>
              <a:rPr lang="en-US" sz="1150" dirty="0">
                <a:solidFill>
                  <a:srgbClr val="262B3A"/>
                </a:solidFill>
                <a:latin typeface="Calibri" pitchFamily="34" charset="0"/>
                <a:ea typeface="Calibri" pitchFamily="34" charset="-122"/>
                <a:cs typeface="Calibri" pitchFamily="34" charset="-120"/>
              </a:rPr>
              <a:t>, other than using a catalyst.</a:t>
            </a:r>
            <a:endParaRPr lang="en-US" sz="1150" dirty="0"/>
          </a:p>
        </p:txBody>
      </p:sp>
      <p:sp>
        <p:nvSpPr>
          <p:cNvPr id="14" name="Text 12"/>
          <p:cNvSpPr/>
          <p:nvPr/>
        </p:nvSpPr>
        <p:spPr>
          <a:xfrm>
            <a:off x="4518508" y="3575304"/>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3977640"/>
            <a:ext cx="5570068" cy="1120140"/>
          </a:xfrm>
          <a:prstGeom prst="roundRect">
            <a:avLst>
              <a:gd name="adj" fmla="val 4082"/>
            </a:avLst>
          </a:prstGeom>
          <a:solidFill>
            <a:srgbClr val="F8F5FC"/>
          </a:solidFill>
          <a:ln w="9525">
            <a:solidFill>
              <a:srgbClr val="DDD3EC"/>
            </a:solidFill>
            <a:prstDash val="solid"/>
          </a:ln>
        </p:spPr>
      </p:sp>
      <p:sp>
        <p:nvSpPr>
          <p:cNvPr id="16" name="Text 14"/>
          <p:cNvSpPr/>
          <p:nvPr/>
        </p:nvSpPr>
        <p:spPr>
          <a:xfrm>
            <a:off x="548640" y="4050792"/>
            <a:ext cx="5295748" cy="772668"/>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3  </a:t>
            </a:r>
            <a:r>
              <a:rPr lang="en-US" sz="1150" dirty="0">
                <a:solidFill>
                  <a:srgbClr val="262B3A"/>
                </a:solidFill>
                <a:latin typeface="Calibri" pitchFamily="34" charset="0"/>
                <a:ea typeface="Calibri" pitchFamily="34" charset="-122"/>
                <a:cs typeface="Calibri" pitchFamily="34" charset="-120"/>
              </a:rPr>
              <a:t>Calculate SA:V for a </a:t>
            </a:r>
            <a:r>
              <a:rPr lang="en-US" sz="1150" b="1" dirty="0">
                <a:solidFill>
                  <a:srgbClr val="262B3A"/>
                </a:solidFill>
                <a:latin typeface="Calibri" pitchFamily="34" charset="0"/>
                <a:ea typeface="Calibri" pitchFamily="34" charset="-122"/>
                <a:cs typeface="Calibri" pitchFamily="34" charset="-120"/>
              </a:rPr>
              <a:t>1 cm</a:t>
            </a:r>
            <a:r>
              <a:rPr lang="en-US" sz="1150" dirty="0">
                <a:solidFill>
                  <a:srgbClr val="262B3A"/>
                </a:solidFill>
                <a:latin typeface="Calibri" pitchFamily="34" charset="0"/>
                <a:ea typeface="Calibri" pitchFamily="34" charset="-122"/>
                <a:cs typeface="Calibri" pitchFamily="34" charset="-120"/>
              </a:rPr>
              <a:t> cube and for a </a:t>
            </a:r>
            <a:r>
              <a:rPr lang="en-US" sz="1150" b="1" dirty="0">
                <a:solidFill>
                  <a:srgbClr val="262B3A"/>
                </a:solidFill>
                <a:latin typeface="Calibri" pitchFamily="34" charset="0"/>
                <a:ea typeface="Calibri" pitchFamily="34" charset="-122"/>
                <a:cs typeface="Calibri" pitchFamily="34" charset="-120"/>
              </a:rPr>
              <a:t>0.5 cm</a:t>
            </a:r>
            <a:r>
              <a:rPr lang="en-US" sz="1150" dirty="0">
                <a:solidFill>
                  <a:srgbClr val="262B3A"/>
                </a:solidFill>
                <a:latin typeface="Calibri" pitchFamily="34" charset="0"/>
                <a:ea typeface="Calibri" pitchFamily="34" charset="-122"/>
                <a:cs typeface="Calibri" pitchFamily="34" charset="-120"/>
              </a:rPr>
              <a:t> cube. Which reacts faster with acid, per gram?</a:t>
            </a:r>
            <a:endParaRPr lang="en-US" sz="1150" dirty="0"/>
          </a:p>
        </p:txBody>
      </p:sp>
      <p:sp>
        <p:nvSpPr>
          <p:cNvPr id="17" name="Text 15"/>
          <p:cNvSpPr/>
          <p:nvPr/>
        </p:nvSpPr>
        <p:spPr>
          <a:xfrm>
            <a:off x="4518508" y="4805172"/>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5207508"/>
            <a:ext cx="5570068" cy="1120140"/>
          </a:xfrm>
          <a:prstGeom prst="roundRect">
            <a:avLst>
              <a:gd name="adj" fmla="val 4082"/>
            </a:avLst>
          </a:prstGeom>
          <a:solidFill>
            <a:srgbClr val="F8F5FC"/>
          </a:solidFill>
          <a:ln w="9525">
            <a:solidFill>
              <a:srgbClr val="DDD3EC"/>
            </a:solidFill>
            <a:prstDash val="solid"/>
          </a:ln>
        </p:spPr>
      </p:sp>
      <p:sp>
        <p:nvSpPr>
          <p:cNvPr id="19" name="Text 17"/>
          <p:cNvSpPr/>
          <p:nvPr/>
        </p:nvSpPr>
        <p:spPr>
          <a:xfrm>
            <a:off x="548640" y="5280660"/>
            <a:ext cx="5295748" cy="772668"/>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4  </a:t>
            </a:r>
            <a:r>
              <a:rPr lang="en-US" sz="1150" dirty="0">
                <a:solidFill>
                  <a:srgbClr val="262B3A"/>
                </a:solidFill>
                <a:latin typeface="Calibri" pitchFamily="34" charset="0"/>
                <a:ea typeface="Calibri" pitchFamily="34" charset="-122"/>
                <a:cs typeface="Calibri" pitchFamily="34" charset="-120"/>
              </a:rPr>
              <a:t>A reaction makes </a:t>
            </a:r>
            <a:r>
              <a:rPr lang="en-US" sz="1150" b="1" dirty="0">
                <a:solidFill>
                  <a:srgbClr val="262B3A"/>
                </a:solidFill>
                <a:latin typeface="Calibri" pitchFamily="34" charset="0"/>
                <a:ea typeface="Calibri" pitchFamily="34" charset="-122"/>
                <a:cs typeface="Calibri" pitchFamily="34" charset="-120"/>
              </a:rPr>
              <a:t>60 cm³</a:t>
            </a:r>
            <a:r>
              <a:rPr lang="en-US" sz="1150" dirty="0">
                <a:solidFill>
                  <a:srgbClr val="262B3A"/>
                </a:solidFill>
                <a:latin typeface="Calibri" pitchFamily="34" charset="0"/>
                <a:ea typeface="Calibri" pitchFamily="34" charset="-122"/>
                <a:cs typeface="Calibri" pitchFamily="34" charset="-120"/>
              </a:rPr>
              <a:t> of gas in the first </a:t>
            </a:r>
            <a:r>
              <a:rPr lang="en-US" sz="1150" b="1" dirty="0">
                <a:solidFill>
                  <a:srgbClr val="262B3A"/>
                </a:solidFill>
                <a:latin typeface="Calibri" pitchFamily="34" charset="0"/>
                <a:ea typeface="Calibri" pitchFamily="34" charset="-122"/>
                <a:cs typeface="Calibri" pitchFamily="34" charset="-120"/>
              </a:rPr>
              <a:t>50 s</a:t>
            </a:r>
            <a:r>
              <a:rPr lang="en-US" sz="1150" dirty="0">
                <a:solidFill>
                  <a:srgbClr val="262B3A"/>
                </a:solidFill>
                <a:latin typeface="Calibri" pitchFamily="34" charset="0"/>
                <a:ea typeface="Calibri" pitchFamily="34" charset="-122"/>
                <a:cs typeface="Calibri" pitchFamily="34" charset="-120"/>
              </a:rPr>
              <a:t>. Calculate the </a:t>
            </a:r>
            <a:r>
              <a:rPr lang="en-US" sz="1150" b="1" dirty="0">
                <a:solidFill>
                  <a:srgbClr val="262B3A"/>
                </a:solidFill>
                <a:latin typeface="Calibri" pitchFamily="34" charset="0"/>
                <a:ea typeface="Calibri" pitchFamily="34" charset="-122"/>
                <a:cs typeface="Calibri" pitchFamily="34" charset="-120"/>
              </a:rPr>
              <a:t>mean rate</a:t>
            </a:r>
            <a:r>
              <a:rPr lang="en-US" sz="1150" dirty="0">
                <a:solidFill>
                  <a:srgbClr val="262B3A"/>
                </a:solidFill>
                <a:latin typeface="Calibri" pitchFamily="34" charset="0"/>
                <a:ea typeface="Calibri" pitchFamily="34" charset="-122"/>
                <a:cs typeface="Calibri" pitchFamily="34" charset="-120"/>
              </a:rPr>
              <a:t>, with its unit.</a:t>
            </a:r>
            <a:endParaRPr lang="en-US" sz="1150" dirty="0"/>
          </a:p>
        </p:txBody>
      </p:sp>
      <p:sp>
        <p:nvSpPr>
          <p:cNvPr id="20" name="Text 18"/>
          <p:cNvSpPr/>
          <p:nvPr/>
        </p:nvSpPr>
        <p:spPr>
          <a:xfrm>
            <a:off x="4518508"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1" name="Shape 19"/>
          <p:cNvSpPr/>
          <p:nvPr/>
        </p:nvSpPr>
        <p:spPr>
          <a:xfrm>
            <a:off x="6210148" y="1517904"/>
            <a:ext cx="5570068" cy="1051941"/>
          </a:xfrm>
          <a:prstGeom prst="roundRect">
            <a:avLst>
              <a:gd name="adj" fmla="val 4346"/>
            </a:avLst>
          </a:prstGeom>
          <a:solidFill>
            <a:srgbClr val="F8F5FC"/>
          </a:solidFill>
          <a:ln w="9525">
            <a:solidFill>
              <a:srgbClr val="DDD3EC"/>
            </a:solidFill>
            <a:prstDash val="solid"/>
          </a:ln>
        </p:spPr>
      </p:sp>
      <p:sp>
        <p:nvSpPr>
          <p:cNvPr id="22" name="Text 20"/>
          <p:cNvSpPr/>
          <p:nvPr/>
        </p:nvSpPr>
        <p:spPr>
          <a:xfrm>
            <a:off x="6347308" y="1591056"/>
            <a:ext cx="4792828" cy="704469"/>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5  </a:t>
            </a:r>
            <a:r>
              <a:rPr lang="en-US" sz="1150" dirty="0">
                <a:solidFill>
                  <a:srgbClr val="262B3A"/>
                </a:solidFill>
                <a:latin typeface="Calibri" pitchFamily="34" charset="0"/>
                <a:ea typeface="Calibri" pitchFamily="34" charset="-122"/>
                <a:cs typeface="Calibri" pitchFamily="34" charset="-120"/>
              </a:rPr>
              <a:t>A tangent to a curve of volume of gas against time passes through </a:t>
            </a:r>
            <a:r>
              <a:rPr lang="en-US" sz="1150" b="1" dirty="0">
                <a:solidFill>
                  <a:srgbClr val="262B3A"/>
                </a:solidFill>
                <a:latin typeface="Calibri" pitchFamily="34" charset="0"/>
                <a:ea typeface="Calibri" pitchFamily="34" charset="-122"/>
                <a:cs typeface="Calibri" pitchFamily="34" charset="-120"/>
              </a:rPr>
              <a:t>(0 s, 4 cm³)</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(30 s, 22 cm³)</a:t>
            </a:r>
            <a:r>
              <a:rPr lang="en-US" sz="1150" dirty="0">
                <a:solidFill>
                  <a:srgbClr val="262B3A"/>
                </a:solidFill>
                <a:latin typeface="Calibri" pitchFamily="34" charset="0"/>
                <a:ea typeface="Calibri" pitchFamily="34" charset="-122"/>
                <a:cs typeface="Calibri" pitchFamily="34" charset="-120"/>
              </a:rPr>
              <a:t>. Calculate the rate.</a:t>
            </a:r>
            <a:endParaRPr lang="en-US" sz="1150" dirty="0"/>
          </a:p>
        </p:txBody>
      </p:sp>
      <p:sp>
        <p:nvSpPr>
          <p:cNvPr id="23" name="Shape 21"/>
          <p:cNvSpPr/>
          <p:nvPr/>
        </p:nvSpPr>
        <p:spPr>
          <a:xfrm>
            <a:off x="11231575" y="1591056"/>
            <a:ext cx="411480" cy="274320"/>
          </a:xfrm>
          <a:prstGeom prst="roundRect">
            <a:avLst>
              <a:gd name="adj" fmla="val 50000"/>
            </a:avLst>
          </a:prstGeom>
          <a:solidFill>
            <a:srgbClr val="C8414C"/>
          </a:solidFill>
          <a:ln w="12700">
            <a:solidFill>
              <a:srgbClr val="C8414C"/>
            </a:solidFill>
            <a:prstDash val="solid"/>
          </a:ln>
        </p:spPr>
      </p:sp>
      <p:sp>
        <p:nvSpPr>
          <p:cNvPr id="24" name="Text 22"/>
          <p:cNvSpPr/>
          <p:nvPr/>
        </p:nvSpPr>
        <p:spPr>
          <a:xfrm>
            <a:off x="11231575" y="1591056"/>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5" name="Text 23"/>
          <p:cNvSpPr/>
          <p:nvPr/>
        </p:nvSpPr>
        <p:spPr>
          <a:xfrm>
            <a:off x="10317175" y="2277237"/>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6" name="Shape 24"/>
          <p:cNvSpPr/>
          <p:nvPr/>
        </p:nvSpPr>
        <p:spPr>
          <a:xfrm>
            <a:off x="6210148" y="2679573"/>
            <a:ext cx="5570068" cy="1051941"/>
          </a:xfrm>
          <a:prstGeom prst="roundRect">
            <a:avLst>
              <a:gd name="adj" fmla="val 4346"/>
            </a:avLst>
          </a:prstGeom>
          <a:solidFill>
            <a:srgbClr val="F8F5FC"/>
          </a:solidFill>
          <a:ln w="9525">
            <a:solidFill>
              <a:srgbClr val="DDD3EC"/>
            </a:solidFill>
            <a:prstDash val="solid"/>
          </a:ln>
        </p:spPr>
      </p:sp>
      <p:sp>
        <p:nvSpPr>
          <p:cNvPr id="27" name="Text 25"/>
          <p:cNvSpPr/>
          <p:nvPr/>
        </p:nvSpPr>
        <p:spPr>
          <a:xfrm>
            <a:off x="6347308" y="2752725"/>
            <a:ext cx="5295748" cy="704469"/>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6  </a:t>
            </a:r>
            <a:r>
              <a:rPr lang="en-US" sz="1150" dirty="0">
                <a:solidFill>
                  <a:srgbClr val="262B3A"/>
                </a:solidFill>
                <a:latin typeface="Calibri" pitchFamily="34" charset="0"/>
                <a:ea typeface="Calibri" pitchFamily="34" charset="-122"/>
                <a:cs typeface="Calibri" pitchFamily="34" charset="-120"/>
              </a:rPr>
              <a:t>On a reaction profile the reactants are at </a:t>
            </a:r>
            <a:r>
              <a:rPr lang="en-US" sz="1150" b="1" dirty="0">
                <a:solidFill>
                  <a:srgbClr val="262B3A"/>
                </a:solidFill>
                <a:latin typeface="Calibri" pitchFamily="34" charset="0"/>
                <a:ea typeface="Calibri" pitchFamily="34" charset="-122"/>
                <a:cs typeface="Calibri" pitchFamily="34" charset="-120"/>
              </a:rPr>
              <a:t>90 kJ</a:t>
            </a:r>
            <a:r>
              <a:rPr lang="en-US" sz="1150" dirty="0">
                <a:solidFill>
                  <a:srgbClr val="262B3A"/>
                </a:solidFill>
                <a:latin typeface="Calibri" pitchFamily="34" charset="0"/>
                <a:ea typeface="Calibri" pitchFamily="34" charset="-122"/>
                <a:cs typeface="Calibri" pitchFamily="34" charset="-120"/>
              </a:rPr>
              <a:t>, the peak at </a:t>
            </a:r>
            <a:r>
              <a:rPr lang="en-US" sz="1150" b="1" dirty="0">
                <a:solidFill>
                  <a:srgbClr val="262B3A"/>
                </a:solidFill>
                <a:latin typeface="Calibri" pitchFamily="34" charset="0"/>
                <a:ea typeface="Calibri" pitchFamily="34" charset="-122"/>
                <a:cs typeface="Calibri" pitchFamily="34" charset="-120"/>
              </a:rPr>
              <a:t>150 kJ</a:t>
            </a:r>
            <a:r>
              <a:rPr lang="en-US" sz="1150" dirty="0">
                <a:solidFill>
                  <a:srgbClr val="262B3A"/>
                </a:solidFill>
                <a:latin typeface="Calibri" pitchFamily="34" charset="0"/>
                <a:ea typeface="Calibri" pitchFamily="34" charset="-122"/>
                <a:cs typeface="Calibri" pitchFamily="34" charset="-120"/>
              </a:rPr>
              <a:t> and the products at </a:t>
            </a:r>
            <a:r>
              <a:rPr lang="en-US" sz="1150" b="1" dirty="0">
                <a:solidFill>
                  <a:srgbClr val="262B3A"/>
                </a:solidFill>
                <a:latin typeface="Calibri" pitchFamily="34" charset="0"/>
                <a:ea typeface="Calibri" pitchFamily="34" charset="-122"/>
                <a:cs typeface="Calibri" pitchFamily="34" charset="-120"/>
              </a:rPr>
              <a:t>30 kJ</a:t>
            </a:r>
            <a:r>
              <a:rPr lang="en-US" sz="1150" dirty="0">
                <a:solidFill>
                  <a:srgbClr val="262B3A"/>
                </a:solidFill>
                <a:latin typeface="Calibri" pitchFamily="34" charset="0"/>
                <a:ea typeface="Calibri" pitchFamily="34" charset="-122"/>
                <a:cs typeface="Calibri" pitchFamily="34" charset="-120"/>
              </a:rPr>
              <a:t>. Find the </a:t>
            </a:r>
            <a:r>
              <a:rPr lang="en-US" sz="1150" b="1" dirty="0">
                <a:solidFill>
                  <a:srgbClr val="262B3A"/>
                </a:solidFill>
                <a:latin typeface="Calibri" pitchFamily="34" charset="0"/>
                <a:ea typeface="Calibri" pitchFamily="34" charset="-122"/>
                <a:cs typeface="Calibri" pitchFamily="34" charset="-120"/>
              </a:rPr>
              <a:t>activation energy</a:t>
            </a:r>
            <a:r>
              <a:rPr lang="en-US" sz="1150" dirty="0">
                <a:solidFill>
                  <a:srgbClr val="262B3A"/>
                </a:solidFill>
                <a:latin typeface="Calibri" pitchFamily="34" charset="0"/>
                <a:ea typeface="Calibri" pitchFamily="34" charset="-122"/>
                <a:cs typeface="Calibri" pitchFamily="34" charset="-120"/>
              </a:rPr>
              <a:t> and the energy </a:t>
            </a:r>
            <a:r>
              <a:rPr lang="en-US" sz="1150" b="1" dirty="0">
                <a:solidFill>
                  <a:srgbClr val="262B3A"/>
                </a:solidFill>
                <a:latin typeface="Calibri" pitchFamily="34" charset="0"/>
                <a:ea typeface="Calibri" pitchFamily="34" charset="-122"/>
                <a:cs typeface="Calibri" pitchFamily="34" charset="-120"/>
              </a:rPr>
              <a:t>released</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28" name="Text 26"/>
          <p:cNvSpPr/>
          <p:nvPr/>
        </p:nvSpPr>
        <p:spPr>
          <a:xfrm>
            <a:off x="10317175" y="3438906"/>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9" name="Shape 27"/>
          <p:cNvSpPr/>
          <p:nvPr/>
        </p:nvSpPr>
        <p:spPr>
          <a:xfrm>
            <a:off x="6210148" y="3841242"/>
            <a:ext cx="5570068" cy="2486406"/>
          </a:xfrm>
          <a:prstGeom prst="roundRect">
            <a:avLst>
              <a:gd name="adj" fmla="val 1839"/>
            </a:avLst>
          </a:prstGeom>
          <a:solidFill>
            <a:srgbClr val="FFF4E0"/>
          </a:solidFill>
          <a:ln w="9525">
            <a:solidFill>
              <a:srgbClr val="F1D9A8"/>
            </a:solidFill>
            <a:prstDash val="solid"/>
          </a:ln>
        </p:spPr>
      </p:sp>
      <p:sp>
        <p:nvSpPr>
          <p:cNvPr id="30" name="Text 28"/>
          <p:cNvSpPr/>
          <p:nvPr/>
        </p:nvSpPr>
        <p:spPr>
          <a:xfrm>
            <a:off x="6347308" y="3914394"/>
            <a:ext cx="5295748" cy="2138934"/>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7  </a:t>
            </a:r>
            <a:r>
              <a:rPr lang="en-US" sz="1150" dirty="0">
                <a:solidFill>
                  <a:srgbClr val="262B3A"/>
                </a:solidFill>
                <a:latin typeface="Calibri" pitchFamily="34" charset="0"/>
                <a:ea typeface="Calibri" pitchFamily="34" charset="-122"/>
                <a:cs typeface="Calibri" pitchFamily="34" charset="-120"/>
              </a:rPr>
              <a:t>Describe how a student could investigate the effect of acid </a:t>
            </a:r>
            <a:r>
              <a:rPr lang="en-US" sz="1150" b="1" dirty="0">
                <a:solidFill>
                  <a:srgbClr val="262B3A"/>
                </a:solidFill>
                <a:latin typeface="Calibri" pitchFamily="34" charset="0"/>
                <a:ea typeface="Calibri" pitchFamily="34" charset="-122"/>
                <a:cs typeface="Calibri" pitchFamily="34" charset="-120"/>
              </a:rPr>
              <a:t>concentration</a:t>
            </a:r>
            <a:r>
              <a:rPr lang="en-US" sz="1150" dirty="0">
                <a:solidFill>
                  <a:srgbClr val="262B3A"/>
                </a:solidFill>
                <a:latin typeface="Calibri" pitchFamily="34" charset="0"/>
                <a:ea typeface="Calibri" pitchFamily="34" charset="-122"/>
                <a:cs typeface="Calibri" pitchFamily="34" charset="-120"/>
              </a:rPr>
              <a:t> on the rate of reaction between </a:t>
            </a:r>
            <a:r>
              <a:rPr lang="en-US" sz="1150" b="1" dirty="0">
                <a:solidFill>
                  <a:srgbClr val="262B3A"/>
                </a:solidFill>
                <a:latin typeface="Calibri" pitchFamily="34" charset="0"/>
                <a:ea typeface="Calibri" pitchFamily="34" charset="-122"/>
                <a:cs typeface="Calibri" pitchFamily="34" charset="-120"/>
              </a:rPr>
              <a:t>magnesium</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hydrochloric acid</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explain</a:t>
            </a:r>
            <a:r>
              <a:rPr lang="en-US" sz="1150" dirty="0">
                <a:solidFill>
                  <a:srgbClr val="262B3A"/>
                </a:solidFill>
                <a:latin typeface="Calibri" pitchFamily="34" charset="0"/>
                <a:ea typeface="Calibri" pitchFamily="34" charset="-122"/>
                <a:cs typeface="Calibri" pitchFamily="34" charset="-120"/>
              </a:rPr>
              <a:t> the result they should get.</a:t>
            </a:r>
            <a:endParaRPr lang="en-US" sz="1150" dirty="0"/>
          </a:p>
        </p:txBody>
      </p:sp>
      <p:sp>
        <p:nvSpPr>
          <p:cNvPr id="31" name="Text 29"/>
          <p:cNvSpPr/>
          <p:nvPr/>
        </p:nvSpPr>
        <p:spPr>
          <a:xfrm>
            <a:off x="10317175"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[6 marks]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OCR J260 C6.2 How do chemists control the rate of reactions?</dc:title>
  <dc:subject>PptxGenJS Presentation</dc:subject>
  <dc:creator>GCSE Chemistry</dc:creator>
  <cp:lastModifiedBy>GCSE Chemistry</cp:lastModifiedBy>
  <cp:revision>1</cp:revision>
  <dcterms:created xsi:type="dcterms:W3CDTF">2026-10-31T23:36:36Z</dcterms:created>
  <dcterms:modified xsi:type="dcterms:W3CDTF">2026-10-31T23:36:36Z</dcterms:modified>
</cp:coreProperties>
</file>