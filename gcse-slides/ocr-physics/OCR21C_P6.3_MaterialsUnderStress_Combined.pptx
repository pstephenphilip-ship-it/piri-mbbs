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P6.3 How does the particle model relate to material under stress? is Part 3 of 3 in J260 Chapter P6 (P6.1, P6.2, P6.3) and the last physics sub-topic in Combined Science B (chapters P1–P6; there is no P7).
The P4 decks in this series left Hooke's law and springs (P4.1) and elastic energy (P4.4) to this sub-topic, so they are taught in full here.
Spec wording and numbering in this deck were reconstructed from search extracts and memory because ocr.org.uk could not be fetched: see SPEC_P6_3.md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P6.3 statement was found to be Higher tier only (bold) in the J260 specification (UNVERIFIED: check the spec). All objectives are for both tiers; rearranging E = ½kx² and the area under a curved graph are marked GRADE 7–9 STRETCH.
Numbering P6.3.1–P6.3.7 is reconstructed (see SPEC_P6_3.md): check against the OCR J260 specification before using codes with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P6 has three sub-topics in Combined Science: P6.1, P6.2 and P6.3 (see SPEC_P6_1.md). P6.4 (pressure in fluids) and P6.5 (Big Bang) are Physics B (J259) only. J260 physics has chapters P1–P6 only (the J260/03 and /07 examiners' reports describe the papers as testing chapters P1–P6), so this deck completes J260 physics.
The P4 decks were lost; in the earlier series P4.1 left Hooke's law and springs to P6.3 and P4.4 left elastic energy to P6.3. This deck therefore teaches F = kx and E = ½kx² from scratch.
PAG link: OCR PAG 2 (Forces) "Investigating the effect of forces on springs" (PMT OCR B PAG 2 notes; search extract). Its placement in P6.3 is the natural home but UNVERIFIED against the outline scheme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7 N to the right.
2. W = m × g = 0.20 × 10 = 2.0 N.
3. W = F × d = 5.0 × 0.40 = 2.0 J.
4. Regular pattern / fixed positions, touching; they vibrate about fixed positions.
5. Elastic (potential) energy store.
6. 0.35 m; 2500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One force on its own gives a resultant force, so the clay would accelerate/move in that direction. To squash it you need two forces in opposite directions on different parts (e.g. two hands, or a hand and the table).
Demo: pull one end of a spring lying on a smooth bench – it slides rather than stretches. Then hold the other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Plastic – the bumper does not return to its original shape when the force is removed.
OCR uses "elastic" and "plastic" deformation (students may also meet "inelastic" from other 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large force made layers of particles slide past each other to new positions (1); the particles form bonds with new neighbours, so they do not return when the force is removed – plastic deformation (1).
Spec link: the OCR B background to 6.3 says compressing or stretching changes the separation of the particles and the forces between them (docbrown J259/J260 extract). The "slip" picture is a simple model of plastic flow (dislocations are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[2]: One force alone gives a resultant force so the band accelerates/moves (1); two forces in opposite directions at different points stretch it / change its shape (1).
Q2 [3]: Elastic: returns to original shape/length when the force is removed (1); plastic: permanent change / does not return (1); one correct example of each, e.g. spring used gently / modelling clay (1).
Q3 [2]: Particles are pulled further apart / separation increases (1); attractive forces between particles pull them back towards their original positions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 = 40 × 0.050 = 2.0 N. x = F ÷ k = 3.0 ÷ 40 = 0.075 m (7.5 cm).
F = k × x is a RECALL equation (national list: force exerted by a spring = extension × spring constant). Rearranging is expected at both tiers here because it is a simple two-term rearrangement.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2.0 N (F = 40 × 0.05); limit of proportionality at 6 N (x = 0.15 m).
Graph drawn to scale: spring F = 40x to (0.15 m, 6.0 N), then curving (extension increases more for each extra newton). Rubber band drawn as F = 100x² (illustrative: real rubber is more complicated, but the key point is that it is elastic yet non-linear).
The limit of proportionality is not always the same point as the elastic limit (the spring can still be elastic a little beyond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[3]: k = F ÷ x (1); = 6.0 ÷ 0.15 (1); = 40 N/m (1, unit needed).
Q2 [2]: Straight line through the origin / F directly proportional to x (1); the limit of proportionality is where the line stops being straight / starts to curve (1).
Q3 [2]: x = F ÷ k = 2.0 ÷ 50 = 0.040 m (1); = 4.0 cm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 = 0.5 × 200 × 0.050² = 0.25000000000000006 J.
Common errors: forgetting to square x; squaring (k × x); leaving x in cm.
E = ½kx² is GIVEN on the J260 equation sheet ("energy stored in a stretched spring = ½ × spring constant × (extension)²" appears on the OCR B data sheet in third-party copies of J259 papers). In P4.4 of this series elastic energy was left to P6.3.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x = √(2 × 1.0 ÷ 50) = √0.040 = 0.20 m.
Area under the curve computed numerically in node: 1.578 J = 31.6 squares of 0.05 J (accept 1.5–1.7 J). The linear part alone (to 0.15 m) is 0.45 J = 9 squares.
No P6.3 statement was found to be HT; this is extension material (spec: "calculate the work done ... by calculating the appropriate area on the force–extension graph" – the area method applies to non-linear systems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[2]: E = 0.5 × 30 × 0.20² (1); = 0.60 J (1).
Q2 [2]: Area of triangle = ½ × 4.0 × 0.080 (1); = 0.16 J (1).
Q3 [3]: x² = 2E ÷ k (1); = 2 × 0.36 ÷ 50 = 0.0144 (1); x = 0.12 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 = m × g = 0.100 kg × 10 N/kg = 1.0 N.
Equipment: clamp stand, two bosses and clamps, G-clamp, spring, metre rule, pointer (e.g. a splint taped to the spring), 100 g mass hanger and slotted masses, safety goggles.
PAG P2 (OCR Forces group): "Investigating the effect of forces on springs" (PMT OCR B PAG 2 notes, search extract). OCR's second suggested activity (determining the work done in stretching safely) is covered by the graph-area analysis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Independent = force (weight added); dependent = extension.
Control: same spring (same material, coil diameter, number of coils), same temperature, rule kept vertical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25.1 − 5.0 = 20.1 cm = 0.201 m; yes: 20 × 0.201 = 4.0 N (to 2 s.f.).
Sample data: lengths 5, 10.1, 14.9, 20, 25.1, 29.9, 35, 42.5 cm for 0–7 N. Extensions 0, 5.1, 9.9, 15, 20.1, 24.9, 30, 37.5 cm. Least-squares gradient through the origin for 0–6 N = 20.01 N/m (node). Plotted to scale with force on the y-axis.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 = 0.5 × 20 × 0.20² = 0.40 J (or area ½ × 4.0 × 0.20 = 0.40 J).
Gradient triangle from (0.05 m, 1.0 N) to (0.30 m, 6.0 N) on the best-fit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Still a straight line (in the linear region) with the same gradient, but it would NOT pass through the origin – it would cross the length axis at the original length (5.0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[3]: IV: force/weight/mass added (1); DV: extension (1); CV: same spring / same original length / same temperature (1).
Q2 [1]: To avoid parallax error (so the readings are accurate) (1).
Q3 [4]: k = 4.0 ÷ 0.16 (1) = 25 N/m (1); work done = ½ × 4.0 × 0.16 or ½ × 25 × 0.16² (1) = 0.32 J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Learn F = k × x (and W = m × g, W = F × d). E = ½ × k × x² is given on the sheet.
Status follows the GCSE subject content equation lists used by J260 (force exerted by a spring = extension × spring constant is recall; energy stored in a stretched spring = ½ × k × x² is on the sheet; third-party copies of J259 papers show it on the OCR B data sheet). UNVERIFIED against the current J260 equation sheet wording: check before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Stretching needs more than one force / two forces in opposite directions (1); without the clamp's upward force the resultant force would make the spring and load accelerate/fall rather than stretch (1).
(b) [3]: x = 20.0 − 8.0 = 12.0 cm = 0.12 m (1); k = F ÷ x = 3.0 ÷ 0.12 (1); = 25 N/m (1).
(c) [2]: E = 0.5 × 25 × 0.12² (1); = 0.18 J (1). ECF from (b).
(d) [1]: m = W ÷ g = 3.0 ÷ 10 = 0.30 kg (1).
(e) [3]: Plastic deformation (1); layers of particles have slid / moved to new positions (1); bonds formed with new neighbours so particles do not return to original positions (1).
(f) [2]: Straight line through origin at first (1); the line curves / stops being straight at the limit of proportionality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Elastic (deformation) (1).
2 [2]: F = k × x = 80 × 0.050 (1); = 4.0 N (1).
3 [2]: E = 0.5 × 80 × 0.050² (1); = 0.10 J (1).
4 [2]: Linear: force directly proportional to extension / straight line through the origin (1); non-linear: not proportional / curved graph, e.g. rubber band or a spring beyond its limit of proportionality (1).
5 [2]: Layers of particles slide to new positions (1); they bond to new neighbours, so they do not return when the force is removed (1).
6 [2]: k = 2E ÷ x² = 2 × 5.0 ÷ 0.20² (1); = 250 N/m (1).
7 [6]: OCR level-of-response mark scheme (6 marks). Read the whole answer, decide the level from the content descriptor, then the mark within the level from the quality of the line of reasoning. Use the indicative scientific points below.
Level 3 (5–6 marks): Describes a full method including the measurements AND explains how to use the graph to find k AND the energy stored, AND gives a safety precaution. There is a well-developed line of reasoning which is clear and logically structured. The information presented is relevant and substantiated.
Level 2 (3–4 marks): Describes a method with most measurements AND EITHER how to find k OR how to find the energy from the graph. There is a line of reasoning presented with some structure. The information presented is relevant and supported by some evidence.
Level 1 (1–2 marks): Gives a simple description of adding masses and measuring the spring OR names some equipment. There is an attempt at a logical structure with a line of reasoning. The information is in the most part relevant.
0 marks: no response or no response worthy of credit.
Indicative scientific points may include:
 • Equipment: clamp stand, boss and clamp, spring, metre rule (clamped vertically), pointer, 100 g mass hanger and slotted masses, G-clamp, goggles.
 • Measure the original (unloaded) length of the spring from the pointer reading.
 • Add masses in equal steps (e.g. 100 g = 1.0 N); read the new length each time at eye level; wait for the spring to stop moving.
 • Extension = new length − original length; convert to m; weight W = m × g.
 • Plot force (y-axis) against extension (x-axis); draw a line of best fit.
 • Spring constant k = gradient of the straight (linear) part; limit of proportionality where the line curves.
 • Energy stored / work done = area under the graph (½ × F × x) or E = ½kx² in the linear part.
 • Safety: goggles in case the spring snaps; keep feet clear / tray under the masses; G-clamp the stand so it does not topple.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P6.3  Materials under stress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Stretching, compressing and bending; springs, F = kx and elastic energy</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Elastic  •  Plastic  •  Extension  •  Spring constant  •  Limit of proportionality  •  Elastic energy</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P6.3.1–P6.3.7 • PAG P2 forces: the force–extension investigation for a spring</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in P6.3 • stretch items marked</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More than one force • elastic and plastic • F = kx • limit of proportionality • E = ½kx²</a:t>
            </a:r>
            <a:endParaRPr lang="en-US" sz="1400" dirty="0"/>
          </a:p>
        </p:txBody>
      </p:sp>
      <p:sp>
        <p:nvSpPr>
          <p:cNvPr id="19" name="Shape 17"/>
          <p:cNvSpPr/>
          <p:nvPr/>
        </p:nvSpPr>
        <p:spPr>
          <a:xfrm>
            <a:off x="731520" y="5769864"/>
            <a:ext cx="5582412" cy="365760"/>
          </a:xfrm>
          <a:prstGeom prst="roundRect">
            <a:avLst>
              <a:gd name="adj" fmla="val 50000"/>
            </a:avLst>
          </a:prstGeom>
          <a:solidFill>
            <a:srgbClr val="16213E"/>
          </a:solidFill>
          <a:ln w="15875">
            <a:solidFill>
              <a:srgbClr val="F5A742"/>
            </a:solidFill>
            <a:prstDash val="solid"/>
          </a:ln>
        </p:spPr>
      </p:sp>
      <p:sp>
        <p:nvSpPr>
          <p:cNvPr id="20" name="Text 18"/>
          <p:cNvSpPr/>
          <p:nvPr/>
        </p:nvSpPr>
        <p:spPr>
          <a:xfrm>
            <a:off x="731520" y="5769864"/>
            <a:ext cx="5582412"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3 of 3 in Chapter P6: Matter – models and explanations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OCR J260 Combined Science B • P6.3 How does the particle model relate to material under stress? • teacher deck • mark schemes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P6.3.1–P6.3.7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P6.3.1   </a:t>
            </a:r>
            <a:r>
              <a:rPr lang="en-US" sz="1200" dirty="0">
                <a:solidFill>
                  <a:srgbClr val="262B3A"/>
                </a:solidFill>
                <a:latin typeface="Calibri" pitchFamily="34" charset="0"/>
                <a:ea typeface="Calibri" pitchFamily="34" charset="-122"/>
                <a:cs typeface="Calibri" pitchFamily="34" charset="-120"/>
              </a:rPr>
              <a:t>Explain that to </a:t>
            </a:r>
            <a:r>
              <a:rPr lang="en-US" sz="1200" b="1" dirty="0">
                <a:solidFill>
                  <a:srgbClr val="262B3A"/>
                </a:solidFill>
                <a:latin typeface="Calibri" pitchFamily="34" charset="0"/>
                <a:ea typeface="Calibri" pitchFamily="34" charset="-122"/>
                <a:cs typeface="Calibri" pitchFamily="34" charset="-120"/>
              </a:rPr>
              <a:t>stretch, compress or bend</a:t>
            </a:r>
            <a:r>
              <a:rPr lang="en-US" sz="1200" dirty="0">
                <a:solidFill>
                  <a:srgbClr val="262B3A"/>
                </a:solidFill>
                <a:latin typeface="Calibri" pitchFamily="34" charset="0"/>
                <a:ea typeface="Calibri" pitchFamily="34" charset="-122"/>
                <a:cs typeface="Calibri" pitchFamily="34" charset="-120"/>
              </a:rPr>
              <a:t> an object, </a:t>
            </a:r>
            <a:r>
              <a:rPr lang="en-US" sz="1200" b="1" dirty="0">
                <a:solidFill>
                  <a:srgbClr val="262B3A"/>
                </a:solidFill>
                <a:latin typeface="Calibri" pitchFamily="34" charset="0"/>
                <a:ea typeface="Calibri" pitchFamily="34" charset="-122"/>
                <a:cs typeface="Calibri" pitchFamily="34" charset="-120"/>
              </a:rPr>
              <a:t>more than one force</a:t>
            </a:r>
            <a:r>
              <a:rPr lang="en-US" sz="1200" dirty="0">
                <a:solidFill>
                  <a:srgbClr val="262B3A"/>
                </a:solidFill>
                <a:latin typeface="Calibri" pitchFamily="34" charset="0"/>
                <a:ea typeface="Calibri" pitchFamily="34" charset="-122"/>
                <a:cs typeface="Calibri" pitchFamily="34" charset="-120"/>
              </a:rPr>
              <a:t> has to be applied.</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P6.3.2   </a:t>
            </a:r>
            <a:r>
              <a:rPr lang="en-US" sz="1200" dirty="0">
                <a:solidFill>
                  <a:srgbClr val="262B3A"/>
                </a:solidFill>
                <a:latin typeface="Calibri" pitchFamily="34" charset="0"/>
                <a:ea typeface="Calibri" pitchFamily="34" charset="-122"/>
                <a:cs typeface="Calibri" pitchFamily="34" charset="-120"/>
              </a:rPr>
              <a:t>Describe the difference between </a:t>
            </a:r>
            <a:r>
              <a:rPr lang="en-US" sz="1200" b="1" dirty="0">
                <a:solidFill>
                  <a:srgbClr val="262B3A"/>
                </a:solidFill>
                <a:latin typeface="Calibri" pitchFamily="34" charset="0"/>
                <a:ea typeface="Calibri" pitchFamily="34" charset="-122"/>
                <a:cs typeface="Calibri" pitchFamily="34" charset="-120"/>
              </a:rPr>
              <a:t>elastic</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plastic</a:t>
            </a:r>
            <a:r>
              <a:rPr lang="en-US" sz="1200" dirty="0">
                <a:solidFill>
                  <a:srgbClr val="262B3A"/>
                </a:solidFill>
                <a:latin typeface="Calibri" pitchFamily="34" charset="0"/>
                <a:ea typeface="Calibri" pitchFamily="34" charset="-122"/>
                <a:cs typeface="Calibri" pitchFamily="34" charset="-120"/>
              </a:rPr>
              <a:t> deformation, and explain it with the </a:t>
            </a:r>
            <a:r>
              <a:rPr lang="en-US" sz="1200" b="1" dirty="0">
                <a:solidFill>
                  <a:srgbClr val="262B3A"/>
                </a:solidFill>
                <a:latin typeface="Calibri" pitchFamily="34" charset="0"/>
                <a:ea typeface="Calibri" pitchFamily="34" charset="-122"/>
                <a:cs typeface="Calibri" pitchFamily="34" charset="-120"/>
              </a:rPr>
              <a:t>particle model</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P6.3.3   </a:t>
            </a:r>
            <a:r>
              <a:rPr lang="en-US" sz="1200" dirty="0">
                <a:solidFill>
                  <a:srgbClr val="262B3A"/>
                </a:solidFill>
                <a:latin typeface="Calibri" pitchFamily="34" charset="0"/>
                <a:ea typeface="Calibri" pitchFamily="34" charset="-122"/>
                <a:cs typeface="Calibri" pitchFamily="34" charset="-120"/>
              </a:rPr>
              <a:t>Describe the relationship between </a:t>
            </a:r>
            <a:r>
              <a:rPr lang="en-US" sz="1200" b="1" dirty="0">
                <a:solidFill>
                  <a:srgbClr val="262B3A"/>
                </a:solidFill>
                <a:latin typeface="Calibri" pitchFamily="34" charset="0"/>
                <a:ea typeface="Calibri" pitchFamily="34" charset="-122"/>
                <a:cs typeface="Calibri" pitchFamily="34" charset="-120"/>
              </a:rPr>
              <a:t>force and extension</a:t>
            </a:r>
            <a:r>
              <a:rPr lang="en-US" sz="1200" dirty="0">
                <a:solidFill>
                  <a:srgbClr val="262B3A"/>
                </a:solidFill>
                <a:latin typeface="Calibri" pitchFamily="34" charset="0"/>
                <a:ea typeface="Calibri" pitchFamily="34" charset="-122"/>
                <a:cs typeface="Calibri" pitchFamily="34" charset="-120"/>
              </a:rPr>
              <a:t> for a spring and other simple systems.</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P6.3.4   </a:t>
            </a:r>
            <a:r>
              <a:rPr lang="en-US" sz="1200" dirty="0">
                <a:solidFill>
                  <a:srgbClr val="262B3A"/>
                </a:solidFill>
                <a:latin typeface="Calibri" pitchFamily="34" charset="0"/>
                <a:ea typeface="Calibri" pitchFamily="34" charset="-122"/>
                <a:cs typeface="Calibri" pitchFamily="34" charset="-120"/>
              </a:rPr>
              <a:t>Describe the difference between </a:t>
            </a:r>
            <a:r>
              <a:rPr lang="en-US" sz="1200" b="1" dirty="0">
                <a:solidFill>
                  <a:srgbClr val="262B3A"/>
                </a:solidFill>
                <a:latin typeface="Calibri" pitchFamily="34" charset="0"/>
                <a:ea typeface="Calibri" pitchFamily="34" charset="-122"/>
                <a:cs typeface="Calibri" pitchFamily="34" charset="-120"/>
              </a:rPr>
              <a:t>linear</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non-linear</a:t>
            </a:r>
            <a:r>
              <a:rPr lang="en-US" sz="1200" dirty="0">
                <a:solidFill>
                  <a:srgbClr val="262B3A"/>
                </a:solidFill>
                <a:latin typeface="Calibri" pitchFamily="34" charset="0"/>
                <a:ea typeface="Calibri" pitchFamily="34" charset="-122"/>
                <a:cs typeface="Calibri" pitchFamily="34" charset="-120"/>
              </a:rPr>
              <a:t> force–extension relationships; the </a:t>
            </a:r>
            <a:r>
              <a:rPr lang="en-US" sz="1200" b="1" dirty="0">
                <a:solidFill>
                  <a:srgbClr val="262B3A"/>
                </a:solidFill>
                <a:latin typeface="Calibri" pitchFamily="34" charset="0"/>
                <a:ea typeface="Calibri" pitchFamily="34" charset="-122"/>
                <a:cs typeface="Calibri" pitchFamily="34" charset="-120"/>
              </a:rPr>
              <a:t>limit of proportionality</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P6.3.5   </a:t>
            </a:r>
            <a:r>
              <a:rPr lang="en-US" sz="1200" dirty="0">
                <a:solidFill>
                  <a:srgbClr val="262B3A"/>
                </a:solidFill>
                <a:latin typeface="Calibri" pitchFamily="34" charset="0"/>
                <a:ea typeface="Calibri" pitchFamily="34" charset="-122"/>
                <a:cs typeface="Calibri" pitchFamily="34" charset="-120"/>
              </a:rPr>
              <a:t>Recall and apply </a:t>
            </a:r>
            <a:r>
              <a:rPr lang="en-US" sz="1200" b="1" dirty="0">
                <a:solidFill>
                  <a:srgbClr val="262B3A"/>
                </a:solidFill>
                <a:latin typeface="Calibri" pitchFamily="34" charset="0"/>
                <a:ea typeface="Calibri" pitchFamily="34" charset="-122"/>
                <a:cs typeface="Calibri" pitchFamily="34" charset="-120"/>
              </a:rPr>
              <a:t>F = k × x</a:t>
            </a:r>
            <a:r>
              <a:rPr lang="en-US" sz="1200" dirty="0">
                <a:solidFill>
                  <a:srgbClr val="262B3A"/>
                </a:solidFill>
                <a:latin typeface="Calibri" pitchFamily="34" charset="0"/>
                <a:ea typeface="Calibri" pitchFamily="34" charset="-122"/>
                <a:cs typeface="Calibri" pitchFamily="34" charset="-120"/>
              </a:rPr>
              <a:t> and calculate a </a:t>
            </a:r>
            <a:r>
              <a:rPr lang="en-US" sz="1200" b="1" dirty="0">
                <a:solidFill>
                  <a:srgbClr val="262B3A"/>
                </a:solidFill>
                <a:latin typeface="Calibri" pitchFamily="34" charset="0"/>
                <a:ea typeface="Calibri" pitchFamily="34" charset="-122"/>
                <a:cs typeface="Calibri" pitchFamily="34" charset="-120"/>
              </a:rPr>
              <a:t>spring constant</a:t>
            </a:r>
            <a:r>
              <a:rPr lang="en-US" sz="1200" dirty="0">
                <a:solidFill>
                  <a:srgbClr val="262B3A"/>
                </a:solidFill>
                <a:latin typeface="Calibri" pitchFamily="34" charset="0"/>
                <a:ea typeface="Calibri" pitchFamily="34" charset="-122"/>
                <a:cs typeface="Calibri" pitchFamily="34" charset="-120"/>
              </a:rPr>
              <a:t> in linear cases.</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P6.3.6   </a:t>
            </a:r>
            <a:r>
              <a:rPr lang="en-US" sz="1200" dirty="0">
                <a:solidFill>
                  <a:srgbClr val="262B3A"/>
                </a:solidFill>
                <a:latin typeface="Calibri" pitchFamily="34" charset="0"/>
                <a:ea typeface="Calibri" pitchFamily="34" charset="-122"/>
                <a:cs typeface="Calibri" pitchFamily="34" charset="-120"/>
              </a:rPr>
              <a:t>Calculate the </a:t>
            </a:r>
            <a:r>
              <a:rPr lang="en-US" sz="1200" b="1" dirty="0">
                <a:solidFill>
                  <a:srgbClr val="262B3A"/>
                </a:solidFill>
                <a:latin typeface="Calibri" pitchFamily="34" charset="0"/>
                <a:ea typeface="Calibri" pitchFamily="34" charset="-122"/>
                <a:cs typeface="Calibri" pitchFamily="34" charset="-120"/>
              </a:rPr>
              <a:t>work done</a:t>
            </a:r>
            <a:r>
              <a:rPr lang="en-US" sz="1200" dirty="0">
                <a:solidFill>
                  <a:srgbClr val="262B3A"/>
                </a:solidFill>
                <a:latin typeface="Calibri" pitchFamily="34" charset="0"/>
                <a:ea typeface="Calibri" pitchFamily="34" charset="-122"/>
                <a:cs typeface="Calibri" pitchFamily="34" charset="-120"/>
              </a:rPr>
              <a:t> in stretching from the </a:t>
            </a:r>
            <a:r>
              <a:rPr lang="en-US" sz="1200" b="1" dirty="0">
                <a:solidFill>
                  <a:srgbClr val="262B3A"/>
                </a:solidFill>
                <a:latin typeface="Calibri" pitchFamily="34" charset="0"/>
                <a:ea typeface="Calibri" pitchFamily="34" charset="-122"/>
                <a:cs typeface="Calibri" pitchFamily="34" charset="-120"/>
              </a:rPr>
              <a:t>area under the force–extension graph</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63640" y="3063240"/>
            <a:ext cx="457200" cy="457200"/>
          </a:xfrm>
          <a:prstGeom prst="ellipse">
            <a:avLst/>
          </a:prstGeom>
          <a:solidFill>
            <a:srgbClr val="2E5BD8"/>
          </a:solidFill>
          <a:ln w="12700">
            <a:solidFill>
              <a:srgbClr val="2E5BD8"/>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P6.3.7   </a:t>
            </a:r>
            <a:r>
              <a:rPr lang="en-US" sz="1200" dirty="0">
                <a:solidFill>
                  <a:srgbClr val="262B3A"/>
                </a:solidFill>
                <a:latin typeface="Calibri" pitchFamily="34" charset="0"/>
                <a:ea typeface="Calibri" pitchFamily="34" charset="-122"/>
                <a:cs typeface="Calibri" pitchFamily="34" charset="-120"/>
              </a:rPr>
              <a:t>Apply </a:t>
            </a:r>
            <a:r>
              <a:rPr lang="en-US" sz="1200" b="1" dirty="0">
                <a:solidFill>
                  <a:srgbClr val="262B3A"/>
                </a:solidFill>
                <a:latin typeface="Calibri" pitchFamily="34" charset="0"/>
                <a:ea typeface="Calibri" pitchFamily="34" charset="-122"/>
                <a:cs typeface="Calibri" pitchFamily="34" charset="-120"/>
              </a:rPr>
              <a:t>E = ½ × k × x²</a:t>
            </a:r>
            <a:r>
              <a:rPr lang="en-US" sz="1200" dirty="0">
                <a:solidFill>
                  <a:srgbClr val="262B3A"/>
                </a:solidFill>
                <a:latin typeface="Calibri" pitchFamily="34" charset="0"/>
                <a:ea typeface="Calibri" pitchFamily="34" charset="-122"/>
                <a:cs typeface="Calibri" pitchFamily="34" charset="-120"/>
              </a:rPr>
              <a:t> to find the energy stored in a stretched spring.</a:t>
            </a:r>
            <a:endParaRPr lang="en-US" sz="1100" dirty="0"/>
          </a:p>
        </p:txBody>
      </p:sp>
      <p:sp>
        <p:nvSpPr>
          <p:cNvPr id="29" name="Shape 27"/>
          <p:cNvSpPr/>
          <p:nvPr/>
        </p:nvSpPr>
        <p:spPr>
          <a:xfrm>
            <a:off x="6263640" y="3931920"/>
            <a:ext cx="457200" cy="457200"/>
          </a:xfrm>
          <a:prstGeom prst="ellipse">
            <a:avLst/>
          </a:prstGeom>
          <a:solidFill>
            <a:srgbClr val="2E5BD8"/>
          </a:solidFill>
          <a:ln w="12700">
            <a:solidFill>
              <a:srgbClr val="2E5BD8"/>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PAG P2   </a:t>
            </a:r>
            <a:r>
              <a:rPr lang="en-US" sz="1200" b="1" dirty="0">
                <a:solidFill>
                  <a:srgbClr val="262B3A"/>
                </a:solidFill>
                <a:latin typeface="Calibri" pitchFamily="34" charset="0"/>
                <a:ea typeface="Calibri" pitchFamily="34" charset="-122"/>
                <a:cs typeface="Calibri" pitchFamily="34" charset="-120"/>
              </a:rPr>
              <a:t>Practical:</a:t>
            </a:r>
            <a:r>
              <a:rPr lang="en-US" sz="1200" dirty="0">
                <a:solidFill>
                  <a:srgbClr val="262B3A"/>
                </a:solidFill>
                <a:latin typeface="Calibri" pitchFamily="34" charset="0"/>
                <a:ea typeface="Calibri" pitchFamily="34" charset="-122"/>
                <a:cs typeface="Calibri" pitchFamily="34" charset="-120"/>
              </a:rPr>
              <a:t> investigate how the extension of a spring depends on the force applied.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Chapter P6 Matter – models and explanations • P6.3 is Part 3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A2340"/>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P6.3</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Materials under stress</a:t>
            </a:r>
            <a:endParaRPr lang="en-US" sz="1150" dirty="0"/>
          </a:p>
        </p:txBody>
      </p:sp>
      <p:sp>
        <p:nvSpPr>
          <p:cNvPr id="10" name="Shape 8"/>
          <p:cNvSpPr/>
          <p:nvPr/>
        </p:nvSpPr>
        <p:spPr>
          <a:xfrm>
            <a:off x="914400" y="1920240"/>
            <a:ext cx="91" cy="3465576"/>
          </a:xfrm>
          <a:prstGeom prst="line">
            <a:avLst/>
          </a:prstGeom>
          <a:noFill/>
          <a:ln w="19050">
            <a:solidFill>
              <a:srgbClr val="2E5BD8"/>
            </a:solidFill>
            <a:prstDash val="solid"/>
          </a:ln>
        </p:spPr>
      </p:sp>
      <p:sp>
        <p:nvSpPr>
          <p:cNvPr id="11" name="Shape 9"/>
          <p:cNvSpPr/>
          <p:nvPr/>
        </p:nvSpPr>
        <p:spPr>
          <a:xfrm>
            <a:off x="914400" y="2386584"/>
            <a:ext cx="411480" cy="91"/>
          </a:xfrm>
          <a:prstGeom prst="line">
            <a:avLst/>
          </a:prstGeom>
          <a:noFill/>
          <a:ln w="19050">
            <a:solidFill>
              <a:srgbClr val="2E5BD8"/>
            </a:solidFill>
            <a:prstDash val="solid"/>
          </a:ln>
        </p:spPr>
      </p:sp>
      <p:sp>
        <p:nvSpPr>
          <p:cNvPr id="12" name="Shape 10"/>
          <p:cNvSpPr/>
          <p:nvPr/>
        </p:nvSpPr>
        <p:spPr>
          <a:xfrm>
            <a:off x="1325880" y="2103120"/>
            <a:ext cx="5120640" cy="566928"/>
          </a:xfrm>
          <a:prstGeom prst="roundRect">
            <a:avLst>
              <a:gd name="adj" fmla="val 8065"/>
            </a:avLst>
          </a:prstGeom>
          <a:solidFill>
            <a:srgbClr val="F5F8FE"/>
          </a:solidFill>
          <a:ln w="12700">
            <a:solidFill>
              <a:srgbClr val="D5DCEB"/>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P6.3.1   </a:t>
            </a:r>
            <a:r>
              <a:rPr lang="en-US" sz="1100" dirty="0">
                <a:solidFill>
                  <a:srgbClr val="262B3A"/>
                </a:solidFill>
                <a:latin typeface="Calibri" pitchFamily="34" charset="0"/>
                <a:ea typeface="Calibri" pitchFamily="34" charset="-122"/>
                <a:cs typeface="Calibri" pitchFamily="34" charset="-120"/>
              </a:rPr>
              <a:t>Stretching, compressing and bending need more than one force</a:t>
            </a:r>
            <a:endParaRPr lang="en-US" sz="1100" dirty="0"/>
          </a:p>
        </p:txBody>
      </p:sp>
      <p:sp>
        <p:nvSpPr>
          <p:cNvPr id="14" name="Shape 12"/>
          <p:cNvSpPr/>
          <p:nvPr/>
        </p:nvSpPr>
        <p:spPr>
          <a:xfrm>
            <a:off x="5257800" y="2249424"/>
            <a:ext cx="109728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136392"/>
            <a:ext cx="411480" cy="91"/>
          </a:xfrm>
          <a:prstGeom prst="line">
            <a:avLst/>
          </a:prstGeom>
          <a:noFill/>
          <a:ln w="19050">
            <a:solidFill>
              <a:srgbClr val="2E5BD8"/>
            </a:solidFill>
            <a:prstDash val="solid"/>
          </a:ln>
        </p:spPr>
      </p:sp>
      <p:sp>
        <p:nvSpPr>
          <p:cNvPr id="17" name="Shape 15"/>
          <p:cNvSpPr/>
          <p:nvPr/>
        </p:nvSpPr>
        <p:spPr>
          <a:xfrm>
            <a:off x="1325880" y="2852928"/>
            <a:ext cx="5120640" cy="566928"/>
          </a:xfrm>
          <a:prstGeom prst="roundRect">
            <a:avLst>
              <a:gd name="adj" fmla="val 8065"/>
            </a:avLst>
          </a:prstGeom>
          <a:solidFill>
            <a:srgbClr val="F5F8FE"/>
          </a:solidFill>
          <a:ln w="12700">
            <a:solidFill>
              <a:srgbClr val="D5DCEB"/>
            </a:solidFill>
            <a:prstDash val="solid"/>
          </a:ln>
        </p:spPr>
      </p:sp>
      <p:sp>
        <p:nvSpPr>
          <p:cNvPr id="18" name="Text 16"/>
          <p:cNvSpPr/>
          <p:nvPr/>
        </p:nvSpPr>
        <p:spPr>
          <a:xfrm>
            <a:off x="1463040" y="2852928"/>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P6.3.2   </a:t>
            </a:r>
            <a:r>
              <a:rPr lang="en-US" sz="1100" dirty="0">
                <a:solidFill>
                  <a:srgbClr val="262B3A"/>
                </a:solidFill>
                <a:latin typeface="Calibri" pitchFamily="34" charset="0"/>
                <a:ea typeface="Calibri" pitchFamily="34" charset="-122"/>
                <a:cs typeface="Calibri" pitchFamily="34" charset="-120"/>
              </a:rPr>
              <a:t>Elastic and plastic deformation; the particle model</a:t>
            </a:r>
            <a:endParaRPr lang="en-US" sz="1100" dirty="0"/>
          </a:p>
        </p:txBody>
      </p:sp>
      <p:sp>
        <p:nvSpPr>
          <p:cNvPr id="19" name="Shape 17"/>
          <p:cNvSpPr/>
          <p:nvPr/>
        </p:nvSpPr>
        <p:spPr>
          <a:xfrm>
            <a:off x="5257800" y="2999232"/>
            <a:ext cx="109728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257800" y="299923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886200"/>
            <a:ext cx="411480" cy="91"/>
          </a:xfrm>
          <a:prstGeom prst="line">
            <a:avLst/>
          </a:prstGeom>
          <a:noFill/>
          <a:ln w="19050">
            <a:solidFill>
              <a:srgbClr val="2E5BD8"/>
            </a:solidFill>
            <a:prstDash val="solid"/>
          </a:ln>
        </p:spPr>
      </p:sp>
      <p:sp>
        <p:nvSpPr>
          <p:cNvPr id="22" name="Shape 20"/>
          <p:cNvSpPr/>
          <p:nvPr/>
        </p:nvSpPr>
        <p:spPr>
          <a:xfrm>
            <a:off x="1325880" y="3602736"/>
            <a:ext cx="5120640" cy="566928"/>
          </a:xfrm>
          <a:prstGeom prst="roundRect">
            <a:avLst>
              <a:gd name="adj" fmla="val 8065"/>
            </a:avLst>
          </a:prstGeom>
          <a:solidFill>
            <a:srgbClr val="F5F8FE"/>
          </a:solidFill>
          <a:ln w="12700">
            <a:solidFill>
              <a:srgbClr val="D5DCEB"/>
            </a:solidFill>
            <a:prstDash val="solid"/>
          </a:ln>
        </p:spPr>
      </p:sp>
      <p:sp>
        <p:nvSpPr>
          <p:cNvPr id="23" name="Text 21"/>
          <p:cNvSpPr/>
          <p:nvPr/>
        </p:nvSpPr>
        <p:spPr>
          <a:xfrm>
            <a:off x="1463040" y="3602736"/>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P6.3.3–P6.3.5   </a:t>
            </a:r>
            <a:r>
              <a:rPr lang="en-US" sz="1100" dirty="0">
                <a:solidFill>
                  <a:srgbClr val="262B3A"/>
                </a:solidFill>
                <a:latin typeface="Calibri" pitchFamily="34" charset="0"/>
                <a:ea typeface="Calibri" pitchFamily="34" charset="-122"/>
                <a:cs typeface="Calibri" pitchFamily="34" charset="-120"/>
              </a:rPr>
              <a:t>Force–extension, F = k × x, limit of proportionality</a:t>
            </a:r>
            <a:endParaRPr lang="en-US" sz="1100" dirty="0"/>
          </a:p>
        </p:txBody>
      </p:sp>
      <p:sp>
        <p:nvSpPr>
          <p:cNvPr id="24" name="Shape 22"/>
          <p:cNvSpPr/>
          <p:nvPr/>
        </p:nvSpPr>
        <p:spPr>
          <a:xfrm>
            <a:off x="5257800" y="3749040"/>
            <a:ext cx="109728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257800" y="374904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636008"/>
            <a:ext cx="411480" cy="91"/>
          </a:xfrm>
          <a:prstGeom prst="line">
            <a:avLst/>
          </a:prstGeom>
          <a:noFill/>
          <a:ln w="19050">
            <a:solidFill>
              <a:srgbClr val="2E5BD8"/>
            </a:solidFill>
            <a:prstDash val="solid"/>
          </a:ln>
        </p:spPr>
      </p:sp>
      <p:sp>
        <p:nvSpPr>
          <p:cNvPr id="27" name="Shape 25"/>
          <p:cNvSpPr/>
          <p:nvPr/>
        </p:nvSpPr>
        <p:spPr>
          <a:xfrm>
            <a:off x="1325880" y="4352544"/>
            <a:ext cx="5120640" cy="566928"/>
          </a:xfrm>
          <a:prstGeom prst="roundRect">
            <a:avLst>
              <a:gd name="adj" fmla="val 8065"/>
            </a:avLst>
          </a:prstGeom>
          <a:solidFill>
            <a:srgbClr val="F5F8FE"/>
          </a:solidFill>
          <a:ln w="12700">
            <a:solidFill>
              <a:srgbClr val="D5DCEB"/>
            </a:solidFill>
            <a:prstDash val="solid"/>
          </a:ln>
        </p:spPr>
      </p:sp>
      <p:sp>
        <p:nvSpPr>
          <p:cNvPr id="28" name="Text 26"/>
          <p:cNvSpPr/>
          <p:nvPr/>
        </p:nvSpPr>
        <p:spPr>
          <a:xfrm>
            <a:off x="1463040" y="4352544"/>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P6.3.6–P6.3.7   </a:t>
            </a:r>
            <a:r>
              <a:rPr lang="en-US" sz="1100" dirty="0">
                <a:solidFill>
                  <a:srgbClr val="262B3A"/>
                </a:solidFill>
                <a:latin typeface="Calibri" pitchFamily="34" charset="0"/>
                <a:ea typeface="Calibri" pitchFamily="34" charset="-122"/>
                <a:cs typeface="Calibri" pitchFamily="34" charset="-120"/>
              </a:rPr>
              <a:t>Work done = area under the graph; E = ½kx²</a:t>
            </a:r>
            <a:endParaRPr lang="en-US" sz="1100" dirty="0"/>
          </a:p>
        </p:txBody>
      </p:sp>
      <p:sp>
        <p:nvSpPr>
          <p:cNvPr id="29" name="Shape 27"/>
          <p:cNvSpPr/>
          <p:nvPr/>
        </p:nvSpPr>
        <p:spPr>
          <a:xfrm>
            <a:off x="5257800" y="4498848"/>
            <a:ext cx="1097280" cy="274320"/>
          </a:xfrm>
          <a:prstGeom prst="roundRect">
            <a:avLst>
              <a:gd name="adj" fmla="val 50000"/>
            </a:avLst>
          </a:prstGeom>
          <a:solidFill>
            <a:srgbClr val="2E5BD8"/>
          </a:solidFill>
          <a:ln w="12700">
            <a:solidFill>
              <a:srgbClr val="2E5BD8"/>
            </a:solidFill>
            <a:prstDash val="solid"/>
          </a:ln>
        </p:spPr>
      </p:sp>
      <p:sp>
        <p:nvSpPr>
          <p:cNvPr id="30" name="Text 28"/>
          <p:cNvSpPr/>
          <p:nvPr/>
        </p:nvSpPr>
        <p:spPr>
          <a:xfrm>
            <a:off x="5257800" y="449884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385816"/>
            <a:ext cx="411480" cy="91"/>
          </a:xfrm>
          <a:prstGeom prst="line">
            <a:avLst/>
          </a:prstGeom>
          <a:noFill/>
          <a:ln w="19050">
            <a:solidFill>
              <a:srgbClr val="2E5BD8"/>
            </a:solidFill>
            <a:prstDash val="solid"/>
          </a:ln>
        </p:spPr>
      </p:sp>
      <p:sp>
        <p:nvSpPr>
          <p:cNvPr id="32" name="Shape 30"/>
          <p:cNvSpPr/>
          <p:nvPr/>
        </p:nvSpPr>
        <p:spPr>
          <a:xfrm>
            <a:off x="1325880" y="5102352"/>
            <a:ext cx="5120640" cy="566928"/>
          </a:xfrm>
          <a:prstGeom prst="roundRect">
            <a:avLst>
              <a:gd name="adj" fmla="val 8065"/>
            </a:avLst>
          </a:prstGeom>
          <a:solidFill>
            <a:srgbClr val="F5F8FE"/>
          </a:solidFill>
          <a:ln w="12700">
            <a:solidFill>
              <a:srgbClr val="D5DCEB"/>
            </a:solidFill>
            <a:prstDash val="solid"/>
          </a:ln>
        </p:spPr>
      </p:sp>
      <p:sp>
        <p:nvSpPr>
          <p:cNvPr id="33" name="Text 31"/>
          <p:cNvSpPr/>
          <p:nvPr/>
        </p:nvSpPr>
        <p:spPr>
          <a:xfrm>
            <a:off x="1463040" y="5102352"/>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PAG P2   </a:t>
            </a:r>
            <a:r>
              <a:rPr lang="en-US" sz="1100" dirty="0">
                <a:solidFill>
                  <a:srgbClr val="262B3A"/>
                </a:solidFill>
                <a:latin typeface="Calibri" pitchFamily="34" charset="0"/>
                <a:ea typeface="Calibri" pitchFamily="34" charset="-122"/>
                <a:cs typeface="Calibri" pitchFamily="34" charset="-120"/>
              </a:rPr>
              <a:t>Practical: force and extension of a spring; k and energy</a:t>
            </a:r>
            <a:endParaRPr lang="en-US" sz="1100" dirty="0"/>
          </a:p>
        </p:txBody>
      </p:sp>
      <p:sp>
        <p:nvSpPr>
          <p:cNvPr id="34" name="Shape 32"/>
          <p:cNvSpPr/>
          <p:nvPr/>
        </p:nvSpPr>
        <p:spPr>
          <a:xfrm>
            <a:off x="5257800" y="5248656"/>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524865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6" name="Text 34"/>
          <p:cNvSpPr/>
          <p:nvPr/>
        </p:nvSpPr>
        <p:spPr>
          <a:xfrm>
            <a:off x="411480" y="5943600"/>
            <a:ext cx="6035040" cy="36576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P4 forces (resultant force, weight W = mg, work done W = Fd) • P6.1 particle model • P2 energy stores</a:t>
            </a:r>
            <a:endParaRPr lang="en-US" sz="1050" dirty="0"/>
          </a:p>
        </p:txBody>
      </p:sp>
      <p:sp>
        <p:nvSpPr>
          <p:cNvPr id="37" name="Shape 35"/>
          <p:cNvSpPr/>
          <p:nvPr/>
        </p:nvSpPr>
        <p:spPr>
          <a:xfrm>
            <a:off x="6720840" y="1234440"/>
            <a:ext cx="5056632" cy="2788920"/>
          </a:xfrm>
          <a:prstGeom prst="roundRect">
            <a:avLst>
              <a:gd name="adj" fmla="val 1967"/>
            </a:avLst>
          </a:prstGeom>
          <a:solidFill>
            <a:srgbClr val="1F2A4A"/>
          </a:solidFill>
          <a:ln/>
        </p:spPr>
      </p:sp>
      <p:sp>
        <p:nvSpPr>
          <p:cNvPr id="38" name="Text 36"/>
          <p:cNvSpPr/>
          <p:nvPr/>
        </p:nvSpPr>
        <p:spPr>
          <a:xfrm>
            <a:off x="6903720" y="1325880"/>
            <a:ext cx="4709160" cy="26060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P6 in J260</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P6.1 How does energy transform matter?</a:t>
            </a:r>
            <a:r>
              <a:rPr lang="en-US" sz="1150" dirty="0">
                <a:solidFill>
                  <a:srgbClr val="E6ECFA"/>
                </a:solidFill>
                <a:latin typeface="Calibri" pitchFamily="34" charset="0"/>
                <a:ea typeface="Calibri" pitchFamily="34" charset="-122"/>
                <a:cs typeface="Calibri" pitchFamily="34" charset="-120"/>
              </a:rPr>
              <a:t> Density, specific heat capacity, latent heat.</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P6.2 How does the particle model explain the effects of heating?</a:t>
            </a:r>
            <a:r>
              <a:rPr lang="en-US" sz="1150" dirty="0">
                <a:solidFill>
                  <a:srgbClr val="E6ECFA"/>
                </a:solidFill>
                <a:latin typeface="Calibri" pitchFamily="34" charset="0"/>
                <a:ea typeface="Calibri" pitchFamily="34" charset="-122"/>
                <a:cs typeface="Calibri" pitchFamily="34" charset="-120"/>
              </a:rPr>
              <a:t> Gas particles, temperature and pressure.</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P6.3 How does the particle model relate to material under stress?</a:t>
            </a:r>
            <a:r>
              <a:rPr lang="en-US" sz="1150" dirty="0">
                <a:solidFill>
                  <a:srgbClr val="E6ECFA"/>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P6.3 is the </a:t>
            </a:r>
            <a:r>
              <a:rPr lang="en-US" sz="1150" b="1" dirty="0">
                <a:solidFill>
                  <a:srgbClr val="E6ECFA"/>
                </a:solidFill>
                <a:latin typeface="Calibri" pitchFamily="34" charset="0"/>
                <a:ea typeface="Calibri" pitchFamily="34" charset="-122"/>
                <a:cs typeface="Calibri" pitchFamily="34" charset="-120"/>
              </a:rPr>
              <a:t>last physics sub-topic</a:t>
            </a:r>
            <a:r>
              <a:rPr lang="en-US" sz="1150" dirty="0">
                <a:solidFill>
                  <a:srgbClr val="E6ECFA"/>
                </a:solidFill>
                <a:latin typeface="Calibri" pitchFamily="34" charset="0"/>
                <a:ea typeface="Calibri" pitchFamily="34" charset="-122"/>
                <a:cs typeface="Calibri" pitchFamily="34" charset="-120"/>
              </a:rPr>
              <a:t> in J260 (chapters P1–P6).</a:t>
            </a:r>
            <a:endParaRPr lang="en-US" sz="1500" dirty="0"/>
          </a:p>
        </p:txBody>
      </p:sp>
      <p:sp>
        <p:nvSpPr>
          <p:cNvPr id="39" name="Shape 37"/>
          <p:cNvSpPr/>
          <p:nvPr/>
        </p:nvSpPr>
        <p:spPr>
          <a:xfrm>
            <a:off x="6720840" y="4160520"/>
            <a:ext cx="5056632" cy="2103120"/>
          </a:xfrm>
          <a:prstGeom prst="roundRect">
            <a:avLst>
              <a:gd name="adj" fmla="val 2609"/>
            </a:avLst>
          </a:prstGeom>
          <a:solidFill>
            <a:srgbClr val="FFF4E0"/>
          </a:solidFill>
          <a:ln w="12700">
            <a:solidFill>
              <a:srgbClr val="F1D9A8"/>
            </a:solidFill>
            <a:prstDash val="solid"/>
          </a:ln>
        </p:spPr>
      </p:sp>
      <p:sp>
        <p:nvSpPr>
          <p:cNvPr id="40" name="Text 38"/>
          <p:cNvSpPr/>
          <p:nvPr/>
        </p:nvSpPr>
        <p:spPr>
          <a:xfrm>
            <a:off x="6903720" y="4251960"/>
            <a:ext cx="4709160" cy="192024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slide is for both tiers: no P6.3 statement was found to be Higher only.</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 = k × x</a:t>
            </a:r>
            <a:r>
              <a:rPr lang="en-US" sz="1150" dirty="0">
                <a:solidFill>
                  <a:srgbClr val="262B3A"/>
                </a:solidFill>
                <a:latin typeface="Calibri" pitchFamily="34" charset="0"/>
                <a:ea typeface="Calibri" pitchFamily="34" charset="-122"/>
                <a:cs typeface="Calibri" pitchFamily="34" charset="-120"/>
              </a:rPr>
              <a:t> must be recalled; </a:t>
            </a:r>
            <a:r>
              <a:rPr lang="en-US" sz="1150" b="1" dirty="0">
                <a:solidFill>
                  <a:srgbClr val="262B3A"/>
                </a:solidFill>
                <a:latin typeface="Calibri" pitchFamily="34" charset="0"/>
                <a:ea typeface="Calibri" pitchFamily="34" charset="-122"/>
                <a:cs typeface="Calibri" pitchFamily="34" charset="-120"/>
              </a:rPr>
              <a:t>E = ½ × k × x²</a:t>
            </a:r>
            <a:r>
              <a:rPr lang="en-US" sz="1150" dirty="0">
                <a:solidFill>
                  <a:srgbClr val="262B3A"/>
                </a:solidFill>
                <a:latin typeface="Calibri" pitchFamily="34" charset="0"/>
                <a:ea typeface="Calibri" pitchFamily="34" charset="-122"/>
                <a:cs typeface="Calibri" pitchFamily="34" charset="-120"/>
              </a:rPr>
              <a:t> is given on the equation sheet.</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One practical: </a:t>
            </a:r>
            <a:r>
              <a:rPr lang="en-US" sz="1150" b="1" dirty="0">
                <a:solidFill>
                  <a:srgbClr val="262B3A"/>
                </a:solidFill>
                <a:latin typeface="Calibri" pitchFamily="34" charset="0"/>
                <a:ea typeface="Calibri" pitchFamily="34" charset="-122"/>
                <a:cs typeface="Calibri" pitchFamily="34" charset="-120"/>
              </a:rPr>
              <a:t>PAG P2</a:t>
            </a:r>
            <a:r>
              <a:rPr lang="en-US" sz="1150" dirty="0">
                <a:solidFill>
                  <a:srgbClr val="262B3A"/>
                </a:solidFill>
                <a:latin typeface="Calibri" pitchFamily="34" charset="0"/>
                <a:ea typeface="Calibri" pitchFamily="34" charset="-122"/>
                <a:cs typeface="Calibri" pitchFamily="34" charset="-120"/>
              </a:rPr>
              <a:t> (forces): stretching a spring.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P4, P6.1, P2 and maths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P4 • resultant force</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box has </a:t>
            </a:r>
            <a:r>
              <a:rPr lang="en-US" sz="1250" b="1" dirty="0">
                <a:solidFill>
                  <a:srgbClr val="262B3A"/>
                </a:solidFill>
                <a:latin typeface="Calibri" pitchFamily="34" charset="0"/>
                <a:ea typeface="Calibri" pitchFamily="34" charset="-122"/>
                <a:cs typeface="Calibri" pitchFamily="34" charset="-120"/>
              </a:rPr>
              <a:t>12 N</a:t>
            </a:r>
            <a:r>
              <a:rPr lang="en-US" sz="1250" dirty="0">
                <a:solidFill>
                  <a:srgbClr val="262B3A"/>
                </a:solidFill>
                <a:latin typeface="Calibri" pitchFamily="34" charset="0"/>
                <a:ea typeface="Calibri" pitchFamily="34" charset="-122"/>
                <a:cs typeface="Calibri" pitchFamily="34" charset="-120"/>
              </a:rPr>
              <a:t> acting to the right and </a:t>
            </a:r>
            <a:r>
              <a:rPr lang="en-US" sz="1250" b="1" dirty="0">
                <a:solidFill>
                  <a:srgbClr val="262B3A"/>
                </a:solidFill>
                <a:latin typeface="Calibri" pitchFamily="34" charset="0"/>
                <a:ea typeface="Calibri" pitchFamily="34" charset="-122"/>
                <a:cs typeface="Calibri" pitchFamily="34" charset="-120"/>
              </a:rPr>
              <a:t>5 N</a:t>
            </a:r>
            <a:r>
              <a:rPr lang="en-US" sz="1250" dirty="0">
                <a:solidFill>
                  <a:srgbClr val="262B3A"/>
                </a:solidFill>
                <a:latin typeface="Calibri" pitchFamily="34" charset="0"/>
                <a:ea typeface="Calibri" pitchFamily="34" charset="-122"/>
                <a:cs typeface="Calibri" pitchFamily="34" charset="-120"/>
              </a:rPr>
              <a:t> acting to the left. Give the size and direction of the </a:t>
            </a:r>
            <a:r>
              <a:rPr lang="en-US" sz="1250" b="1" dirty="0">
                <a:solidFill>
                  <a:srgbClr val="262B3A"/>
                </a:solidFill>
                <a:latin typeface="Calibri" pitchFamily="34" charset="0"/>
                <a:ea typeface="Calibri" pitchFamily="34" charset="-122"/>
                <a:cs typeface="Calibri" pitchFamily="34" charset="-120"/>
              </a:rPr>
              <a:t>resultant force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P4 • weight</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a:t>
            </a:r>
            <a:r>
              <a:rPr lang="en-US" sz="1250" b="1" dirty="0">
                <a:solidFill>
                  <a:srgbClr val="262B3A"/>
                </a:solidFill>
                <a:latin typeface="Calibri" pitchFamily="34" charset="0"/>
                <a:ea typeface="Calibri" pitchFamily="34" charset="-122"/>
                <a:cs typeface="Calibri" pitchFamily="34" charset="-120"/>
              </a:rPr>
              <a:t>weight</a:t>
            </a:r>
            <a:r>
              <a:rPr lang="en-US" sz="1250" dirty="0">
                <a:solidFill>
                  <a:srgbClr val="262B3A"/>
                </a:solidFill>
                <a:latin typeface="Calibri" pitchFamily="34" charset="0"/>
                <a:ea typeface="Calibri" pitchFamily="34" charset="-122"/>
                <a:cs typeface="Calibri" pitchFamily="34" charset="-120"/>
              </a:rPr>
              <a:t> of a </a:t>
            </a:r>
            <a:r>
              <a:rPr lang="en-US" sz="1250" b="1" dirty="0">
                <a:solidFill>
                  <a:srgbClr val="262B3A"/>
                </a:solidFill>
                <a:latin typeface="Calibri" pitchFamily="34" charset="0"/>
                <a:ea typeface="Calibri" pitchFamily="34" charset="-122"/>
                <a:cs typeface="Calibri" pitchFamily="34" charset="-120"/>
              </a:rPr>
              <a:t>0.20 kg</a:t>
            </a:r>
            <a:r>
              <a:rPr lang="en-US" sz="1250" dirty="0">
                <a:solidFill>
                  <a:srgbClr val="262B3A"/>
                </a:solidFill>
                <a:latin typeface="Calibri" pitchFamily="34" charset="0"/>
                <a:ea typeface="Calibri" pitchFamily="34" charset="-122"/>
                <a:cs typeface="Calibri" pitchFamily="34" charset="-120"/>
              </a:rPr>
              <a:t> mass. (g = 10 N/kg)</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P4 • work done</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5.0 N</a:t>
            </a:r>
            <a:r>
              <a:rPr lang="en-US" sz="1250" dirty="0">
                <a:solidFill>
                  <a:srgbClr val="262B3A"/>
                </a:solidFill>
                <a:latin typeface="Calibri" pitchFamily="34" charset="0"/>
                <a:ea typeface="Calibri" pitchFamily="34" charset="-122"/>
                <a:cs typeface="Calibri" pitchFamily="34" charset="-120"/>
              </a:rPr>
              <a:t> force pulls a box </a:t>
            </a:r>
            <a:r>
              <a:rPr lang="en-US" sz="1250" b="1" dirty="0">
                <a:solidFill>
                  <a:srgbClr val="262B3A"/>
                </a:solidFill>
                <a:latin typeface="Calibri" pitchFamily="34" charset="0"/>
                <a:ea typeface="Calibri" pitchFamily="34" charset="-122"/>
                <a:cs typeface="Calibri" pitchFamily="34" charset="-120"/>
              </a:rPr>
              <a:t>0.40 m</a:t>
            </a:r>
            <a:r>
              <a:rPr lang="en-US" sz="1250" dirty="0">
                <a:solidFill>
                  <a:srgbClr val="262B3A"/>
                </a:solidFill>
                <a:latin typeface="Calibri" pitchFamily="34" charset="0"/>
                <a:ea typeface="Calibri" pitchFamily="34" charset="-122"/>
                <a:cs typeface="Calibri" pitchFamily="34" charset="-120"/>
              </a:rPr>
              <a:t>. Calculate the </a:t>
            </a:r>
            <a:r>
              <a:rPr lang="en-US" sz="1250" b="1" dirty="0">
                <a:solidFill>
                  <a:srgbClr val="262B3A"/>
                </a:solidFill>
                <a:latin typeface="Calibri" pitchFamily="34" charset="0"/>
                <a:ea typeface="Calibri" pitchFamily="34" charset="-122"/>
                <a:cs typeface="Calibri" pitchFamily="34" charset="-120"/>
              </a:rPr>
              <a:t>work done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P6.1 • particle model</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a:t>
            </a:r>
            <a:r>
              <a:rPr lang="en-US" sz="1250" b="1" dirty="0">
                <a:solidFill>
                  <a:srgbClr val="262B3A"/>
                </a:solidFill>
                <a:latin typeface="Calibri" pitchFamily="34" charset="0"/>
                <a:ea typeface="Calibri" pitchFamily="34" charset="-122"/>
                <a:cs typeface="Calibri" pitchFamily="34" charset="-120"/>
              </a:rPr>
              <a:t>arrangement</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movement</a:t>
            </a:r>
            <a:r>
              <a:rPr lang="en-US" sz="1250" dirty="0">
                <a:solidFill>
                  <a:srgbClr val="262B3A"/>
                </a:solidFill>
                <a:latin typeface="Calibri" pitchFamily="34" charset="0"/>
                <a:ea typeface="Calibri" pitchFamily="34" charset="-122"/>
                <a:cs typeface="Calibri" pitchFamily="34" charset="-120"/>
              </a:rPr>
              <a:t> of the particles in a </a:t>
            </a:r>
            <a:r>
              <a:rPr lang="en-US" sz="1250" b="1" dirty="0">
                <a:solidFill>
                  <a:srgbClr val="262B3A"/>
                </a:solidFill>
                <a:latin typeface="Calibri" pitchFamily="34" charset="0"/>
                <a:ea typeface="Calibri" pitchFamily="34" charset="-122"/>
                <a:cs typeface="Calibri" pitchFamily="34" charset="-120"/>
              </a:rPr>
              <a:t>solid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P2 • energy stores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catapult's elastic band is pulled back. Name the </a:t>
            </a:r>
            <a:r>
              <a:rPr lang="en-US" sz="1250" b="1" dirty="0">
                <a:solidFill>
                  <a:srgbClr val="262B3A"/>
                </a:solidFill>
                <a:latin typeface="Calibri" pitchFamily="34" charset="0"/>
                <a:ea typeface="Calibri" pitchFamily="34" charset="-122"/>
                <a:cs typeface="Calibri" pitchFamily="34" charset="-120"/>
              </a:rPr>
              <a:t>energy store</a:t>
            </a:r>
            <a:r>
              <a:rPr lang="en-US" sz="1250" dirty="0">
                <a:solidFill>
                  <a:srgbClr val="262B3A"/>
                </a:solidFill>
                <a:latin typeface="Calibri" pitchFamily="34" charset="0"/>
                <a:ea typeface="Calibri" pitchFamily="34" charset="-122"/>
                <a:cs typeface="Calibri" pitchFamily="34" charset="-120"/>
              </a:rPr>
              <a:t> that increases.</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Maths • units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35 cm</a:t>
            </a:r>
            <a:r>
              <a:rPr lang="en-US" sz="1250" dirty="0">
                <a:solidFill>
                  <a:srgbClr val="262B3A"/>
                </a:solidFill>
                <a:latin typeface="Calibri" pitchFamily="34" charset="0"/>
                <a:ea typeface="Calibri" pitchFamily="34" charset="-122"/>
                <a:cs typeface="Calibri" pitchFamily="34" charset="-120"/>
              </a:rPr>
              <a:t> into metres and </a:t>
            </a:r>
            <a:r>
              <a:rPr lang="en-US" sz="1250" b="1" dirty="0">
                <a:solidFill>
                  <a:srgbClr val="262B3A"/>
                </a:solidFill>
                <a:latin typeface="Calibri" pitchFamily="34" charset="0"/>
                <a:ea typeface="Calibri" pitchFamily="34" charset="-122"/>
                <a:cs typeface="Calibri" pitchFamily="34" charset="-120"/>
              </a:rPr>
              <a:t>2.5 kN</a:t>
            </a:r>
            <a:r>
              <a:rPr lang="en-US" sz="1250" dirty="0">
                <a:solidFill>
                  <a:srgbClr val="262B3A"/>
                </a:solidFill>
                <a:latin typeface="Calibri" pitchFamily="34" charset="0"/>
                <a:ea typeface="Calibri" pitchFamily="34" charset="-122"/>
                <a:cs typeface="Calibri" pitchFamily="34" charset="-120"/>
              </a:rPr>
              <a:t> into newtons.</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Changing shape needs more than one force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P6.3.1 • stretching, compressing and bending</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force arrows show the forces acting on each object</a:t>
            </a:r>
            <a:endParaRPr lang="en-US" sz="1000" dirty="0"/>
          </a:p>
        </p:txBody>
      </p:sp>
      <p:sp>
        <p:nvSpPr>
          <p:cNvPr id="10" name="Text 8"/>
          <p:cNvSpPr/>
          <p:nvPr/>
        </p:nvSpPr>
        <p:spPr>
          <a:xfrm>
            <a:off x="594360" y="1371600"/>
            <a:ext cx="14630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Stretching</a:t>
            </a:r>
            <a:endParaRPr lang="en-US" sz="1200" dirty="0"/>
          </a:p>
        </p:txBody>
      </p:sp>
      <p:sp>
        <p:nvSpPr>
          <p:cNvPr id="11" name="Shape 9"/>
          <p:cNvSpPr/>
          <p:nvPr/>
        </p:nvSpPr>
        <p:spPr>
          <a:xfrm>
            <a:off x="2103120" y="1965960"/>
            <a:ext cx="109728" cy="91"/>
          </a:xfrm>
          <a:prstGeom prst="line">
            <a:avLst/>
          </a:prstGeom>
          <a:noFill/>
          <a:ln w="22225">
            <a:solidFill>
              <a:srgbClr val="4A5568"/>
            </a:solidFill>
            <a:prstDash val="solid"/>
          </a:ln>
        </p:spPr>
      </p:sp>
      <p:sp>
        <p:nvSpPr>
          <p:cNvPr id="12" name="Shape 10"/>
          <p:cNvSpPr/>
          <p:nvPr/>
        </p:nvSpPr>
        <p:spPr>
          <a:xfrm flipV="1">
            <a:off x="2212848" y="1828800"/>
            <a:ext cx="104648" cy="137160"/>
          </a:xfrm>
          <a:prstGeom prst="line">
            <a:avLst/>
          </a:prstGeom>
          <a:noFill/>
          <a:ln w="22225">
            <a:solidFill>
              <a:srgbClr val="4A5568"/>
            </a:solidFill>
            <a:prstDash val="solid"/>
          </a:ln>
        </p:spPr>
      </p:sp>
      <p:sp>
        <p:nvSpPr>
          <p:cNvPr id="13" name="Shape 11"/>
          <p:cNvSpPr/>
          <p:nvPr/>
        </p:nvSpPr>
        <p:spPr>
          <a:xfrm>
            <a:off x="2317496" y="1828800"/>
            <a:ext cx="104648" cy="274320"/>
          </a:xfrm>
          <a:prstGeom prst="line">
            <a:avLst/>
          </a:prstGeom>
          <a:noFill/>
          <a:ln w="22225">
            <a:solidFill>
              <a:srgbClr val="4A5568"/>
            </a:solidFill>
            <a:prstDash val="solid"/>
          </a:ln>
        </p:spPr>
      </p:sp>
      <p:sp>
        <p:nvSpPr>
          <p:cNvPr id="14" name="Shape 12"/>
          <p:cNvSpPr/>
          <p:nvPr/>
        </p:nvSpPr>
        <p:spPr>
          <a:xfrm flipV="1">
            <a:off x="2422144" y="1828800"/>
            <a:ext cx="104648" cy="274320"/>
          </a:xfrm>
          <a:prstGeom prst="line">
            <a:avLst/>
          </a:prstGeom>
          <a:noFill/>
          <a:ln w="22225">
            <a:solidFill>
              <a:srgbClr val="4A5568"/>
            </a:solidFill>
            <a:prstDash val="solid"/>
          </a:ln>
        </p:spPr>
      </p:sp>
      <p:sp>
        <p:nvSpPr>
          <p:cNvPr id="15" name="Shape 13"/>
          <p:cNvSpPr/>
          <p:nvPr/>
        </p:nvSpPr>
        <p:spPr>
          <a:xfrm>
            <a:off x="2526792" y="1828800"/>
            <a:ext cx="104648" cy="274320"/>
          </a:xfrm>
          <a:prstGeom prst="line">
            <a:avLst/>
          </a:prstGeom>
          <a:noFill/>
          <a:ln w="22225">
            <a:solidFill>
              <a:srgbClr val="4A5568"/>
            </a:solidFill>
            <a:prstDash val="solid"/>
          </a:ln>
        </p:spPr>
      </p:sp>
      <p:sp>
        <p:nvSpPr>
          <p:cNvPr id="16" name="Shape 14"/>
          <p:cNvSpPr/>
          <p:nvPr/>
        </p:nvSpPr>
        <p:spPr>
          <a:xfrm flipV="1">
            <a:off x="2631440" y="1828800"/>
            <a:ext cx="104648" cy="274320"/>
          </a:xfrm>
          <a:prstGeom prst="line">
            <a:avLst/>
          </a:prstGeom>
          <a:noFill/>
          <a:ln w="22225">
            <a:solidFill>
              <a:srgbClr val="4A5568"/>
            </a:solidFill>
            <a:prstDash val="solid"/>
          </a:ln>
        </p:spPr>
      </p:sp>
      <p:sp>
        <p:nvSpPr>
          <p:cNvPr id="17" name="Shape 15"/>
          <p:cNvSpPr/>
          <p:nvPr/>
        </p:nvSpPr>
        <p:spPr>
          <a:xfrm>
            <a:off x="2736088" y="1828800"/>
            <a:ext cx="104648" cy="274320"/>
          </a:xfrm>
          <a:prstGeom prst="line">
            <a:avLst/>
          </a:prstGeom>
          <a:noFill/>
          <a:ln w="22225">
            <a:solidFill>
              <a:srgbClr val="4A5568"/>
            </a:solidFill>
            <a:prstDash val="solid"/>
          </a:ln>
        </p:spPr>
      </p:sp>
      <p:sp>
        <p:nvSpPr>
          <p:cNvPr id="18" name="Shape 16"/>
          <p:cNvSpPr/>
          <p:nvPr/>
        </p:nvSpPr>
        <p:spPr>
          <a:xfrm flipV="1">
            <a:off x="2840736" y="1828800"/>
            <a:ext cx="104648" cy="274320"/>
          </a:xfrm>
          <a:prstGeom prst="line">
            <a:avLst/>
          </a:prstGeom>
          <a:noFill/>
          <a:ln w="22225">
            <a:solidFill>
              <a:srgbClr val="4A5568"/>
            </a:solidFill>
            <a:prstDash val="solid"/>
          </a:ln>
        </p:spPr>
      </p:sp>
      <p:sp>
        <p:nvSpPr>
          <p:cNvPr id="19" name="Shape 17"/>
          <p:cNvSpPr/>
          <p:nvPr/>
        </p:nvSpPr>
        <p:spPr>
          <a:xfrm>
            <a:off x="2945384" y="1828800"/>
            <a:ext cx="104648" cy="274320"/>
          </a:xfrm>
          <a:prstGeom prst="line">
            <a:avLst/>
          </a:prstGeom>
          <a:noFill/>
          <a:ln w="22225">
            <a:solidFill>
              <a:srgbClr val="4A5568"/>
            </a:solidFill>
            <a:prstDash val="solid"/>
          </a:ln>
        </p:spPr>
      </p:sp>
      <p:sp>
        <p:nvSpPr>
          <p:cNvPr id="20" name="Shape 18"/>
          <p:cNvSpPr/>
          <p:nvPr/>
        </p:nvSpPr>
        <p:spPr>
          <a:xfrm flipV="1">
            <a:off x="3050032" y="1828800"/>
            <a:ext cx="104648" cy="274320"/>
          </a:xfrm>
          <a:prstGeom prst="line">
            <a:avLst/>
          </a:prstGeom>
          <a:noFill/>
          <a:ln w="22225">
            <a:solidFill>
              <a:srgbClr val="4A5568"/>
            </a:solidFill>
            <a:prstDash val="solid"/>
          </a:ln>
        </p:spPr>
      </p:sp>
      <p:sp>
        <p:nvSpPr>
          <p:cNvPr id="21" name="Shape 19"/>
          <p:cNvSpPr/>
          <p:nvPr/>
        </p:nvSpPr>
        <p:spPr>
          <a:xfrm>
            <a:off x="3154680" y="1828800"/>
            <a:ext cx="104648" cy="274320"/>
          </a:xfrm>
          <a:prstGeom prst="line">
            <a:avLst/>
          </a:prstGeom>
          <a:noFill/>
          <a:ln w="22225">
            <a:solidFill>
              <a:srgbClr val="4A5568"/>
            </a:solidFill>
            <a:prstDash val="solid"/>
          </a:ln>
        </p:spPr>
      </p:sp>
      <p:sp>
        <p:nvSpPr>
          <p:cNvPr id="22" name="Shape 20"/>
          <p:cNvSpPr/>
          <p:nvPr/>
        </p:nvSpPr>
        <p:spPr>
          <a:xfrm flipV="1">
            <a:off x="3259328" y="1828800"/>
            <a:ext cx="104648" cy="274320"/>
          </a:xfrm>
          <a:prstGeom prst="line">
            <a:avLst/>
          </a:prstGeom>
          <a:noFill/>
          <a:ln w="22225">
            <a:solidFill>
              <a:srgbClr val="4A5568"/>
            </a:solidFill>
            <a:prstDash val="solid"/>
          </a:ln>
        </p:spPr>
      </p:sp>
      <p:sp>
        <p:nvSpPr>
          <p:cNvPr id="23" name="Shape 21"/>
          <p:cNvSpPr/>
          <p:nvPr/>
        </p:nvSpPr>
        <p:spPr>
          <a:xfrm>
            <a:off x="3363976" y="1828800"/>
            <a:ext cx="104648" cy="274320"/>
          </a:xfrm>
          <a:prstGeom prst="line">
            <a:avLst/>
          </a:prstGeom>
          <a:noFill/>
          <a:ln w="22225">
            <a:solidFill>
              <a:srgbClr val="4A5568"/>
            </a:solidFill>
            <a:prstDash val="solid"/>
          </a:ln>
        </p:spPr>
      </p:sp>
      <p:sp>
        <p:nvSpPr>
          <p:cNvPr id="24" name="Shape 22"/>
          <p:cNvSpPr/>
          <p:nvPr/>
        </p:nvSpPr>
        <p:spPr>
          <a:xfrm flipV="1">
            <a:off x="3468624" y="1828800"/>
            <a:ext cx="104648" cy="274320"/>
          </a:xfrm>
          <a:prstGeom prst="line">
            <a:avLst/>
          </a:prstGeom>
          <a:noFill/>
          <a:ln w="22225">
            <a:solidFill>
              <a:srgbClr val="4A5568"/>
            </a:solidFill>
            <a:prstDash val="solid"/>
          </a:ln>
        </p:spPr>
      </p:sp>
      <p:sp>
        <p:nvSpPr>
          <p:cNvPr id="25" name="Shape 23"/>
          <p:cNvSpPr/>
          <p:nvPr/>
        </p:nvSpPr>
        <p:spPr>
          <a:xfrm>
            <a:off x="3573272" y="1828800"/>
            <a:ext cx="104648" cy="274320"/>
          </a:xfrm>
          <a:prstGeom prst="line">
            <a:avLst/>
          </a:prstGeom>
          <a:noFill/>
          <a:ln w="22225">
            <a:solidFill>
              <a:srgbClr val="4A5568"/>
            </a:solidFill>
            <a:prstDash val="solid"/>
          </a:ln>
        </p:spPr>
      </p:sp>
      <p:sp>
        <p:nvSpPr>
          <p:cNvPr id="26" name="Shape 24"/>
          <p:cNvSpPr/>
          <p:nvPr/>
        </p:nvSpPr>
        <p:spPr>
          <a:xfrm flipV="1">
            <a:off x="3677920" y="1828800"/>
            <a:ext cx="104648" cy="274320"/>
          </a:xfrm>
          <a:prstGeom prst="line">
            <a:avLst/>
          </a:prstGeom>
          <a:noFill/>
          <a:ln w="22225">
            <a:solidFill>
              <a:srgbClr val="4A5568"/>
            </a:solidFill>
            <a:prstDash val="solid"/>
          </a:ln>
        </p:spPr>
      </p:sp>
      <p:sp>
        <p:nvSpPr>
          <p:cNvPr id="27" name="Shape 25"/>
          <p:cNvSpPr/>
          <p:nvPr/>
        </p:nvSpPr>
        <p:spPr>
          <a:xfrm>
            <a:off x="3782568" y="1828800"/>
            <a:ext cx="104648" cy="274320"/>
          </a:xfrm>
          <a:prstGeom prst="line">
            <a:avLst/>
          </a:prstGeom>
          <a:noFill/>
          <a:ln w="22225">
            <a:solidFill>
              <a:srgbClr val="4A5568"/>
            </a:solidFill>
            <a:prstDash val="solid"/>
          </a:ln>
        </p:spPr>
      </p:sp>
      <p:sp>
        <p:nvSpPr>
          <p:cNvPr id="28" name="Shape 26"/>
          <p:cNvSpPr/>
          <p:nvPr/>
        </p:nvSpPr>
        <p:spPr>
          <a:xfrm flipV="1">
            <a:off x="3887216" y="1828800"/>
            <a:ext cx="104648" cy="274320"/>
          </a:xfrm>
          <a:prstGeom prst="line">
            <a:avLst/>
          </a:prstGeom>
          <a:noFill/>
          <a:ln w="22225">
            <a:solidFill>
              <a:srgbClr val="4A5568"/>
            </a:solidFill>
            <a:prstDash val="solid"/>
          </a:ln>
        </p:spPr>
      </p:sp>
      <p:sp>
        <p:nvSpPr>
          <p:cNvPr id="29" name="Shape 27"/>
          <p:cNvSpPr/>
          <p:nvPr/>
        </p:nvSpPr>
        <p:spPr>
          <a:xfrm>
            <a:off x="3991864" y="1828800"/>
            <a:ext cx="104648" cy="137160"/>
          </a:xfrm>
          <a:prstGeom prst="line">
            <a:avLst/>
          </a:prstGeom>
          <a:noFill/>
          <a:ln w="22225">
            <a:solidFill>
              <a:srgbClr val="4A5568"/>
            </a:solidFill>
            <a:prstDash val="solid"/>
          </a:ln>
        </p:spPr>
      </p:sp>
      <p:sp>
        <p:nvSpPr>
          <p:cNvPr id="30" name="Shape 28"/>
          <p:cNvSpPr/>
          <p:nvPr/>
        </p:nvSpPr>
        <p:spPr>
          <a:xfrm>
            <a:off x="4096512" y="1965960"/>
            <a:ext cx="109728" cy="91"/>
          </a:xfrm>
          <a:prstGeom prst="line">
            <a:avLst/>
          </a:prstGeom>
          <a:noFill/>
          <a:ln w="22225">
            <a:solidFill>
              <a:srgbClr val="4A5568"/>
            </a:solidFill>
            <a:prstDash val="solid"/>
          </a:ln>
        </p:spPr>
      </p:sp>
      <p:sp>
        <p:nvSpPr>
          <p:cNvPr id="31" name="Shape 29"/>
          <p:cNvSpPr/>
          <p:nvPr/>
        </p:nvSpPr>
        <p:spPr>
          <a:xfrm flipH="1">
            <a:off x="1417320" y="1965960"/>
            <a:ext cx="685800" cy="91"/>
          </a:xfrm>
          <a:prstGeom prst="line">
            <a:avLst/>
          </a:prstGeom>
          <a:noFill/>
          <a:ln w="38100">
            <a:solidFill>
              <a:srgbClr val="C8414C"/>
            </a:solidFill>
            <a:prstDash val="solid"/>
            <a:tailEnd type="triangle"/>
          </a:ln>
        </p:spPr>
      </p:sp>
      <p:sp>
        <p:nvSpPr>
          <p:cNvPr id="32" name="Text 30"/>
          <p:cNvSpPr/>
          <p:nvPr/>
        </p:nvSpPr>
        <p:spPr>
          <a:xfrm>
            <a:off x="822960" y="1828800"/>
            <a:ext cx="548640" cy="2743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pull</a:t>
            </a:r>
            <a:endParaRPr lang="en-US" sz="1100" dirty="0"/>
          </a:p>
        </p:txBody>
      </p:sp>
      <p:sp>
        <p:nvSpPr>
          <p:cNvPr id="33" name="Shape 31"/>
          <p:cNvSpPr/>
          <p:nvPr/>
        </p:nvSpPr>
        <p:spPr>
          <a:xfrm>
            <a:off x="4206240" y="1965960"/>
            <a:ext cx="685800" cy="91"/>
          </a:xfrm>
          <a:prstGeom prst="line">
            <a:avLst/>
          </a:prstGeom>
          <a:noFill/>
          <a:ln w="38100">
            <a:solidFill>
              <a:srgbClr val="C8414C"/>
            </a:solidFill>
            <a:prstDash val="solid"/>
            <a:tailEnd type="triangle"/>
          </a:ln>
        </p:spPr>
      </p:sp>
      <p:sp>
        <p:nvSpPr>
          <p:cNvPr id="34" name="Text 32"/>
          <p:cNvSpPr/>
          <p:nvPr/>
        </p:nvSpPr>
        <p:spPr>
          <a:xfrm>
            <a:off x="4937760" y="1828800"/>
            <a:ext cx="548640" cy="27432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pull</a:t>
            </a:r>
            <a:endParaRPr lang="en-US" sz="1100" dirty="0"/>
          </a:p>
        </p:txBody>
      </p:sp>
      <p:sp>
        <p:nvSpPr>
          <p:cNvPr id="35" name="Text 33"/>
          <p:cNvSpPr/>
          <p:nvPr/>
        </p:nvSpPr>
        <p:spPr>
          <a:xfrm>
            <a:off x="594360" y="2514600"/>
            <a:ext cx="14630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Compressing</a:t>
            </a:r>
            <a:endParaRPr lang="en-US" sz="1200" dirty="0"/>
          </a:p>
        </p:txBody>
      </p:sp>
      <p:sp>
        <p:nvSpPr>
          <p:cNvPr id="36" name="Shape 34"/>
          <p:cNvSpPr/>
          <p:nvPr/>
        </p:nvSpPr>
        <p:spPr>
          <a:xfrm>
            <a:off x="2606040" y="3108960"/>
            <a:ext cx="95098" cy="91"/>
          </a:xfrm>
          <a:prstGeom prst="line">
            <a:avLst/>
          </a:prstGeom>
          <a:noFill/>
          <a:ln w="22225">
            <a:solidFill>
              <a:srgbClr val="4A5568"/>
            </a:solidFill>
            <a:prstDash val="solid"/>
          </a:ln>
        </p:spPr>
      </p:sp>
      <p:sp>
        <p:nvSpPr>
          <p:cNvPr id="37" name="Shape 35"/>
          <p:cNvSpPr/>
          <p:nvPr/>
        </p:nvSpPr>
        <p:spPr>
          <a:xfrm flipV="1">
            <a:off x="2701138" y="2953512"/>
            <a:ext cx="55474" cy="155448"/>
          </a:xfrm>
          <a:prstGeom prst="line">
            <a:avLst/>
          </a:prstGeom>
          <a:noFill/>
          <a:ln w="22225">
            <a:solidFill>
              <a:srgbClr val="4A5568"/>
            </a:solidFill>
            <a:prstDash val="solid"/>
          </a:ln>
        </p:spPr>
      </p:sp>
      <p:sp>
        <p:nvSpPr>
          <p:cNvPr id="38" name="Shape 36"/>
          <p:cNvSpPr/>
          <p:nvPr/>
        </p:nvSpPr>
        <p:spPr>
          <a:xfrm>
            <a:off x="2756611" y="2953512"/>
            <a:ext cx="55474" cy="310896"/>
          </a:xfrm>
          <a:prstGeom prst="line">
            <a:avLst/>
          </a:prstGeom>
          <a:noFill/>
          <a:ln w="22225">
            <a:solidFill>
              <a:srgbClr val="4A5568"/>
            </a:solidFill>
            <a:prstDash val="solid"/>
          </a:ln>
        </p:spPr>
      </p:sp>
      <p:sp>
        <p:nvSpPr>
          <p:cNvPr id="39" name="Shape 37"/>
          <p:cNvSpPr/>
          <p:nvPr/>
        </p:nvSpPr>
        <p:spPr>
          <a:xfrm flipV="1">
            <a:off x="2812085" y="2953512"/>
            <a:ext cx="55474" cy="310896"/>
          </a:xfrm>
          <a:prstGeom prst="line">
            <a:avLst/>
          </a:prstGeom>
          <a:noFill/>
          <a:ln w="22225">
            <a:solidFill>
              <a:srgbClr val="4A5568"/>
            </a:solidFill>
            <a:prstDash val="solid"/>
          </a:ln>
        </p:spPr>
      </p:sp>
      <p:sp>
        <p:nvSpPr>
          <p:cNvPr id="40" name="Shape 38"/>
          <p:cNvSpPr/>
          <p:nvPr/>
        </p:nvSpPr>
        <p:spPr>
          <a:xfrm>
            <a:off x="2867558" y="2953512"/>
            <a:ext cx="55474" cy="310896"/>
          </a:xfrm>
          <a:prstGeom prst="line">
            <a:avLst/>
          </a:prstGeom>
          <a:noFill/>
          <a:ln w="22225">
            <a:solidFill>
              <a:srgbClr val="4A5568"/>
            </a:solidFill>
            <a:prstDash val="solid"/>
          </a:ln>
        </p:spPr>
      </p:sp>
      <p:sp>
        <p:nvSpPr>
          <p:cNvPr id="41" name="Shape 39"/>
          <p:cNvSpPr/>
          <p:nvPr/>
        </p:nvSpPr>
        <p:spPr>
          <a:xfrm flipV="1">
            <a:off x="2923032" y="2953512"/>
            <a:ext cx="55474" cy="310896"/>
          </a:xfrm>
          <a:prstGeom prst="line">
            <a:avLst/>
          </a:prstGeom>
          <a:noFill/>
          <a:ln w="22225">
            <a:solidFill>
              <a:srgbClr val="4A5568"/>
            </a:solidFill>
            <a:prstDash val="solid"/>
          </a:ln>
        </p:spPr>
      </p:sp>
      <p:sp>
        <p:nvSpPr>
          <p:cNvPr id="42" name="Shape 40"/>
          <p:cNvSpPr/>
          <p:nvPr/>
        </p:nvSpPr>
        <p:spPr>
          <a:xfrm>
            <a:off x="2978506" y="2953512"/>
            <a:ext cx="55474" cy="310896"/>
          </a:xfrm>
          <a:prstGeom prst="line">
            <a:avLst/>
          </a:prstGeom>
          <a:noFill/>
          <a:ln w="22225">
            <a:solidFill>
              <a:srgbClr val="4A5568"/>
            </a:solidFill>
            <a:prstDash val="solid"/>
          </a:ln>
        </p:spPr>
      </p:sp>
      <p:sp>
        <p:nvSpPr>
          <p:cNvPr id="43" name="Shape 41"/>
          <p:cNvSpPr/>
          <p:nvPr/>
        </p:nvSpPr>
        <p:spPr>
          <a:xfrm flipV="1">
            <a:off x="3033979" y="2953512"/>
            <a:ext cx="55474" cy="310896"/>
          </a:xfrm>
          <a:prstGeom prst="line">
            <a:avLst/>
          </a:prstGeom>
          <a:noFill/>
          <a:ln w="22225">
            <a:solidFill>
              <a:srgbClr val="4A5568"/>
            </a:solidFill>
            <a:prstDash val="solid"/>
          </a:ln>
        </p:spPr>
      </p:sp>
      <p:sp>
        <p:nvSpPr>
          <p:cNvPr id="44" name="Shape 42"/>
          <p:cNvSpPr/>
          <p:nvPr/>
        </p:nvSpPr>
        <p:spPr>
          <a:xfrm>
            <a:off x="3089453" y="2953512"/>
            <a:ext cx="55474" cy="310896"/>
          </a:xfrm>
          <a:prstGeom prst="line">
            <a:avLst/>
          </a:prstGeom>
          <a:noFill/>
          <a:ln w="22225">
            <a:solidFill>
              <a:srgbClr val="4A5568"/>
            </a:solidFill>
            <a:prstDash val="solid"/>
          </a:ln>
        </p:spPr>
      </p:sp>
      <p:sp>
        <p:nvSpPr>
          <p:cNvPr id="45" name="Shape 43"/>
          <p:cNvSpPr/>
          <p:nvPr/>
        </p:nvSpPr>
        <p:spPr>
          <a:xfrm flipV="1">
            <a:off x="3144926" y="2953512"/>
            <a:ext cx="55474" cy="310896"/>
          </a:xfrm>
          <a:prstGeom prst="line">
            <a:avLst/>
          </a:prstGeom>
          <a:noFill/>
          <a:ln w="22225">
            <a:solidFill>
              <a:srgbClr val="4A5568"/>
            </a:solidFill>
            <a:prstDash val="solid"/>
          </a:ln>
        </p:spPr>
      </p:sp>
      <p:sp>
        <p:nvSpPr>
          <p:cNvPr id="46" name="Shape 44"/>
          <p:cNvSpPr/>
          <p:nvPr/>
        </p:nvSpPr>
        <p:spPr>
          <a:xfrm>
            <a:off x="3200400" y="2953512"/>
            <a:ext cx="55474" cy="310896"/>
          </a:xfrm>
          <a:prstGeom prst="line">
            <a:avLst/>
          </a:prstGeom>
          <a:noFill/>
          <a:ln w="22225">
            <a:solidFill>
              <a:srgbClr val="4A5568"/>
            </a:solidFill>
            <a:prstDash val="solid"/>
          </a:ln>
        </p:spPr>
      </p:sp>
      <p:sp>
        <p:nvSpPr>
          <p:cNvPr id="47" name="Shape 45"/>
          <p:cNvSpPr/>
          <p:nvPr/>
        </p:nvSpPr>
        <p:spPr>
          <a:xfrm flipV="1">
            <a:off x="3255874" y="2953512"/>
            <a:ext cx="55474" cy="310896"/>
          </a:xfrm>
          <a:prstGeom prst="line">
            <a:avLst/>
          </a:prstGeom>
          <a:noFill/>
          <a:ln w="22225">
            <a:solidFill>
              <a:srgbClr val="4A5568"/>
            </a:solidFill>
            <a:prstDash val="solid"/>
          </a:ln>
        </p:spPr>
      </p:sp>
      <p:sp>
        <p:nvSpPr>
          <p:cNvPr id="48" name="Shape 46"/>
          <p:cNvSpPr/>
          <p:nvPr/>
        </p:nvSpPr>
        <p:spPr>
          <a:xfrm>
            <a:off x="3311347" y="2953512"/>
            <a:ext cx="55474" cy="310896"/>
          </a:xfrm>
          <a:prstGeom prst="line">
            <a:avLst/>
          </a:prstGeom>
          <a:noFill/>
          <a:ln w="22225">
            <a:solidFill>
              <a:srgbClr val="4A5568"/>
            </a:solidFill>
            <a:prstDash val="solid"/>
          </a:ln>
        </p:spPr>
      </p:sp>
      <p:sp>
        <p:nvSpPr>
          <p:cNvPr id="49" name="Shape 47"/>
          <p:cNvSpPr/>
          <p:nvPr/>
        </p:nvSpPr>
        <p:spPr>
          <a:xfrm flipV="1">
            <a:off x="3366821" y="2953512"/>
            <a:ext cx="55474" cy="310896"/>
          </a:xfrm>
          <a:prstGeom prst="line">
            <a:avLst/>
          </a:prstGeom>
          <a:noFill/>
          <a:ln w="22225">
            <a:solidFill>
              <a:srgbClr val="4A5568"/>
            </a:solidFill>
            <a:prstDash val="solid"/>
          </a:ln>
        </p:spPr>
      </p:sp>
      <p:sp>
        <p:nvSpPr>
          <p:cNvPr id="50" name="Shape 48"/>
          <p:cNvSpPr/>
          <p:nvPr/>
        </p:nvSpPr>
        <p:spPr>
          <a:xfrm>
            <a:off x="3422294" y="2953512"/>
            <a:ext cx="55474" cy="310896"/>
          </a:xfrm>
          <a:prstGeom prst="line">
            <a:avLst/>
          </a:prstGeom>
          <a:noFill/>
          <a:ln w="22225">
            <a:solidFill>
              <a:srgbClr val="4A5568"/>
            </a:solidFill>
            <a:prstDash val="solid"/>
          </a:ln>
        </p:spPr>
      </p:sp>
      <p:sp>
        <p:nvSpPr>
          <p:cNvPr id="51" name="Shape 49"/>
          <p:cNvSpPr/>
          <p:nvPr/>
        </p:nvSpPr>
        <p:spPr>
          <a:xfrm flipV="1">
            <a:off x="3477768" y="2953512"/>
            <a:ext cx="55474" cy="310896"/>
          </a:xfrm>
          <a:prstGeom prst="line">
            <a:avLst/>
          </a:prstGeom>
          <a:noFill/>
          <a:ln w="22225">
            <a:solidFill>
              <a:srgbClr val="4A5568"/>
            </a:solidFill>
            <a:prstDash val="solid"/>
          </a:ln>
        </p:spPr>
      </p:sp>
      <p:sp>
        <p:nvSpPr>
          <p:cNvPr id="52" name="Shape 50"/>
          <p:cNvSpPr/>
          <p:nvPr/>
        </p:nvSpPr>
        <p:spPr>
          <a:xfrm>
            <a:off x="3533242" y="2953512"/>
            <a:ext cx="55474" cy="310896"/>
          </a:xfrm>
          <a:prstGeom prst="line">
            <a:avLst/>
          </a:prstGeom>
          <a:noFill/>
          <a:ln w="22225">
            <a:solidFill>
              <a:srgbClr val="4A5568"/>
            </a:solidFill>
            <a:prstDash val="solid"/>
          </a:ln>
        </p:spPr>
      </p:sp>
      <p:sp>
        <p:nvSpPr>
          <p:cNvPr id="53" name="Shape 51"/>
          <p:cNvSpPr/>
          <p:nvPr/>
        </p:nvSpPr>
        <p:spPr>
          <a:xfrm flipV="1">
            <a:off x="3588715" y="2953512"/>
            <a:ext cx="55474" cy="310896"/>
          </a:xfrm>
          <a:prstGeom prst="line">
            <a:avLst/>
          </a:prstGeom>
          <a:noFill/>
          <a:ln w="22225">
            <a:solidFill>
              <a:srgbClr val="4A5568"/>
            </a:solidFill>
            <a:prstDash val="solid"/>
          </a:ln>
        </p:spPr>
      </p:sp>
      <p:sp>
        <p:nvSpPr>
          <p:cNvPr id="54" name="Shape 52"/>
          <p:cNvSpPr/>
          <p:nvPr/>
        </p:nvSpPr>
        <p:spPr>
          <a:xfrm>
            <a:off x="3644189" y="2953512"/>
            <a:ext cx="55474" cy="155448"/>
          </a:xfrm>
          <a:prstGeom prst="line">
            <a:avLst/>
          </a:prstGeom>
          <a:noFill/>
          <a:ln w="22225">
            <a:solidFill>
              <a:srgbClr val="4A5568"/>
            </a:solidFill>
            <a:prstDash val="solid"/>
          </a:ln>
        </p:spPr>
      </p:sp>
      <p:sp>
        <p:nvSpPr>
          <p:cNvPr id="55" name="Shape 53"/>
          <p:cNvSpPr/>
          <p:nvPr/>
        </p:nvSpPr>
        <p:spPr>
          <a:xfrm>
            <a:off x="3699662" y="3108960"/>
            <a:ext cx="95098" cy="91"/>
          </a:xfrm>
          <a:prstGeom prst="line">
            <a:avLst/>
          </a:prstGeom>
          <a:noFill/>
          <a:ln w="22225">
            <a:solidFill>
              <a:srgbClr val="4A5568"/>
            </a:solidFill>
            <a:prstDash val="solid"/>
          </a:ln>
        </p:spPr>
      </p:sp>
      <p:sp>
        <p:nvSpPr>
          <p:cNvPr id="56" name="Shape 54"/>
          <p:cNvSpPr/>
          <p:nvPr/>
        </p:nvSpPr>
        <p:spPr>
          <a:xfrm>
            <a:off x="1874520" y="3108960"/>
            <a:ext cx="713232" cy="91"/>
          </a:xfrm>
          <a:prstGeom prst="line">
            <a:avLst/>
          </a:prstGeom>
          <a:noFill/>
          <a:ln w="38100">
            <a:solidFill>
              <a:srgbClr val="C8414C"/>
            </a:solidFill>
            <a:prstDash val="solid"/>
            <a:tailEnd type="triangle"/>
          </a:ln>
        </p:spPr>
      </p:sp>
      <p:sp>
        <p:nvSpPr>
          <p:cNvPr id="57" name="Text 55"/>
          <p:cNvSpPr/>
          <p:nvPr/>
        </p:nvSpPr>
        <p:spPr>
          <a:xfrm>
            <a:off x="1371600" y="2980944"/>
            <a:ext cx="457200" cy="256032"/>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push</a:t>
            </a:r>
            <a:endParaRPr lang="en-US" sz="1100" dirty="0"/>
          </a:p>
        </p:txBody>
      </p:sp>
      <p:sp>
        <p:nvSpPr>
          <p:cNvPr id="58" name="Shape 56"/>
          <p:cNvSpPr/>
          <p:nvPr/>
        </p:nvSpPr>
        <p:spPr>
          <a:xfrm flipH="1">
            <a:off x="3813048" y="3108960"/>
            <a:ext cx="713232" cy="91"/>
          </a:xfrm>
          <a:prstGeom prst="line">
            <a:avLst/>
          </a:prstGeom>
          <a:noFill/>
          <a:ln w="38100">
            <a:solidFill>
              <a:srgbClr val="C8414C"/>
            </a:solidFill>
            <a:prstDash val="solid"/>
            <a:tailEnd type="triangle"/>
          </a:ln>
        </p:spPr>
      </p:sp>
      <p:sp>
        <p:nvSpPr>
          <p:cNvPr id="59" name="Text 57"/>
          <p:cNvSpPr/>
          <p:nvPr/>
        </p:nvSpPr>
        <p:spPr>
          <a:xfrm>
            <a:off x="4572000" y="2980944"/>
            <a:ext cx="54864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push</a:t>
            </a:r>
            <a:endParaRPr lang="en-US" sz="1100" dirty="0"/>
          </a:p>
        </p:txBody>
      </p:sp>
      <p:sp>
        <p:nvSpPr>
          <p:cNvPr id="60" name="Text 58"/>
          <p:cNvSpPr/>
          <p:nvPr/>
        </p:nvSpPr>
        <p:spPr>
          <a:xfrm>
            <a:off x="594360" y="3657600"/>
            <a:ext cx="14630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Bending</a:t>
            </a:r>
            <a:endParaRPr lang="en-US" sz="1200" dirty="0"/>
          </a:p>
        </p:txBody>
      </p:sp>
      <p:sp>
        <p:nvSpPr>
          <p:cNvPr id="61" name="Shape 59"/>
          <p:cNvSpPr/>
          <p:nvPr/>
        </p:nvSpPr>
        <p:spPr>
          <a:xfrm>
            <a:off x="1737360" y="4343400"/>
            <a:ext cx="155448" cy="40052"/>
          </a:xfrm>
          <a:prstGeom prst="line">
            <a:avLst/>
          </a:prstGeom>
          <a:noFill/>
          <a:ln w="76200">
            <a:solidFill>
              <a:srgbClr val="C99A5B"/>
            </a:solidFill>
            <a:prstDash val="solid"/>
          </a:ln>
        </p:spPr>
      </p:sp>
      <p:sp>
        <p:nvSpPr>
          <p:cNvPr id="62" name="Shape 60"/>
          <p:cNvSpPr/>
          <p:nvPr/>
        </p:nvSpPr>
        <p:spPr>
          <a:xfrm>
            <a:off x="1892808" y="4383452"/>
            <a:ext cx="155448" cy="39066"/>
          </a:xfrm>
          <a:prstGeom prst="line">
            <a:avLst/>
          </a:prstGeom>
          <a:noFill/>
          <a:ln w="76200">
            <a:solidFill>
              <a:srgbClr val="C99A5B"/>
            </a:solidFill>
            <a:prstDash val="solid"/>
          </a:ln>
        </p:spPr>
      </p:sp>
      <p:sp>
        <p:nvSpPr>
          <p:cNvPr id="63" name="Shape 61"/>
          <p:cNvSpPr/>
          <p:nvPr/>
        </p:nvSpPr>
        <p:spPr>
          <a:xfrm>
            <a:off x="2048256" y="4422518"/>
            <a:ext cx="155448" cy="37118"/>
          </a:xfrm>
          <a:prstGeom prst="line">
            <a:avLst/>
          </a:prstGeom>
          <a:noFill/>
          <a:ln w="76200">
            <a:solidFill>
              <a:srgbClr val="C99A5B"/>
            </a:solidFill>
            <a:prstDash val="solid"/>
          </a:ln>
        </p:spPr>
      </p:sp>
      <p:sp>
        <p:nvSpPr>
          <p:cNvPr id="64" name="Shape 62"/>
          <p:cNvSpPr/>
          <p:nvPr/>
        </p:nvSpPr>
        <p:spPr>
          <a:xfrm>
            <a:off x="2203704" y="4459636"/>
            <a:ext cx="155448" cy="34256"/>
          </a:xfrm>
          <a:prstGeom prst="line">
            <a:avLst/>
          </a:prstGeom>
          <a:noFill/>
          <a:ln w="76200">
            <a:solidFill>
              <a:srgbClr val="C99A5B"/>
            </a:solidFill>
            <a:prstDash val="solid"/>
          </a:ln>
        </p:spPr>
      </p:sp>
      <p:sp>
        <p:nvSpPr>
          <p:cNvPr id="65" name="Shape 63"/>
          <p:cNvSpPr/>
          <p:nvPr/>
        </p:nvSpPr>
        <p:spPr>
          <a:xfrm>
            <a:off x="2359152" y="4493892"/>
            <a:ext cx="155448" cy="30550"/>
          </a:xfrm>
          <a:prstGeom prst="line">
            <a:avLst/>
          </a:prstGeom>
          <a:noFill/>
          <a:ln w="76200">
            <a:solidFill>
              <a:srgbClr val="C99A5B"/>
            </a:solidFill>
            <a:prstDash val="solid"/>
          </a:ln>
        </p:spPr>
      </p:sp>
      <p:sp>
        <p:nvSpPr>
          <p:cNvPr id="66" name="Shape 64"/>
          <p:cNvSpPr/>
          <p:nvPr/>
        </p:nvSpPr>
        <p:spPr>
          <a:xfrm>
            <a:off x="2514600" y="4524442"/>
            <a:ext cx="155448" cy="26092"/>
          </a:xfrm>
          <a:prstGeom prst="line">
            <a:avLst/>
          </a:prstGeom>
          <a:noFill/>
          <a:ln w="76200">
            <a:solidFill>
              <a:srgbClr val="C99A5B"/>
            </a:solidFill>
            <a:prstDash val="solid"/>
          </a:ln>
        </p:spPr>
      </p:sp>
      <p:sp>
        <p:nvSpPr>
          <p:cNvPr id="67" name="Shape 65"/>
          <p:cNvSpPr/>
          <p:nvPr/>
        </p:nvSpPr>
        <p:spPr>
          <a:xfrm>
            <a:off x="2670048" y="4550534"/>
            <a:ext cx="155448" cy="20992"/>
          </a:xfrm>
          <a:prstGeom prst="line">
            <a:avLst/>
          </a:prstGeom>
          <a:noFill/>
          <a:ln w="76200">
            <a:solidFill>
              <a:srgbClr val="C99A5B"/>
            </a:solidFill>
            <a:prstDash val="solid"/>
          </a:ln>
        </p:spPr>
      </p:sp>
      <p:sp>
        <p:nvSpPr>
          <p:cNvPr id="68" name="Shape 66"/>
          <p:cNvSpPr/>
          <p:nvPr/>
        </p:nvSpPr>
        <p:spPr>
          <a:xfrm>
            <a:off x="2825496" y="4571526"/>
            <a:ext cx="155448" cy="15375"/>
          </a:xfrm>
          <a:prstGeom prst="line">
            <a:avLst/>
          </a:prstGeom>
          <a:noFill/>
          <a:ln w="76200">
            <a:solidFill>
              <a:srgbClr val="C99A5B"/>
            </a:solidFill>
            <a:prstDash val="solid"/>
          </a:ln>
        </p:spPr>
      </p:sp>
      <p:sp>
        <p:nvSpPr>
          <p:cNvPr id="69" name="Shape 67"/>
          <p:cNvSpPr/>
          <p:nvPr/>
        </p:nvSpPr>
        <p:spPr>
          <a:xfrm>
            <a:off x="2980944" y="4586901"/>
            <a:ext cx="155448" cy="9379"/>
          </a:xfrm>
          <a:prstGeom prst="line">
            <a:avLst/>
          </a:prstGeom>
          <a:noFill/>
          <a:ln w="76200">
            <a:solidFill>
              <a:srgbClr val="C99A5B"/>
            </a:solidFill>
            <a:prstDash val="solid"/>
          </a:ln>
        </p:spPr>
      </p:sp>
      <p:sp>
        <p:nvSpPr>
          <p:cNvPr id="70" name="Shape 68"/>
          <p:cNvSpPr/>
          <p:nvPr/>
        </p:nvSpPr>
        <p:spPr>
          <a:xfrm>
            <a:off x="3136392" y="4596280"/>
            <a:ext cx="155448" cy="3152"/>
          </a:xfrm>
          <a:prstGeom prst="line">
            <a:avLst/>
          </a:prstGeom>
          <a:noFill/>
          <a:ln w="76200">
            <a:solidFill>
              <a:srgbClr val="C99A5B"/>
            </a:solidFill>
            <a:prstDash val="solid"/>
          </a:ln>
        </p:spPr>
      </p:sp>
      <p:sp>
        <p:nvSpPr>
          <p:cNvPr id="71" name="Shape 69"/>
          <p:cNvSpPr/>
          <p:nvPr/>
        </p:nvSpPr>
        <p:spPr>
          <a:xfrm flipV="1">
            <a:off x="3291840" y="4596280"/>
            <a:ext cx="155448" cy="3152"/>
          </a:xfrm>
          <a:prstGeom prst="line">
            <a:avLst/>
          </a:prstGeom>
          <a:noFill/>
          <a:ln w="76200">
            <a:solidFill>
              <a:srgbClr val="C99A5B"/>
            </a:solidFill>
            <a:prstDash val="solid"/>
          </a:ln>
        </p:spPr>
      </p:sp>
      <p:sp>
        <p:nvSpPr>
          <p:cNvPr id="72" name="Shape 70"/>
          <p:cNvSpPr/>
          <p:nvPr/>
        </p:nvSpPr>
        <p:spPr>
          <a:xfrm flipV="1">
            <a:off x="3447288" y="4586901"/>
            <a:ext cx="155448" cy="9379"/>
          </a:xfrm>
          <a:prstGeom prst="line">
            <a:avLst/>
          </a:prstGeom>
          <a:noFill/>
          <a:ln w="76200">
            <a:solidFill>
              <a:srgbClr val="C99A5B"/>
            </a:solidFill>
            <a:prstDash val="solid"/>
          </a:ln>
        </p:spPr>
      </p:sp>
      <p:sp>
        <p:nvSpPr>
          <p:cNvPr id="73" name="Shape 71"/>
          <p:cNvSpPr/>
          <p:nvPr/>
        </p:nvSpPr>
        <p:spPr>
          <a:xfrm flipV="1">
            <a:off x="3602736" y="4571526"/>
            <a:ext cx="155448" cy="15375"/>
          </a:xfrm>
          <a:prstGeom prst="line">
            <a:avLst/>
          </a:prstGeom>
          <a:noFill/>
          <a:ln w="76200">
            <a:solidFill>
              <a:srgbClr val="C99A5B"/>
            </a:solidFill>
            <a:prstDash val="solid"/>
          </a:ln>
        </p:spPr>
      </p:sp>
      <p:sp>
        <p:nvSpPr>
          <p:cNvPr id="74" name="Shape 72"/>
          <p:cNvSpPr/>
          <p:nvPr/>
        </p:nvSpPr>
        <p:spPr>
          <a:xfrm flipV="1">
            <a:off x="3758184" y="4550534"/>
            <a:ext cx="155448" cy="20992"/>
          </a:xfrm>
          <a:prstGeom prst="line">
            <a:avLst/>
          </a:prstGeom>
          <a:noFill/>
          <a:ln w="76200">
            <a:solidFill>
              <a:srgbClr val="C99A5B"/>
            </a:solidFill>
            <a:prstDash val="solid"/>
          </a:ln>
        </p:spPr>
      </p:sp>
      <p:sp>
        <p:nvSpPr>
          <p:cNvPr id="75" name="Shape 73"/>
          <p:cNvSpPr/>
          <p:nvPr/>
        </p:nvSpPr>
        <p:spPr>
          <a:xfrm flipV="1">
            <a:off x="3913632" y="4524442"/>
            <a:ext cx="155448" cy="26092"/>
          </a:xfrm>
          <a:prstGeom prst="line">
            <a:avLst/>
          </a:prstGeom>
          <a:noFill/>
          <a:ln w="76200">
            <a:solidFill>
              <a:srgbClr val="C99A5B"/>
            </a:solidFill>
            <a:prstDash val="solid"/>
          </a:ln>
        </p:spPr>
      </p:sp>
      <p:sp>
        <p:nvSpPr>
          <p:cNvPr id="76" name="Shape 74"/>
          <p:cNvSpPr/>
          <p:nvPr/>
        </p:nvSpPr>
        <p:spPr>
          <a:xfrm flipV="1">
            <a:off x="4069080" y="4493892"/>
            <a:ext cx="155448" cy="30550"/>
          </a:xfrm>
          <a:prstGeom prst="line">
            <a:avLst/>
          </a:prstGeom>
          <a:noFill/>
          <a:ln w="76200">
            <a:solidFill>
              <a:srgbClr val="C99A5B"/>
            </a:solidFill>
            <a:prstDash val="solid"/>
          </a:ln>
        </p:spPr>
      </p:sp>
      <p:sp>
        <p:nvSpPr>
          <p:cNvPr id="77" name="Shape 75"/>
          <p:cNvSpPr/>
          <p:nvPr/>
        </p:nvSpPr>
        <p:spPr>
          <a:xfrm flipV="1">
            <a:off x="4224528" y="4459636"/>
            <a:ext cx="155448" cy="34256"/>
          </a:xfrm>
          <a:prstGeom prst="line">
            <a:avLst/>
          </a:prstGeom>
          <a:noFill/>
          <a:ln w="76200">
            <a:solidFill>
              <a:srgbClr val="C99A5B"/>
            </a:solidFill>
            <a:prstDash val="solid"/>
          </a:ln>
        </p:spPr>
      </p:sp>
      <p:sp>
        <p:nvSpPr>
          <p:cNvPr id="78" name="Shape 76"/>
          <p:cNvSpPr/>
          <p:nvPr/>
        </p:nvSpPr>
        <p:spPr>
          <a:xfrm flipV="1">
            <a:off x="4379976" y="4422518"/>
            <a:ext cx="155448" cy="37118"/>
          </a:xfrm>
          <a:prstGeom prst="line">
            <a:avLst/>
          </a:prstGeom>
          <a:noFill/>
          <a:ln w="76200">
            <a:solidFill>
              <a:srgbClr val="C99A5B"/>
            </a:solidFill>
            <a:prstDash val="solid"/>
          </a:ln>
        </p:spPr>
      </p:sp>
      <p:sp>
        <p:nvSpPr>
          <p:cNvPr id="79" name="Shape 77"/>
          <p:cNvSpPr/>
          <p:nvPr/>
        </p:nvSpPr>
        <p:spPr>
          <a:xfrm flipV="1">
            <a:off x="4535424" y="4383452"/>
            <a:ext cx="155448" cy="39066"/>
          </a:xfrm>
          <a:prstGeom prst="line">
            <a:avLst/>
          </a:prstGeom>
          <a:noFill/>
          <a:ln w="76200">
            <a:solidFill>
              <a:srgbClr val="C99A5B"/>
            </a:solidFill>
            <a:prstDash val="solid"/>
          </a:ln>
        </p:spPr>
      </p:sp>
      <p:sp>
        <p:nvSpPr>
          <p:cNvPr id="80" name="Shape 78"/>
          <p:cNvSpPr/>
          <p:nvPr/>
        </p:nvSpPr>
        <p:spPr>
          <a:xfrm flipV="1">
            <a:off x="4690872" y="4343400"/>
            <a:ext cx="155448" cy="40052"/>
          </a:xfrm>
          <a:prstGeom prst="line">
            <a:avLst/>
          </a:prstGeom>
          <a:noFill/>
          <a:ln w="76200">
            <a:solidFill>
              <a:srgbClr val="C99A5B"/>
            </a:solidFill>
            <a:prstDash val="solid"/>
          </a:ln>
        </p:spPr>
      </p:sp>
      <p:sp>
        <p:nvSpPr>
          <p:cNvPr id="81" name="Shape 79"/>
          <p:cNvSpPr/>
          <p:nvPr/>
        </p:nvSpPr>
        <p:spPr>
          <a:xfrm>
            <a:off x="1600200" y="4389120"/>
            <a:ext cx="329184" cy="292608"/>
          </a:xfrm>
          <a:prstGeom prst="triangle">
            <a:avLst/>
          </a:prstGeom>
          <a:solidFill>
            <a:srgbClr val="5A6275"/>
          </a:solidFill>
          <a:ln w="12700">
            <a:solidFill>
              <a:srgbClr val="5A6275"/>
            </a:solidFill>
            <a:prstDash val="solid"/>
          </a:ln>
        </p:spPr>
      </p:sp>
      <p:sp>
        <p:nvSpPr>
          <p:cNvPr id="82" name="Shape 80"/>
          <p:cNvSpPr/>
          <p:nvPr/>
        </p:nvSpPr>
        <p:spPr>
          <a:xfrm>
            <a:off x="4663440" y="4389120"/>
            <a:ext cx="329184" cy="292608"/>
          </a:xfrm>
          <a:prstGeom prst="triangle">
            <a:avLst/>
          </a:prstGeom>
          <a:solidFill>
            <a:srgbClr val="5A6275"/>
          </a:solidFill>
          <a:ln w="12700">
            <a:solidFill>
              <a:srgbClr val="5A6275"/>
            </a:solidFill>
            <a:prstDash val="solid"/>
          </a:ln>
        </p:spPr>
      </p:sp>
      <p:sp>
        <p:nvSpPr>
          <p:cNvPr id="83" name="Shape 81"/>
          <p:cNvSpPr/>
          <p:nvPr/>
        </p:nvSpPr>
        <p:spPr>
          <a:xfrm>
            <a:off x="3291840" y="3794760"/>
            <a:ext cx="91" cy="731520"/>
          </a:xfrm>
          <a:prstGeom prst="line">
            <a:avLst/>
          </a:prstGeom>
          <a:noFill/>
          <a:ln w="38100">
            <a:solidFill>
              <a:srgbClr val="C8414C"/>
            </a:solidFill>
            <a:prstDash val="solid"/>
            <a:tailEnd type="triangle"/>
          </a:ln>
        </p:spPr>
      </p:sp>
      <p:sp>
        <p:nvSpPr>
          <p:cNvPr id="84" name="Text 82"/>
          <p:cNvSpPr/>
          <p:nvPr/>
        </p:nvSpPr>
        <p:spPr>
          <a:xfrm>
            <a:off x="3383280" y="3767328"/>
            <a:ext cx="64008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push</a:t>
            </a:r>
            <a:endParaRPr lang="en-US" sz="1100" dirty="0"/>
          </a:p>
        </p:txBody>
      </p:sp>
      <p:sp>
        <p:nvSpPr>
          <p:cNvPr id="85" name="Shape 83"/>
          <p:cNvSpPr/>
          <p:nvPr/>
        </p:nvSpPr>
        <p:spPr>
          <a:xfrm flipV="1">
            <a:off x="1764792" y="4709160"/>
            <a:ext cx="91" cy="548640"/>
          </a:xfrm>
          <a:prstGeom prst="line">
            <a:avLst/>
          </a:prstGeom>
          <a:noFill/>
          <a:ln w="38100">
            <a:solidFill>
              <a:srgbClr val="2E5BD8"/>
            </a:solidFill>
            <a:prstDash val="solid"/>
            <a:tailEnd type="triangle"/>
          </a:ln>
        </p:spPr>
      </p:sp>
      <p:sp>
        <p:nvSpPr>
          <p:cNvPr id="86" name="Shape 84"/>
          <p:cNvSpPr/>
          <p:nvPr/>
        </p:nvSpPr>
        <p:spPr>
          <a:xfrm flipV="1">
            <a:off x="4828032" y="4709160"/>
            <a:ext cx="91" cy="548640"/>
          </a:xfrm>
          <a:prstGeom prst="line">
            <a:avLst/>
          </a:prstGeom>
          <a:noFill/>
          <a:ln w="38100">
            <a:solidFill>
              <a:srgbClr val="2E5BD8"/>
            </a:solidFill>
            <a:prstDash val="solid"/>
            <a:tailEnd type="triangle"/>
          </a:ln>
        </p:spPr>
      </p:sp>
      <p:sp>
        <p:nvSpPr>
          <p:cNvPr id="87" name="Text 85"/>
          <p:cNvSpPr/>
          <p:nvPr/>
        </p:nvSpPr>
        <p:spPr>
          <a:xfrm>
            <a:off x="1874520" y="5029200"/>
            <a:ext cx="283464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support forces from both ends</a:t>
            </a:r>
            <a:endParaRPr lang="en-US" sz="1050" dirty="0"/>
          </a:p>
        </p:txBody>
      </p:sp>
      <p:sp>
        <p:nvSpPr>
          <p:cNvPr id="88" name="Shape 8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9" name="Text 8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one force is not enough</a:t>
            </a:r>
            <a:endParaRPr lang="en-US" sz="1300" dirty="0"/>
          </a:p>
        </p:txBody>
      </p:sp>
      <p:sp>
        <p:nvSpPr>
          <p:cNvPr id="90" name="Text 8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To </a:t>
            </a:r>
            <a:r>
              <a:rPr lang="en-US" sz="1150" b="1" dirty="0">
                <a:solidFill>
                  <a:srgbClr val="262B3A"/>
                </a:solidFill>
                <a:latin typeface="Calibri" pitchFamily="34" charset="0"/>
                <a:ea typeface="Calibri" pitchFamily="34" charset="-122"/>
                <a:cs typeface="Calibri" pitchFamily="34" charset="-120"/>
              </a:rPr>
              <a:t>stretch</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compress</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bend</a:t>
            </a:r>
            <a:r>
              <a:rPr lang="en-US" sz="1150" dirty="0">
                <a:solidFill>
                  <a:srgbClr val="262B3A"/>
                </a:solidFill>
                <a:latin typeface="Calibri" pitchFamily="34" charset="0"/>
                <a:ea typeface="Calibri" pitchFamily="34" charset="-122"/>
                <a:cs typeface="Calibri" pitchFamily="34" charset="-120"/>
              </a:rPr>
              <a:t> an object, </a:t>
            </a:r>
            <a:r>
              <a:rPr lang="en-US" sz="1150" b="1" dirty="0">
                <a:solidFill>
                  <a:srgbClr val="262B3A"/>
                </a:solidFill>
                <a:latin typeface="Calibri" pitchFamily="34" charset="0"/>
                <a:ea typeface="Calibri" pitchFamily="34" charset="-122"/>
                <a:cs typeface="Calibri" pitchFamily="34" charset="-120"/>
              </a:rPr>
              <a:t>more than one force</a:t>
            </a:r>
            <a:r>
              <a:rPr lang="en-US" sz="1150" dirty="0">
                <a:solidFill>
                  <a:srgbClr val="262B3A"/>
                </a:solidFill>
                <a:latin typeface="Calibri" pitchFamily="34" charset="0"/>
                <a:ea typeface="Calibri" pitchFamily="34" charset="-122"/>
                <a:cs typeface="Calibri" pitchFamily="34" charset="-120"/>
              </a:rPr>
              <a:t> must act on it, at different places.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With only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force there is a </a:t>
            </a:r>
            <a:r>
              <a:rPr lang="en-US" sz="1150" b="1" dirty="0">
                <a:solidFill>
                  <a:srgbClr val="262B3A"/>
                </a:solidFill>
                <a:latin typeface="Calibri" pitchFamily="34" charset="0"/>
                <a:ea typeface="Calibri" pitchFamily="34" charset="-122"/>
                <a:cs typeface="Calibri" pitchFamily="34" charset="-120"/>
              </a:rPr>
              <a:t>resultant force</a:t>
            </a:r>
            <a:r>
              <a:rPr lang="en-US" sz="1150" dirty="0">
                <a:solidFill>
                  <a:srgbClr val="262B3A"/>
                </a:solidFill>
                <a:latin typeface="Calibri" pitchFamily="34" charset="0"/>
                <a:ea typeface="Calibri" pitchFamily="34" charset="-122"/>
                <a:cs typeface="Calibri" pitchFamily="34" charset="-120"/>
              </a:rPr>
              <a:t>, so the object just </a:t>
            </a:r>
            <a:r>
              <a:rPr lang="en-US" sz="1150" b="1" dirty="0">
                <a:solidFill>
                  <a:srgbClr val="262B3A"/>
                </a:solidFill>
                <a:latin typeface="Calibri" pitchFamily="34" charset="0"/>
                <a:ea typeface="Calibri" pitchFamily="34" charset="-122"/>
                <a:cs typeface="Calibri" pitchFamily="34" charset="-120"/>
              </a:rPr>
              <a:t>accelerates</a:t>
            </a:r>
            <a:r>
              <a:rPr lang="en-US" sz="1150" dirty="0">
                <a:solidFill>
                  <a:srgbClr val="262B3A"/>
                </a:solidFill>
                <a:latin typeface="Calibri" pitchFamily="34" charset="0"/>
                <a:ea typeface="Calibri" pitchFamily="34" charset="-122"/>
                <a:cs typeface="Calibri" pitchFamily="34" charset="-120"/>
              </a:rPr>
              <a:t> instead of changing shape.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spring held at the top: the load pulls down, the clamp pulls up.</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Bending a plank needs </a:t>
            </a:r>
            <a:r>
              <a:rPr lang="en-US" sz="1150" b="1" dirty="0">
                <a:solidFill>
                  <a:srgbClr val="262B3A"/>
                </a:solidFill>
                <a:latin typeface="Calibri" pitchFamily="34" charset="0"/>
                <a:ea typeface="Calibri" pitchFamily="34" charset="-122"/>
                <a:cs typeface="Calibri" pitchFamily="34" charset="-120"/>
              </a:rPr>
              <a:t>three</a:t>
            </a:r>
            <a:r>
              <a:rPr lang="en-US" sz="1150" dirty="0">
                <a:solidFill>
                  <a:srgbClr val="262B3A"/>
                </a:solidFill>
                <a:latin typeface="Calibri" pitchFamily="34" charset="0"/>
                <a:ea typeface="Calibri" pitchFamily="34" charset="-122"/>
                <a:cs typeface="Calibri" pitchFamily="34" charset="-120"/>
              </a:rPr>
              <a:t> forces: a push in the middle and a support force at each end.</a:t>
            </a:r>
            <a:endParaRPr lang="en-US" sz="1150" dirty="0"/>
          </a:p>
        </p:txBody>
      </p:sp>
      <p:sp>
        <p:nvSpPr>
          <p:cNvPr id="91" name="Shape 8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92" name="Text 9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Think it through</a:t>
            </a:r>
            <a:endParaRPr lang="en-US" sz="1300" dirty="0"/>
          </a:p>
        </p:txBody>
      </p:sp>
      <p:sp>
        <p:nvSpPr>
          <p:cNvPr id="93" name="Text 9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200 g mass hangs on a spring. The spring is still. (g = 10 N/kg)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Load   </a:t>
            </a:r>
            <a:r>
              <a:rPr lang="en-US" sz="1100" dirty="0">
                <a:solidFill>
                  <a:srgbClr val="262B3A"/>
                </a:solidFill>
                <a:latin typeface="Calibri" pitchFamily="34" charset="0"/>
                <a:ea typeface="Calibri" pitchFamily="34" charset="-122"/>
                <a:cs typeface="Calibri" pitchFamily="34" charset="-120"/>
              </a:rPr>
              <a:t>the weight (0.200 × 10 = 2 N) pulls the bottom of the spring </a:t>
            </a:r>
            <a:r>
              <a:rPr lang="en-US" sz="1100" b="1" dirty="0">
                <a:solidFill>
                  <a:srgbClr val="262B3A"/>
                </a:solidFill>
                <a:latin typeface="Calibri" pitchFamily="34" charset="0"/>
                <a:ea typeface="Calibri" pitchFamily="34" charset="-122"/>
                <a:cs typeface="Calibri" pitchFamily="34" charset="-120"/>
              </a:rPr>
              <a:t>down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Clamp   </a:t>
            </a:r>
            <a:r>
              <a:rPr lang="en-US" sz="1100" dirty="0">
                <a:solidFill>
                  <a:srgbClr val="262B3A"/>
                </a:solidFill>
                <a:latin typeface="Calibri" pitchFamily="34" charset="0"/>
                <a:ea typeface="Calibri" pitchFamily="34" charset="-122"/>
                <a:cs typeface="Calibri" pitchFamily="34" charset="-120"/>
              </a:rPr>
              <a:t>pulls the top of the spring </a:t>
            </a:r>
            <a:r>
              <a:rPr lang="en-US" sz="1100" b="1" dirty="0">
                <a:solidFill>
                  <a:srgbClr val="262B3A"/>
                </a:solidFill>
                <a:latin typeface="Calibri" pitchFamily="34" charset="0"/>
                <a:ea typeface="Calibri" pitchFamily="34" charset="-122"/>
                <a:cs typeface="Calibri" pitchFamily="34" charset="-120"/>
              </a:rPr>
              <a:t>up</a:t>
            </a:r>
            <a:r>
              <a:rPr lang="en-US" sz="1100" dirty="0">
                <a:solidFill>
                  <a:srgbClr val="262B3A"/>
                </a:solidFill>
                <a:latin typeface="Calibri" pitchFamily="34" charset="0"/>
                <a:ea typeface="Calibri" pitchFamily="34" charset="-122"/>
                <a:cs typeface="Calibri" pitchFamily="34" charset="-120"/>
              </a:rPr>
              <a:t> with 2.0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Balanced   </a:t>
            </a:r>
            <a:r>
              <a:rPr lang="en-US" sz="1100" dirty="0">
                <a:solidFill>
                  <a:srgbClr val="262B3A"/>
                </a:solidFill>
                <a:latin typeface="Calibri" pitchFamily="34" charset="0"/>
                <a:ea typeface="Calibri" pitchFamily="34" charset="-122"/>
                <a:cs typeface="Calibri" pitchFamily="34" charset="-120"/>
              </a:rPr>
              <a:t>resultant force = 0, so no acceleration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two forces at the two ends → the spring stretches</a:t>
            </a:r>
            <a:endParaRPr lang="en-US" sz="1100" dirty="0"/>
          </a:p>
        </p:txBody>
      </p:sp>
      <p:sp>
        <p:nvSpPr>
          <p:cNvPr id="94" name="Shape 92"/>
          <p:cNvSpPr/>
          <p:nvPr/>
        </p:nvSpPr>
        <p:spPr>
          <a:xfrm>
            <a:off x="411480" y="5833872"/>
            <a:ext cx="11368735" cy="530352"/>
          </a:xfrm>
          <a:prstGeom prst="rect">
            <a:avLst/>
          </a:prstGeom>
          <a:solidFill>
            <a:srgbClr val="FFF4E0"/>
          </a:solidFill>
          <a:ln w="6350">
            <a:solidFill>
              <a:srgbClr val="F1D9A8"/>
            </a:solidFill>
            <a:prstDash val="solid"/>
          </a:ln>
        </p:spPr>
      </p:sp>
      <p:sp>
        <p:nvSpPr>
          <p:cNvPr id="95" name="Shape 93"/>
          <p:cNvSpPr/>
          <p:nvPr/>
        </p:nvSpPr>
        <p:spPr>
          <a:xfrm>
            <a:off x="411480" y="5833872"/>
            <a:ext cx="82296" cy="530352"/>
          </a:xfrm>
          <a:prstGeom prst="rect">
            <a:avLst/>
          </a:prstGeom>
          <a:solidFill>
            <a:srgbClr val="E39A2F"/>
          </a:solidFill>
          <a:ln w="12700">
            <a:solidFill>
              <a:srgbClr val="E39A2F"/>
            </a:solidFill>
            <a:prstDash val="solid"/>
          </a:ln>
        </p:spPr>
      </p:sp>
      <p:sp>
        <p:nvSpPr>
          <p:cNvPr id="96" name="Text 9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you cannot squash a ball of modelling clay with just one force.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Elastic and plastic deformation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P6.3.2 • does the object go back to its original shape?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P6.3.2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kind of spring before, during and after loading</a:t>
            </a:r>
            <a:endParaRPr lang="en-US" sz="1000" dirty="0"/>
          </a:p>
        </p:txBody>
      </p:sp>
      <p:sp>
        <p:nvSpPr>
          <p:cNvPr id="10" name="Shape 8"/>
          <p:cNvSpPr/>
          <p:nvPr/>
        </p:nvSpPr>
        <p:spPr>
          <a:xfrm>
            <a:off x="640080" y="1371600"/>
            <a:ext cx="5120640" cy="109728"/>
          </a:xfrm>
          <a:prstGeom prst="rect">
            <a:avLst/>
          </a:prstGeom>
          <a:solidFill>
            <a:srgbClr val="5A6275"/>
          </a:solidFill>
          <a:ln/>
        </p:spPr>
      </p:sp>
      <p:sp>
        <p:nvSpPr>
          <p:cNvPr id="11" name="Shape 9"/>
          <p:cNvSpPr/>
          <p:nvPr/>
        </p:nvSpPr>
        <p:spPr>
          <a:xfrm>
            <a:off x="1600200" y="1481328"/>
            <a:ext cx="91" cy="95098"/>
          </a:xfrm>
          <a:prstGeom prst="line">
            <a:avLst/>
          </a:prstGeom>
          <a:noFill/>
          <a:ln w="22225">
            <a:solidFill>
              <a:srgbClr val="4A5568"/>
            </a:solidFill>
            <a:prstDash val="solid"/>
          </a:ln>
        </p:spPr>
      </p:sp>
      <p:sp>
        <p:nvSpPr>
          <p:cNvPr id="12" name="Shape 10"/>
          <p:cNvSpPr/>
          <p:nvPr/>
        </p:nvSpPr>
        <p:spPr>
          <a:xfrm>
            <a:off x="1600200" y="1576426"/>
            <a:ext cx="146304" cy="49926"/>
          </a:xfrm>
          <a:prstGeom prst="line">
            <a:avLst/>
          </a:prstGeom>
          <a:noFill/>
          <a:ln w="22225">
            <a:solidFill>
              <a:srgbClr val="4A5568"/>
            </a:solidFill>
            <a:prstDash val="solid"/>
          </a:ln>
        </p:spPr>
      </p:sp>
      <p:sp>
        <p:nvSpPr>
          <p:cNvPr id="13" name="Shape 11"/>
          <p:cNvSpPr/>
          <p:nvPr/>
        </p:nvSpPr>
        <p:spPr>
          <a:xfrm flipH="1">
            <a:off x="1453896" y="1626352"/>
            <a:ext cx="292608" cy="49926"/>
          </a:xfrm>
          <a:prstGeom prst="line">
            <a:avLst/>
          </a:prstGeom>
          <a:noFill/>
          <a:ln w="22225">
            <a:solidFill>
              <a:srgbClr val="4A5568"/>
            </a:solidFill>
            <a:prstDash val="solid"/>
          </a:ln>
        </p:spPr>
      </p:sp>
      <p:sp>
        <p:nvSpPr>
          <p:cNvPr id="14" name="Shape 12"/>
          <p:cNvSpPr/>
          <p:nvPr/>
        </p:nvSpPr>
        <p:spPr>
          <a:xfrm>
            <a:off x="1453896" y="1676278"/>
            <a:ext cx="292608" cy="49926"/>
          </a:xfrm>
          <a:prstGeom prst="line">
            <a:avLst/>
          </a:prstGeom>
          <a:noFill/>
          <a:ln w="22225">
            <a:solidFill>
              <a:srgbClr val="4A5568"/>
            </a:solidFill>
            <a:prstDash val="solid"/>
          </a:ln>
        </p:spPr>
      </p:sp>
      <p:sp>
        <p:nvSpPr>
          <p:cNvPr id="15" name="Shape 13"/>
          <p:cNvSpPr/>
          <p:nvPr/>
        </p:nvSpPr>
        <p:spPr>
          <a:xfrm flipH="1">
            <a:off x="1453896" y="1726204"/>
            <a:ext cx="292608" cy="49926"/>
          </a:xfrm>
          <a:prstGeom prst="line">
            <a:avLst/>
          </a:prstGeom>
          <a:noFill/>
          <a:ln w="22225">
            <a:solidFill>
              <a:srgbClr val="4A5568"/>
            </a:solidFill>
            <a:prstDash val="solid"/>
          </a:ln>
        </p:spPr>
      </p:sp>
      <p:sp>
        <p:nvSpPr>
          <p:cNvPr id="16" name="Shape 14"/>
          <p:cNvSpPr/>
          <p:nvPr/>
        </p:nvSpPr>
        <p:spPr>
          <a:xfrm>
            <a:off x="1453896" y="1776131"/>
            <a:ext cx="292608" cy="49926"/>
          </a:xfrm>
          <a:prstGeom prst="line">
            <a:avLst/>
          </a:prstGeom>
          <a:noFill/>
          <a:ln w="22225">
            <a:solidFill>
              <a:srgbClr val="4A5568"/>
            </a:solidFill>
            <a:prstDash val="solid"/>
          </a:ln>
        </p:spPr>
      </p:sp>
      <p:sp>
        <p:nvSpPr>
          <p:cNvPr id="17" name="Shape 15"/>
          <p:cNvSpPr/>
          <p:nvPr/>
        </p:nvSpPr>
        <p:spPr>
          <a:xfrm flipH="1">
            <a:off x="1453896" y="1826057"/>
            <a:ext cx="292608" cy="49926"/>
          </a:xfrm>
          <a:prstGeom prst="line">
            <a:avLst/>
          </a:prstGeom>
          <a:noFill/>
          <a:ln w="22225">
            <a:solidFill>
              <a:srgbClr val="4A5568"/>
            </a:solidFill>
            <a:prstDash val="solid"/>
          </a:ln>
        </p:spPr>
      </p:sp>
      <p:sp>
        <p:nvSpPr>
          <p:cNvPr id="18" name="Shape 16"/>
          <p:cNvSpPr/>
          <p:nvPr/>
        </p:nvSpPr>
        <p:spPr>
          <a:xfrm>
            <a:off x="1453896" y="1875983"/>
            <a:ext cx="292608" cy="49926"/>
          </a:xfrm>
          <a:prstGeom prst="line">
            <a:avLst/>
          </a:prstGeom>
          <a:noFill/>
          <a:ln w="22225">
            <a:solidFill>
              <a:srgbClr val="4A5568"/>
            </a:solidFill>
            <a:prstDash val="solid"/>
          </a:ln>
        </p:spPr>
      </p:sp>
      <p:sp>
        <p:nvSpPr>
          <p:cNvPr id="19" name="Shape 17"/>
          <p:cNvSpPr/>
          <p:nvPr/>
        </p:nvSpPr>
        <p:spPr>
          <a:xfrm flipH="1">
            <a:off x="1453896" y="1925909"/>
            <a:ext cx="292608" cy="49926"/>
          </a:xfrm>
          <a:prstGeom prst="line">
            <a:avLst/>
          </a:prstGeom>
          <a:noFill/>
          <a:ln w="22225">
            <a:solidFill>
              <a:srgbClr val="4A5568"/>
            </a:solidFill>
            <a:prstDash val="solid"/>
          </a:ln>
        </p:spPr>
      </p:sp>
      <p:sp>
        <p:nvSpPr>
          <p:cNvPr id="20" name="Shape 18"/>
          <p:cNvSpPr/>
          <p:nvPr/>
        </p:nvSpPr>
        <p:spPr>
          <a:xfrm>
            <a:off x="1453896" y="1975836"/>
            <a:ext cx="292608" cy="49926"/>
          </a:xfrm>
          <a:prstGeom prst="line">
            <a:avLst/>
          </a:prstGeom>
          <a:noFill/>
          <a:ln w="22225">
            <a:solidFill>
              <a:srgbClr val="4A5568"/>
            </a:solidFill>
            <a:prstDash val="solid"/>
          </a:ln>
        </p:spPr>
      </p:sp>
      <p:sp>
        <p:nvSpPr>
          <p:cNvPr id="21" name="Shape 19"/>
          <p:cNvSpPr/>
          <p:nvPr/>
        </p:nvSpPr>
        <p:spPr>
          <a:xfrm flipH="1">
            <a:off x="1453896" y="2025762"/>
            <a:ext cx="292608" cy="49926"/>
          </a:xfrm>
          <a:prstGeom prst="line">
            <a:avLst/>
          </a:prstGeom>
          <a:noFill/>
          <a:ln w="22225">
            <a:solidFill>
              <a:srgbClr val="4A5568"/>
            </a:solidFill>
            <a:prstDash val="solid"/>
          </a:ln>
        </p:spPr>
      </p:sp>
      <p:sp>
        <p:nvSpPr>
          <p:cNvPr id="22" name="Shape 20"/>
          <p:cNvSpPr/>
          <p:nvPr/>
        </p:nvSpPr>
        <p:spPr>
          <a:xfrm>
            <a:off x="1453896" y="2075688"/>
            <a:ext cx="292608" cy="49926"/>
          </a:xfrm>
          <a:prstGeom prst="line">
            <a:avLst/>
          </a:prstGeom>
          <a:noFill/>
          <a:ln w="22225">
            <a:solidFill>
              <a:srgbClr val="4A5568"/>
            </a:solidFill>
            <a:prstDash val="solid"/>
          </a:ln>
        </p:spPr>
      </p:sp>
      <p:sp>
        <p:nvSpPr>
          <p:cNvPr id="23" name="Shape 21"/>
          <p:cNvSpPr/>
          <p:nvPr/>
        </p:nvSpPr>
        <p:spPr>
          <a:xfrm flipH="1">
            <a:off x="1453896" y="2125614"/>
            <a:ext cx="292608" cy="49926"/>
          </a:xfrm>
          <a:prstGeom prst="line">
            <a:avLst/>
          </a:prstGeom>
          <a:noFill/>
          <a:ln w="22225">
            <a:solidFill>
              <a:srgbClr val="4A5568"/>
            </a:solidFill>
            <a:prstDash val="solid"/>
          </a:ln>
        </p:spPr>
      </p:sp>
      <p:sp>
        <p:nvSpPr>
          <p:cNvPr id="24" name="Shape 22"/>
          <p:cNvSpPr/>
          <p:nvPr/>
        </p:nvSpPr>
        <p:spPr>
          <a:xfrm>
            <a:off x="1453896" y="2175540"/>
            <a:ext cx="292608" cy="49926"/>
          </a:xfrm>
          <a:prstGeom prst="line">
            <a:avLst/>
          </a:prstGeom>
          <a:noFill/>
          <a:ln w="22225">
            <a:solidFill>
              <a:srgbClr val="4A5568"/>
            </a:solidFill>
            <a:prstDash val="solid"/>
          </a:ln>
        </p:spPr>
      </p:sp>
      <p:sp>
        <p:nvSpPr>
          <p:cNvPr id="25" name="Shape 23"/>
          <p:cNvSpPr/>
          <p:nvPr/>
        </p:nvSpPr>
        <p:spPr>
          <a:xfrm flipH="1">
            <a:off x="1453896" y="2225467"/>
            <a:ext cx="292608" cy="49926"/>
          </a:xfrm>
          <a:prstGeom prst="line">
            <a:avLst/>
          </a:prstGeom>
          <a:noFill/>
          <a:ln w="22225">
            <a:solidFill>
              <a:srgbClr val="4A5568"/>
            </a:solidFill>
            <a:prstDash val="solid"/>
          </a:ln>
        </p:spPr>
      </p:sp>
      <p:sp>
        <p:nvSpPr>
          <p:cNvPr id="26" name="Shape 24"/>
          <p:cNvSpPr/>
          <p:nvPr/>
        </p:nvSpPr>
        <p:spPr>
          <a:xfrm>
            <a:off x="1453896" y="2275393"/>
            <a:ext cx="292608" cy="49926"/>
          </a:xfrm>
          <a:prstGeom prst="line">
            <a:avLst/>
          </a:prstGeom>
          <a:noFill/>
          <a:ln w="22225">
            <a:solidFill>
              <a:srgbClr val="4A5568"/>
            </a:solidFill>
            <a:prstDash val="solid"/>
          </a:ln>
        </p:spPr>
      </p:sp>
      <p:sp>
        <p:nvSpPr>
          <p:cNvPr id="27" name="Shape 25"/>
          <p:cNvSpPr/>
          <p:nvPr/>
        </p:nvSpPr>
        <p:spPr>
          <a:xfrm flipH="1">
            <a:off x="1453896" y="2325319"/>
            <a:ext cx="292608" cy="49926"/>
          </a:xfrm>
          <a:prstGeom prst="line">
            <a:avLst/>
          </a:prstGeom>
          <a:noFill/>
          <a:ln w="22225">
            <a:solidFill>
              <a:srgbClr val="4A5568"/>
            </a:solidFill>
            <a:prstDash val="solid"/>
          </a:ln>
        </p:spPr>
      </p:sp>
      <p:sp>
        <p:nvSpPr>
          <p:cNvPr id="28" name="Shape 26"/>
          <p:cNvSpPr/>
          <p:nvPr/>
        </p:nvSpPr>
        <p:spPr>
          <a:xfrm>
            <a:off x="1453896" y="2375245"/>
            <a:ext cx="292608" cy="49926"/>
          </a:xfrm>
          <a:prstGeom prst="line">
            <a:avLst/>
          </a:prstGeom>
          <a:noFill/>
          <a:ln w="22225">
            <a:solidFill>
              <a:srgbClr val="4A5568"/>
            </a:solidFill>
            <a:prstDash val="solid"/>
          </a:ln>
        </p:spPr>
      </p:sp>
      <p:sp>
        <p:nvSpPr>
          <p:cNvPr id="29" name="Shape 27"/>
          <p:cNvSpPr/>
          <p:nvPr/>
        </p:nvSpPr>
        <p:spPr>
          <a:xfrm flipH="1">
            <a:off x="1453896" y="2425172"/>
            <a:ext cx="292608" cy="49926"/>
          </a:xfrm>
          <a:prstGeom prst="line">
            <a:avLst/>
          </a:prstGeom>
          <a:noFill/>
          <a:ln w="22225">
            <a:solidFill>
              <a:srgbClr val="4A5568"/>
            </a:solidFill>
            <a:prstDash val="solid"/>
          </a:ln>
        </p:spPr>
      </p:sp>
      <p:sp>
        <p:nvSpPr>
          <p:cNvPr id="30" name="Shape 28"/>
          <p:cNvSpPr/>
          <p:nvPr/>
        </p:nvSpPr>
        <p:spPr>
          <a:xfrm>
            <a:off x="1453896" y="2475098"/>
            <a:ext cx="292608" cy="49926"/>
          </a:xfrm>
          <a:prstGeom prst="line">
            <a:avLst/>
          </a:prstGeom>
          <a:noFill/>
          <a:ln w="22225">
            <a:solidFill>
              <a:srgbClr val="4A5568"/>
            </a:solidFill>
            <a:prstDash val="solid"/>
          </a:ln>
        </p:spPr>
      </p:sp>
      <p:sp>
        <p:nvSpPr>
          <p:cNvPr id="31" name="Shape 29"/>
          <p:cNvSpPr/>
          <p:nvPr/>
        </p:nvSpPr>
        <p:spPr>
          <a:xfrm flipH="1">
            <a:off x="1600200" y="2525024"/>
            <a:ext cx="146304" cy="49926"/>
          </a:xfrm>
          <a:prstGeom prst="line">
            <a:avLst/>
          </a:prstGeom>
          <a:noFill/>
          <a:ln w="22225">
            <a:solidFill>
              <a:srgbClr val="4A5568"/>
            </a:solidFill>
            <a:prstDash val="solid"/>
          </a:ln>
        </p:spPr>
      </p:sp>
      <p:sp>
        <p:nvSpPr>
          <p:cNvPr id="32" name="Shape 30"/>
          <p:cNvSpPr/>
          <p:nvPr/>
        </p:nvSpPr>
        <p:spPr>
          <a:xfrm>
            <a:off x="1600200" y="2574950"/>
            <a:ext cx="91" cy="95098"/>
          </a:xfrm>
          <a:prstGeom prst="line">
            <a:avLst/>
          </a:prstGeom>
          <a:noFill/>
          <a:ln w="22225">
            <a:solidFill>
              <a:srgbClr val="4A5568"/>
            </a:solidFill>
            <a:prstDash val="solid"/>
          </a:ln>
        </p:spPr>
      </p:sp>
      <p:sp>
        <p:nvSpPr>
          <p:cNvPr id="33" name="Shape 31"/>
          <p:cNvSpPr/>
          <p:nvPr/>
        </p:nvSpPr>
        <p:spPr>
          <a:xfrm>
            <a:off x="2697480" y="1481328"/>
            <a:ext cx="91" cy="109728"/>
          </a:xfrm>
          <a:prstGeom prst="line">
            <a:avLst/>
          </a:prstGeom>
          <a:noFill/>
          <a:ln w="22225">
            <a:solidFill>
              <a:srgbClr val="4A5568"/>
            </a:solidFill>
            <a:prstDash val="solid"/>
          </a:ln>
        </p:spPr>
      </p:sp>
      <p:sp>
        <p:nvSpPr>
          <p:cNvPr id="34" name="Shape 32"/>
          <p:cNvSpPr/>
          <p:nvPr/>
        </p:nvSpPr>
        <p:spPr>
          <a:xfrm>
            <a:off x="2697480" y="1591056"/>
            <a:ext cx="146304" cy="80467"/>
          </a:xfrm>
          <a:prstGeom prst="line">
            <a:avLst/>
          </a:prstGeom>
          <a:noFill/>
          <a:ln w="22225">
            <a:solidFill>
              <a:srgbClr val="4A5568"/>
            </a:solidFill>
            <a:prstDash val="solid"/>
          </a:ln>
        </p:spPr>
      </p:sp>
      <p:sp>
        <p:nvSpPr>
          <p:cNvPr id="35" name="Shape 33"/>
          <p:cNvSpPr/>
          <p:nvPr/>
        </p:nvSpPr>
        <p:spPr>
          <a:xfrm flipH="1">
            <a:off x="2551176" y="1671523"/>
            <a:ext cx="292608" cy="80467"/>
          </a:xfrm>
          <a:prstGeom prst="line">
            <a:avLst/>
          </a:prstGeom>
          <a:noFill/>
          <a:ln w="22225">
            <a:solidFill>
              <a:srgbClr val="4A5568"/>
            </a:solidFill>
            <a:prstDash val="solid"/>
          </a:ln>
        </p:spPr>
      </p:sp>
      <p:sp>
        <p:nvSpPr>
          <p:cNvPr id="36" name="Shape 34"/>
          <p:cNvSpPr/>
          <p:nvPr/>
        </p:nvSpPr>
        <p:spPr>
          <a:xfrm>
            <a:off x="2551176" y="1751990"/>
            <a:ext cx="292608" cy="80467"/>
          </a:xfrm>
          <a:prstGeom prst="line">
            <a:avLst/>
          </a:prstGeom>
          <a:noFill/>
          <a:ln w="22225">
            <a:solidFill>
              <a:srgbClr val="4A5568"/>
            </a:solidFill>
            <a:prstDash val="solid"/>
          </a:ln>
        </p:spPr>
      </p:sp>
      <p:sp>
        <p:nvSpPr>
          <p:cNvPr id="37" name="Shape 35"/>
          <p:cNvSpPr/>
          <p:nvPr/>
        </p:nvSpPr>
        <p:spPr>
          <a:xfrm flipH="1">
            <a:off x="2551176" y="1832458"/>
            <a:ext cx="292608" cy="80467"/>
          </a:xfrm>
          <a:prstGeom prst="line">
            <a:avLst/>
          </a:prstGeom>
          <a:noFill/>
          <a:ln w="22225">
            <a:solidFill>
              <a:srgbClr val="4A5568"/>
            </a:solidFill>
            <a:prstDash val="solid"/>
          </a:ln>
        </p:spPr>
      </p:sp>
      <p:sp>
        <p:nvSpPr>
          <p:cNvPr id="38" name="Shape 36"/>
          <p:cNvSpPr/>
          <p:nvPr/>
        </p:nvSpPr>
        <p:spPr>
          <a:xfrm>
            <a:off x="2551176" y="1912925"/>
            <a:ext cx="292608" cy="80467"/>
          </a:xfrm>
          <a:prstGeom prst="line">
            <a:avLst/>
          </a:prstGeom>
          <a:noFill/>
          <a:ln w="22225">
            <a:solidFill>
              <a:srgbClr val="4A5568"/>
            </a:solidFill>
            <a:prstDash val="solid"/>
          </a:ln>
        </p:spPr>
      </p:sp>
      <p:sp>
        <p:nvSpPr>
          <p:cNvPr id="39" name="Shape 37"/>
          <p:cNvSpPr/>
          <p:nvPr/>
        </p:nvSpPr>
        <p:spPr>
          <a:xfrm flipH="1">
            <a:off x="2551176" y="1993392"/>
            <a:ext cx="292608" cy="80467"/>
          </a:xfrm>
          <a:prstGeom prst="line">
            <a:avLst/>
          </a:prstGeom>
          <a:noFill/>
          <a:ln w="22225">
            <a:solidFill>
              <a:srgbClr val="4A5568"/>
            </a:solidFill>
            <a:prstDash val="solid"/>
          </a:ln>
        </p:spPr>
      </p:sp>
      <p:sp>
        <p:nvSpPr>
          <p:cNvPr id="40" name="Shape 38"/>
          <p:cNvSpPr/>
          <p:nvPr/>
        </p:nvSpPr>
        <p:spPr>
          <a:xfrm>
            <a:off x="2551176" y="2073859"/>
            <a:ext cx="292608" cy="80467"/>
          </a:xfrm>
          <a:prstGeom prst="line">
            <a:avLst/>
          </a:prstGeom>
          <a:noFill/>
          <a:ln w="22225">
            <a:solidFill>
              <a:srgbClr val="4A5568"/>
            </a:solidFill>
            <a:prstDash val="solid"/>
          </a:ln>
        </p:spPr>
      </p:sp>
      <p:sp>
        <p:nvSpPr>
          <p:cNvPr id="41" name="Shape 39"/>
          <p:cNvSpPr/>
          <p:nvPr/>
        </p:nvSpPr>
        <p:spPr>
          <a:xfrm flipH="1">
            <a:off x="2551176" y="2154326"/>
            <a:ext cx="292608" cy="80467"/>
          </a:xfrm>
          <a:prstGeom prst="line">
            <a:avLst/>
          </a:prstGeom>
          <a:noFill/>
          <a:ln w="22225">
            <a:solidFill>
              <a:srgbClr val="4A5568"/>
            </a:solidFill>
            <a:prstDash val="solid"/>
          </a:ln>
        </p:spPr>
      </p:sp>
      <p:sp>
        <p:nvSpPr>
          <p:cNvPr id="42" name="Shape 40"/>
          <p:cNvSpPr/>
          <p:nvPr/>
        </p:nvSpPr>
        <p:spPr>
          <a:xfrm>
            <a:off x="2551176" y="2234794"/>
            <a:ext cx="292608" cy="80467"/>
          </a:xfrm>
          <a:prstGeom prst="line">
            <a:avLst/>
          </a:prstGeom>
          <a:noFill/>
          <a:ln w="22225">
            <a:solidFill>
              <a:srgbClr val="4A5568"/>
            </a:solidFill>
            <a:prstDash val="solid"/>
          </a:ln>
        </p:spPr>
      </p:sp>
      <p:sp>
        <p:nvSpPr>
          <p:cNvPr id="43" name="Shape 41"/>
          <p:cNvSpPr/>
          <p:nvPr/>
        </p:nvSpPr>
        <p:spPr>
          <a:xfrm flipH="1">
            <a:off x="2551176" y="2315261"/>
            <a:ext cx="292608" cy="80467"/>
          </a:xfrm>
          <a:prstGeom prst="line">
            <a:avLst/>
          </a:prstGeom>
          <a:noFill/>
          <a:ln w="22225">
            <a:solidFill>
              <a:srgbClr val="4A5568"/>
            </a:solidFill>
            <a:prstDash val="solid"/>
          </a:ln>
        </p:spPr>
      </p:sp>
      <p:sp>
        <p:nvSpPr>
          <p:cNvPr id="44" name="Shape 42"/>
          <p:cNvSpPr/>
          <p:nvPr/>
        </p:nvSpPr>
        <p:spPr>
          <a:xfrm>
            <a:off x="2551176" y="2395728"/>
            <a:ext cx="292608" cy="80467"/>
          </a:xfrm>
          <a:prstGeom prst="line">
            <a:avLst/>
          </a:prstGeom>
          <a:noFill/>
          <a:ln w="22225">
            <a:solidFill>
              <a:srgbClr val="4A5568"/>
            </a:solidFill>
            <a:prstDash val="solid"/>
          </a:ln>
        </p:spPr>
      </p:sp>
      <p:sp>
        <p:nvSpPr>
          <p:cNvPr id="45" name="Shape 43"/>
          <p:cNvSpPr/>
          <p:nvPr/>
        </p:nvSpPr>
        <p:spPr>
          <a:xfrm flipH="1">
            <a:off x="2551176" y="2476195"/>
            <a:ext cx="292608" cy="80467"/>
          </a:xfrm>
          <a:prstGeom prst="line">
            <a:avLst/>
          </a:prstGeom>
          <a:noFill/>
          <a:ln w="22225">
            <a:solidFill>
              <a:srgbClr val="4A5568"/>
            </a:solidFill>
            <a:prstDash val="solid"/>
          </a:ln>
        </p:spPr>
      </p:sp>
      <p:sp>
        <p:nvSpPr>
          <p:cNvPr id="46" name="Shape 44"/>
          <p:cNvSpPr/>
          <p:nvPr/>
        </p:nvSpPr>
        <p:spPr>
          <a:xfrm>
            <a:off x="2551176" y="2556662"/>
            <a:ext cx="292608" cy="80467"/>
          </a:xfrm>
          <a:prstGeom prst="line">
            <a:avLst/>
          </a:prstGeom>
          <a:noFill/>
          <a:ln w="22225">
            <a:solidFill>
              <a:srgbClr val="4A5568"/>
            </a:solidFill>
            <a:prstDash val="solid"/>
          </a:ln>
        </p:spPr>
      </p:sp>
      <p:sp>
        <p:nvSpPr>
          <p:cNvPr id="47" name="Shape 45"/>
          <p:cNvSpPr/>
          <p:nvPr/>
        </p:nvSpPr>
        <p:spPr>
          <a:xfrm flipH="1">
            <a:off x="2551176" y="2637130"/>
            <a:ext cx="292608" cy="80467"/>
          </a:xfrm>
          <a:prstGeom prst="line">
            <a:avLst/>
          </a:prstGeom>
          <a:noFill/>
          <a:ln w="22225">
            <a:solidFill>
              <a:srgbClr val="4A5568"/>
            </a:solidFill>
            <a:prstDash val="solid"/>
          </a:ln>
        </p:spPr>
      </p:sp>
      <p:sp>
        <p:nvSpPr>
          <p:cNvPr id="48" name="Shape 46"/>
          <p:cNvSpPr/>
          <p:nvPr/>
        </p:nvSpPr>
        <p:spPr>
          <a:xfrm>
            <a:off x="2551176" y="2717597"/>
            <a:ext cx="292608" cy="80467"/>
          </a:xfrm>
          <a:prstGeom prst="line">
            <a:avLst/>
          </a:prstGeom>
          <a:noFill/>
          <a:ln w="22225">
            <a:solidFill>
              <a:srgbClr val="4A5568"/>
            </a:solidFill>
            <a:prstDash val="solid"/>
          </a:ln>
        </p:spPr>
      </p:sp>
      <p:sp>
        <p:nvSpPr>
          <p:cNvPr id="49" name="Shape 47"/>
          <p:cNvSpPr/>
          <p:nvPr/>
        </p:nvSpPr>
        <p:spPr>
          <a:xfrm flipH="1">
            <a:off x="2551176" y="2798064"/>
            <a:ext cx="292608" cy="80467"/>
          </a:xfrm>
          <a:prstGeom prst="line">
            <a:avLst/>
          </a:prstGeom>
          <a:noFill/>
          <a:ln w="22225">
            <a:solidFill>
              <a:srgbClr val="4A5568"/>
            </a:solidFill>
            <a:prstDash val="solid"/>
          </a:ln>
        </p:spPr>
      </p:sp>
      <p:sp>
        <p:nvSpPr>
          <p:cNvPr id="50" name="Shape 48"/>
          <p:cNvSpPr/>
          <p:nvPr/>
        </p:nvSpPr>
        <p:spPr>
          <a:xfrm>
            <a:off x="2551176" y="2878531"/>
            <a:ext cx="292608" cy="80467"/>
          </a:xfrm>
          <a:prstGeom prst="line">
            <a:avLst/>
          </a:prstGeom>
          <a:noFill/>
          <a:ln w="22225">
            <a:solidFill>
              <a:srgbClr val="4A5568"/>
            </a:solidFill>
            <a:prstDash val="solid"/>
          </a:ln>
        </p:spPr>
      </p:sp>
      <p:sp>
        <p:nvSpPr>
          <p:cNvPr id="51" name="Shape 49"/>
          <p:cNvSpPr/>
          <p:nvPr/>
        </p:nvSpPr>
        <p:spPr>
          <a:xfrm flipH="1">
            <a:off x="2551176" y="2958998"/>
            <a:ext cx="292608" cy="80467"/>
          </a:xfrm>
          <a:prstGeom prst="line">
            <a:avLst/>
          </a:prstGeom>
          <a:noFill/>
          <a:ln w="22225">
            <a:solidFill>
              <a:srgbClr val="4A5568"/>
            </a:solidFill>
            <a:prstDash val="solid"/>
          </a:ln>
        </p:spPr>
      </p:sp>
      <p:sp>
        <p:nvSpPr>
          <p:cNvPr id="52" name="Shape 50"/>
          <p:cNvSpPr/>
          <p:nvPr/>
        </p:nvSpPr>
        <p:spPr>
          <a:xfrm>
            <a:off x="2551176" y="3039466"/>
            <a:ext cx="292608" cy="80467"/>
          </a:xfrm>
          <a:prstGeom prst="line">
            <a:avLst/>
          </a:prstGeom>
          <a:noFill/>
          <a:ln w="22225">
            <a:solidFill>
              <a:srgbClr val="4A5568"/>
            </a:solidFill>
            <a:prstDash val="solid"/>
          </a:ln>
        </p:spPr>
      </p:sp>
      <p:sp>
        <p:nvSpPr>
          <p:cNvPr id="53" name="Shape 51"/>
          <p:cNvSpPr/>
          <p:nvPr/>
        </p:nvSpPr>
        <p:spPr>
          <a:xfrm flipH="1">
            <a:off x="2697480" y="3119933"/>
            <a:ext cx="146304" cy="80467"/>
          </a:xfrm>
          <a:prstGeom prst="line">
            <a:avLst/>
          </a:prstGeom>
          <a:noFill/>
          <a:ln w="22225">
            <a:solidFill>
              <a:srgbClr val="4A5568"/>
            </a:solidFill>
            <a:prstDash val="solid"/>
          </a:ln>
        </p:spPr>
      </p:sp>
      <p:sp>
        <p:nvSpPr>
          <p:cNvPr id="54" name="Shape 52"/>
          <p:cNvSpPr/>
          <p:nvPr/>
        </p:nvSpPr>
        <p:spPr>
          <a:xfrm>
            <a:off x="2697480" y="3200400"/>
            <a:ext cx="91" cy="109728"/>
          </a:xfrm>
          <a:prstGeom prst="line">
            <a:avLst/>
          </a:prstGeom>
          <a:noFill/>
          <a:ln w="22225">
            <a:solidFill>
              <a:srgbClr val="4A5568"/>
            </a:solidFill>
            <a:prstDash val="solid"/>
          </a:ln>
        </p:spPr>
      </p:sp>
      <p:sp>
        <p:nvSpPr>
          <p:cNvPr id="55" name="Shape 53"/>
          <p:cNvSpPr/>
          <p:nvPr/>
        </p:nvSpPr>
        <p:spPr>
          <a:xfrm>
            <a:off x="2697480" y="3310128"/>
            <a:ext cx="91" cy="182880"/>
          </a:xfrm>
          <a:prstGeom prst="line">
            <a:avLst/>
          </a:prstGeom>
          <a:noFill/>
          <a:ln w="25400">
            <a:solidFill>
              <a:srgbClr val="5A6275"/>
            </a:solidFill>
            <a:prstDash val="solid"/>
          </a:ln>
        </p:spPr>
      </p:sp>
      <p:sp>
        <p:nvSpPr>
          <p:cNvPr id="56" name="Shape 54"/>
          <p:cNvSpPr/>
          <p:nvPr/>
        </p:nvSpPr>
        <p:spPr>
          <a:xfrm>
            <a:off x="2468880" y="3493008"/>
            <a:ext cx="457200" cy="109728"/>
          </a:xfrm>
          <a:prstGeom prst="rect">
            <a:avLst/>
          </a:prstGeom>
          <a:solidFill>
            <a:srgbClr val="969FB1"/>
          </a:solidFill>
          <a:ln w="6350">
            <a:solidFill>
              <a:srgbClr val="4A5262"/>
            </a:solidFill>
            <a:prstDash val="solid"/>
          </a:ln>
        </p:spPr>
      </p:sp>
      <p:sp>
        <p:nvSpPr>
          <p:cNvPr id="57" name="Shape 55"/>
          <p:cNvSpPr/>
          <p:nvPr/>
        </p:nvSpPr>
        <p:spPr>
          <a:xfrm>
            <a:off x="2468880" y="3602736"/>
            <a:ext cx="457200" cy="109728"/>
          </a:xfrm>
          <a:prstGeom prst="rect">
            <a:avLst/>
          </a:prstGeom>
          <a:solidFill>
            <a:srgbClr val="7C8598"/>
          </a:solidFill>
          <a:ln w="6350">
            <a:solidFill>
              <a:srgbClr val="4A5262"/>
            </a:solidFill>
            <a:prstDash val="solid"/>
          </a:ln>
        </p:spPr>
      </p:sp>
      <p:sp>
        <p:nvSpPr>
          <p:cNvPr id="58" name="Shape 56"/>
          <p:cNvSpPr/>
          <p:nvPr/>
        </p:nvSpPr>
        <p:spPr>
          <a:xfrm>
            <a:off x="2468880" y="3712464"/>
            <a:ext cx="457200" cy="109728"/>
          </a:xfrm>
          <a:prstGeom prst="rect">
            <a:avLst/>
          </a:prstGeom>
          <a:solidFill>
            <a:srgbClr val="969FB1"/>
          </a:solidFill>
          <a:ln w="6350">
            <a:solidFill>
              <a:srgbClr val="4A5262"/>
            </a:solidFill>
            <a:prstDash val="solid"/>
          </a:ln>
        </p:spPr>
      </p:sp>
      <p:sp>
        <p:nvSpPr>
          <p:cNvPr id="59" name="Shape 57"/>
          <p:cNvSpPr/>
          <p:nvPr/>
        </p:nvSpPr>
        <p:spPr>
          <a:xfrm>
            <a:off x="2423160" y="3822192"/>
            <a:ext cx="548640" cy="64008"/>
          </a:xfrm>
          <a:prstGeom prst="rect">
            <a:avLst/>
          </a:prstGeom>
          <a:solidFill>
            <a:srgbClr val="4A5262"/>
          </a:solidFill>
          <a:ln w="12700">
            <a:solidFill>
              <a:srgbClr val="4A5262"/>
            </a:solidFill>
            <a:prstDash val="solid"/>
          </a:ln>
        </p:spPr>
      </p:sp>
      <p:sp>
        <p:nvSpPr>
          <p:cNvPr id="60" name="Shape 58"/>
          <p:cNvSpPr/>
          <p:nvPr/>
        </p:nvSpPr>
        <p:spPr>
          <a:xfrm>
            <a:off x="3794760" y="1481328"/>
            <a:ext cx="91" cy="95098"/>
          </a:xfrm>
          <a:prstGeom prst="line">
            <a:avLst/>
          </a:prstGeom>
          <a:noFill/>
          <a:ln w="22225">
            <a:solidFill>
              <a:srgbClr val="4A5568"/>
            </a:solidFill>
            <a:prstDash val="solid"/>
          </a:ln>
        </p:spPr>
      </p:sp>
      <p:sp>
        <p:nvSpPr>
          <p:cNvPr id="61" name="Shape 59"/>
          <p:cNvSpPr/>
          <p:nvPr/>
        </p:nvSpPr>
        <p:spPr>
          <a:xfrm>
            <a:off x="3794760" y="1576426"/>
            <a:ext cx="146304" cy="49926"/>
          </a:xfrm>
          <a:prstGeom prst="line">
            <a:avLst/>
          </a:prstGeom>
          <a:noFill/>
          <a:ln w="22225">
            <a:solidFill>
              <a:srgbClr val="4A5568"/>
            </a:solidFill>
            <a:prstDash val="solid"/>
          </a:ln>
        </p:spPr>
      </p:sp>
      <p:sp>
        <p:nvSpPr>
          <p:cNvPr id="62" name="Shape 60"/>
          <p:cNvSpPr/>
          <p:nvPr/>
        </p:nvSpPr>
        <p:spPr>
          <a:xfrm flipH="1">
            <a:off x="3648456" y="1626352"/>
            <a:ext cx="292608" cy="49926"/>
          </a:xfrm>
          <a:prstGeom prst="line">
            <a:avLst/>
          </a:prstGeom>
          <a:noFill/>
          <a:ln w="22225">
            <a:solidFill>
              <a:srgbClr val="4A5568"/>
            </a:solidFill>
            <a:prstDash val="solid"/>
          </a:ln>
        </p:spPr>
      </p:sp>
      <p:sp>
        <p:nvSpPr>
          <p:cNvPr id="63" name="Shape 61"/>
          <p:cNvSpPr/>
          <p:nvPr/>
        </p:nvSpPr>
        <p:spPr>
          <a:xfrm>
            <a:off x="3648456" y="1676278"/>
            <a:ext cx="292608" cy="49926"/>
          </a:xfrm>
          <a:prstGeom prst="line">
            <a:avLst/>
          </a:prstGeom>
          <a:noFill/>
          <a:ln w="22225">
            <a:solidFill>
              <a:srgbClr val="4A5568"/>
            </a:solidFill>
            <a:prstDash val="solid"/>
          </a:ln>
        </p:spPr>
      </p:sp>
      <p:sp>
        <p:nvSpPr>
          <p:cNvPr id="64" name="Shape 62"/>
          <p:cNvSpPr/>
          <p:nvPr/>
        </p:nvSpPr>
        <p:spPr>
          <a:xfrm flipH="1">
            <a:off x="3648456" y="1726204"/>
            <a:ext cx="292608" cy="49926"/>
          </a:xfrm>
          <a:prstGeom prst="line">
            <a:avLst/>
          </a:prstGeom>
          <a:noFill/>
          <a:ln w="22225">
            <a:solidFill>
              <a:srgbClr val="4A5568"/>
            </a:solidFill>
            <a:prstDash val="solid"/>
          </a:ln>
        </p:spPr>
      </p:sp>
      <p:sp>
        <p:nvSpPr>
          <p:cNvPr id="65" name="Shape 63"/>
          <p:cNvSpPr/>
          <p:nvPr/>
        </p:nvSpPr>
        <p:spPr>
          <a:xfrm>
            <a:off x="3648456" y="1776131"/>
            <a:ext cx="292608" cy="49926"/>
          </a:xfrm>
          <a:prstGeom prst="line">
            <a:avLst/>
          </a:prstGeom>
          <a:noFill/>
          <a:ln w="22225">
            <a:solidFill>
              <a:srgbClr val="4A5568"/>
            </a:solidFill>
            <a:prstDash val="solid"/>
          </a:ln>
        </p:spPr>
      </p:sp>
      <p:sp>
        <p:nvSpPr>
          <p:cNvPr id="66" name="Shape 64"/>
          <p:cNvSpPr/>
          <p:nvPr/>
        </p:nvSpPr>
        <p:spPr>
          <a:xfrm flipH="1">
            <a:off x="3648456" y="1826057"/>
            <a:ext cx="292608" cy="49926"/>
          </a:xfrm>
          <a:prstGeom prst="line">
            <a:avLst/>
          </a:prstGeom>
          <a:noFill/>
          <a:ln w="22225">
            <a:solidFill>
              <a:srgbClr val="4A5568"/>
            </a:solidFill>
            <a:prstDash val="solid"/>
          </a:ln>
        </p:spPr>
      </p:sp>
      <p:sp>
        <p:nvSpPr>
          <p:cNvPr id="67" name="Shape 65"/>
          <p:cNvSpPr/>
          <p:nvPr/>
        </p:nvSpPr>
        <p:spPr>
          <a:xfrm>
            <a:off x="3648456" y="1875983"/>
            <a:ext cx="292608" cy="49926"/>
          </a:xfrm>
          <a:prstGeom prst="line">
            <a:avLst/>
          </a:prstGeom>
          <a:noFill/>
          <a:ln w="22225">
            <a:solidFill>
              <a:srgbClr val="4A5568"/>
            </a:solidFill>
            <a:prstDash val="solid"/>
          </a:ln>
        </p:spPr>
      </p:sp>
      <p:sp>
        <p:nvSpPr>
          <p:cNvPr id="68" name="Shape 66"/>
          <p:cNvSpPr/>
          <p:nvPr/>
        </p:nvSpPr>
        <p:spPr>
          <a:xfrm flipH="1">
            <a:off x="3648456" y="1925909"/>
            <a:ext cx="292608" cy="49926"/>
          </a:xfrm>
          <a:prstGeom prst="line">
            <a:avLst/>
          </a:prstGeom>
          <a:noFill/>
          <a:ln w="22225">
            <a:solidFill>
              <a:srgbClr val="4A5568"/>
            </a:solidFill>
            <a:prstDash val="solid"/>
          </a:ln>
        </p:spPr>
      </p:sp>
      <p:sp>
        <p:nvSpPr>
          <p:cNvPr id="69" name="Shape 67"/>
          <p:cNvSpPr/>
          <p:nvPr/>
        </p:nvSpPr>
        <p:spPr>
          <a:xfrm>
            <a:off x="3648456" y="1975836"/>
            <a:ext cx="292608" cy="49926"/>
          </a:xfrm>
          <a:prstGeom prst="line">
            <a:avLst/>
          </a:prstGeom>
          <a:noFill/>
          <a:ln w="22225">
            <a:solidFill>
              <a:srgbClr val="4A5568"/>
            </a:solidFill>
            <a:prstDash val="solid"/>
          </a:ln>
        </p:spPr>
      </p:sp>
      <p:sp>
        <p:nvSpPr>
          <p:cNvPr id="70" name="Shape 68"/>
          <p:cNvSpPr/>
          <p:nvPr/>
        </p:nvSpPr>
        <p:spPr>
          <a:xfrm flipH="1">
            <a:off x="3648456" y="2025762"/>
            <a:ext cx="292608" cy="49926"/>
          </a:xfrm>
          <a:prstGeom prst="line">
            <a:avLst/>
          </a:prstGeom>
          <a:noFill/>
          <a:ln w="22225">
            <a:solidFill>
              <a:srgbClr val="4A5568"/>
            </a:solidFill>
            <a:prstDash val="solid"/>
          </a:ln>
        </p:spPr>
      </p:sp>
      <p:sp>
        <p:nvSpPr>
          <p:cNvPr id="71" name="Shape 69"/>
          <p:cNvSpPr/>
          <p:nvPr/>
        </p:nvSpPr>
        <p:spPr>
          <a:xfrm>
            <a:off x="3648456" y="2075688"/>
            <a:ext cx="292608" cy="49926"/>
          </a:xfrm>
          <a:prstGeom prst="line">
            <a:avLst/>
          </a:prstGeom>
          <a:noFill/>
          <a:ln w="22225">
            <a:solidFill>
              <a:srgbClr val="4A5568"/>
            </a:solidFill>
            <a:prstDash val="solid"/>
          </a:ln>
        </p:spPr>
      </p:sp>
      <p:sp>
        <p:nvSpPr>
          <p:cNvPr id="72" name="Shape 70"/>
          <p:cNvSpPr/>
          <p:nvPr/>
        </p:nvSpPr>
        <p:spPr>
          <a:xfrm flipH="1">
            <a:off x="3648456" y="2125614"/>
            <a:ext cx="292608" cy="49926"/>
          </a:xfrm>
          <a:prstGeom prst="line">
            <a:avLst/>
          </a:prstGeom>
          <a:noFill/>
          <a:ln w="22225">
            <a:solidFill>
              <a:srgbClr val="4A5568"/>
            </a:solidFill>
            <a:prstDash val="solid"/>
          </a:ln>
        </p:spPr>
      </p:sp>
      <p:sp>
        <p:nvSpPr>
          <p:cNvPr id="73" name="Shape 71"/>
          <p:cNvSpPr/>
          <p:nvPr/>
        </p:nvSpPr>
        <p:spPr>
          <a:xfrm>
            <a:off x="3648456" y="2175540"/>
            <a:ext cx="292608" cy="49926"/>
          </a:xfrm>
          <a:prstGeom prst="line">
            <a:avLst/>
          </a:prstGeom>
          <a:noFill/>
          <a:ln w="22225">
            <a:solidFill>
              <a:srgbClr val="4A5568"/>
            </a:solidFill>
            <a:prstDash val="solid"/>
          </a:ln>
        </p:spPr>
      </p:sp>
      <p:sp>
        <p:nvSpPr>
          <p:cNvPr id="74" name="Shape 72"/>
          <p:cNvSpPr/>
          <p:nvPr/>
        </p:nvSpPr>
        <p:spPr>
          <a:xfrm flipH="1">
            <a:off x="3648456" y="2225467"/>
            <a:ext cx="292608" cy="49926"/>
          </a:xfrm>
          <a:prstGeom prst="line">
            <a:avLst/>
          </a:prstGeom>
          <a:noFill/>
          <a:ln w="22225">
            <a:solidFill>
              <a:srgbClr val="4A5568"/>
            </a:solidFill>
            <a:prstDash val="solid"/>
          </a:ln>
        </p:spPr>
      </p:sp>
      <p:sp>
        <p:nvSpPr>
          <p:cNvPr id="75" name="Shape 73"/>
          <p:cNvSpPr/>
          <p:nvPr/>
        </p:nvSpPr>
        <p:spPr>
          <a:xfrm>
            <a:off x="3648456" y="2275393"/>
            <a:ext cx="292608" cy="49926"/>
          </a:xfrm>
          <a:prstGeom prst="line">
            <a:avLst/>
          </a:prstGeom>
          <a:noFill/>
          <a:ln w="22225">
            <a:solidFill>
              <a:srgbClr val="4A5568"/>
            </a:solidFill>
            <a:prstDash val="solid"/>
          </a:ln>
        </p:spPr>
      </p:sp>
      <p:sp>
        <p:nvSpPr>
          <p:cNvPr id="76" name="Shape 74"/>
          <p:cNvSpPr/>
          <p:nvPr/>
        </p:nvSpPr>
        <p:spPr>
          <a:xfrm flipH="1">
            <a:off x="3648456" y="2325319"/>
            <a:ext cx="292608" cy="49926"/>
          </a:xfrm>
          <a:prstGeom prst="line">
            <a:avLst/>
          </a:prstGeom>
          <a:noFill/>
          <a:ln w="22225">
            <a:solidFill>
              <a:srgbClr val="4A5568"/>
            </a:solidFill>
            <a:prstDash val="solid"/>
          </a:ln>
        </p:spPr>
      </p:sp>
      <p:sp>
        <p:nvSpPr>
          <p:cNvPr id="77" name="Shape 75"/>
          <p:cNvSpPr/>
          <p:nvPr/>
        </p:nvSpPr>
        <p:spPr>
          <a:xfrm>
            <a:off x="3648456" y="2375245"/>
            <a:ext cx="292608" cy="49926"/>
          </a:xfrm>
          <a:prstGeom prst="line">
            <a:avLst/>
          </a:prstGeom>
          <a:noFill/>
          <a:ln w="22225">
            <a:solidFill>
              <a:srgbClr val="4A5568"/>
            </a:solidFill>
            <a:prstDash val="solid"/>
          </a:ln>
        </p:spPr>
      </p:sp>
      <p:sp>
        <p:nvSpPr>
          <p:cNvPr id="78" name="Shape 76"/>
          <p:cNvSpPr/>
          <p:nvPr/>
        </p:nvSpPr>
        <p:spPr>
          <a:xfrm flipH="1">
            <a:off x="3648456" y="2425172"/>
            <a:ext cx="292608" cy="49926"/>
          </a:xfrm>
          <a:prstGeom prst="line">
            <a:avLst/>
          </a:prstGeom>
          <a:noFill/>
          <a:ln w="22225">
            <a:solidFill>
              <a:srgbClr val="4A5568"/>
            </a:solidFill>
            <a:prstDash val="solid"/>
          </a:ln>
        </p:spPr>
      </p:sp>
      <p:sp>
        <p:nvSpPr>
          <p:cNvPr id="79" name="Shape 77"/>
          <p:cNvSpPr/>
          <p:nvPr/>
        </p:nvSpPr>
        <p:spPr>
          <a:xfrm>
            <a:off x="3648456" y="2475098"/>
            <a:ext cx="292608" cy="49926"/>
          </a:xfrm>
          <a:prstGeom prst="line">
            <a:avLst/>
          </a:prstGeom>
          <a:noFill/>
          <a:ln w="22225">
            <a:solidFill>
              <a:srgbClr val="4A5568"/>
            </a:solidFill>
            <a:prstDash val="solid"/>
          </a:ln>
        </p:spPr>
      </p:sp>
      <p:sp>
        <p:nvSpPr>
          <p:cNvPr id="80" name="Shape 78"/>
          <p:cNvSpPr/>
          <p:nvPr/>
        </p:nvSpPr>
        <p:spPr>
          <a:xfrm flipH="1">
            <a:off x="3794760" y="2525024"/>
            <a:ext cx="146304" cy="49926"/>
          </a:xfrm>
          <a:prstGeom prst="line">
            <a:avLst/>
          </a:prstGeom>
          <a:noFill/>
          <a:ln w="22225">
            <a:solidFill>
              <a:srgbClr val="4A5568"/>
            </a:solidFill>
            <a:prstDash val="solid"/>
          </a:ln>
        </p:spPr>
      </p:sp>
      <p:sp>
        <p:nvSpPr>
          <p:cNvPr id="81" name="Shape 79"/>
          <p:cNvSpPr/>
          <p:nvPr/>
        </p:nvSpPr>
        <p:spPr>
          <a:xfrm>
            <a:off x="3794760" y="2574950"/>
            <a:ext cx="91" cy="95098"/>
          </a:xfrm>
          <a:prstGeom prst="line">
            <a:avLst/>
          </a:prstGeom>
          <a:noFill/>
          <a:ln w="22225">
            <a:solidFill>
              <a:srgbClr val="4A5568"/>
            </a:solidFill>
            <a:prstDash val="solid"/>
          </a:ln>
        </p:spPr>
      </p:sp>
      <p:sp>
        <p:nvSpPr>
          <p:cNvPr id="82" name="Shape 80"/>
          <p:cNvSpPr/>
          <p:nvPr/>
        </p:nvSpPr>
        <p:spPr>
          <a:xfrm>
            <a:off x="5029200" y="1481328"/>
            <a:ext cx="91" cy="109728"/>
          </a:xfrm>
          <a:prstGeom prst="line">
            <a:avLst/>
          </a:prstGeom>
          <a:noFill/>
          <a:ln w="22225">
            <a:solidFill>
              <a:srgbClr val="4A5568"/>
            </a:solidFill>
            <a:prstDash val="solid"/>
          </a:ln>
        </p:spPr>
      </p:sp>
      <p:sp>
        <p:nvSpPr>
          <p:cNvPr id="83" name="Shape 81"/>
          <p:cNvSpPr/>
          <p:nvPr/>
        </p:nvSpPr>
        <p:spPr>
          <a:xfrm>
            <a:off x="5029200" y="1591056"/>
            <a:ext cx="109728" cy="73609"/>
          </a:xfrm>
          <a:prstGeom prst="line">
            <a:avLst/>
          </a:prstGeom>
          <a:noFill/>
          <a:ln w="22225">
            <a:solidFill>
              <a:srgbClr val="4A5568"/>
            </a:solidFill>
            <a:prstDash val="solid"/>
          </a:ln>
        </p:spPr>
      </p:sp>
      <p:sp>
        <p:nvSpPr>
          <p:cNvPr id="84" name="Shape 82"/>
          <p:cNvSpPr/>
          <p:nvPr/>
        </p:nvSpPr>
        <p:spPr>
          <a:xfrm flipH="1">
            <a:off x="4919472" y="1664665"/>
            <a:ext cx="219456" cy="73609"/>
          </a:xfrm>
          <a:prstGeom prst="line">
            <a:avLst/>
          </a:prstGeom>
          <a:noFill/>
          <a:ln w="22225">
            <a:solidFill>
              <a:srgbClr val="4A5568"/>
            </a:solidFill>
            <a:prstDash val="solid"/>
          </a:ln>
        </p:spPr>
      </p:sp>
      <p:sp>
        <p:nvSpPr>
          <p:cNvPr id="85" name="Shape 83"/>
          <p:cNvSpPr/>
          <p:nvPr/>
        </p:nvSpPr>
        <p:spPr>
          <a:xfrm>
            <a:off x="4919472" y="1738274"/>
            <a:ext cx="219456" cy="73609"/>
          </a:xfrm>
          <a:prstGeom prst="line">
            <a:avLst/>
          </a:prstGeom>
          <a:noFill/>
          <a:ln w="22225">
            <a:solidFill>
              <a:srgbClr val="4A5568"/>
            </a:solidFill>
            <a:prstDash val="solid"/>
          </a:ln>
        </p:spPr>
      </p:sp>
      <p:sp>
        <p:nvSpPr>
          <p:cNvPr id="86" name="Shape 84"/>
          <p:cNvSpPr/>
          <p:nvPr/>
        </p:nvSpPr>
        <p:spPr>
          <a:xfrm flipH="1">
            <a:off x="4919472" y="1811884"/>
            <a:ext cx="219456" cy="73609"/>
          </a:xfrm>
          <a:prstGeom prst="line">
            <a:avLst/>
          </a:prstGeom>
          <a:noFill/>
          <a:ln w="22225">
            <a:solidFill>
              <a:srgbClr val="4A5568"/>
            </a:solidFill>
            <a:prstDash val="solid"/>
          </a:ln>
        </p:spPr>
      </p:sp>
      <p:sp>
        <p:nvSpPr>
          <p:cNvPr id="87" name="Shape 85"/>
          <p:cNvSpPr/>
          <p:nvPr/>
        </p:nvSpPr>
        <p:spPr>
          <a:xfrm>
            <a:off x="4919472" y="1885493"/>
            <a:ext cx="219456" cy="73609"/>
          </a:xfrm>
          <a:prstGeom prst="line">
            <a:avLst/>
          </a:prstGeom>
          <a:noFill/>
          <a:ln w="22225">
            <a:solidFill>
              <a:srgbClr val="4A5568"/>
            </a:solidFill>
            <a:prstDash val="solid"/>
          </a:ln>
        </p:spPr>
      </p:sp>
      <p:sp>
        <p:nvSpPr>
          <p:cNvPr id="88" name="Shape 86"/>
          <p:cNvSpPr/>
          <p:nvPr/>
        </p:nvSpPr>
        <p:spPr>
          <a:xfrm flipH="1">
            <a:off x="4919472" y="1959102"/>
            <a:ext cx="219456" cy="73609"/>
          </a:xfrm>
          <a:prstGeom prst="line">
            <a:avLst/>
          </a:prstGeom>
          <a:noFill/>
          <a:ln w="22225">
            <a:solidFill>
              <a:srgbClr val="4A5568"/>
            </a:solidFill>
            <a:prstDash val="solid"/>
          </a:ln>
        </p:spPr>
      </p:sp>
      <p:sp>
        <p:nvSpPr>
          <p:cNvPr id="89" name="Shape 87"/>
          <p:cNvSpPr/>
          <p:nvPr/>
        </p:nvSpPr>
        <p:spPr>
          <a:xfrm>
            <a:off x="4919472" y="2032711"/>
            <a:ext cx="219456" cy="73609"/>
          </a:xfrm>
          <a:prstGeom prst="line">
            <a:avLst/>
          </a:prstGeom>
          <a:noFill/>
          <a:ln w="22225">
            <a:solidFill>
              <a:srgbClr val="4A5568"/>
            </a:solidFill>
            <a:prstDash val="solid"/>
          </a:ln>
        </p:spPr>
      </p:sp>
      <p:sp>
        <p:nvSpPr>
          <p:cNvPr id="90" name="Shape 88"/>
          <p:cNvSpPr/>
          <p:nvPr/>
        </p:nvSpPr>
        <p:spPr>
          <a:xfrm flipH="1">
            <a:off x="4919472" y="2106320"/>
            <a:ext cx="219456" cy="73609"/>
          </a:xfrm>
          <a:prstGeom prst="line">
            <a:avLst/>
          </a:prstGeom>
          <a:noFill/>
          <a:ln w="22225">
            <a:solidFill>
              <a:srgbClr val="4A5568"/>
            </a:solidFill>
            <a:prstDash val="solid"/>
          </a:ln>
        </p:spPr>
      </p:sp>
      <p:sp>
        <p:nvSpPr>
          <p:cNvPr id="91" name="Shape 89"/>
          <p:cNvSpPr/>
          <p:nvPr/>
        </p:nvSpPr>
        <p:spPr>
          <a:xfrm>
            <a:off x="4919472" y="2179930"/>
            <a:ext cx="219456" cy="73609"/>
          </a:xfrm>
          <a:prstGeom prst="line">
            <a:avLst/>
          </a:prstGeom>
          <a:noFill/>
          <a:ln w="22225">
            <a:solidFill>
              <a:srgbClr val="4A5568"/>
            </a:solidFill>
            <a:prstDash val="solid"/>
          </a:ln>
        </p:spPr>
      </p:sp>
      <p:sp>
        <p:nvSpPr>
          <p:cNvPr id="92" name="Shape 90"/>
          <p:cNvSpPr/>
          <p:nvPr/>
        </p:nvSpPr>
        <p:spPr>
          <a:xfrm flipH="1">
            <a:off x="4919472" y="2253539"/>
            <a:ext cx="219456" cy="73609"/>
          </a:xfrm>
          <a:prstGeom prst="line">
            <a:avLst/>
          </a:prstGeom>
          <a:noFill/>
          <a:ln w="22225">
            <a:solidFill>
              <a:srgbClr val="4A5568"/>
            </a:solidFill>
            <a:prstDash val="solid"/>
          </a:ln>
        </p:spPr>
      </p:sp>
      <p:sp>
        <p:nvSpPr>
          <p:cNvPr id="93" name="Shape 91"/>
          <p:cNvSpPr/>
          <p:nvPr/>
        </p:nvSpPr>
        <p:spPr>
          <a:xfrm>
            <a:off x="4919472" y="2327148"/>
            <a:ext cx="219456" cy="73609"/>
          </a:xfrm>
          <a:prstGeom prst="line">
            <a:avLst/>
          </a:prstGeom>
          <a:noFill/>
          <a:ln w="22225">
            <a:solidFill>
              <a:srgbClr val="4A5568"/>
            </a:solidFill>
            <a:prstDash val="solid"/>
          </a:ln>
        </p:spPr>
      </p:sp>
      <p:sp>
        <p:nvSpPr>
          <p:cNvPr id="94" name="Shape 92"/>
          <p:cNvSpPr/>
          <p:nvPr/>
        </p:nvSpPr>
        <p:spPr>
          <a:xfrm flipH="1">
            <a:off x="4919472" y="2400757"/>
            <a:ext cx="219456" cy="73609"/>
          </a:xfrm>
          <a:prstGeom prst="line">
            <a:avLst/>
          </a:prstGeom>
          <a:noFill/>
          <a:ln w="22225">
            <a:solidFill>
              <a:srgbClr val="4A5568"/>
            </a:solidFill>
            <a:prstDash val="solid"/>
          </a:ln>
        </p:spPr>
      </p:sp>
      <p:sp>
        <p:nvSpPr>
          <p:cNvPr id="95" name="Shape 93"/>
          <p:cNvSpPr/>
          <p:nvPr/>
        </p:nvSpPr>
        <p:spPr>
          <a:xfrm>
            <a:off x="4919472" y="2474366"/>
            <a:ext cx="219456" cy="73609"/>
          </a:xfrm>
          <a:prstGeom prst="line">
            <a:avLst/>
          </a:prstGeom>
          <a:noFill/>
          <a:ln w="22225">
            <a:solidFill>
              <a:srgbClr val="4A5568"/>
            </a:solidFill>
            <a:prstDash val="solid"/>
          </a:ln>
        </p:spPr>
      </p:sp>
      <p:sp>
        <p:nvSpPr>
          <p:cNvPr id="96" name="Shape 94"/>
          <p:cNvSpPr/>
          <p:nvPr/>
        </p:nvSpPr>
        <p:spPr>
          <a:xfrm flipH="1">
            <a:off x="4919472" y="2547976"/>
            <a:ext cx="219456" cy="73609"/>
          </a:xfrm>
          <a:prstGeom prst="line">
            <a:avLst/>
          </a:prstGeom>
          <a:noFill/>
          <a:ln w="22225">
            <a:solidFill>
              <a:srgbClr val="4A5568"/>
            </a:solidFill>
            <a:prstDash val="solid"/>
          </a:ln>
        </p:spPr>
      </p:sp>
      <p:sp>
        <p:nvSpPr>
          <p:cNvPr id="97" name="Shape 95"/>
          <p:cNvSpPr/>
          <p:nvPr/>
        </p:nvSpPr>
        <p:spPr>
          <a:xfrm>
            <a:off x="4919472" y="2621585"/>
            <a:ext cx="219456" cy="73609"/>
          </a:xfrm>
          <a:prstGeom prst="line">
            <a:avLst/>
          </a:prstGeom>
          <a:noFill/>
          <a:ln w="22225">
            <a:solidFill>
              <a:srgbClr val="4A5568"/>
            </a:solidFill>
            <a:prstDash val="solid"/>
          </a:ln>
        </p:spPr>
      </p:sp>
      <p:sp>
        <p:nvSpPr>
          <p:cNvPr id="98" name="Shape 96"/>
          <p:cNvSpPr/>
          <p:nvPr/>
        </p:nvSpPr>
        <p:spPr>
          <a:xfrm flipH="1">
            <a:off x="4919472" y="2695194"/>
            <a:ext cx="219456" cy="73609"/>
          </a:xfrm>
          <a:prstGeom prst="line">
            <a:avLst/>
          </a:prstGeom>
          <a:noFill/>
          <a:ln w="22225">
            <a:solidFill>
              <a:srgbClr val="4A5568"/>
            </a:solidFill>
            <a:prstDash val="solid"/>
          </a:ln>
        </p:spPr>
      </p:sp>
      <p:sp>
        <p:nvSpPr>
          <p:cNvPr id="99" name="Shape 97"/>
          <p:cNvSpPr/>
          <p:nvPr/>
        </p:nvSpPr>
        <p:spPr>
          <a:xfrm>
            <a:off x="4919472" y="2768803"/>
            <a:ext cx="219456" cy="73609"/>
          </a:xfrm>
          <a:prstGeom prst="line">
            <a:avLst/>
          </a:prstGeom>
          <a:noFill/>
          <a:ln w="22225">
            <a:solidFill>
              <a:srgbClr val="4A5568"/>
            </a:solidFill>
            <a:prstDash val="solid"/>
          </a:ln>
        </p:spPr>
      </p:sp>
      <p:sp>
        <p:nvSpPr>
          <p:cNvPr id="100" name="Shape 98"/>
          <p:cNvSpPr/>
          <p:nvPr/>
        </p:nvSpPr>
        <p:spPr>
          <a:xfrm flipH="1">
            <a:off x="4919472" y="2842412"/>
            <a:ext cx="219456" cy="73609"/>
          </a:xfrm>
          <a:prstGeom prst="line">
            <a:avLst/>
          </a:prstGeom>
          <a:noFill/>
          <a:ln w="22225">
            <a:solidFill>
              <a:srgbClr val="4A5568"/>
            </a:solidFill>
            <a:prstDash val="solid"/>
          </a:ln>
        </p:spPr>
      </p:sp>
      <p:sp>
        <p:nvSpPr>
          <p:cNvPr id="101" name="Shape 99"/>
          <p:cNvSpPr/>
          <p:nvPr/>
        </p:nvSpPr>
        <p:spPr>
          <a:xfrm>
            <a:off x="4919472" y="2916022"/>
            <a:ext cx="219456" cy="73609"/>
          </a:xfrm>
          <a:prstGeom prst="line">
            <a:avLst/>
          </a:prstGeom>
          <a:noFill/>
          <a:ln w="22225">
            <a:solidFill>
              <a:srgbClr val="4A5568"/>
            </a:solidFill>
            <a:prstDash val="solid"/>
          </a:ln>
        </p:spPr>
      </p:sp>
      <p:sp>
        <p:nvSpPr>
          <p:cNvPr id="102" name="Shape 100"/>
          <p:cNvSpPr/>
          <p:nvPr/>
        </p:nvSpPr>
        <p:spPr>
          <a:xfrm flipH="1">
            <a:off x="5029200" y="2989631"/>
            <a:ext cx="109728" cy="73609"/>
          </a:xfrm>
          <a:prstGeom prst="line">
            <a:avLst/>
          </a:prstGeom>
          <a:noFill/>
          <a:ln w="22225">
            <a:solidFill>
              <a:srgbClr val="4A5568"/>
            </a:solidFill>
            <a:prstDash val="solid"/>
          </a:ln>
        </p:spPr>
      </p:sp>
      <p:sp>
        <p:nvSpPr>
          <p:cNvPr id="103" name="Shape 101"/>
          <p:cNvSpPr/>
          <p:nvPr/>
        </p:nvSpPr>
        <p:spPr>
          <a:xfrm>
            <a:off x="5029200" y="3063240"/>
            <a:ext cx="91" cy="109728"/>
          </a:xfrm>
          <a:prstGeom prst="line">
            <a:avLst/>
          </a:prstGeom>
          <a:noFill/>
          <a:ln w="22225">
            <a:solidFill>
              <a:srgbClr val="4A5568"/>
            </a:solidFill>
            <a:prstDash val="solid"/>
          </a:ln>
        </p:spPr>
      </p:sp>
      <p:sp>
        <p:nvSpPr>
          <p:cNvPr id="104" name="Shape 102"/>
          <p:cNvSpPr/>
          <p:nvPr/>
        </p:nvSpPr>
        <p:spPr>
          <a:xfrm>
            <a:off x="640080" y="2670048"/>
            <a:ext cx="5120640" cy="91"/>
          </a:xfrm>
          <a:prstGeom prst="line">
            <a:avLst/>
          </a:prstGeom>
          <a:noFill/>
          <a:ln w="12700">
            <a:solidFill>
              <a:srgbClr val="2E5BD8"/>
            </a:solidFill>
            <a:prstDash val="dash"/>
          </a:ln>
        </p:spPr>
      </p:sp>
      <p:sp>
        <p:nvSpPr>
          <p:cNvPr id="105" name="Text 103"/>
          <p:cNvSpPr/>
          <p:nvPr/>
        </p:nvSpPr>
        <p:spPr>
          <a:xfrm>
            <a:off x="548640" y="2167128"/>
            <a:ext cx="777240" cy="457200"/>
          </a:xfrm>
          <a:prstGeom prst="rect">
            <a:avLst/>
          </a:prstGeom>
          <a:noFill/>
          <a:ln/>
        </p:spPr>
        <p:txBody>
          <a:bodyPr wrap="square" lIns="0" tIns="0" rIns="0" bIns="0" rtlCol="0" anchor="ctr"/>
          <a:lstStyle/>
          <a:p>
            <a:pPr algn="l" indent="0" marL="0">
              <a:buNone/>
            </a:pPr>
            <a:r>
              <a:rPr lang="en-US" sz="1000" i="1" dirty="0">
                <a:solidFill>
                  <a:srgbClr val="2E5BD8"/>
                </a:solidFill>
                <a:latin typeface="Calibri" pitchFamily="34" charset="0"/>
                <a:ea typeface="Calibri" pitchFamily="34" charset="-122"/>
                <a:cs typeface="Calibri" pitchFamily="34" charset="-120"/>
              </a:rPr>
              <a:t>original</a:t>
            </a:r>
            <a:endParaRPr lang="en-US" sz="1000" dirty="0"/>
          </a:p>
          <a:p>
            <a:pPr algn="l" indent="0" marL="0">
              <a:buNone/>
            </a:pPr>
            <a:r>
              <a:rPr lang="en-US" sz="1000" i="1" dirty="0">
                <a:solidFill>
                  <a:srgbClr val="2E5BD8"/>
                </a:solidFill>
                <a:latin typeface="Calibri" pitchFamily="34" charset="0"/>
                <a:ea typeface="Calibri" pitchFamily="34" charset="-122"/>
                <a:cs typeface="Calibri" pitchFamily="34" charset="-120"/>
              </a:rPr>
              <a:t>length</a:t>
            </a:r>
            <a:endParaRPr lang="en-US" sz="1000" dirty="0"/>
          </a:p>
        </p:txBody>
      </p:sp>
      <p:sp>
        <p:nvSpPr>
          <p:cNvPr id="106" name="Text 104"/>
          <p:cNvSpPr/>
          <p:nvPr/>
        </p:nvSpPr>
        <p:spPr>
          <a:xfrm>
            <a:off x="978408" y="3931920"/>
            <a:ext cx="1243584" cy="640080"/>
          </a:xfrm>
          <a:prstGeom prst="rect">
            <a:avLst/>
          </a:prstGeom>
          <a:noFill/>
          <a:ln/>
        </p:spPr>
        <p:txBody>
          <a:bodyPr wrap="square" lIns="0" tIns="0" rIns="0" bIns="0" rtlCol="0" anchor="t"/>
          <a:lstStyle/>
          <a:p>
            <a:pPr algn="ctr" indent="0" marL="0">
              <a:buNone/>
            </a:pPr>
            <a:r>
              <a:rPr lang="en-US" sz="1050" b="1" dirty="0">
                <a:solidFill>
                  <a:srgbClr val="1A2340"/>
                </a:solidFill>
                <a:latin typeface="Calibri" pitchFamily="34" charset="0"/>
                <a:ea typeface="Calibri" pitchFamily="34" charset="-122"/>
                <a:cs typeface="Calibri" pitchFamily="34" charset="-120"/>
              </a:rPr>
              <a:t>1 No load</a:t>
            </a:r>
            <a:endParaRPr lang="en-US" sz="1050" dirty="0"/>
          </a:p>
        </p:txBody>
      </p:sp>
      <p:sp>
        <p:nvSpPr>
          <p:cNvPr id="107" name="Text 105"/>
          <p:cNvSpPr/>
          <p:nvPr/>
        </p:nvSpPr>
        <p:spPr>
          <a:xfrm>
            <a:off x="2075688" y="3931920"/>
            <a:ext cx="1243584" cy="640080"/>
          </a:xfrm>
          <a:prstGeom prst="rect">
            <a:avLst/>
          </a:prstGeom>
          <a:noFill/>
          <a:ln/>
        </p:spPr>
        <p:txBody>
          <a:bodyPr wrap="square" lIns="0" tIns="0" rIns="0" bIns="0" rtlCol="0" anchor="t"/>
          <a:lstStyle/>
          <a:p>
            <a:pPr algn="ctr" indent="0" marL="0">
              <a:buNone/>
            </a:pPr>
            <a:r>
              <a:rPr lang="en-US" sz="1050" b="1" dirty="0">
                <a:solidFill>
                  <a:srgbClr val="1A2340"/>
                </a:solidFill>
                <a:latin typeface="Calibri" pitchFamily="34" charset="0"/>
                <a:ea typeface="Calibri" pitchFamily="34" charset="-122"/>
                <a:cs typeface="Calibri" pitchFamily="34" charset="-120"/>
              </a:rPr>
              <a:t>2 Load added:</a:t>
            </a:r>
            <a:endParaRPr lang="en-US" sz="1050" dirty="0"/>
          </a:p>
          <a:p>
            <a:pPr algn="ctr" indent="0" marL="0">
              <a:buNone/>
            </a:pPr>
            <a:r>
              <a:rPr lang="en-US" sz="1050" b="1" dirty="0">
                <a:solidFill>
                  <a:srgbClr val="1A2340"/>
                </a:solidFill>
                <a:latin typeface="Calibri" pitchFamily="34" charset="0"/>
                <a:ea typeface="Calibri" pitchFamily="34" charset="-122"/>
                <a:cs typeface="Calibri" pitchFamily="34" charset="-120"/>
              </a:rPr>
              <a:t>stretches</a:t>
            </a:r>
            <a:endParaRPr lang="en-US" sz="1050" dirty="0"/>
          </a:p>
        </p:txBody>
      </p:sp>
      <p:sp>
        <p:nvSpPr>
          <p:cNvPr id="108" name="Text 106"/>
          <p:cNvSpPr/>
          <p:nvPr/>
        </p:nvSpPr>
        <p:spPr>
          <a:xfrm>
            <a:off x="3172968" y="3931920"/>
            <a:ext cx="1243584" cy="640080"/>
          </a:xfrm>
          <a:prstGeom prst="rect">
            <a:avLst/>
          </a:prstGeom>
          <a:noFill/>
          <a:ln/>
        </p:spPr>
        <p:txBody>
          <a:bodyPr wrap="square" lIns="0" tIns="0" rIns="0" bIns="0" rtlCol="0" anchor="t"/>
          <a:lstStyle/>
          <a:p>
            <a:pPr algn="ctr" indent="0" marL="0">
              <a:buNone/>
            </a:pPr>
            <a:r>
              <a:rPr lang="en-US" sz="1050" b="1" dirty="0">
                <a:solidFill>
                  <a:srgbClr val="2E8B57"/>
                </a:solidFill>
                <a:latin typeface="Calibri" pitchFamily="34" charset="0"/>
                <a:ea typeface="Calibri" pitchFamily="34" charset="-122"/>
                <a:cs typeface="Calibri" pitchFamily="34" charset="-120"/>
              </a:rPr>
              <a:t>3 Load removed:</a:t>
            </a:r>
            <a:endParaRPr lang="en-US" sz="1050" dirty="0"/>
          </a:p>
          <a:p>
            <a:pPr algn="ctr" indent="0" marL="0">
              <a:buNone/>
            </a:pPr>
            <a:r>
              <a:rPr lang="en-US" sz="1050" b="1" dirty="0">
                <a:solidFill>
                  <a:srgbClr val="2E8B57"/>
                </a:solidFill>
                <a:latin typeface="Calibri" pitchFamily="34" charset="0"/>
                <a:ea typeface="Calibri" pitchFamily="34" charset="-122"/>
                <a:cs typeface="Calibri" pitchFamily="34" charset="-120"/>
              </a:rPr>
              <a:t>same length</a:t>
            </a:r>
            <a:endParaRPr lang="en-US" sz="1050" dirty="0"/>
          </a:p>
        </p:txBody>
      </p:sp>
      <p:sp>
        <p:nvSpPr>
          <p:cNvPr id="109" name="Text 107"/>
          <p:cNvSpPr/>
          <p:nvPr/>
        </p:nvSpPr>
        <p:spPr>
          <a:xfrm>
            <a:off x="4407408" y="3931920"/>
            <a:ext cx="1243584" cy="640080"/>
          </a:xfrm>
          <a:prstGeom prst="rect">
            <a:avLst/>
          </a:prstGeom>
          <a:noFill/>
          <a:ln/>
        </p:spPr>
        <p:txBody>
          <a:bodyPr wrap="square" lIns="0" tIns="0" rIns="0" bIns="0" rtlCol="0" anchor="t"/>
          <a:lstStyle/>
          <a:p>
            <a:pPr algn="ctr" indent="0" marL="0">
              <a:buNone/>
            </a:pPr>
            <a:r>
              <a:rPr lang="en-US" sz="1050" b="1" dirty="0">
                <a:solidFill>
                  <a:srgbClr val="C8414C"/>
                </a:solidFill>
                <a:latin typeface="Calibri" pitchFamily="34" charset="0"/>
                <a:ea typeface="Calibri" pitchFamily="34" charset="-122"/>
                <a:cs typeface="Calibri" pitchFamily="34" charset="-120"/>
              </a:rPr>
              <a:t>4 Overstretched,</a:t>
            </a:r>
            <a:endParaRPr lang="en-US" sz="1050" dirty="0"/>
          </a:p>
          <a:p>
            <a:pPr algn="ctr" indent="0" marL="0">
              <a:buNone/>
            </a:pPr>
            <a:r>
              <a:rPr lang="en-US" sz="1050" b="1" dirty="0">
                <a:solidFill>
                  <a:srgbClr val="C8414C"/>
                </a:solidFill>
                <a:latin typeface="Calibri" pitchFamily="34" charset="0"/>
                <a:ea typeface="Calibri" pitchFamily="34" charset="-122"/>
                <a:cs typeface="Calibri" pitchFamily="34" charset="-120"/>
              </a:rPr>
              <a:t>load removed:</a:t>
            </a:r>
            <a:endParaRPr lang="en-US" sz="1050" dirty="0"/>
          </a:p>
          <a:p>
            <a:pPr algn="ctr" indent="0" marL="0">
              <a:buNone/>
            </a:pPr>
            <a:r>
              <a:rPr lang="en-US" sz="1050" b="1" dirty="0">
                <a:solidFill>
                  <a:srgbClr val="C8414C"/>
                </a:solidFill>
                <a:latin typeface="Calibri" pitchFamily="34" charset="0"/>
                <a:ea typeface="Calibri" pitchFamily="34" charset="-122"/>
                <a:cs typeface="Calibri" pitchFamily="34" charset="-120"/>
              </a:rPr>
              <a:t>stays longer</a:t>
            </a:r>
            <a:endParaRPr lang="en-US" sz="1050" dirty="0"/>
          </a:p>
        </p:txBody>
      </p:sp>
      <p:sp>
        <p:nvSpPr>
          <p:cNvPr id="110" name="Shape 108"/>
          <p:cNvSpPr/>
          <p:nvPr/>
        </p:nvSpPr>
        <p:spPr>
          <a:xfrm>
            <a:off x="960120" y="4617720"/>
            <a:ext cx="3429000" cy="502920"/>
          </a:xfrm>
          <a:prstGeom prst="roundRect">
            <a:avLst>
              <a:gd name="adj" fmla="val 9091"/>
            </a:avLst>
          </a:prstGeom>
          <a:solidFill>
            <a:srgbClr val="E6F4EC"/>
          </a:solidFill>
          <a:ln w="12700">
            <a:solidFill>
              <a:srgbClr val="2E8B57"/>
            </a:solidFill>
            <a:prstDash val="solid"/>
          </a:ln>
        </p:spPr>
      </p:sp>
      <p:sp>
        <p:nvSpPr>
          <p:cNvPr id="111" name="Text 109"/>
          <p:cNvSpPr/>
          <p:nvPr/>
        </p:nvSpPr>
        <p:spPr>
          <a:xfrm>
            <a:off x="960120" y="4617720"/>
            <a:ext cx="3429000" cy="502920"/>
          </a:xfrm>
          <a:prstGeom prst="rect">
            <a:avLst/>
          </a:prstGeom>
          <a:noFill/>
          <a:ln/>
        </p:spPr>
        <p:txBody>
          <a:bodyPr wrap="square" lIns="0" tIns="0" rIns="0" bIns="0"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ELASTIC</a:t>
            </a:r>
            <a:endParaRPr lang="en-US" sz="1200" dirty="0"/>
          </a:p>
        </p:txBody>
      </p:sp>
      <p:sp>
        <p:nvSpPr>
          <p:cNvPr id="112" name="Shape 110"/>
          <p:cNvSpPr/>
          <p:nvPr/>
        </p:nvSpPr>
        <p:spPr>
          <a:xfrm>
            <a:off x="4480560" y="4617720"/>
            <a:ext cx="1188720" cy="502920"/>
          </a:xfrm>
          <a:prstGeom prst="roundRect">
            <a:avLst>
              <a:gd name="adj" fmla="val 9091"/>
            </a:avLst>
          </a:prstGeom>
          <a:solidFill>
            <a:srgbClr val="FBE9EA"/>
          </a:solidFill>
          <a:ln w="12700">
            <a:solidFill>
              <a:srgbClr val="C8414C"/>
            </a:solidFill>
            <a:prstDash val="solid"/>
          </a:ln>
        </p:spPr>
      </p:sp>
      <p:sp>
        <p:nvSpPr>
          <p:cNvPr id="113" name="Text 111"/>
          <p:cNvSpPr/>
          <p:nvPr/>
        </p:nvSpPr>
        <p:spPr>
          <a:xfrm>
            <a:off x="4480560" y="4617720"/>
            <a:ext cx="1188720" cy="502920"/>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PLASTIC</a:t>
            </a:r>
            <a:endParaRPr lang="en-US" sz="1200" dirty="0"/>
          </a:p>
        </p:txBody>
      </p:sp>
      <p:sp>
        <p:nvSpPr>
          <p:cNvPr id="114" name="Shape 11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15" name="Text 11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kinds of deformation</a:t>
            </a:r>
            <a:endParaRPr lang="en-US" sz="1300" dirty="0"/>
          </a:p>
        </p:txBody>
      </p:sp>
      <p:sp>
        <p:nvSpPr>
          <p:cNvPr id="116" name="Text 11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Elastic deformation:</a:t>
            </a:r>
            <a:r>
              <a:rPr lang="en-US" sz="1150" dirty="0">
                <a:solidFill>
                  <a:srgbClr val="262B3A"/>
                </a:solidFill>
                <a:latin typeface="Calibri" pitchFamily="34" charset="0"/>
                <a:ea typeface="Calibri" pitchFamily="34" charset="-122"/>
                <a:cs typeface="Calibri" pitchFamily="34" charset="-120"/>
              </a:rPr>
              <a:t> the object goes back to its </a:t>
            </a:r>
            <a:r>
              <a:rPr lang="en-US" sz="1150" b="1" dirty="0">
                <a:solidFill>
                  <a:srgbClr val="262B3A"/>
                </a:solidFill>
                <a:latin typeface="Calibri" pitchFamily="34" charset="0"/>
                <a:ea typeface="Calibri" pitchFamily="34" charset="-122"/>
                <a:cs typeface="Calibri" pitchFamily="34" charset="-120"/>
              </a:rPr>
              <a:t>original shape and size</a:t>
            </a:r>
            <a:r>
              <a:rPr lang="en-US" sz="1150" dirty="0">
                <a:solidFill>
                  <a:srgbClr val="262B3A"/>
                </a:solidFill>
                <a:latin typeface="Calibri" pitchFamily="34" charset="0"/>
                <a:ea typeface="Calibri" pitchFamily="34" charset="-122"/>
                <a:cs typeface="Calibri" pitchFamily="34" charset="-120"/>
              </a:rPr>
              <a:t> when the forces are removed (a spring or rubber band used gently).</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Plastic deformation:</a:t>
            </a:r>
            <a:r>
              <a:rPr lang="en-US" sz="1150" dirty="0">
                <a:solidFill>
                  <a:srgbClr val="262B3A"/>
                </a:solidFill>
                <a:latin typeface="Calibri" pitchFamily="34" charset="0"/>
                <a:ea typeface="Calibri" pitchFamily="34" charset="-122"/>
                <a:cs typeface="Calibri" pitchFamily="34" charset="-120"/>
              </a:rPr>
              <a:t> the object is </a:t>
            </a:r>
            <a:r>
              <a:rPr lang="en-US" sz="1150" b="1" dirty="0">
                <a:solidFill>
                  <a:srgbClr val="262B3A"/>
                </a:solidFill>
                <a:latin typeface="Calibri" pitchFamily="34" charset="0"/>
                <a:ea typeface="Calibri" pitchFamily="34" charset="-122"/>
                <a:cs typeface="Calibri" pitchFamily="34" charset="-120"/>
              </a:rPr>
              <a:t>permanently</a:t>
            </a:r>
            <a:r>
              <a:rPr lang="en-US" sz="1150" dirty="0">
                <a:solidFill>
                  <a:srgbClr val="262B3A"/>
                </a:solidFill>
                <a:latin typeface="Calibri" pitchFamily="34" charset="0"/>
                <a:ea typeface="Calibri" pitchFamily="34" charset="-122"/>
                <a:cs typeface="Calibri" pitchFamily="34" charset="-120"/>
              </a:rPr>
              <a:t> changed; it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go back when the forces are removed (modelling clay, a bent paper clip).</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a spring is stretched too far it passes its </a:t>
            </a:r>
            <a:r>
              <a:rPr lang="en-US" sz="1150" b="1" dirty="0">
                <a:solidFill>
                  <a:srgbClr val="262B3A"/>
                </a:solidFill>
                <a:latin typeface="Calibri" pitchFamily="34" charset="0"/>
                <a:ea typeface="Calibri" pitchFamily="34" charset="-122"/>
                <a:cs typeface="Calibri" pitchFamily="34" charset="-120"/>
              </a:rPr>
              <a:t>elastic limit</a:t>
            </a:r>
            <a:r>
              <a:rPr lang="en-US" sz="1150" dirty="0">
                <a:solidFill>
                  <a:srgbClr val="262B3A"/>
                </a:solidFill>
                <a:latin typeface="Calibri" pitchFamily="34" charset="0"/>
                <a:ea typeface="Calibri" pitchFamily="34" charset="-122"/>
                <a:cs typeface="Calibri" pitchFamily="34" charset="-120"/>
              </a:rPr>
              <a:t> and then deforms plastically.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Test: remove the load and measure the length again.</a:t>
            </a:r>
            <a:endParaRPr lang="en-US" sz="1150" dirty="0"/>
          </a:p>
        </p:txBody>
      </p:sp>
      <p:sp>
        <p:nvSpPr>
          <p:cNvPr id="117" name="Shape 11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8" name="Text 11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Sort the examples</a:t>
            </a:r>
            <a:endParaRPr lang="en-US" sz="1300" dirty="0"/>
          </a:p>
        </p:txBody>
      </p:sp>
      <p:sp>
        <p:nvSpPr>
          <p:cNvPr id="119" name="Text 11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Decide whether each deformation is elastic or plastic.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Trampoline   </a:t>
            </a:r>
            <a:r>
              <a:rPr lang="en-US" sz="1100" dirty="0">
                <a:solidFill>
                  <a:srgbClr val="262B3A"/>
                </a:solidFill>
                <a:latin typeface="Calibri" pitchFamily="34" charset="0"/>
                <a:ea typeface="Calibri" pitchFamily="34" charset="-122"/>
                <a:cs typeface="Calibri" pitchFamily="34" charset="-120"/>
              </a:rPr>
              <a:t>springs return to shape → </a:t>
            </a:r>
            <a:r>
              <a:rPr lang="en-US" sz="1100" b="1" dirty="0">
                <a:solidFill>
                  <a:srgbClr val="262B3A"/>
                </a:solidFill>
                <a:latin typeface="Calibri" pitchFamily="34" charset="0"/>
                <a:ea typeface="Calibri" pitchFamily="34" charset="-122"/>
                <a:cs typeface="Calibri" pitchFamily="34" charset="-120"/>
              </a:rPr>
              <a:t>elastic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Crushed can   </a:t>
            </a:r>
            <a:r>
              <a:rPr lang="en-US" sz="1100" dirty="0">
                <a:solidFill>
                  <a:srgbClr val="262B3A"/>
                </a:solidFill>
                <a:latin typeface="Calibri" pitchFamily="34" charset="0"/>
                <a:ea typeface="Calibri" pitchFamily="34" charset="-122"/>
                <a:cs typeface="Calibri" pitchFamily="34" charset="-120"/>
              </a:rPr>
              <a:t>stays crushed → </a:t>
            </a:r>
            <a:r>
              <a:rPr lang="en-US" sz="1100" b="1" dirty="0">
                <a:solidFill>
                  <a:srgbClr val="262B3A"/>
                </a:solidFill>
                <a:latin typeface="Calibri" pitchFamily="34" charset="0"/>
                <a:ea typeface="Calibri" pitchFamily="34" charset="-122"/>
                <a:cs typeface="Calibri" pitchFamily="34" charset="-120"/>
              </a:rPr>
              <a:t>plastic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Bow string   </a:t>
            </a:r>
            <a:r>
              <a:rPr lang="en-US" sz="1100" dirty="0">
                <a:solidFill>
                  <a:srgbClr val="262B3A"/>
                </a:solidFill>
                <a:latin typeface="Calibri" pitchFamily="34" charset="0"/>
                <a:ea typeface="Calibri" pitchFamily="34" charset="-122"/>
                <a:cs typeface="Calibri" pitchFamily="34" charset="-120"/>
              </a:rPr>
              <a:t>returns when released → </a:t>
            </a:r>
            <a:r>
              <a:rPr lang="en-US" sz="1100" b="1" dirty="0">
                <a:solidFill>
                  <a:srgbClr val="262B3A"/>
                </a:solidFill>
                <a:latin typeface="Calibri" pitchFamily="34" charset="0"/>
                <a:ea typeface="Calibri" pitchFamily="34" charset="-122"/>
                <a:cs typeface="Calibri" pitchFamily="34" charset="-120"/>
              </a:rPr>
              <a:t>elastic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elastic = returns to shape; plastic = permanent change</a:t>
            </a:r>
            <a:endParaRPr lang="en-US" sz="1100" dirty="0"/>
          </a:p>
        </p:txBody>
      </p:sp>
      <p:sp>
        <p:nvSpPr>
          <p:cNvPr id="120" name="Shape 118"/>
          <p:cNvSpPr/>
          <p:nvPr/>
        </p:nvSpPr>
        <p:spPr>
          <a:xfrm>
            <a:off x="411480" y="5833872"/>
            <a:ext cx="11368735" cy="530352"/>
          </a:xfrm>
          <a:prstGeom prst="rect">
            <a:avLst/>
          </a:prstGeom>
          <a:solidFill>
            <a:srgbClr val="FFF4E0"/>
          </a:solidFill>
          <a:ln w="6350">
            <a:solidFill>
              <a:srgbClr val="F1D9A8"/>
            </a:solidFill>
            <a:prstDash val="solid"/>
          </a:ln>
        </p:spPr>
      </p:sp>
      <p:sp>
        <p:nvSpPr>
          <p:cNvPr id="121" name="Shape 119"/>
          <p:cNvSpPr/>
          <p:nvPr/>
        </p:nvSpPr>
        <p:spPr>
          <a:xfrm>
            <a:off x="411480" y="5833872"/>
            <a:ext cx="82296" cy="530352"/>
          </a:xfrm>
          <a:prstGeom prst="rect">
            <a:avLst/>
          </a:prstGeom>
          <a:solidFill>
            <a:srgbClr val="E39A2F"/>
          </a:solidFill>
          <a:ln w="12700">
            <a:solidFill>
              <a:srgbClr val="E39A2F"/>
            </a:solidFill>
            <a:prstDash val="solid"/>
          </a:ln>
        </p:spPr>
      </p:sp>
      <p:sp>
        <p:nvSpPr>
          <p:cNvPr id="122" name="Text 12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car bumper dents in a crash and stays dented. Is this elastic or plastic deformation? Give a reason.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The particle model of stretching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P6.3.2 • forces between particles change when their separation changes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P6.3.2  |  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particles in a solid joined by forces, drawn as tiny springs (NOT to scale)</a:t>
            </a:r>
            <a:endParaRPr lang="en-US" sz="1000" dirty="0"/>
          </a:p>
        </p:txBody>
      </p:sp>
      <p:sp>
        <p:nvSpPr>
          <p:cNvPr id="10" name="Shape 8"/>
          <p:cNvSpPr/>
          <p:nvPr/>
        </p:nvSpPr>
        <p:spPr>
          <a:xfrm>
            <a:off x="594360" y="1325880"/>
            <a:ext cx="2514600" cy="1965960"/>
          </a:xfrm>
          <a:prstGeom prst="roundRect">
            <a:avLst>
              <a:gd name="adj" fmla="val 2326"/>
            </a:avLst>
          </a:prstGeom>
          <a:solidFill>
            <a:srgbClr val="FFFFFF"/>
          </a:solidFill>
          <a:ln w="12700">
            <a:solidFill>
              <a:srgbClr val="D5DCEB"/>
            </a:solidFill>
            <a:prstDash val="solid"/>
          </a:ln>
        </p:spPr>
      </p:sp>
      <p:sp>
        <p:nvSpPr>
          <p:cNvPr id="11" name="Text 9"/>
          <p:cNvSpPr/>
          <p:nvPr/>
        </p:nvSpPr>
        <p:spPr>
          <a:xfrm>
            <a:off x="594360" y="1362456"/>
            <a:ext cx="251460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A  No force</a:t>
            </a:r>
            <a:endParaRPr lang="en-US" sz="1100" dirty="0"/>
          </a:p>
        </p:txBody>
      </p:sp>
      <p:sp>
        <p:nvSpPr>
          <p:cNvPr id="12" name="Shape 10"/>
          <p:cNvSpPr/>
          <p:nvPr/>
        </p:nvSpPr>
        <p:spPr>
          <a:xfrm>
            <a:off x="1234440" y="1874520"/>
            <a:ext cx="16093" cy="91"/>
          </a:xfrm>
          <a:prstGeom prst="line">
            <a:avLst/>
          </a:prstGeom>
          <a:noFill/>
          <a:ln w="12700">
            <a:solidFill>
              <a:srgbClr val="8C96A8"/>
            </a:solidFill>
            <a:prstDash val="solid"/>
          </a:ln>
        </p:spPr>
      </p:sp>
      <p:sp>
        <p:nvSpPr>
          <p:cNvPr id="13" name="Shape 11"/>
          <p:cNvSpPr/>
          <p:nvPr/>
        </p:nvSpPr>
        <p:spPr>
          <a:xfrm flipV="1">
            <a:off x="1250533" y="1833372"/>
            <a:ext cx="28164" cy="41148"/>
          </a:xfrm>
          <a:prstGeom prst="line">
            <a:avLst/>
          </a:prstGeom>
          <a:noFill/>
          <a:ln w="12700">
            <a:solidFill>
              <a:srgbClr val="8C96A8"/>
            </a:solidFill>
            <a:prstDash val="solid"/>
          </a:ln>
        </p:spPr>
      </p:sp>
      <p:sp>
        <p:nvSpPr>
          <p:cNvPr id="14" name="Shape 12"/>
          <p:cNvSpPr/>
          <p:nvPr/>
        </p:nvSpPr>
        <p:spPr>
          <a:xfrm>
            <a:off x="1278697" y="1833372"/>
            <a:ext cx="28164" cy="82296"/>
          </a:xfrm>
          <a:prstGeom prst="line">
            <a:avLst/>
          </a:prstGeom>
          <a:noFill/>
          <a:ln w="12700">
            <a:solidFill>
              <a:srgbClr val="8C96A8"/>
            </a:solidFill>
            <a:prstDash val="solid"/>
          </a:ln>
        </p:spPr>
      </p:sp>
      <p:sp>
        <p:nvSpPr>
          <p:cNvPr id="15" name="Shape 13"/>
          <p:cNvSpPr/>
          <p:nvPr/>
        </p:nvSpPr>
        <p:spPr>
          <a:xfrm flipV="1">
            <a:off x="1306860" y="1833372"/>
            <a:ext cx="28164" cy="82296"/>
          </a:xfrm>
          <a:prstGeom prst="line">
            <a:avLst/>
          </a:prstGeom>
          <a:noFill/>
          <a:ln w="12700">
            <a:solidFill>
              <a:srgbClr val="8C96A8"/>
            </a:solidFill>
            <a:prstDash val="solid"/>
          </a:ln>
        </p:spPr>
      </p:sp>
      <p:sp>
        <p:nvSpPr>
          <p:cNvPr id="16" name="Shape 14"/>
          <p:cNvSpPr/>
          <p:nvPr/>
        </p:nvSpPr>
        <p:spPr>
          <a:xfrm>
            <a:off x="1335024" y="1833372"/>
            <a:ext cx="28164" cy="82296"/>
          </a:xfrm>
          <a:prstGeom prst="line">
            <a:avLst/>
          </a:prstGeom>
          <a:noFill/>
          <a:ln w="12700">
            <a:solidFill>
              <a:srgbClr val="8C96A8"/>
            </a:solidFill>
            <a:prstDash val="solid"/>
          </a:ln>
        </p:spPr>
      </p:sp>
      <p:sp>
        <p:nvSpPr>
          <p:cNvPr id="17" name="Shape 15"/>
          <p:cNvSpPr/>
          <p:nvPr/>
        </p:nvSpPr>
        <p:spPr>
          <a:xfrm flipV="1">
            <a:off x="1363188" y="1833372"/>
            <a:ext cx="28164" cy="82296"/>
          </a:xfrm>
          <a:prstGeom prst="line">
            <a:avLst/>
          </a:prstGeom>
          <a:noFill/>
          <a:ln w="12700">
            <a:solidFill>
              <a:srgbClr val="8C96A8"/>
            </a:solidFill>
            <a:prstDash val="solid"/>
          </a:ln>
        </p:spPr>
      </p:sp>
      <p:sp>
        <p:nvSpPr>
          <p:cNvPr id="18" name="Shape 16"/>
          <p:cNvSpPr/>
          <p:nvPr/>
        </p:nvSpPr>
        <p:spPr>
          <a:xfrm>
            <a:off x="1391351" y="1833372"/>
            <a:ext cx="28164" cy="41148"/>
          </a:xfrm>
          <a:prstGeom prst="line">
            <a:avLst/>
          </a:prstGeom>
          <a:noFill/>
          <a:ln w="12700">
            <a:solidFill>
              <a:srgbClr val="8C96A8"/>
            </a:solidFill>
            <a:prstDash val="solid"/>
          </a:ln>
        </p:spPr>
      </p:sp>
      <p:sp>
        <p:nvSpPr>
          <p:cNvPr id="19" name="Shape 17"/>
          <p:cNvSpPr/>
          <p:nvPr/>
        </p:nvSpPr>
        <p:spPr>
          <a:xfrm>
            <a:off x="1419515" y="1874520"/>
            <a:ext cx="16093" cy="91"/>
          </a:xfrm>
          <a:prstGeom prst="line">
            <a:avLst/>
          </a:prstGeom>
          <a:noFill/>
          <a:ln w="12700">
            <a:solidFill>
              <a:srgbClr val="8C96A8"/>
            </a:solidFill>
            <a:prstDash val="solid"/>
          </a:ln>
        </p:spPr>
      </p:sp>
      <p:sp>
        <p:nvSpPr>
          <p:cNvPr id="20" name="Shape 18"/>
          <p:cNvSpPr/>
          <p:nvPr/>
        </p:nvSpPr>
        <p:spPr>
          <a:xfrm>
            <a:off x="1143000" y="1965960"/>
            <a:ext cx="91" cy="16093"/>
          </a:xfrm>
          <a:prstGeom prst="line">
            <a:avLst/>
          </a:prstGeom>
          <a:noFill/>
          <a:ln w="12700">
            <a:solidFill>
              <a:srgbClr val="8C96A8"/>
            </a:solidFill>
            <a:prstDash val="solid"/>
          </a:ln>
        </p:spPr>
      </p:sp>
      <p:sp>
        <p:nvSpPr>
          <p:cNvPr id="21" name="Shape 19"/>
          <p:cNvSpPr/>
          <p:nvPr/>
        </p:nvSpPr>
        <p:spPr>
          <a:xfrm>
            <a:off x="1143000" y="1982053"/>
            <a:ext cx="41148" cy="28164"/>
          </a:xfrm>
          <a:prstGeom prst="line">
            <a:avLst/>
          </a:prstGeom>
          <a:noFill/>
          <a:ln w="12700">
            <a:solidFill>
              <a:srgbClr val="8C96A8"/>
            </a:solidFill>
            <a:prstDash val="solid"/>
          </a:ln>
        </p:spPr>
      </p:sp>
      <p:sp>
        <p:nvSpPr>
          <p:cNvPr id="22" name="Shape 20"/>
          <p:cNvSpPr/>
          <p:nvPr/>
        </p:nvSpPr>
        <p:spPr>
          <a:xfrm flipH="1">
            <a:off x="1101852" y="2010217"/>
            <a:ext cx="82296" cy="28164"/>
          </a:xfrm>
          <a:prstGeom prst="line">
            <a:avLst/>
          </a:prstGeom>
          <a:noFill/>
          <a:ln w="12700">
            <a:solidFill>
              <a:srgbClr val="8C96A8"/>
            </a:solidFill>
            <a:prstDash val="solid"/>
          </a:ln>
        </p:spPr>
      </p:sp>
      <p:sp>
        <p:nvSpPr>
          <p:cNvPr id="23" name="Shape 21"/>
          <p:cNvSpPr/>
          <p:nvPr/>
        </p:nvSpPr>
        <p:spPr>
          <a:xfrm>
            <a:off x="1101852" y="2038380"/>
            <a:ext cx="82296" cy="28164"/>
          </a:xfrm>
          <a:prstGeom prst="line">
            <a:avLst/>
          </a:prstGeom>
          <a:noFill/>
          <a:ln w="12700">
            <a:solidFill>
              <a:srgbClr val="8C96A8"/>
            </a:solidFill>
            <a:prstDash val="solid"/>
          </a:ln>
        </p:spPr>
      </p:sp>
      <p:sp>
        <p:nvSpPr>
          <p:cNvPr id="24" name="Shape 22"/>
          <p:cNvSpPr/>
          <p:nvPr/>
        </p:nvSpPr>
        <p:spPr>
          <a:xfrm flipH="1">
            <a:off x="1101852" y="2066544"/>
            <a:ext cx="82296" cy="28164"/>
          </a:xfrm>
          <a:prstGeom prst="line">
            <a:avLst/>
          </a:prstGeom>
          <a:noFill/>
          <a:ln w="12700">
            <a:solidFill>
              <a:srgbClr val="8C96A8"/>
            </a:solidFill>
            <a:prstDash val="solid"/>
          </a:ln>
        </p:spPr>
      </p:sp>
      <p:sp>
        <p:nvSpPr>
          <p:cNvPr id="25" name="Shape 23"/>
          <p:cNvSpPr/>
          <p:nvPr/>
        </p:nvSpPr>
        <p:spPr>
          <a:xfrm>
            <a:off x="1101852" y="2094708"/>
            <a:ext cx="82296" cy="28164"/>
          </a:xfrm>
          <a:prstGeom prst="line">
            <a:avLst/>
          </a:prstGeom>
          <a:noFill/>
          <a:ln w="12700">
            <a:solidFill>
              <a:srgbClr val="8C96A8"/>
            </a:solidFill>
            <a:prstDash val="solid"/>
          </a:ln>
        </p:spPr>
      </p:sp>
      <p:sp>
        <p:nvSpPr>
          <p:cNvPr id="26" name="Shape 24"/>
          <p:cNvSpPr/>
          <p:nvPr/>
        </p:nvSpPr>
        <p:spPr>
          <a:xfrm flipH="1">
            <a:off x="1143000" y="2122871"/>
            <a:ext cx="41148" cy="28164"/>
          </a:xfrm>
          <a:prstGeom prst="line">
            <a:avLst/>
          </a:prstGeom>
          <a:noFill/>
          <a:ln w="12700">
            <a:solidFill>
              <a:srgbClr val="8C96A8"/>
            </a:solidFill>
            <a:prstDash val="solid"/>
          </a:ln>
        </p:spPr>
      </p:sp>
      <p:sp>
        <p:nvSpPr>
          <p:cNvPr id="27" name="Shape 25"/>
          <p:cNvSpPr/>
          <p:nvPr/>
        </p:nvSpPr>
        <p:spPr>
          <a:xfrm>
            <a:off x="1143000" y="2151035"/>
            <a:ext cx="91" cy="16093"/>
          </a:xfrm>
          <a:prstGeom prst="line">
            <a:avLst/>
          </a:prstGeom>
          <a:noFill/>
          <a:ln w="12700">
            <a:solidFill>
              <a:srgbClr val="8C96A8"/>
            </a:solidFill>
            <a:prstDash val="solid"/>
          </a:ln>
        </p:spPr>
      </p:sp>
      <p:sp>
        <p:nvSpPr>
          <p:cNvPr id="28" name="Shape 26"/>
          <p:cNvSpPr/>
          <p:nvPr/>
        </p:nvSpPr>
        <p:spPr>
          <a:xfrm>
            <a:off x="1618488" y="1874520"/>
            <a:ext cx="16093" cy="91"/>
          </a:xfrm>
          <a:prstGeom prst="line">
            <a:avLst/>
          </a:prstGeom>
          <a:noFill/>
          <a:ln w="12700">
            <a:solidFill>
              <a:srgbClr val="8C96A8"/>
            </a:solidFill>
            <a:prstDash val="solid"/>
          </a:ln>
        </p:spPr>
      </p:sp>
      <p:sp>
        <p:nvSpPr>
          <p:cNvPr id="29" name="Shape 27"/>
          <p:cNvSpPr/>
          <p:nvPr/>
        </p:nvSpPr>
        <p:spPr>
          <a:xfrm flipV="1">
            <a:off x="1634581" y="1833372"/>
            <a:ext cx="28164" cy="41148"/>
          </a:xfrm>
          <a:prstGeom prst="line">
            <a:avLst/>
          </a:prstGeom>
          <a:noFill/>
          <a:ln w="12700">
            <a:solidFill>
              <a:srgbClr val="8C96A8"/>
            </a:solidFill>
            <a:prstDash val="solid"/>
          </a:ln>
        </p:spPr>
      </p:sp>
      <p:sp>
        <p:nvSpPr>
          <p:cNvPr id="30" name="Shape 28"/>
          <p:cNvSpPr/>
          <p:nvPr/>
        </p:nvSpPr>
        <p:spPr>
          <a:xfrm>
            <a:off x="1662745" y="1833372"/>
            <a:ext cx="28164" cy="82296"/>
          </a:xfrm>
          <a:prstGeom prst="line">
            <a:avLst/>
          </a:prstGeom>
          <a:noFill/>
          <a:ln w="12700">
            <a:solidFill>
              <a:srgbClr val="8C96A8"/>
            </a:solidFill>
            <a:prstDash val="solid"/>
          </a:ln>
        </p:spPr>
      </p:sp>
      <p:sp>
        <p:nvSpPr>
          <p:cNvPr id="31" name="Shape 29"/>
          <p:cNvSpPr/>
          <p:nvPr/>
        </p:nvSpPr>
        <p:spPr>
          <a:xfrm flipV="1">
            <a:off x="1690908" y="1833372"/>
            <a:ext cx="28164" cy="82296"/>
          </a:xfrm>
          <a:prstGeom prst="line">
            <a:avLst/>
          </a:prstGeom>
          <a:noFill/>
          <a:ln w="12700">
            <a:solidFill>
              <a:srgbClr val="8C96A8"/>
            </a:solidFill>
            <a:prstDash val="solid"/>
          </a:ln>
        </p:spPr>
      </p:sp>
      <p:sp>
        <p:nvSpPr>
          <p:cNvPr id="32" name="Shape 30"/>
          <p:cNvSpPr/>
          <p:nvPr/>
        </p:nvSpPr>
        <p:spPr>
          <a:xfrm>
            <a:off x="1719072" y="1833372"/>
            <a:ext cx="28164" cy="82296"/>
          </a:xfrm>
          <a:prstGeom prst="line">
            <a:avLst/>
          </a:prstGeom>
          <a:noFill/>
          <a:ln w="12700">
            <a:solidFill>
              <a:srgbClr val="8C96A8"/>
            </a:solidFill>
            <a:prstDash val="solid"/>
          </a:ln>
        </p:spPr>
      </p:sp>
      <p:sp>
        <p:nvSpPr>
          <p:cNvPr id="33" name="Shape 31"/>
          <p:cNvSpPr/>
          <p:nvPr/>
        </p:nvSpPr>
        <p:spPr>
          <a:xfrm flipV="1">
            <a:off x="1747236" y="1833372"/>
            <a:ext cx="28164" cy="82296"/>
          </a:xfrm>
          <a:prstGeom prst="line">
            <a:avLst/>
          </a:prstGeom>
          <a:noFill/>
          <a:ln w="12700">
            <a:solidFill>
              <a:srgbClr val="8C96A8"/>
            </a:solidFill>
            <a:prstDash val="solid"/>
          </a:ln>
        </p:spPr>
      </p:sp>
      <p:sp>
        <p:nvSpPr>
          <p:cNvPr id="34" name="Shape 32"/>
          <p:cNvSpPr/>
          <p:nvPr/>
        </p:nvSpPr>
        <p:spPr>
          <a:xfrm>
            <a:off x="1775399" y="1833372"/>
            <a:ext cx="28164" cy="41148"/>
          </a:xfrm>
          <a:prstGeom prst="line">
            <a:avLst/>
          </a:prstGeom>
          <a:noFill/>
          <a:ln w="12700">
            <a:solidFill>
              <a:srgbClr val="8C96A8"/>
            </a:solidFill>
            <a:prstDash val="solid"/>
          </a:ln>
        </p:spPr>
      </p:sp>
      <p:sp>
        <p:nvSpPr>
          <p:cNvPr id="35" name="Shape 33"/>
          <p:cNvSpPr/>
          <p:nvPr/>
        </p:nvSpPr>
        <p:spPr>
          <a:xfrm>
            <a:off x="1803563" y="1874520"/>
            <a:ext cx="16093" cy="91"/>
          </a:xfrm>
          <a:prstGeom prst="line">
            <a:avLst/>
          </a:prstGeom>
          <a:noFill/>
          <a:ln w="12700">
            <a:solidFill>
              <a:srgbClr val="8C96A8"/>
            </a:solidFill>
            <a:prstDash val="solid"/>
          </a:ln>
        </p:spPr>
      </p:sp>
      <p:sp>
        <p:nvSpPr>
          <p:cNvPr id="36" name="Shape 34"/>
          <p:cNvSpPr/>
          <p:nvPr/>
        </p:nvSpPr>
        <p:spPr>
          <a:xfrm>
            <a:off x="1527048" y="1965960"/>
            <a:ext cx="91" cy="16093"/>
          </a:xfrm>
          <a:prstGeom prst="line">
            <a:avLst/>
          </a:prstGeom>
          <a:noFill/>
          <a:ln w="12700">
            <a:solidFill>
              <a:srgbClr val="8C96A8"/>
            </a:solidFill>
            <a:prstDash val="solid"/>
          </a:ln>
        </p:spPr>
      </p:sp>
      <p:sp>
        <p:nvSpPr>
          <p:cNvPr id="37" name="Shape 35"/>
          <p:cNvSpPr/>
          <p:nvPr/>
        </p:nvSpPr>
        <p:spPr>
          <a:xfrm>
            <a:off x="1527048" y="1982053"/>
            <a:ext cx="41148" cy="28164"/>
          </a:xfrm>
          <a:prstGeom prst="line">
            <a:avLst/>
          </a:prstGeom>
          <a:noFill/>
          <a:ln w="12700">
            <a:solidFill>
              <a:srgbClr val="8C96A8"/>
            </a:solidFill>
            <a:prstDash val="solid"/>
          </a:ln>
        </p:spPr>
      </p:sp>
      <p:sp>
        <p:nvSpPr>
          <p:cNvPr id="38" name="Shape 36"/>
          <p:cNvSpPr/>
          <p:nvPr/>
        </p:nvSpPr>
        <p:spPr>
          <a:xfrm flipH="1">
            <a:off x="1485900" y="2010217"/>
            <a:ext cx="82296" cy="28164"/>
          </a:xfrm>
          <a:prstGeom prst="line">
            <a:avLst/>
          </a:prstGeom>
          <a:noFill/>
          <a:ln w="12700">
            <a:solidFill>
              <a:srgbClr val="8C96A8"/>
            </a:solidFill>
            <a:prstDash val="solid"/>
          </a:ln>
        </p:spPr>
      </p:sp>
      <p:sp>
        <p:nvSpPr>
          <p:cNvPr id="39" name="Shape 37"/>
          <p:cNvSpPr/>
          <p:nvPr/>
        </p:nvSpPr>
        <p:spPr>
          <a:xfrm>
            <a:off x="1485900" y="2038380"/>
            <a:ext cx="82296" cy="28164"/>
          </a:xfrm>
          <a:prstGeom prst="line">
            <a:avLst/>
          </a:prstGeom>
          <a:noFill/>
          <a:ln w="12700">
            <a:solidFill>
              <a:srgbClr val="8C96A8"/>
            </a:solidFill>
            <a:prstDash val="solid"/>
          </a:ln>
        </p:spPr>
      </p:sp>
      <p:sp>
        <p:nvSpPr>
          <p:cNvPr id="40" name="Shape 38"/>
          <p:cNvSpPr/>
          <p:nvPr/>
        </p:nvSpPr>
        <p:spPr>
          <a:xfrm flipH="1">
            <a:off x="1485900" y="2066544"/>
            <a:ext cx="82296" cy="28164"/>
          </a:xfrm>
          <a:prstGeom prst="line">
            <a:avLst/>
          </a:prstGeom>
          <a:noFill/>
          <a:ln w="12700">
            <a:solidFill>
              <a:srgbClr val="8C96A8"/>
            </a:solidFill>
            <a:prstDash val="solid"/>
          </a:ln>
        </p:spPr>
      </p:sp>
      <p:sp>
        <p:nvSpPr>
          <p:cNvPr id="41" name="Shape 39"/>
          <p:cNvSpPr/>
          <p:nvPr/>
        </p:nvSpPr>
        <p:spPr>
          <a:xfrm>
            <a:off x="1485900" y="2094708"/>
            <a:ext cx="82296" cy="28164"/>
          </a:xfrm>
          <a:prstGeom prst="line">
            <a:avLst/>
          </a:prstGeom>
          <a:noFill/>
          <a:ln w="12700">
            <a:solidFill>
              <a:srgbClr val="8C96A8"/>
            </a:solidFill>
            <a:prstDash val="solid"/>
          </a:ln>
        </p:spPr>
      </p:sp>
      <p:sp>
        <p:nvSpPr>
          <p:cNvPr id="42" name="Shape 40"/>
          <p:cNvSpPr/>
          <p:nvPr/>
        </p:nvSpPr>
        <p:spPr>
          <a:xfrm flipH="1">
            <a:off x="1527048" y="2122871"/>
            <a:ext cx="41148" cy="28164"/>
          </a:xfrm>
          <a:prstGeom prst="line">
            <a:avLst/>
          </a:prstGeom>
          <a:noFill/>
          <a:ln w="12700">
            <a:solidFill>
              <a:srgbClr val="8C96A8"/>
            </a:solidFill>
            <a:prstDash val="solid"/>
          </a:ln>
        </p:spPr>
      </p:sp>
      <p:sp>
        <p:nvSpPr>
          <p:cNvPr id="43" name="Shape 41"/>
          <p:cNvSpPr/>
          <p:nvPr/>
        </p:nvSpPr>
        <p:spPr>
          <a:xfrm>
            <a:off x="1527048" y="2151035"/>
            <a:ext cx="91" cy="16093"/>
          </a:xfrm>
          <a:prstGeom prst="line">
            <a:avLst/>
          </a:prstGeom>
          <a:noFill/>
          <a:ln w="12700">
            <a:solidFill>
              <a:srgbClr val="8C96A8"/>
            </a:solidFill>
            <a:prstDash val="solid"/>
          </a:ln>
        </p:spPr>
      </p:sp>
      <p:sp>
        <p:nvSpPr>
          <p:cNvPr id="44" name="Shape 42"/>
          <p:cNvSpPr/>
          <p:nvPr/>
        </p:nvSpPr>
        <p:spPr>
          <a:xfrm>
            <a:off x="2002536" y="1874520"/>
            <a:ext cx="16093" cy="91"/>
          </a:xfrm>
          <a:prstGeom prst="line">
            <a:avLst/>
          </a:prstGeom>
          <a:noFill/>
          <a:ln w="12700">
            <a:solidFill>
              <a:srgbClr val="8C96A8"/>
            </a:solidFill>
            <a:prstDash val="solid"/>
          </a:ln>
        </p:spPr>
      </p:sp>
      <p:sp>
        <p:nvSpPr>
          <p:cNvPr id="45" name="Shape 43"/>
          <p:cNvSpPr/>
          <p:nvPr/>
        </p:nvSpPr>
        <p:spPr>
          <a:xfrm flipV="1">
            <a:off x="2018629" y="1833372"/>
            <a:ext cx="28164" cy="41148"/>
          </a:xfrm>
          <a:prstGeom prst="line">
            <a:avLst/>
          </a:prstGeom>
          <a:noFill/>
          <a:ln w="12700">
            <a:solidFill>
              <a:srgbClr val="8C96A8"/>
            </a:solidFill>
            <a:prstDash val="solid"/>
          </a:ln>
        </p:spPr>
      </p:sp>
      <p:sp>
        <p:nvSpPr>
          <p:cNvPr id="46" name="Shape 44"/>
          <p:cNvSpPr/>
          <p:nvPr/>
        </p:nvSpPr>
        <p:spPr>
          <a:xfrm>
            <a:off x="2046793" y="1833372"/>
            <a:ext cx="28164" cy="82296"/>
          </a:xfrm>
          <a:prstGeom prst="line">
            <a:avLst/>
          </a:prstGeom>
          <a:noFill/>
          <a:ln w="12700">
            <a:solidFill>
              <a:srgbClr val="8C96A8"/>
            </a:solidFill>
            <a:prstDash val="solid"/>
          </a:ln>
        </p:spPr>
      </p:sp>
      <p:sp>
        <p:nvSpPr>
          <p:cNvPr id="47" name="Shape 45"/>
          <p:cNvSpPr/>
          <p:nvPr/>
        </p:nvSpPr>
        <p:spPr>
          <a:xfrm flipV="1">
            <a:off x="2074956" y="1833372"/>
            <a:ext cx="28164" cy="82296"/>
          </a:xfrm>
          <a:prstGeom prst="line">
            <a:avLst/>
          </a:prstGeom>
          <a:noFill/>
          <a:ln w="12700">
            <a:solidFill>
              <a:srgbClr val="8C96A8"/>
            </a:solidFill>
            <a:prstDash val="solid"/>
          </a:ln>
        </p:spPr>
      </p:sp>
      <p:sp>
        <p:nvSpPr>
          <p:cNvPr id="48" name="Shape 46"/>
          <p:cNvSpPr/>
          <p:nvPr/>
        </p:nvSpPr>
        <p:spPr>
          <a:xfrm>
            <a:off x="2103120" y="1833372"/>
            <a:ext cx="28164" cy="82296"/>
          </a:xfrm>
          <a:prstGeom prst="line">
            <a:avLst/>
          </a:prstGeom>
          <a:noFill/>
          <a:ln w="12700">
            <a:solidFill>
              <a:srgbClr val="8C96A8"/>
            </a:solidFill>
            <a:prstDash val="solid"/>
          </a:ln>
        </p:spPr>
      </p:sp>
      <p:sp>
        <p:nvSpPr>
          <p:cNvPr id="49" name="Shape 47"/>
          <p:cNvSpPr/>
          <p:nvPr/>
        </p:nvSpPr>
        <p:spPr>
          <a:xfrm flipV="1">
            <a:off x="2131284" y="1833372"/>
            <a:ext cx="28164" cy="82296"/>
          </a:xfrm>
          <a:prstGeom prst="line">
            <a:avLst/>
          </a:prstGeom>
          <a:noFill/>
          <a:ln w="12700">
            <a:solidFill>
              <a:srgbClr val="8C96A8"/>
            </a:solidFill>
            <a:prstDash val="solid"/>
          </a:ln>
        </p:spPr>
      </p:sp>
      <p:sp>
        <p:nvSpPr>
          <p:cNvPr id="50" name="Shape 48"/>
          <p:cNvSpPr/>
          <p:nvPr/>
        </p:nvSpPr>
        <p:spPr>
          <a:xfrm>
            <a:off x="2159447" y="1833372"/>
            <a:ext cx="28164" cy="41148"/>
          </a:xfrm>
          <a:prstGeom prst="line">
            <a:avLst/>
          </a:prstGeom>
          <a:noFill/>
          <a:ln w="12700">
            <a:solidFill>
              <a:srgbClr val="8C96A8"/>
            </a:solidFill>
            <a:prstDash val="solid"/>
          </a:ln>
        </p:spPr>
      </p:sp>
      <p:sp>
        <p:nvSpPr>
          <p:cNvPr id="51" name="Shape 49"/>
          <p:cNvSpPr/>
          <p:nvPr/>
        </p:nvSpPr>
        <p:spPr>
          <a:xfrm>
            <a:off x="2187611" y="1874520"/>
            <a:ext cx="16093" cy="91"/>
          </a:xfrm>
          <a:prstGeom prst="line">
            <a:avLst/>
          </a:prstGeom>
          <a:noFill/>
          <a:ln w="12700">
            <a:solidFill>
              <a:srgbClr val="8C96A8"/>
            </a:solidFill>
            <a:prstDash val="solid"/>
          </a:ln>
        </p:spPr>
      </p:sp>
      <p:sp>
        <p:nvSpPr>
          <p:cNvPr id="52" name="Shape 50"/>
          <p:cNvSpPr/>
          <p:nvPr/>
        </p:nvSpPr>
        <p:spPr>
          <a:xfrm>
            <a:off x="1911096" y="1965960"/>
            <a:ext cx="91" cy="16093"/>
          </a:xfrm>
          <a:prstGeom prst="line">
            <a:avLst/>
          </a:prstGeom>
          <a:noFill/>
          <a:ln w="12700">
            <a:solidFill>
              <a:srgbClr val="8C96A8"/>
            </a:solidFill>
            <a:prstDash val="solid"/>
          </a:ln>
        </p:spPr>
      </p:sp>
      <p:sp>
        <p:nvSpPr>
          <p:cNvPr id="53" name="Shape 51"/>
          <p:cNvSpPr/>
          <p:nvPr/>
        </p:nvSpPr>
        <p:spPr>
          <a:xfrm>
            <a:off x="1911096" y="1982053"/>
            <a:ext cx="41148" cy="28164"/>
          </a:xfrm>
          <a:prstGeom prst="line">
            <a:avLst/>
          </a:prstGeom>
          <a:noFill/>
          <a:ln w="12700">
            <a:solidFill>
              <a:srgbClr val="8C96A8"/>
            </a:solidFill>
            <a:prstDash val="solid"/>
          </a:ln>
        </p:spPr>
      </p:sp>
      <p:sp>
        <p:nvSpPr>
          <p:cNvPr id="54" name="Shape 52"/>
          <p:cNvSpPr/>
          <p:nvPr/>
        </p:nvSpPr>
        <p:spPr>
          <a:xfrm flipH="1">
            <a:off x="1869948" y="2010217"/>
            <a:ext cx="82296" cy="28164"/>
          </a:xfrm>
          <a:prstGeom prst="line">
            <a:avLst/>
          </a:prstGeom>
          <a:noFill/>
          <a:ln w="12700">
            <a:solidFill>
              <a:srgbClr val="8C96A8"/>
            </a:solidFill>
            <a:prstDash val="solid"/>
          </a:ln>
        </p:spPr>
      </p:sp>
      <p:sp>
        <p:nvSpPr>
          <p:cNvPr id="55" name="Shape 53"/>
          <p:cNvSpPr/>
          <p:nvPr/>
        </p:nvSpPr>
        <p:spPr>
          <a:xfrm>
            <a:off x="1869948" y="2038380"/>
            <a:ext cx="82296" cy="28164"/>
          </a:xfrm>
          <a:prstGeom prst="line">
            <a:avLst/>
          </a:prstGeom>
          <a:noFill/>
          <a:ln w="12700">
            <a:solidFill>
              <a:srgbClr val="8C96A8"/>
            </a:solidFill>
            <a:prstDash val="solid"/>
          </a:ln>
        </p:spPr>
      </p:sp>
      <p:sp>
        <p:nvSpPr>
          <p:cNvPr id="56" name="Shape 54"/>
          <p:cNvSpPr/>
          <p:nvPr/>
        </p:nvSpPr>
        <p:spPr>
          <a:xfrm flipH="1">
            <a:off x="1869948" y="2066544"/>
            <a:ext cx="82296" cy="28164"/>
          </a:xfrm>
          <a:prstGeom prst="line">
            <a:avLst/>
          </a:prstGeom>
          <a:noFill/>
          <a:ln w="12700">
            <a:solidFill>
              <a:srgbClr val="8C96A8"/>
            </a:solidFill>
            <a:prstDash val="solid"/>
          </a:ln>
        </p:spPr>
      </p:sp>
      <p:sp>
        <p:nvSpPr>
          <p:cNvPr id="57" name="Shape 55"/>
          <p:cNvSpPr/>
          <p:nvPr/>
        </p:nvSpPr>
        <p:spPr>
          <a:xfrm>
            <a:off x="1869948" y="2094708"/>
            <a:ext cx="82296" cy="28164"/>
          </a:xfrm>
          <a:prstGeom prst="line">
            <a:avLst/>
          </a:prstGeom>
          <a:noFill/>
          <a:ln w="12700">
            <a:solidFill>
              <a:srgbClr val="8C96A8"/>
            </a:solidFill>
            <a:prstDash val="solid"/>
          </a:ln>
        </p:spPr>
      </p:sp>
      <p:sp>
        <p:nvSpPr>
          <p:cNvPr id="58" name="Shape 56"/>
          <p:cNvSpPr/>
          <p:nvPr/>
        </p:nvSpPr>
        <p:spPr>
          <a:xfrm flipH="1">
            <a:off x="1911096" y="2122871"/>
            <a:ext cx="41148" cy="28164"/>
          </a:xfrm>
          <a:prstGeom prst="line">
            <a:avLst/>
          </a:prstGeom>
          <a:noFill/>
          <a:ln w="12700">
            <a:solidFill>
              <a:srgbClr val="8C96A8"/>
            </a:solidFill>
            <a:prstDash val="solid"/>
          </a:ln>
        </p:spPr>
      </p:sp>
      <p:sp>
        <p:nvSpPr>
          <p:cNvPr id="59" name="Shape 57"/>
          <p:cNvSpPr/>
          <p:nvPr/>
        </p:nvSpPr>
        <p:spPr>
          <a:xfrm>
            <a:off x="1911096" y="2151035"/>
            <a:ext cx="91" cy="16093"/>
          </a:xfrm>
          <a:prstGeom prst="line">
            <a:avLst/>
          </a:prstGeom>
          <a:noFill/>
          <a:ln w="12700">
            <a:solidFill>
              <a:srgbClr val="8C96A8"/>
            </a:solidFill>
            <a:prstDash val="solid"/>
          </a:ln>
        </p:spPr>
      </p:sp>
      <p:sp>
        <p:nvSpPr>
          <p:cNvPr id="60" name="Shape 58"/>
          <p:cNvSpPr/>
          <p:nvPr/>
        </p:nvSpPr>
        <p:spPr>
          <a:xfrm>
            <a:off x="2295144" y="1965960"/>
            <a:ext cx="91" cy="16093"/>
          </a:xfrm>
          <a:prstGeom prst="line">
            <a:avLst/>
          </a:prstGeom>
          <a:noFill/>
          <a:ln w="12700">
            <a:solidFill>
              <a:srgbClr val="8C96A8"/>
            </a:solidFill>
            <a:prstDash val="solid"/>
          </a:ln>
        </p:spPr>
      </p:sp>
      <p:sp>
        <p:nvSpPr>
          <p:cNvPr id="61" name="Shape 59"/>
          <p:cNvSpPr/>
          <p:nvPr/>
        </p:nvSpPr>
        <p:spPr>
          <a:xfrm>
            <a:off x="2295144" y="1982053"/>
            <a:ext cx="41148" cy="28164"/>
          </a:xfrm>
          <a:prstGeom prst="line">
            <a:avLst/>
          </a:prstGeom>
          <a:noFill/>
          <a:ln w="12700">
            <a:solidFill>
              <a:srgbClr val="8C96A8"/>
            </a:solidFill>
            <a:prstDash val="solid"/>
          </a:ln>
        </p:spPr>
      </p:sp>
      <p:sp>
        <p:nvSpPr>
          <p:cNvPr id="62" name="Shape 60"/>
          <p:cNvSpPr/>
          <p:nvPr/>
        </p:nvSpPr>
        <p:spPr>
          <a:xfrm flipH="1">
            <a:off x="2253996" y="2010217"/>
            <a:ext cx="82296" cy="28164"/>
          </a:xfrm>
          <a:prstGeom prst="line">
            <a:avLst/>
          </a:prstGeom>
          <a:noFill/>
          <a:ln w="12700">
            <a:solidFill>
              <a:srgbClr val="8C96A8"/>
            </a:solidFill>
            <a:prstDash val="solid"/>
          </a:ln>
        </p:spPr>
      </p:sp>
      <p:sp>
        <p:nvSpPr>
          <p:cNvPr id="63" name="Shape 61"/>
          <p:cNvSpPr/>
          <p:nvPr/>
        </p:nvSpPr>
        <p:spPr>
          <a:xfrm>
            <a:off x="2253996" y="2038380"/>
            <a:ext cx="82296" cy="28164"/>
          </a:xfrm>
          <a:prstGeom prst="line">
            <a:avLst/>
          </a:prstGeom>
          <a:noFill/>
          <a:ln w="12700">
            <a:solidFill>
              <a:srgbClr val="8C96A8"/>
            </a:solidFill>
            <a:prstDash val="solid"/>
          </a:ln>
        </p:spPr>
      </p:sp>
      <p:sp>
        <p:nvSpPr>
          <p:cNvPr id="64" name="Shape 62"/>
          <p:cNvSpPr/>
          <p:nvPr/>
        </p:nvSpPr>
        <p:spPr>
          <a:xfrm flipH="1">
            <a:off x="2253996" y="2066544"/>
            <a:ext cx="82296" cy="28164"/>
          </a:xfrm>
          <a:prstGeom prst="line">
            <a:avLst/>
          </a:prstGeom>
          <a:noFill/>
          <a:ln w="12700">
            <a:solidFill>
              <a:srgbClr val="8C96A8"/>
            </a:solidFill>
            <a:prstDash val="solid"/>
          </a:ln>
        </p:spPr>
      </p:sp>
      <p:sp>
        <p:nvSpPr>
          <p:cNvPr id="65" name="Shape 63"/>
          <p:cNvSpPr/>
          <p:nvPr/>
        </p:nvSpPr>
        <p:spPr>
          <a:xfrm>
            <a:off x="2253996" y="2094708"/>
            <a:ext cx="82296" cy="28164"/>
          </a:xfrm>
          <a:prstGeom prst="line">
            <a:avLst/>
          </a:prstGeom>
          <a:noFill/>
          <a:ln w="12700">
            <a:solidFill>
              <a:srgbClr val="8C96A8"/>
            </a:solidFill>
            <a:prstDash val="solid"/>
          </a:ln>
        </p:spPr>
      </p:sp>
      <p:sp>
        <p:nvSpPr>
          <p:cNvPr id="66" name="Shape 64"/>
          <p:cNvSpPr/>
          <p:nvPr/>
        </p:nvSpPr>
        <p:spPr>
          <a:xfrm flipH="1">
            <a:off x="2295144" y="2122871"/>
            <a:ext cx="41148" cy="28164"/>
          </a:xfrm>
          <a:prstGeom prst="line">
            <a:avLst/>
          </a:prstGeom>
          <a:noFill/>
          <a:ln w="12700">
            <a:solidFill>
              <a:srgbClr val="8C96A8"/>
            </a:solidFill>
            <a:prstDash val="solid"/>
          </a:ln>
        </p:spPr>
      </p:sp>
      <p:sp>
        <p:nvSpPr>
          <p:cNvPr id="67" name="Shape 65"/>
          <p:cNvSpPr/>
          <p:nvPr/>
        </p:nvSpPr>
        <p:spPr>
          <a:xfrm>
            <a:off x="2295144" y="2151035"/>
            <a:ext cx="91" cy="16093"/>
          </a:xfrm>
          <a:prstGeom prst="line">
            <a:avLst/>
          </a:prstGeom>
          <a:noFill/>
          <a:ln w="12700">
            <a:solidFill>
              <a:srgbClr val="8C96A8"/>
            </a:solidFill>
            <a:prstDash val="solid"/>
          </a:ln>
        </p:spPr>
      </p:sp>
      <p:sp>
        <p:nvSpPr>
          <p:cNvPr id="68" name="Shape 66"/>
          <p:cNvSpPr/>
          <p:nvPr/>
        </p:nvSpPr>
        <p:spPr>
          <a:xfrm>
            <a:off x="1234440" y="2258568"/>
            <a:ext cx="16093" cy="91"/>
          </a:xfrm>
          <a:prstGeom prst="line">
            <a:avLst/>
          </a:prstGeom>
          <a:noFill/>
          <a:ln w="12700">
            <a:solidFill>
              <a:srgbClr val="8C96A8"/>
            </a:solidFill>
            <a:prstDash val="solid"/>
          </a:ln>
        </p:spPr>
      </p:sp>
      <p:sp>
        <p:nvSpPr>
          <p:cNvPr id="69" name="Shape 67"/>
          <p:cNvSpPr/>
          <p:nvPr/>
        </p:nvSpPr>
        <p:spPr>
          <a:xfrm flipV="1">
            <a:off x="1250533" y="2217420"/>
            <a:ext cx="28164" cy="41148"/>
          </a:xfrm>
          <a:prstGeom prst="line">
            <a:avLst/>
          </a:prstGeom>
          <a:noFill/>
          <a:ln w="12700">
            <a:solidFill>
              <a:srgbClr val="8C96A8"/>
            </a:solidFill>
            <a:prstDash val="solid"/>
          </a:ln>
        </p:spPr>
      </p:sp>
      <p:sp>
        <p:nvSpPr>
          <p:cNvPr id="70" name="Shape 68"/>
          <p:cNvSpPr/>
          <p:nvPr/>
        </p:nvSpPr>
        <p:spPr>
          <a:xfrm>
            <a:off x="1278697" y="2217420"/>
            <a:ext cx="28164" cy="82296"/>
          </a:xfrm>
          <a:prstGeom prst="line">
            <a:avLst/>
          </a:prstGeom>
          <a:noFill/>
          <a:ln w="12700">
            <a:solidFill>
              <a:srgbClr val="8C96A8"/>
            </a:solidFill>
            <a:prstDash val="solid"/>
          </a:ln>
        </p:spPr>
      </p:sp>
      <p:sp>
        <p:nvSpPr>
          <p:cNvPr id="71" name="Shape 69"/>
          <p:cNvSpPr/>
          <p:nvPr/>
        </p:nvSpPr>
        <p:spPr>
          <a:xfrm flipV="1">
            <a:off x="1306860" y="2217420"/>
            <a:ext cx="28164" cy="82296"/>
          </a:xfrm>
          <a:prstGeom prst="line">
            <a:avLst/>
          </a:prstGeom>
          <a:noFill/>
          <a:ln w="12700">
            <a:solidFill>
              <a:srgbClr val="8C96A8"/>
            </a:solidFill>
            <a:prstDash val="solid"/>
          </a:ln>
        </p:spPr>
      </p:sp>
      <p:sp>
        <p:nvSpPr>
          <p:cNvPr id="72" name="Shape 70"/>
          <p:cNvSpPr/>
          <p:nvPr/>
        </p:nvSpPr>
        <p:spPr>
          <a:xfrm>
            <a:off x="1335024" y="2217420"/>
            <a:ext cx="28164" cy="82296"/>
          </a:xfrm>
          <a:prstGeom prst="line">
            <a:avLst/>
          </a:prstGeom>
          <a:noFill/>
          <a:ln w="12700">
            <a:solidFill>
              <a:srgbClr val="8C96A8"/>
            </a:solidFill>
            <a:prstDash val="solid"/>
          </a:ln>
        </p:spPr>
      </p:sp>
      <p:sp>
        <p:nvSpPr>
          <p:cNvPr id="73" name="Shape 71"/>
          <p:cNvSpPr/>
          <p:nvPr/>
        </p:nvSpPr>
        <p:spPr>
          <a:xfrm flipV="1">
            <a:off x="1363188" y="2217420"/>
            <a:ext cx="28164" cy="82296"/>
          </a:xfrm>
          <a:prstGeom prst="line">
            <a:avLst/>
          </a:prstGeom>
          <a:noFill/>
          <a:ln w="12700">
            <a:solidFill>
              <a:srgbClr val="8C96A8"/>
            </a:solidFill>
            <a:prstDash val="solid"/>
          </a:ln>
        </p:spPr>
      </p:sp>
      <p:sp>
        <p:nvSpPr>
          <p:cNvPr id="74" name="Shape 72"/>
          <p:cNvSpPr/>
          <p:nvPr/>
        </p:nvSpPr>
        <p:spPr>
          <a:xfrm>
            <a:off x="1391351" y="2217420"/>
            <a:ext cx="28164" cy="41148"/>
          </a:xfrm>
          <a:prstGeom prst="line">
            <a:avLst/>
          </a:prstGeom>
          <a:noFill/>
          <a:ln w="12700">
            <a:solidFill>
              <a:srgbClr val="8C96A8"/>
            </a:solidFill>
            <a:prstDash val="solid"/>
          </a:ln>
        </p:spPr>
      </p:sp>
      <p:sp>
        <p:nvSpPr>
          <p:cNvPr id="75" name="Shape 73"/>
          <p:cNvSpPr/>
          <p:nvPr/>
        </p:nvSpPr>
        <p:spPr>
          <a:xfrm>
            <a:off x="1419515" y="2258568"/>
            <a:ext cx="16093" cy="91"/>
          </a:xfrm>
          <a:prstGeom prst="line">
            <a:avLst/>
          </a:prstGeom>
          <a:noFill/>
          <a:ln w="12700">
            <a:solidFill>
              <a:srgbClr val="8C96A8"/>
            </a:solidFill>
            <a:prstDash val="solid"/>
          </a:ln>
        </p:spPr>
      </p:sp>
      <p:sp>
        <p:nvSpPr>
          <p:cNvPr id="76" name="Shape 74"/>
          <p:cNvSpPr/>
          <p:nvPr/>
        </p:nvSpPr>
        <p:spPr>
          <a:xfrm>
            <a:off x="1143000" y="2350008"/>
            <a:ext cx="91" cy="16093"/>
          </a:xfrm>
          <a:prstGeom prst="line">
            <a:avLst/>
          </a:prstGeom>
          <a:noFill/>
          <a:ln w="12700">
            <a:solidFill>
              <a:srgbClr val="8C96A8"/>
            </a:solidFill>
            <a:prstDash val="solid"/>
          </a:ln>
        </p:spPr>
      </p:sp>
      <p:sp>
        <p:nvSpPr>
          <p:cNvPr id="77" name="Shape 75"/>
          <p:cNvSpPr/>
          <p:nvPr/>
        </p:nvSpPr>
        <p:spPr>
          <a:xfrm>
            <a:off x="1143000" y="2366101"/>
            <a:ext cx="41148" cy="28164"/>
          </a:xfrm>
          <a:prstGeom prst="line">
            <a:avLst/>
          </a:prstGeom>
          <a:noFill/>
          <a:ln w="12700">
            <a:solidFill>
              <a:srgbClr val="8C96A8"/>
            </a:solidFill>
            <a:prstDash val="solid"/>
          </a:ln>
        </p:spPr>
      </p:sp>
      <p:sp>
        <p:nvSpPr>
          <p:cNvPr id="78" name="Shape 76"/>
          <p:cNvSpPr/>
          <p:nvPr/>
        </p:nvSpPr>
        <p:spPr>
          <a:xfrm flipH="1">
            <a:off x="1101852" y="2394265"/>
            <a:ext cx="82296" cy="28164"/>
          </a:xfrm>
          <a:prstGeom prst="line">
            <a:avLst/>
          </a:prstGeom>
          <a:noFill/>
          <a:ln w="12700">
            <a:solidFill>
              <a:srgbClr val="8C96A8"/>
            </a:solidFill>
            <a:prstDash val="solid"/>
          </a:ln>
        </p:spPr>
      </p:sp>
      <p:sp>
        <p:nvSpPr>
          <p:cNvPr id="79" name="Shape 77"/>
          <p:cNvSpPr/>
          <p:nvPr/>
        </p:nvSpPr>
        <p:spPr>
          <a:xfrm>
            <a:off x="1101852" y="2422428"/>
            <a:ext cx="82296" cy="28164"/>
          </a:xfrm>
          <a:prstGeom prst="line">
            <a:avLst/>
          </a:prstGeom>
          <a:noFill/>
          <a:ln w="12700">
            <a:solidFill>
              <a:srgbClr val="8C96A8"/>
            </a:solidFill>
            <a:prstDash val="solid"/>
          </a:ln>
        </p:spPr>
      </p:sp>
      <p:sp>
        <p:nvSpPr>
          <p:cNvPr id="80" name="Shape 78"/>
          <p:cNvSpPr/>
          <p:nvPr/>
        </p:nvSpPr>
        <p:spPr>
          <a:xfrm flipH="1">
            <a:off x="1101852" y="2450592"/>
            <a:ext cx="82296" cy="28164"/>
          </a:xfrm>
          <a:prstGeom prst="line">
            <a:avLst/>
          </a:prstGeom>
          <a:noFill/>
          <a:ln w="12700">
            <a:solidFill>
              <a:srgbClr val="8C96A8"/>
            </a:solidFill>
            <a:prstDash val="solid"/>
          </a:ln>
        </p:spPr>
      </p:sp>
      <p:sp>
        <p:nvSpPr>
          <p:cNvPr id="81" name="Shape 79"/>
          <p:cNvSpPr/>
          <p:nvPr/>
        </p:nvSpPr>
        <p:spPr>
          <a:xfrm>
            <a:off x="1101852" y="2478756"/>
            <a:ext cx="82296" cy="28164"/>
          </a:xfrm>
          <a:prstGeom prst="line">
            <a:avLst/>
          </a:prstGeom>
          <a:noFill/>
          <a:ln w="12700">
            <a:solidFill>
              <a:srgbClr val="8C96A8"/>
            </a:solidFill>
            <a:prstDash val="solid"/>
          </a:ln>
        </p:spPr>
      </p:sp>
      <p:sp>
        <p:nvSpPr>
          <p:cNvPr id="82" name="Shape 80"/>
          <p:cNvSpPr/>
          <p:nvPr/>
        </p:nvSpPr>
        <p:spPr>
          <a:xfrm flipH="1">
            <a:off x="1143000" y="2506919"/>
            <a:ext cx="41148" cy="28164"/>
          </a:xfrm>
          <a:prstGeom prst="line">
            <a:avLst/>
          </a:prstGeom>
          <a:noFill/>
          <a:ln w="12700">
            <a:solidFill>
              <a:srgbClr val="8C96A8"/>
            </a:solidFill>
            <a:prstDash val="solid"/>
          </a:ln>
        </p:spPr>
      </p:sp>
      <p:sp>
        <p:nvSpPr>
          <p:cNvPr id="83" name="Shape 81"/>
          <p:cNvSpPr/>
          <p:nvPr/>
        </p:nvSpPr>
        <p:spPr>
          <a:xfrm>
            <a:off x="1143000" y="2535083"/>
            <a:ext cx="91" cy="16093"/>
          </a:xfrm>
          <a:prstGeom prst="line">
            <a:avLst/>
          </a:prstGeom>
          <a:noFill/>
          <a:ln w="12700">
            <a:solidFill>
              <a:srgbClr val="8C96A8"/>
            </a:solidFill>
            <a:prstDash val="solid"/>
          </a:ln>
        </p:spPr>
      </p:sp>
      <p:sp>
        <p:nvSpPr>
          <p:cNvPr id="84" name="Shape 82"/>
          <p:cNvSpPr/>
          <p:nvPr/>
        </p:nvSpPr>
        <p:spPr>
          <a:xfrm>
            <a:off x="1618488" y="2258568"/>
            <a:ext cx="16093" cy="91"/>
          </a:xfrm>
          <a:prstGeom prst="line">
            <a:avLst/>
          </a:prstGeom>
          <a:noFill/>
          <a:ln w="12700">
            <a:solidFill>
              <a:srgbClr val="8C96A8"/>
            </a:solidFill>
            <a:prstDash val="solid"/>
          </a:ln>
        </p:spPr>
      </p:sp>
      <p:sp>
        <p:nvSpPr>
          <p:cNvPr id="85" name="Shape 83"/>
          <p:cNvSpPr/>
          <p:nvPr/>
        </p:nvSpPr>
        <p:spPr>
          <a:xfrm flipV="1">
            <a:off x="1634581" y="2217420"/>
            <a:ext cx="28164" cy="41148"/>
          </a:xfrm>
          <a:prstGeom prst="line">
            <a:avLst/>
          </a:prstGeom>
          <a:noFill/>
          <a:ln w="12700">
            <a:solidFill>
              <a:srgbClr val="8C96A8"/>
            </a:solidFill>
            <a:prstDash val="solid"/>
          </a:ln>
        </p:spPr>
      </p:sp>
      <p:sp>
        <p:nvSpPr>
          <p:cNvPr id="86" name="Shape 84"/>
          <p:cNvSpPr/>
          <p:nvPr/>
        </p:nvSpPr>
        <p:spPr>
          <a:xfrm>
            <a:off x="1662745" y="2217420"/>
            <a:ext cx="28164" cy="82296"/>
          </a:xfrm>
          <a:prstGeom prst="line">
            <a:avLst/>
          </a:prstGeom>
          <a:noFill/>
          <a:ln w="12700">
            <a:solidFill>
              <a:srgbClr val="8C96A8"/>
            </a:solidFill>
            <a:prstDash val="solid"/>
          </a:ln>
        </p:spPr>
      </p:sp>
      <p:sp>
        <p:nvSpPr>
          <p:cNvPr id="87" name="Shape 85"/>
          <p:cNvSpPr/>
          <p:nvPr/>
        </p:nvSpPr>
        <p:spPr>
          <a:xfrm flipV="1">
            <a:off x="1690908" y="2217420"/>
            <a:ext cx="28164" cy="82296"/>
          </a:xfrm>
          <a:prstGeom prst="line">
            <a:avLst/>
          </a:prstGeom>
          <a:noFill/>
          <a:ln w="12700">
            <a:solidFill>
              <a:srgbClr val="8C96A8"/>
            </a:solidFill>
            <a:prstDash val="solid"/>
          </a:ln>
        </p:spPr>
      </p:sp>
      <p:sp>
        <p:nvSpPr>
          <p:cNvPr id="88" name="Shape 86"/>
          <p:cNvSpPr/>
          <p:nvPr/>
        </p:nvSpPr>
        <p:spPr>
          <a:xfrm>
            <a:off x="1719072" y="2217420"/>
            <a:ext cx="28164" cy="82296"/>
          </a:xfrm>
          <a:prstGeom prst="line">
            <a:avLst/>
          </a:prstGeom>
          <a:noFill/>
          <a:ln w="12700">
            <a:solidFill>
              <a:srgbClr val="8C96A8"/>
            </a:solidFill>
            <a:prstDash val="solid"/>
          </a:ln>
        </p:spPr>
      </p:sp>
      <p:sp>
        <p:nvSpPr>
          <p:cNvPr id="89" name="Shape 87"/>
          <p:cNvSpPr/>
          <p:nvPr/>
        </p:nvSpPr>
        <p:spPr>
          <a:xfrm flipV="1">
            <a:off x="1747236" y="2217420"/>
            <a:ext cx="28164" cy="82296"/>
          </a:xfrm>
          <a:prstGeom prst="line">
            <a:avLst/>
          </a:prstGeom>
          <a:noFill/>
          <a:ln w="12700">
            <a:solidFill>
              <a:srgbClr val="8C96A8"/>
            </a:solidFill>
            <a:prstDash val="solid"/>
          </a:ln>
        </p:spPr>
      </p:sp>
      <p:sp>
        <p:nvSpPr>
          <p:cNvPr id="90" name="Shape 88"/>
          <p:cNvSpPr/>
          <p:nvPr/>
        </p:nvSpPr>
        <p:spPr>
          <a:xfrm>
            <a:off x="1775399" y="2217420"/>
            <a:ext cx="28164" cy="41148"/>
          </a:xfrm>
          <a:prstGeom prst="line">
            <a:avLst/>
          </a:prstGeom>
          <a:noFill/>
          <a:ln w="12700">
            <a:solidFill>
              <a:srgbClr val="8C96A8"/>
            </a:solidFill>
            <a:prstDash val="solid"/>
          </a:ln>
        </p:spPr>
      </p:sp>
      <p:sp>
        <p:nvSpPr>
          <p:cNvPr id="91" name="Shape 89"/>
          <p:cNvSpPr/>
          <p:nvPr/>
        </p:nvSpPr>
        <p:spPr>
          <a:xfrm>
            <a:off x="1803563" y="2258568"/>
            <a:ext cx="16093" cy="91"/>
          </a:xfrm>
          <a:prstGeom prst="line">
            <a:avLst/>
          </a:prstGeom>
          <a:noFill/>
          <a:ln w="12700">
            <a:solidFill>
              <a:srgbClr val="8C96A8"/>
            </a:solidFill>
            <a:prstDash val="solid"/>
          </a:ln>
        </p:spPr>
      </p:sp>
      <p:sp>
        <p:nvSpPr>
          <p:cNvPr id="92" name="Shape 90"/>
          <p:cNvSpPr/>
          <p:nvPr/>
        </p:nvSpPr>
        <p:spPr>
          <a:xfrm>
            <a:off x="1527048" y="2350008"/>
            <a:ext cx="91" cy="16093"/>
          </a:xfrm>
          <a:prstGeom prst="line">
            <a:avLst/>
          </a:prstGeom>
          <a:noFill/>
          <a:ln w="12700">
            <a:solidFill>
              <a:srgbClr val="8C96A8"/>
            </a:solidFill>
            <a:prstDash val="solid"/>
          </a:ln>
        </p:spPr>
      </p:sp>
      <p:sp>
        <p:nvSpPr>
          <p:cNvPr id="93" name="Shape 91"/>
          <p:cNvSpPr/>
          <p:nvPr/>
        </p:nvSpPr>
        <p:spPr>
          <a:xfrm>
            <a:off x="1527048" y="2366101"/>
            <a:ext cx="41148" cy="28164"/>
          </a:xfrm>
          <a:prstGeom prst="line">
            <a:avLst/>
          </a:prstGeom>
          <a:noFill/>
          <a:ln w="12700">
            <a:solidFill>
              <a:srgbClr val="8C96A8"/>
            </a:solidFill>
            <a:prstDash val="solid"/>
          </a:ln>
        </p:spPr>
      </p:sp>
      <p:sp>
        <p:nvSpPr>
          <p:cNvPr id="94" name="Shape 92"/>
          <p:cNvSpPr/>
          <p:nvPr/>
        </p:nvSpPr>
        <p:spPr>
          <a:xfrm flipH="1">
            <a:off x="1485900" y="2394265"/>
            <a:ext cx="82296" cy="28164"/>
          </a:xfrm>
          <a:prstGeom prst="line">
            <a:avLst/>
          </a:prstGeom>
          <a:noFill/>
          <a:ln w="12700">
            <a:solidFill>
              <a:srgbClr val="8C96A8"/>
            </a:solidFill>
            <a:prstDash val="solid"/>
          </a:ln>
        </p:spPr>
      </p:sp>
      <p:sp>
        <p:nvSpPr>
          <p:cNvPr id="95" name="Shape 93"/>
          <p:cNvSpPr/>
          <p:nvPr/>
        </p:nvSpPr>
        <p:spPr>
          <a:xfrm>
            <a:off x="1485900" y="2422428"/>
            <a:ext cx="82296" cy="28164"/>
          </a:xfrm>
          <a:prstGeom prst="line">
            <a:avLst/>
          </a:prstGeom>
          <a:noFill/>
          <a:ln w="12700">
            <a:solidFill>
              <a:srgbClr val="8C96A8"/>
            </a:solidFill>
            <a:prstDash val="solid"/>
          </a:ln>
        </p:spPr>
      </p:sp>
      <p:sp>
        <p:nvSpPr>
          <p:cNvPr id="96" name="Shape 94"/>
          <p:cNvSpPr/>
          <p:nvPr/>
        </p:nvSpPr>
        <p:spPr>
          <a:xfrm flipH="1">
            <a:off x="1485900" y="2450592"/>
            <a:ext cx="82296" cy="28164"/>
          </a:xfrm>
          <a:prstGeom prst="line">
            <a:avLst/>
          </a:prstGeom>
          <a:noFill/>
          <a:ln w="12700">
            <a:solidFill>
              <a:srgbClr val="8C96A8"/>
            </a:solidFill>
            <a:prstDash val="solid"/>
          </a:ln>
        </p:spPr>
      </p:sp>
      <p:sp>
        <p:nvSpPr>
          <p:cNvPr id="97" name="Shape 95"/>
          <p:cNvSpPr/>
          <p:nvPr/>
        </p:nvSpPr>
        <p:spPr>
          <a:xfrm>
            <a:off x="1485900" y="2478756"/>
            <a:ext cx="82296" cy="28164"/>
          </a:xfrm>
          <a:prstGeom prst="line">
            <a:avLst/>
          </a:prstGeom>
          <a:noFill/>
          <a:ln w="12700">
            <a:solidFill>
              <a:srgbClr val="8C96A8"/>
            </a:solidFill>
            <a:prstDash val="solid"/>
          </a:ln>
        </p:spPr>
      </p:sp>
      <p:sp>
        <p:nvSpPr>
          <p:cNvPr id="98" name="Shape 96"/>
          <p:cNvSpPr/>
          <p:nvPr/>
        </p:nvSpPr>
        <p:spPr>
          <a:xfrm flipH="1">
            <a:off x="1527048" y="2506919"/>
            <a:ext cx="41148" cy="28164"/>
          </a:xfrm>
          <a:prstGeom prst="line">
            <a:avLst/>
          </a:prstGeom>
          <a:noFill/>
          <a:ln w="12700">
            <a:solidFill>
              <a:srgbClr val="8C96A8"/>
            </a:solidFill>
            <a:prstDash val="solid"/>
          </a:ln>
        </p:spPr>
      </p:sp>
      <p:sp>
        <p:nvSpPr>
          <p:cNvPr id="99" name="Shape 97"/>
          <p:cNvSpPr/>
          <p:nvPr/>
        </p:nvSpPr>
        <p:spPr>
          <a:xfrm>
            <a:off x="1527048" y="2535083"/>
            <a:ext cx="91" cy="16093"/>
          </a:xfrm>
          <a:prstGeom prst="line">
            <a:avLst/>
          </a:prstGeom>
          <a:noFill/>
          <a:ln w="12700">
            <a:solidFill>
              <a:srgbClr val="8C96A8"/>
            </a:solidFill>
            <a:prstDash val="solid"/>
          </a:ln>
        </p:spPr>
      </p:sp>
      <p:sp>
        <p:nvSpPr>
          <p:cNvPr id="100" name="Shape 98"/>
          <p:cNvSpPr/>
          <p:nvPr/>
        </p:nvSpPr>
        <p:spPr>
          <a:xfrm>
            <a:off x="2002536" y="2258568"/>
            <a:ext cx="16093" cy="91"/>
          </a:xfrm>
          <a:prstGeom prst="line">
            <a:avLst/>
          </a:prstGeom>
          <a:noFill/>
          <a:ln w="12700">
            <a:solidFill>
              <a:srgbClr val="8C96A8"/>
            </a:solidFill>
            <a:prstDash val="solid"/>
          </a:ln>
        </p:spPr>
      </p:sp>
      <p:sp>
        <p:nvSpPr>
          <p:cNvPr id="101" name="Shape 99"/>
          <p:cNvSpPr/>
          <p:nvPr/>
        </p:nvSpPr>
        <p:spPr>
          <a:xfrm flipV="1">
            <a:off x="2018629" y="2217420"/>
            <a:ext cx="28164" cy="41148"/>
          </a:xfrm>
          <a:prstGeom prst="line">
            <a:avLst/>
          </a:prstGeom>
          <a:noFill/>
          <a:ln w="12700">
            <a:solidFill>
              <a:srgbClr val="8C96A8"/>
            </a:solidFill>
            <a:prstDash val="solid"/>
          </a:ln>
        </p:spPr>
      </p:sp>
      <p:sp>
        <p:nvSpPr>
          <p:cNvPr id="102" name="Shape 100"/>
          <p:cNvSpPr/>
          <p:nvPr/>
        </p:nvSpPr>
        <p:spPr>
          <a:xfrm>
            <a:off x="2046793" y="2217420"/>
            <a:ext cx="28164" cy="82296"/>
          </a:xfrm>
          <a:prstGeom prst="line">
            <a:avLst/>
          </a:prstGeom>
          <a:noFill/>
          <a:ln w="12700">
            <a:solidFill>
              <a:srgbClr val="8C96A8"/>
            </a:solidFill>
            <a:prstDash val="solid"/>
          </a:ln>
        </p:spPr>
      </p:sp>
      <p:sp>
        <p:nvSpPr>
          <p:cNvPr id="103" name="Shape 101"/>
          <p:cNvSpPr/>
          <p:nvPr/>
        </p:nvSpPr>
        <p:spPr>
          <a:xfrm flipV="1">
            <a:off x="2074956" y="2217420"/>
            <a:ext cx="28164" cy="82296"/>
          </a:xfrm>
          <a:prstGeom prst="line">
            <a:avLst/>
          </a:prstGeom>
          <a:noFill/>
          <a:ln w="12700">
            <a:solidFill>
              <a:srgbClr val="8C96A8"/>
            </a:solidFill>
            <a:prstDash val="solid"/>
          </a:ln>
        </p:spPr>
      </p:sp>
      <p:sp>
        <p:nvSpPr>
          <p:cNvPr id="104" name="Shape 102"/>
          <p:cNvSpPr/>
          <p:nvPr/>
        </p:nvSpPr>
        <p:spPr>
          <a:xfrm>
            <a:off x="2103120" y="2217420"/>
            <a:ext cx="28164" cy="82296"/>
          </a:xfrm>
          <a:prstGeom prst="line">
            <a:avLst/>
          </a:prstGeom>
          <a:noFill/>
          <a:ln w="12700">
            <a:solidFill>
              <a:srgbClr val="8C96A8"/>
            </a:solidFill>
            <a:prstDash val="solid"/>
          </a:ln>
        </p:spPr>
      </p:sp>
      <p:sp>
        <p:nvSpPr>
          <p:cNvPr id="105" name="Shape 103"/>
          <p:cNvSpPr/>
          <p:nvPr/>
        </p:nvSpPr>
        <p:spPr>
          <a:xfrm flipV="1">
            <a:off x="2131284" y="2217420"/>
            <a:ext cx="28164" cy="82296"/>
          </a:xfrm>
          <a:prstGeom prst="line">
            <a:avLst/>
          </a:prstGeom>
          <a:noFill/>
          <a:ln w="12700">
            <a:solidFill>
              <a:srgbClr val="8C96A8"/>
            </a:solidFill>
            <a:prstDash val="solid"/>
          </a:ln>
        </p:spPr>
      </p:sp>
      <p:sp>
        <p:nvSpPr>
          <p:cNvPr id="106" name="Shape 104"/>
          <p:cNvSpPr/>
          <p:nvPr/>
        </p:nvSpPr>
        <p:spPr>
          <a:xfrm>
            <a:off x="2159447" y="2217420"/>
            <a:ext cx="28164" cy="41148"/>
          </a:xfrm>
          <a:prstGeom prst="line">
            <a:avLst/>
          </a:prstGeom>
          <a:noFill/>
          <a:ln w="12700">
            <a:solidFill>
              <a:srgbClr val="8C96A8"/>
            </a:solidFill>
            <a:prstDash val="solid"/>
          </a:ln>
        </p:spPr>
      </p:sp>
      <p:sp>
        <p:nvSpPr>
          <p:cNvPr id="107" name="Shape 105"/>
          <p:cNvSpPr/>
          <p:nvPr/>
        </p:nvSpPr>
        <p:spPr>
          <a:xfrm>
            <a:off x="2187611" y="2258568"/>
            <a:ext cx="16093" cy="91"/>
          </a:xfrm>
          <a:prstGeom prst="line">
            <a:avLst/>
          </a:prstGeom>
          <a:noFill/>
          <a:ln w="12700">
            <a:solidFill>
              <a:srgbClr val="8C96A8"/>
            </a:solidFill>
            <a:prstDash val="solid"/>
          </a:ln>
        </p:spPr>
      </p:sp>
      <p:sp>
        <p:nvSpPr>
          <p:cNvPr id="108" name="Shape 106"/>
          <p:cNvSpPr/>
          <p:nvPr/>
        </p:nvSpPr>
        <p:spPr>
          <a:xfrm>
            <a:off x="1911096" y="2350008"/>
            <a:ext cx="91" cy="16093"/>
          </a:xfrm>
          <a:prstGeom prst="line">
            <a:avLst/>
          </a:prstGeom>
          <a:noFill/>
          <a:ln w="12700">
            <a:solidFill>
              <a:srgbClr val="8C96A8"/>
            </a:solidFill>
            <a:prstDash val="solid"/>
          </a:ln>
        </p:spPr>
      </p:sp>
      <p:sp>
        <p:nvSpPr>
          <p:cNvPr id="109" name="Shape 107"/>
          <p:cNvSpPr/>
          <p:nvPr/>
        </p:nvSpPr>
        <p:spPr>
          <a:xfrm>
            <a:off x="1911096" y="2366101"/>
            <a:ext cx="41148" cy="28164"/>
          </a:xfrm>
          <a:prstGeom prst="line">
            <a:avLst/>
          </a:prstGeom>
          <a:noFill/>
          <a:ln w="12700">
            <a:solidFill>
              <a:srgbClr val="8C96A8"/>
            </a:solidFill>
            <a:prstDash val="solid"/>
          </a:ln>
        </p:spPr>
      </p:sp>
      <p:sp>
        <p:nvSpPr>
          <p:cNvPr id="110" name="Shape 108"/>
          <p:cNvSpPr/>
          <p:nvPr/>
        </p:nvSpPr>
        <p:spPr>
          <a:xfrm flipH="1">
            <a:off x="1869948" y="2394265"/>
            <a:ext cx="82296" cy="28164"/>
          </a:xfrm>
          <a:prstGeom prst="line">
            <a:avLst/>
          </a:prstGeom>
          <a:noFill/>
          <a:ln w="12700">
            <a:solidFill>
              <a:srgbClr val="8C96A8"/>
            </a:solidFill>
            <a:prstDash val="solid"/>
          </a:ln>
        </p:spPr>
      </p:sp>
      <p:sp>
        <p:nvSpPr>
          <p:cNvPr id="111" name="Shape 109"/>
          <p:cNvSpPr/>
          <p:nvPr/>
        </p:nvSpPr>
        <p:spPr>
          <a:xfrm>
            <a:off x="1869948" y="2422428"/>
            <a:ext cx="82296" cy="28164"/>
          </a:xfrm>
          <a:prstGeom prst="line">
            <a:avLst/>
          </a:prstGeom>
          <a:noFill/>
          <a:ln w="12700">
            <a:solidFill>
              <a:srgbClr val="8C96A8"/>
            </a:solidFill>
            <a:prstDash val="solid"/>
          </a:ln>
        </p:spPr>
      </p:sp>
      <p:sp>
        <p:nvSpPr>
          <p:cNvPr id="112" name="Shape 110"/>
          <p:cNvSpPr/>
          <p:nvPr/>
        </p:nvSpPr>
        <p:spPr>
          <a:xfrm flipH="1">
            <a:off x="1869948" y="2450592"/>
            <a:ext cx="82296" cy="28164"/>
          </a:xfrm>
          <a:prstGeom prst="line">
            <a:avLst/>
          </a:prstGeom>
          <a:noFill/>
          <a:ln w="12700">
            <a:solidFill>
              <a:srgbClr val="8C96A8"/>
            </a:solidFill>
            <a:prstDash val="solid"/>
          </a:ln>
        </p:spPr>
      </p:sp>
      <p:sp>
        <p:nvSpPr>
          <p:cNvPr id="113" name="Shape 111"/>
          <p:cNvSpPr/>
          <p:nvPr/>
        </p:nvSpPr>
        <p:spPr>
          <a:xfrm>
            <a:off x="1869948" y="2478756"/>
            <a:ext cx="82296" cy="28164"/>
          </a:xfrm>
          <a:prstGeom prst="line">
            <a:avLst/>
          </a:prstGeom>
          <a:noFill/>
          <a:ln w="12700">
            <a:solidFill>
              <a:srgbClr val="8C96A8"/>
            </a:solidFill>
            <a:prstDash val="solid"/>
          </a:ln>
        </p:spPr>
      </p:sp>
      <p:sp>
        <p:nvSpPr>
          <p:cNvPr id="114" name="Shape 112"/>
          <p:cNvSpPr/>
          <p:nvPr/>
        </p:nvSpPr>
        <p:spPr>
          <a:xfrm flipH="1">
            <a:off x="1911096" y="2506919"/>
            <a:ext cx="41148" cy="28164"/>
          </a:xfrm>
          <a:prstGeom prst="line">
            <a:avLst/>
          </a:prstGeom>
          <a:noFill/>
          <a:ln w="12700">
            <a:solidFill>
              <a:srgbClr val="8C96A8"/>
            </a:solidFill>
            <a:prstDash val="solid"/>
          </a:ln>
        </p:spPr>
      </p:sp>
      <p:sp>
        <p:nvSpPr>
          <p:cNvPr id="115" name="Shape 113"/>
          <p:cNvSpPr/>
          <p:nvPr/>
        </p:nvSpPr>
        <p:spPr>
          <a:xfrm>
            <a:off x="1911096" y="2535083"/>
            <a:ext cx="91" cy="16093"/>
          </a:xfrm>
          <a:prstGeom prst="line">
            <a:avLst/>
          </a:prstGeom>
          <a:noFill/>
          <a:ln w="12700">
            <a:solidFill>
              <a:srgbClr val="8C96A8"/>
            </a:solidFill>
            <a:prstDash val="solid"/>
          </a:ln>
        </p:spPr>
      </p:sp>
      <p:sp>
        <p:nvSpPr>
          <p:cNvPr id="116" name="Shape 114"/>
          <p:cNvSpPr/>
          <p:nvPr/>
        </p:nvSpPr>
        <p:spPr>
          <a:xfrm>
            <a:off x="2295144" y="2350008"/>
            <a:ext cx="91" cy="16093"/>
          </a:xfrm>
          <a:prstGeom prst="line">
            <a:avLst/>
          </a:prstGeom>
          <a:noFill/>
          <a:ln w="12700">
            <a:solidFill>
              <a:srgbClr val="8C96A8"/>
            </a:solidFill>
            <a:prstDash val="solid"/>
          </a:ln>
        </p:spPr>
      </p:sp>
      <p:sp>
        <p:nvSpPr>
          <p:cNvPr id="117" name="Shape 115"/>
          <p:cNvSpPr/>
          <p:nvPr/>
        </p:nvSpPr>
        <p:spPr>
          <a:xfrm>
            <a:off x="2295144" y="2366101"/>
            <a:ext cx="41148" cy="28164"/>
          </a:xfrm>
          <a:prstGeom prst="line">
            <a:avLst/>
          </a:prstGeom>
          <a:noFill/>
          <a:ln w="12700">
            <a:solidFill>
              <a:srgbClr val="8C96A8"/>
            </a:solidFill>
            <a:prstDash val="solid"/>
          </a:ln>
        </p:spPr>
      </p:sp>
      <p:sp>
        <p:nvSpPr>
          <p:cNvPr id="118" name="Shape 116"/>
          <p:cNvSpPr/>
          <p:nvPr/>
        </p:nvSpPr>
        <p:spPr>
          <a:xfrm flipH="1">
            <a:off x="2253996" y="2394265"/>
            <a:ext cx="82296" cy="28164"/>
          </a:xfrm>
          <a:prstGeom prst="line">
            <a:avLst/>
          </a:prstGeom>
          <a:noFill/>
          <a:ln w="12700">
            <a:solidFill>
              <a:srgbClr val="8C96A8"/>
            </a:solidFill>
            <a:prstDash val="solid"/>
          </a:ln>
        </p:spPr>
      </p:sp>
      <p:sp>
        <p:nvSpPr>
          <p:cNvPr id="119" name="Shape 117"/>
          <p:cNvSpPr/>
          <p:nvPr/>
        </p:nvSpPr>
        <p:spPr>
          <a:xfrm>
            <a:off x="2253996" y="2422428"/>
            <a:ext cx="82296" cy="28164"/>
          </a:xfrm>
          <a:prstGeom prst="line">
            <a:avLst/>
          </a:prstGeom>
          <a:noFill/>
          <a:ln w="12700">
            <a:solidFill>
              <a:srgbClr val="8C96A8"/>
            </a:solidFill>
            <a:prstDash val="solid"/>
          </a:ln>
        </p:spPr>
      </p:sp>
      <p:sp>
        <p:nvSpPr>
          <p:cNvPr id="120" name="Shape 118"/>
          <p:cNvSpPr/>
          <p:nvPr/>
        </p:nvSpPr>
        <p:spPr>
          <a:xfrm flipH="1">
            <a:off x="2253996" y="2450592"/>
            <a:ext cx="82296" cy="28164"/>
          </a:xfrm>
          <a:prstGeom prst="line">
            <a:avLst/>
          </a:prstGeom>
          <a:noFill/>
          <a:ln w="12700">
            <a:solidFill>
              <a:srgbClr val="8C96A8"/>
            </a:solidFill>
            <a:prstDash val="solid"/>
          </a:ln>
        </p:spPr>
      </p:sp>
      <p:sp>
        <p:nvSpPr>
          <p:cNvPr id="121" name="Shape 119"/>
          <p:cNvSpPr/>
          <p:nvPr/>
        </p:nvSpPr>
        <p:spPr>
          <a:xfrm>
            <a:off x="2253996" y="2478756"/>
            <a:ext cx="82296" cy="28164"/>
          </a:xfrm>
          <a:prstGeom prst="line">
            <a:avLst/>
          </a:prstGeom>
          <a:noFill/>
          <a:ln w="12700">
            <a:solidFill>
              <a:srgbClr val="8C96A8"/>
            </a:solidFill>
            <a:prstDash val="solid"/>
          </a:ln>
        </p:spPr>
      </p:sp>
      <p:sp>
        <p:nvSpPr>
          <p:cNvPr id="122" name="Shape 120"/>
          <p:cNvSpPr/>
          <p:nvPr/>
        </p:nvSpPr>
        <p:spPr>
          <a:xfrm flipH="1">
            <a:off x="2295144" y="2506919"/>
            <a:ext cx="41148" cy="28164"/>
          </a:xfrm>
          <a:prstGeom prst="line">
            <a:avLst/>
          </a:prstGeom>
          <a:noFill/>
          <a:ln w="12700">
            <a:solidFill>
              <a:srgbClr val="8C96A8"/>
            </a:solidFill>
            <a:prstDash val="solid"/>
          </a:ln>
        </p:spPr>
      </p:sp>
      <p:sp>
        <p:nvSpPr>
          <p:cNvPr id="123" name="Shape 121"/>
          <p:cNvSpPr/>
          <p:nvPr/>
        </p:nvSpPr>
        <p:spPr>
          <a:xfrm>
            <a:off x="2295144" y="2535083"/>
            <a:ext cx="91" cy="16093"/>
          </a:xfrm>
          <a:prstGeom prst="line">
            <a:avLst/>
          </a:prstGeom>
          <a:noFill/>
          <a:ln w="12700">
            <a:solidFill>
              <a:srgbClr val="8C96A8"/>
            </a:solidFill>
            <a:prstDash val="solid"/>
          </a:ln>
        </p:spPr>
      </p:sp>
      <p:sp>
        <p:nvSpPr>
          <p:cNvPr id="124" name="Shape 122"/>
          <p:cNvSpPr/>
          <p:nvPr/>
        </p:nvSpPr>
        <p:spPr>
          <a:xfrm>
            <a:off x="1234440" y="2642616"/>
            <a:ext cx="16093" cy="91"/>
          </a:xfrm>
          <a:prstGeom prst="line">
            <a:avLst/>
          </a:prstGeom>
          <a:noFill/>
          <a:ln w="12700">
            <a:solidFill>
              <a:srgbClr val="8C96A8"/>
            </a:solidFill>
            <a:prstDash val="solid"/>
          </a:ln>
        </p:spPr>
      </p:sp>
      <p:sp>
        <p:nvSpPr>
          <p:cNvPr id="125" name="Shape 123"/>
          <p:cNvSpPr/>
          <p:nvPr/>
        </p:nvSpPr>
        <p:spPr>
          <a:xfrm flipV="1">
            <a:off x="1250533" y="2601468"/>
            <a:ext cx="28164" cy="41148"/>
          </a:xfrm>
          <a:prstGeom prst="line">
            <a:avLst/>
          </a:prstGeom>
          <a:noFill/>
          <a:ln w="12700">
            <a:solidFill>
              <a:srgbClr val="8C96A8"/>
            </a:solidFill>
            <a:prstDash val="solid"/>
          </a:ln>
        </p:spPr>
      </p:sp>
      <p:sp>
        <p:nvSpPr>
          <p:cNvPr id="126" name="Shape 124"/>
          <p:cNvSpPr/>
          <p:nvPr/>
        </p:nvSpPr>
        <p:spPr>
          <a:xfrm>
            <a:off x="1278697" y="2601468"/>
            <a:ext cx="28164" cy="82296"/>
          </a:xfrm>
          <a:prstGeom prst="line">
            <a:avLst/>
          </a:prstGeom>
          <a:noFill/>
          <a:ln w="12700">
            <a:solidFill>
              <a:srgbClr val="8C96A8"/>
            </a:solidFill>
            <a:prstDash val="solid"/>
          </a:ln>
        </p:spPr>
      </p:sp>
      <p:sp>
        <p:nvSpPr>
          <p:cNvPr id="127" name="Shape 125"/>
          <p:cNvSpPr/>
          <p:nvPr/>
        </p:nvSpPr>
        <p:spPr>
          <a:xfrm flipV="1">
            <a:off x="1306860" y="2601468"/>
            <a:ext cx="28164" cy="82296"/>
          </a:xfrm>
          <a:prstGeom prst="line">
            <a:avLst/>
          </a:prstGeom>
          <a:noFill/>
          <a:ln w="12700">
            <a:solidFill>
              <a:srgbClr val="8C96A8"/>
            </a:solidFill>
            <a:prstDash val="solid"/>
          </a:ln>
        </p:spPr>
      </p:sp>
      <p:sp>
        <p:nvSpPr>
          <p:cNvPr id="128" name="Shape 126"/>
          <p:cNvSpPr/>
          <p:nvPr/>
        </p:nvSpPr>
        <p:spPr>
          <a:xfrm>
            <a:off x="1335024" y="2601468"/>
            <a:ext cx="28164" cy="82296"/>
          </a:xfrm>
          <a:prstGeom prst="line">
            <a:avLst/>
          </a:prstGeom>
          <a:noFill/>
          <a:ln w="12700">
            <a:solidFill>
              <a:srgbClr val="8C96A8"/>
            </a:solidFill>
            <a:prstDash val="solid"/>
          </a:ln>
        </p:spPr>
      </p:sp>
      <p:sp>
        <p:nvSpPr>
          <p:cNvPr id="129" name="Shape 127"/>
          <p:cNvSpPr/>
          <p:nvPr/>
        </p:nvSpPr>
        <p:spPr>
          <a:xfrm flipV="1">
            <a:off x="1363188" y="2601468"/>
            <a:ext cx="28164" cy="82296"/>
          </a:xfrm>
          <a:prstGeom prst="line">
            <a:avLst/>
          </a:prstGeom>
          <a:noFill/>
          <a:ln w="12700">
            <a:solidFill>
              <a:srgbClr val="8C96A8"/>
            </a:solidFill>
            <a:prstDash val="solid"/>
          </a:ln>
        </p:spPr>
      </p:sp>
      <p:sp>
        <p:nvSpPr>
          <p:cNvPr id="130" name="Shape 128"/>
          <p:cNvSpPr/>
          <p:nvPr/>
        </p:nvSpPr>
        <p:spPr>
          <a:xfrm>
            <a:off x="1391351" y="2601468"/>
            <a:ext cx="28164" cy="41148"/>
          </a:xfrm>
          <a:prstGeom prst="line">
            <a:avLst/>
          </a:prstGeom>
          <a:noFill/>
          <a:ln w="12700">
            <a:solidFill>
              <a:srgbClr val="8C96A8"/>
            </a:solidFill>
            <a:prstDash val="solid"/>
          </a:ln>
        </p:spPr>
      </p:sp>
      <p:sp>
        <p:nvSpPr>
          <p:cNvPr id="131" name="Shape 129"/>
          <p:cNvSpPr/>
          <p:nvPr/>
        </p:nvSpPr>
        <p:spPr>
          <a:xfrm>
            <a:off x="1419515" y="2642616"/>
            <a:ext cx="16093" cy="91"/>
          </a:xfrm>
          <a:prstGeom prst="line">
            <a:avLst/>
          </a:prstGeom>
          <a:noFill/>
          <a:ln w="12700">
            <a:solidFill>
              <a:srgbClr val="8C96A8"/>
            </a:solidFill>
            <a:prstDash val="solid"/>
          </a:ln>
        </p:spPr>
      </p:sp>
      <p:sp>
        <p:nvSpPr>
          <p:cNvPr id="132" name="Shape 130"/>
          <p:cNvSpPr/>
          <p:nvPr/>
        </p:nvSpPr>
        <p:spPr>
          <a:xfrm>
            <a:off x="1618488" y="2642616"/>
            <a:ext cx="16093" cy="91"/>
          </a:xfrm>
          <a:prstGeom prst="line">
            <a:avLst/>
          </a:prstGeom>
          <a:noFill/>
          <a:ln w="12700">
            <a:solidFill>
              <a:srgbClr val="8C96A8"/>
            </a:solidFill>
            <a:prstDash val="solid"/>
          </a:ln>
        </p:spPr>
      </p:sp>
      <p:sp>
        <p:nvSpPr>
          <p:cNvPr id="133" name="Shape 131"/>
          <p:cNvSpPr/>
          <p:nvPr/>
        </p:nvSpPr>
        <p:spPr>
          <a:xfrm flipV="1">
            <a:off x="1634581" y="2601468"/>
            <a:ext cx="28164" cy="41148"/>
          </a:xfrm>
          <a:prstGeom prst="line">
            <a:avLst/>
          </a:prstGeom>
          <a:noFill/>
          <a:ln w="12700">
            <a:solidFill>
              <a:srgbClr val="8C96A8"/>
            </a:solidFill>
            <a:prstDash val="solid"/>
          </a:ln>
        </p:spPr>
      </p:sp>
      <p:sp>
        <p:nvSpPr>
          <p:cNvPr id="134" name="Shape 132"/>
          <p:cNvSpPr/>
          <p:nvPr/>
        </p:nvSpPr>
        <p:spPr>
          <a:xfrm>
            <a:off x="1662745" y="2601468"/>
            <a:ext cx="28164" cy="82296"/>
          </a:xfrm>
          <a:prstGeom prst="line">
            <a:avLst/>
          </a:prstGeom>
          <a:noFill/>
          <a:ln w="12700">
            <a:solidFill>
              <a:srgbClr val="8C96A8"/>
            </a:solidFill>
            <a:prstDash val="solid"/>
          </a:ln>
        </p:spPr>
      </p:sp>
      <p:sp>
        <p:nvSpPr>
          <p:cNvPr id="135" name="Shape 133"/>
          <p:cNvSpPr/>
          <p:nvPr/>
        </p:nvSpPr>
        <p:spPr>
          <a:xfrm flipV="1">
            <a:off x="1690908" y="2601468"/>
            <a:ext cx="28164" cy="82296"/>
          </a:xfrm>
          <a:prstGeom prst="line">
            <a:avLst/>
          </a:prstGeom>
          <a:noFill/>
          <a:ln w="12700">
            <a:solidFill>
              <a:srgbClr val="8C96A8"/>
            </a:solidFill>
            <a:prstDash val="solid"/>
          </a:ln>
        </p:spPr>
      </p:sp>
      <p:sp>
        <p:nvSpPr>
          <p:cNvPr id="136" name="Shape 134"/>
          <p:cNvSpPr/>
          <p:nvPr/>
        </p:nvSpPr>
        <p:spPr>
          <a:xfrm>
            <a:off x="1719072" y="2601468"/>
            <a:ext cx="28164" cy="82296"/>
          </a:xfrm>
          <a:prstGeom prst="line">
            <a:avLst/>
          </a:prstGeom>
          <a:noFill/>
          <a:ln w="12700">
            <a:solidFill>
              <a:srgbClr val="8C96A8"/>
            </a:solidFill>
            <a:prstDash val="solid"/>
          </a:ln>
        </p:spPr>
      </p:sp>
      <p:sp>
        <p:nvSpPr>
          <p:cNvPr id="137" name="Shape 135"/>
          <p:cNvSpPr/>
          <p:nvPr/>
        </p:nvSpPr>
        <p:spPr>
          <a:xfrm flipV="1">
            <a:off x="1747236" y="2601468"/>
            <a:ext cx="28164" cy="82296"/>
          </a:xfrm>
          <a:prstGeom prst="line">
            <a:avLst/>
          </a:prstGeom>
          <a:noFill/>
          <a:ln w="12700">
            <a:solidFill>
              <a:srgbClr val="8C96A8"/>
            </a:solidFill>
            <a:prstDash val="solid"/>
          </a:ln>
        </p:spPr>
      </p:sp>
      <p:sp>
        <p:nvSpPr>
          <p:cNvPr id="138" name="Shape 136"/>
          <p:cNvSpPr/>
          <p:nvPr/>
        </p:nvSpPr>
        <p:spPr>
          <a:xfrm>
            <a:off x="1775399" y="2601468"/>
            <a:ext cx="28164" cy="41148"/>
          </a:xfrm>
          <a:prstGeom prst="line">
            <a:avLst/>
          </a:prstGeom>
          <a:noFill/>
          <a:ln w="12700">
            <a:solidFill>
              <a:srgbClr val="8C96A8"/>
            </a:solidFill>
            <a:prstDash val="solid"/>
          </a:ln>
        </p:spPr>
      </p:sp>
      <p:sp>
        <p:nvSpPr>
          <p:cNvPr id="139" name="Shape 137"/>
          <p:cNvSpPr/>
          <p:nvPr/>
        </p:nvSpPr>
        <p:spPr>
          <a:xfrm>
            <a:off x="1803563" y="2642616"/>
            <a:ext cx="16093" cy="91"/>
          </a:xfrm>
          <a:prstGeom prst="line">
            <a:avLst/>
          </a:prstGeom>
          <a:noFill/>
          <a:ln w="12700">
            <a:solidFill>
              <a:srgbClr val="8C96A8"/>
            </a:solidFill>
            <a:prstDash val="solid"/>
          </a:ln>
        </p:spPr>
      </p:sp>
      <p:sp>
        <p:nvSpPr>
          <p:cNvPr id="140" name="Shape 138"/>
          <p:cNvSpPr/>
          <p:nvPr/>
        </p:nvSpPr>
        <p:spPr>
          <a:xfrm>
            <a:off x="2002536" y="2642616"/>
            <a:ext cx="16093" cy="91"/>
          </a:xfrm>
          <a:prstGeom prst="line">
            <a:avLst/>
          </a:prstGeom>
          <a:noFill/>
          <a:ln w="12700">
            <a:solidFill>
              <a:srgbClr val="8C96A8"/>
            </a:solidFill>
            <a:prstDash val="solid"/>
          </a:ln>
        </p:spPr>
      </p:sp>
      <p:sp>
        <p:nvSpPr>
          <p:cNvPr id="141" name="Shape 139"/>
          <p:cNvSpPr/>
          <p:nvPr/>
        </p:nvSpPr>
        <p:spPr>
          <a:xfrm flipV="1">
            <a:off x="2018629" y="2601468"/>
            <a:ext cx="28164" cy="41148"/>
          </a:xfrm>
          <a:prstGeom prst="line">
            <a:avLst/>
          </a:prstGeom>
          <a:noFill/>
          <a:ln w="12700">
            <a:solidFill>
              <a:srgbClr val="8C96A8"/>
            </a:solidFill>
            <a:prstDash val="solid"/>
          </a:ln>
        </p:spPr>
      </p:sp>
      <p:sp>
        <p:nvSpPr>
          <p:cNvPr id="142" name="Shape 140"/>
          <p:cNvSpPr/>
          <p:nvPr/>
        </p:nvSpPr>
        <p:spPr>
          <a:xfrm>
            <a:off x="2046793" y="2601468"/>
            <a:ext cx="28164" cy="82296"/>
          </a:xfrm>
          <a:prstGeom prst="line">
            <a:avLst/>
          </a:prstGeom>
          <a:noFill/>
          <a:ln w="12700">
            <a:solidFill>
              <a:srgbClr val="8C96A8"/>
            </a:solidFill>
            <a:prstDash val="solid"/>
          </a:ln>
        </p:spPr>
      </p:sp>
      <p:sp>
        <p:nvSpPr>
          <p:cNvPr id="143" name="Shape 141"/>
          <p:cNvSpPr/>
          <p:nvPr/>
        </p:nvSpPr>
        <p:spPr>
          <a:xfrm flipV="1">
            <a:off x="2074956" y="2601468"/>
            <a:ext cx="28164" cy="82296"/>
          </a:xfrm>
          <a:prstGeom prst="line">
            <a:avLst/>
          </a:prstGeom>
          <a:noFill/>
          <a:ln w="12700">
            <a:solidFill>
              <a:srgbClr val="8C96A8"/>
            </a:solidFill>
            <a:prstDash val="solid"/>
          </a:ln>
        </p:spPr>
      </p:sp>
      <p:sp>
        <p:nvSpPr>
          <p:cNvPr id="144" name="Shape 142"/>
          <p:cNvSpPr/>
          <p:nvPr/>
        </p:nvSpPr>
        <p:spPr>
          <a:xfrm>
            <a:off x="2103120" y="2601468"/>
            <a:ext cx="28164" cy="82296"/>
          </a:xfrm>
          <a:prstGeom prst="line">
            <a:avLst/>
          </a:prstGeom>
          <a:noFill/>
          <a:ln w="12700">
            <a:solidFill>
              <a:srgbClr val="8C96A8"/>
            </a:solidFill>
            <a:prstDash val="solid"/>
          </a:ln>
        </p:spPr>
      </p:sp>
      <p:sp>
        <p:nvSpPr>
          <p:cNvPr id="145" name="Shape 143"/>
          <p:cNvSpPr/>
          <p:nvPr/>
        </p:nvSpPr>
        <p:spPr>
          <a:xfrm flipV="1">
            <a:off x="2131284" y="2601468"/>
            <a:ext cx="28164" cy="82296"/>
          </a:xfrm>
          <a:prstGeom prst="line">
            <a:avLst/>
          </a:prstGeom>
          <a:noFill/>
          <a:ln w="12700">
            <a:solidFill>
              <a:srgbClr val="8C96A8"/>
            </a:solidFill>
            <a:prstDash val="solid"/>
          </a:ln>
        </p:spPr>
      </p:sp>
      <p:sp>
        <p:nvSpPr>
          <p:cNvPr id="146" name="Shape 144"/>
          <p:cNvSpPr/>
          <p:nvPr/>
        </p:nvSpPr>
        <p:spPr>
          <a:xfrm>
            <a:off x="2159447" y="2601468"/>
            <a:ext cx="28164" cy="41148"/>
          </a:xfrm>
          <a:prstGeom prst="line">
            <a:avLst/>
          </a:prstGeom>
          <a:noFill/>
          <a:ln w="12700">
            <a:solidFill>
              <a:srgbClr val="8C96A8"/>
            </a:solidFill>
            <a:prstDash val="solid"/>
          </a:ln>
        </p:spPr>
      </p:sp>
      <p:sp>
        <p:nvSpPr>
          <p:cNvPr id="147" name="Shape 145"/>
          <p:cNvSpPr/>
          <p:nvPr/>
        </p:nvSpPr>
        <p:spPr>
          <a:xfrm>
            <a:off x="2187611" y="2642616"/>
            <a:ext cx="16093" cy="91"/>
          </a:xfrm>
          <a:prstGeom prst="line">
            <a:avLst/>
          </a:prstGeom>
          <a:noFill/>
          <a:ln w="12700">
            <a:solidFill>
              <a:srgbClr val="8C96A8"/>
            </a:solidFill>
            <a:prstDash val="solid"/>
          </a:ln>
        </p:spPr>
      </p:sp>
      <p:sp>
        <p:nvSpPr>
          <p:cNvPr id="148" name="Shape 146"/>
          <p:cNvSpPr/>
          <p:nvPr/>
        </p:nvSpPr>
        <p:spPr>
          <a:xfrm>
            <a:off x="1051560" y="1783080"/>
            <a:ext cx="182880" cy="182880"/>
          </a:xfrm>
          <a:prstGeom prst="ellipse">
            <a:avLst/>
          </a:prstGeom>
          <a:solidFill>
            <a:srgbClr val="5B7FD6"/>
          </a:solidFill>
          <a:ln w="9525">
            <a:solidFill>
              <a:srgbClr val="2E4A9A"/>
            </a:solidFill>
            <a:prstDash val="solid"/>
          </a:ln>
        </p:spPr>
      </p:sp>
      <p:sp>
        <p:nvSpPr>
          <p:cNvPr id="149" name="Shape 147"/>
          <p:cNvSpPr/>
          <p:nvPr/>
        </p:nvSpPr>
        <p:spPr>
          <a:xfrm>
            <a:off x="1435608" y="1783080"/>
            <a:ext cx="182880" cy="182880"/>
          </a:xfrm>
          <a:prstGeom prst="ellipse">
            <a:avLst/>
          </a:prstGeom>
          <a:solidFill>
            <a:srgbClr val="5B7FD6"/>
          </a:solidFill>
          <a:ln w="9525">
            <a:solidFill>
              <a:srgbClr val="2E4A9A"/>
            </a:solidFill>
            <a:prstDash val="solid"/>
          </a:ln>
        </p:spPr>
      </p:sp>
      <p:sp>
        <p:nvSpPr>
          <p:cNvPr id="150" name="Shape 148"/>
          <p:cNvSpPr/>
          <p:nvPr/>
        </p:nvSpPr>
        <p:spPr>
          <a:xfrm>
            <a:off x="1819656" y="1783080"/>
            <a:ext cx="182880" cy="182880"/>
          </a:xfrm>
          <a:prstGeom prst="ellipse">
            <a:avLst/>
          </a:prstGeom>
          <a:solidFill>
            <a:srgbClr val="5B7FD6"/>
          </a:solidFill>
          <a:ln w="9525">
            <a:solidFill>
              <a:srgbClr val="2E4A9A"/>
            </a:solidFill>
            <a:prstDash val="solid"/>
          </a:ln>
        </p:spPr>
      </p:sp>
      <p:sp>
        <p:nvSpPr>
          <p:cNvPr id="151" name="Shape 149"/>
          <p:cNvSpPr/>
          <p:nvPr/>
        </p:nvSpPr>
        <p:spPr>
          <a:xfrm>
            <a:off x="2203704" y="1783080"/>
            <a:ext cx="182880" cy="182880"/>
          </a:xfrm>
          <a:prstGeom prst="ellipse">
            <a:avLst/>
          </a:prstGeom>
          <a:solidFill>
            <a:srgbClr val="5B7FD6"/>
          </a:solidFill>
          <a:ln w="9525">
            <a:solidFill>
              <a:srgbClr val="2E4A9A"/>
            </a:solidFill>
            <a:prstDash val="solid"/>
          </a:ln>
        </p:spPr>
      </p:sp>
      <p:sp>
        <p:nvSpPr>
          <p:cNvPr id="152" name="Shape 150"/>
          <p:cNvSpPr/>
          <p:nvPr/>
        </p:nvSpPr>
        <p:spPr>
          <a:xfrm>
            <a:off x="1051560" y="2167128"/>
            <a:ext cx="182880" cy="182880"/>
          </a:xfrm>
          <a:prstGeom prst="ellipse">
            <a:avLst/>
          </a:prstGeom>
          <a:solidFill>
            <a:srgbClr val="5B7FD6"/>
          </a:solidFill>
          <a:ln w="9525">
            <a:solidFill>
              <a:srgbClr val="2E4A9A"/>
            </a:solidFill>
            <a:prstDash val="solid"/>
          </a:ln>
        </p:spPr>
      </p:sp>
      <p:sp>
        <p:nvSpPr>
          <p:cNvPr id="153" name="Shape 151"/>
          <p:cNvSpPr/>
          <p:nvPr/>
        </p:nvSpPr>
        <p:spPr>
          <a:xfrm>
            <a:off x="1435608" y="2167128"/>
            <a:ext cx="182880" cy="182880"/>
          </a:xfrm>
          <a:prstGeom prst="ellipse">
            <a:avLst/>
          </a:prstGeom>
          <a:solidFill>
            <a:srgbClr val="5B7FD6"/>
          </a:solidFill>
          <a:ln w="9525">
            <a:solidFill>
              <a:srgbClr val="2E4A9A"/>
            </a:solidFill>
            <a:prstDash val="solid"/>
          </a:ln>
        </p:spPr>
      </p:sp>
      <p:sp>
        <p:nvSpPr>
          <p:cNvPr id="154" name="Shape 152"/>
          <p:cNvSpPr/>
          <p:nvPr/>
        </p:nvSpPr>
        <p:spPr>
          <a:xfrm>
            <a:off x="1819656" y="2167128"/>
            <a:ext cx="182880" cy="182880"/>
          </a:xfrm>
          <a:prstGeom prst="ellipse">
            <a:avLst/>
          </a:prstGeom>
          <a:solidFill>
            <a:srgbClr val="5B7FD6"/>
          </a:solidFill>
          <a:ln w="9525">
            <a:solidFill>
              <a:srgbClr val="2E4A9A"/>
            </a:solidFill>
            <a:prstDash val="solid"/>
          </a:ln>
        </p:spPr>
      </p:sp>
      <p:sp>
        <p:nvSpPr>
          <p:cNvPr id="155" name="Shape 153"/>
          <p:cNvSpPr/>
          <p:nvPr/>
        </p:nvSpPr>
        <p:spPr>
          <a:xfrm>
            <a:off x="2203704" y="2167128"/>
            <a:ext cx="182880" cy="182880"/>
          </a:xfrm>
          <a:prstGeom prst="ellipse">
            <a:avLst/>
          </a:prstGeom>
          <a:solidFill>
            <a:srgbClr val="5B7FD6"/>
          </a:solidFill>
          <a:ln w="9525">
            <a:solidFill>
              <a:srgbClr val="2E4A9A"/>
            </a:solidFill>
            <a:prstDash val="solid"/>
          </a:ln>
        </p:spPr>
      </p:sp>
      <p:sp>
        <p:nvSpPr>
          <p:cNvPr id="156" name="Shape 154"/>
          <p:cNvSpPr/>
          <p:nvPr/>
        </p:nvSpPr>
        <p:spPr>
          <a:xfrm>
            <a:off x="1051560" y="2551176"/>
            <a:ext cx="182880" cy="182880"/>
          </a:xfrm>
          <a:prstGeom prst="ellipse">
            <a:avLst/>
          </a:prstGeom>
          <a:solidFill>
            <a:srgbClr val="5B7FD6"/>
          </a:solidFill>
          <a:ln w="9525">
            <a:solidFill>
              <a:srgbClr val="2E4A9A"/>
            </a:solidFill>
            <a:prstDash val="solid"/>
          </a:ln>
        </p:spPr>
      </p:sp>
      <p:sp>
        <p:nvSpPr>
          <p:cNvPr id="157" name="Shape 155"/>
          <p:cNvSpPr/>
          <p:nvPr/>
        </p:nvSpPr>
        <p:spPr>
          <a:xfrm>
            <a:off x="1435608" y="2551176"/>
            <a:ext cx="182880" cy="182880"/>
          </a:xfrm>
          <a:prstGeom prst="ellipse">
            <a:avLst/>
          </a:prstGeom>
          <a:solidFill>
            <a:srgbClr val="5B7FD6"/>
          </a:solidFill>
          <a:ln w="9525">
            <a:solidFill>
              <a:srgbClr val="2E4A9A"/>
            </a:solidFill>
            <a:prstDash val="solid"/>
          </a:ln>
        </p:spPr>
      </p:sp>
      <p:sp>
        <p:nvSpPr>
          <p:cNvPr id="158" name="Shape 156"/>
          <p:cNvSpPr/>
          <p:nvPr/>
        </p:nvSpPr>
        <p:spPr>
          <a:xfrm>
            <a:off x="1819656" y="2551176"/>
            <a:ext cx="182880" cy="182880"/>
          </a:xfrm>
          <a:prstGeom prst="ellipse">
            <a:avLst/>
          </a:prstGeom>
          <a:solidFill>
            <a:srgbClr val="5B7FD6"/>
          </a:solidFill>
          <a:ln w="9525">
            <a:solidFill>
              <a:srgbClr val="2E4A9A"/>
            </a:solidFill>
            <a:prstDash val="solid"/>
          </a:ln>
        </p:spPr>
      </p:sp>
      <p:sp>
        <p:nvSpPr>
          <p:cNvPr id="159" name="Shape 157"/>
          <p:cNvSpPr/>
          <p:nvPr/>
        </p:nvSpPr>
        <p:spPr>
          <a:xfrm>
            <a:off x="2203704" y="2551176"/>
            <a:ext cx="182880" cy="182880"/>
          </a:xfrm>
          <a:prstGeom prst="ellipse">
            <a:avLst/>
          </a:prstGeom>
          <a:solidFill>
            <a:srgbClr val="5B7FD6"/>
          </a:solidFill>
          <a:ln w="9525">
            <a:solidFill>
              <a:srgbClr val="2E4A9A"/>
            </a:solidFill>
            <a:prstDash val="solid"/>
          </a:ln>
        </p:spPr>
      </p:sp>
      <p:sp>
        <p:nvSpPr>
          <p:cNvPr id="160" name="Shape 158"/>
          <p:cNvSpPr/>
          <p:nvPr/>
        </p:nvSpPr>
        <p:spPr>
          <a:xfrm>
            <a:off x="3291840" y="1325880"/>
            <a:ext cx="2514600" cy="1965960"/>
          </a:xfrm>
          <a:prstGeom prst="roundRect">
            <a:avLst>
              <a:gd name="adj" fmla="val 2326"/>
            </a:avLst>
          </a:prstGeom>
          <a:solidFill>
            <a:srgbClr val="FFFFFF"/>
          </a:solidFill>
          <a:ln w="12700">
            <a:solidFill>
              <a:srgbClr val="D5DCEB"/>
            </a:solidFill>
            <a:prstDash val="solid"/>
          </a:ln>
        </p:spPr>
      </p:sp>
      <p:sp>
        <p:nvSpPr>
          <p:cNvPr id="161" name="Text 159"/>
          <p:cNvSpPr/>
          <p:nvPr/>
        </p:nvSpPr>
        <p:spPr>
          <a:xfrm>
            <a:off x="3291840" y="1362456"/>
            <a:ext cx="251460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B  Stretched</a:t>
            </a:r>
            <a:endParaRPr lang="en-US" sz="1100" dirty="0"/>
          </a:p>
        </p:txBody>
      </p:sp>
      <p:sp>
        <p:nvSpPr>
          <p:cNvPr id="162" name="Shape 160"/>
          <p:cNvSpPr/>
          <p:nvPr/>
        </p:nvSpPr>
        <p:spPr>
          <a:xfrm>
            <a:off x="3794760" y="1874520"/>
            <a:ext cx="26335" cy="91"/>
          </a:xfrm>
          <a:prstGeom prst="line">
            <a:avLst/>
          </a:prstGeom>
          <a:noFill/>
          <a:ln w="12700">
            <a:solidFill>
              <a:srgbClr val="8C96A8"/>
            </a:solidFill>
            <a:prstDash val="solid"/>
          </a:ln>
        </p:spPr>
      </p:sp>
      <p:sp>
        <p:nvSpPr>
          <p:cNvPr id="163" name="Shape 161"/>
          <p:cNvSpPr/>
          <p:nvPr/>
        </p:nvSpPr>
        <p:spPr>
          <a:xfrm flipV="1">
            <a:off x="3821095" y="1833372"/>
            <a:ext cx="46086" cy="41148"/>
          </a:xfrm>
          <a:prstGeom prst="line">
            <a:avLst/>
          </a:prstGeom>
          <a:noFill/>
          <a:ln w="12700">
            <a:solidFill>
              <a:srgbClr val="8C96A8"/>
            </a:solidFill>
            <a:prstDash val="solid"/>
          </a:ln>
        </p:spPr>
      </p:sp>
      <p:sp>
        <p:nvSpPr>
          <p:cNvPr id="164" name="Shape 162"/>
          <p:cNvSpPr/>
          <p:nvPr/>
        </p:nvSpPr>
        <p:spPr>
          <a:xfrm>
            <a:off x="3867180" y="1833372"/>
            <a:ext cx="46086" cy="82296"/>
          </a:xfrm>
          <a:prstGeom prst="line">
            <a:avLst/>
          </a:prstGeom>
          <a:noFill/>
          <a:ln w="12700">
            <a:solidFill>
              <a:srgbClr val="8C96A8"/>
            </a:solidFill>
            <a:prstDash val="solid"/>
          </a:ln>
        </p:spPr>
      </p:sp>
      <p:sp>
        <p:nvSpPr>
          <p:cNvPr id="165" name="Shape 163"/>
          <p:cNvSpPr/>
          <p:nvPr/>
        </p:nvSpPr>
        <p:spPr>
          <a:xfrm flipV="1">
            <a:off x="3913266" y="1833372"/>
            <a:ext cx="46086" cy="82296"/>
          </a:xfrm>
          <a:prstGeom prst="line">
            <a:avLst/>
          </a:prstGeom>
          <a:noFill/>
          <a:ln w="12700">
            <a:solidFill>
              <a:srgbClr val="8C96A8"/>
            </a:solidFill>
            <a:prstDash val="solid"/>
          </a:ln>
        </p:spPr>
      </p:sp>
      <p:sp>
        <p:nvSpPr>
          <p:cNvPr id="166" name="Shape 164"/>
          <p:cNvSpPr/>
          <p:nvPr/>
        </p:nvSpPr>
        <p:spPr>
          <a:xfrm>
            <a:off x="3959352" y="1833372"/>
            <a:ext cx="46086" cy="82296"/>
          </a:xfrm>
          <a:prstGeom prst="line">
            <a:avLst/>
          </a:prstGeom>
          <a:noFill/>
          <a:ln w="12700">
            <a:solidFill>
              <a:srgbClr val="8C96A8"/>
            </a:solidFill>
            <a:prstDash val="solid"/>
          </a:ln>
        </p:spPr>
      </p:sp>
      <p:sp>
        <p:nvSpPr>
          <p:cNvPr id="167" name="Shape 165"/>
          <p:cNvSpPr/>
          <p:nvPr/>
        </p:nvSpPr>
        <p:spPr>
          <a:xfrm flipV="1">
            <a:off x="4005438" y="1833372"/>
            <a:ext cx="46086" cy="82296"/>
          </a:xfrm>
          <a:prstGeom prst="line">
            <a:avLst/>
          </a:prstGeom>
          <a:noFill/>
          <a:ln w="12700">
            <a:solidFill>
              <a:srgbClr val="8C96A8"/>
            </a:solidFill>
            <a:prstDash val="solid"/>
          </a:ln>
        </p:spPr>
      </p:sp>
      <p:sp>
        <p:nvSpPr>
          <p:cNvPr id="168" name="Shape 166"/>
          <p:cNvSpPr/>
          <p:nvPr/>
        </p:nvSpPr>
        <p:spPr>
          <a:xfrm>
            <a:off x="4051524" y="1833372"/>
            <a:ext cx="46086" cy="41148"/>
          </a:xfrm>
          <a:prstGeom prst="line">
            <a:avLst/>
          </a:prstGeom>
          <a:noFill/>
          <a:ln w="12700">
            <a:solidFill>
              <a:srgbClr val="8C96A8"/>
            </a:solidFill>
            <a:prstDash val="solid"/>
          </a:ln>
        </p:spPr>
      </p:sp>
      <p:sp>
        <p:nvSpPr>
          <p:cNvPr id="169" name="Shape 167"/>
          <p:cNvSpPr/>
          <p:nvPr/>
        </p:nvSpPr>
        <p:spPr>
          <a:xfrm>
            <a:off x="4097609" y="1874520"/>
            <a:ext cx="26335" cy="91"/>
          </a:xfrm>
          <a:prstGeom prst="line">
            <a:avLst/>
          </a:prstGeom>
          <a:noFill/>
          <a:ln w="12700">
            <a:solidFill>
              <a:srgbClr val="8C96A8"/>
            </a:solidFill>
            <a:prstDash val="solid"/>
          </a:ln>
        </p:spPr>
      </p:sp>
      <p:sp>
        <p:nvSpPr>
          <p:cNvPr id="170" name="Shape 168"/>
          <p:cNvSpPr/>
          <p:nvPr/>
        </p:nvSpPr>
        <p:spPr>
          <a:xfrm>
            <a:off x="3703320" y="1965960"/>
            <a:ext cx="91" cy="16093"/>
          </a:xfrm>
          <a:prstGeom prst="line">
            <a:avLst/>
          </a:prstGeom>
          <a:noFill/>
          <a:ln w="12700">
            <a:solidFill>
              <a:srgbClr val="8C96A8"/>
            </a:solidFill>
            <a:prstDash val="solid"/>
          </a:ln>
        </p:spPr>
      </p:sp>
      <p:sp>
        <p:nvSpPr>
          <p:cNvPr id="171" name="Shape 169"/>
          <p:cNvSpPr/>
          <p:nvPr/>
        </p:nvSpPr>
        <p:spPr>
          <a:xfrm>
            <a:off x="3703320" y="1982053"/>
            <a:ext cx="41148" cy="28164"/>
          </a:xfrm>
          <a:prstGeom prst="line">
            <a:avLst/>
          </a:prstGeom>
          <a:noFill/>
          <a:ln w="12700">
            <a:solidFill>
              <a:srgbClr val="8C96A8"/>
            </a:solidFill>
            <a:prstDash val="solid"/>
          </a:ln>
        </p:spPr>
      </p:sp>
      <p:sp>
        <p:nvSpPr>
          <p:cNvPr id="172" name="Shape 170"/>
          <p:cNvSpPr/>
          <p:nvPr/>
        </p:nvSpPr>
        <p:spPr>
          <a:xfrm flipH="1">
            <a:off x="3662172" y="2010217"/>
            <a:ext cx="82296" cy="28164"/>
          </a:xfrm>
          <a:prstGeom prst="line">
            <a:avLst/>
          </a:prstGeom>
          <a:noFill/>
          <a:ln w="12700">
            <a:solidFill>
              <a:srgbClr val="8C96A8"/>
            </a:solidFill>
            <a:prstDash val="solid"/>
          </a:ln>
        </p:spPr>
      </p:sp>
      <p:sp>
        <p:nvSpPr>
          <p:cNvPr id="173" name="Shape 171"/>
          <p:cNvSpPr/>
          <p:nvPr/>
        </p:nvSpPr>
        <p:spPr>
          <a:xfrm>
            <a:off x="3662172" y="2038380"/>
            <a:ext cx="82296" cy="28164"/>
          </a:xfrm>
          <a:prstGeom prst="line">
            <a:avLst/>
          </a:prstGeom>
          <a:noFill/>
          <a:ln w="12700">
            <a:solidFill>
              <a:srgbClr val="8C96A8"/>
            </a:solidFill>
            <a:prstDash val="solid"/>
          </a:ln>
        </p:spPr>
      </p:sp>
      <p:sp>
        <p:nvSpPr>
          <p:cNvPr id="174" name="Shape 172"/>
          <p:cNvSpPr/>
          <p:nvPr/>
        </p:nvSpPr>
        <p:spPr>
          <a:xfrm flipH="1">
            <a:off x="3662172" y="2066544"/>
            <a:ext cx="82296" cy="28164"/>
          </a:xfrm>
          <a:prstGeom prst="line">
            <a:avLst/>
          </a:prstGeom>
          <a:noFill/>
          <a:ln w="12700">
            <a:solidFill>
              <a:srgbClr val="8C96A8"/>
            </a:solidFill>
            <a:prstDash val="solid"/>
          </a:ln>
        </p:spPr>
      </p:sp>
      <p:sp>
        <p:nvSpPr>
          <p:cNvPr id="175" name="Shape 173"/>
          <p:cNvSpPr/>
          <p:nvPr/>
        </p:nvSpPr>
        <p:spPr>
          <a:xfrm>
            <a:off x="3662172" y="2094708"/>
            <a:ext cx="82296" cy="28164"/>
          </a:xfrm>
          <a:prstGeom prst="line">
            <a:avLst/>
          </a:prstGeom>
          <a:noFill/>
          <a:ln w="12700">
            <a:solidFill>
              <a:srgbClr val="8C96A8"/>
            </a:solidFill>
            <a:prstDash val="solid"/>
          </a:ln>
        </p:spPr>
      </p:sp>
      <p:sp>
        <p:nvSpPr>
          <p:cNvPr id="176" name="Shape 174"/>
          <p:cNvSpPr/>
          <p:nvPr/>
        </p:nvSpPr>
        <p:spPr>
          <a:xfrm flipH="1">
            <a:off x="3703320" y="2122871"/>
            <a:ext cx="41148" cy="28164"/>
          </a:xfrm>
          <a:prstGeom prst="line">
            <a:avLst/>
          </a:prstGeom>
          <a:noFill/>
          <a:ln w="12700">
            <a:solidFill>
              <a:srgbClr val="8C96A8"/>
            </a:solidFill>
            <a:prstDash val="solid"/>
          </a:ln>
        </p:spPr>
      </p:sp>
      <p:sp>
        <p:nvSpPr>
          <p:cNvPr id="177" name="Shape 175"/>
          <p:cNvSpPr/>
          <p:nvPr/>
        </p:nvSpPr>
        <p:spPr>
          <a:xfrm>
            <a:off x="3703320" y="2151035"/>
            <a:ext cx="91" cy="16093"/>
          </a:xfrm>
          <a:prstGeom prst="line">
            <a:avLst/>
          </a:prstGeom>
          <a:noFill/>
          <a:ln w="12700">
            <a:solidFill>
              <a:srgbClr val="8C96A8"/>
            </a:solidFill>
            <a:prstDash val="solid"/>
          </a:ln>
        </p:spPr>
      </p:sp>
      <p:sp>
        <p:nvSpPr>
          <p:cNvPr id="178" name="Shape 176"/>
          <p:cNvSpPr/>
          <p:nvPr/>
        </p:nvSpPr>
        <p:spPr>
          <a:xfrm>
            <a:off x="4306824" y="1874520"/>
            <a:ext cx="26335" cy="91"/>
          </a:xfrm>
          <a:prstGeom prst="line">
            <a:avLst/>
          </a:prstGeom>
          <a:noFill/>
          <a:ln w="12700">
            <a:solidFill>
              <a:srgbClr val="8C96A8"/>
            </a:solidFill>
            <a:prstDash val="solid"/>
          </a:ln>
        </p:spPr>
      </p:sp>
      <p:sp>
        <p:nvSpPr>
          <p:cNvPr id="179" name="Shape 177"/>
          <p:cNvSpPr/>
          <p:nvPr/>
        </p:nvSpPr>
        <p:spPr>
          <a:xfrm flipV="1">
            <a:off x="4333159" y="1833372"/>
            <a:ext cx="46086" cy="41148"/>
          </a:xfrm>
          <a:prstGeom prst="line">
            <a:avLst/>
          </a:prstGeom>
          <a:noFill/>
          <a:ln w="12700">
            <a:solidFill>
              <a:srgbClr val="8C96A8"/>
            </a:solidFill>
            <a:prstDash val="solid"/>
          </a:ln>
        </p:spPr>
      </p:sp>
      <p:sp>
        <p:nvSpPr>
          <p:cNvPr id="180" name="Shape 178"/>
          <p:cNvSpPr/>
          <p:nvPr/>
        </p:nvSpPr>
        <p:spPr>
          <a:xfrm>
            <a:off x="4379244" y="1833372"/>
            <a:ext cx="46086" cy="82296"/>
          </a:xfrm>
          <a:prstGeom prst="line">
            <a:avLst/>
          </a:prstGeom>
          <a:noFill/>
          <a:ln w="12700">
            <a:solidFill>
              <a:srgbClr val="8C96A8"/>
            </a:solidFill>
            <a:prstDash val="solid"/>
          </a:ln>
        </p:spPr>
      </p:sp>
      <p:sp>
        <p:nvSpPr>
          <p:cNvPr id="181" name="Shape 179"/>
          <p:cNvSpPr/>
          <p:nvPr/>
        </p:nvSpPr>
        <p:spPr>
          <a:xfrm flipV="1">
            <a:off x="4425330" y="1833372"/>
            <a:ext cx="46086" cy="82296"/>
          </a:xfrm>
          <a:prstGeom prst="line">
            <a:avLst/>
          </a:prstGeom>
          <a:noFill/>
          <a:ln w="12700">
            <a:solidFill>
              <a:srgbClr val="8C96A8"/>
            </a:solidFill>
            <a:prstDash val="solid"/>
          </a:ln>
        </p:spPr>
      </p:sp>
      <p:sp>
        <p:nvSpPr>
          <p:cNvPr id="182" name="Shape 180"/>
          <p:cNvSpPr/>
          <p:nvPr/>
        </p:nvSpPr>
        <p:spPr>
          <a:xfrm>
            <a:off x="4471416" y="1833372"/>
            <a:ext cx="46086" cy="82296"/>
          </a:xfrm>
          <a:prstGeom prst="line">
            <a:avLst/>
          </a:prstGeom>
          <a:noFill/>
          <a:ln w="12700">
            <a:solidFill>
              <a:srgbClr val="8C96A8"/>
            </a:solidFill>
            <a:prstDash val="solid"/>
          </a:ln>
        </p:spPr>
      </p:sp>
      <p:sp>
        <p:nvSpPr>
          <p:cNvPr id="183" name="Shape 181"/>
          <p:cNvSpPr/>
          <p:nvPr/>
        </p:nvSpPr>
        <p:spPr>
          <a:xfrm flipV="1">
            <a:off x="4517502" y="1833372"/>
            <a:ext cx="46086" cy="82296"/>
          </a:xfrm>
          <a:prstGeom prst="line">
            <a:avLst/>
          </a:prstGeom>
          <a:noFill/>
          <a:ln w="12700">
            <a:solidFill>
              <a:srgbClr val="8C96A8"/>
            </a:solidFill>
            <a:prstDash val="solid"/>
          </a:ln>
        </p:spPr>
      </p:sp>
      <p:sp>
        <p:nvSpPr>
          <p:cNvPr id="184" name="Shape 182"/>
          <p:cNvSpPr/>
          <p:nvPr/>
        </p:nvSpPr>
        <p:spPr>
          <a:xfrm>
            <a:off x="4563588" y="1833372"/>
            <a:ext cx="46086" cy="41148"/>
          </a:xfrm>
          <a:prstGeom prst="line">
            <a:avLst/>
          </a:prstGeom>
          <a:noFill/>
          <a:ln w="12700">
            <a:solidFill>
              <a:srgbClr val="8C96A8"/>
            </a:solidFill>
            <a:prstDash val="solid"/>
          </a:ln>
        </p:spPr>
      </p:sp>
      <p:sp>
        <p:nvSpPr>
          <p:cNvPr id="185" name="Shape 183"/>
          <p:cNvSpPr/>
          <p:nvPr/>
        </p:nvSpPr>
        <p:spPr>
          <a:xfrm>
            <a:off x="4609673" y="1874520"/>
            <a:ext cx="26335" cy="91"/>
          </a:xfrm>
          <a:prstGeom prst="line">
            <a:avLst/>
          </a:prstGeom>
          <a:noFill/>
          <a:ln w="12700">
            <a:solidFill>
              <a:srgbClr val="8C96A8"/>
            </a:solidFill>
            <a:prstDash val="solid"/>
          </a:ln>
        </p:spPr>
      </p:sp>
      <p:sp>
        <p:nvSpPr>
          <p:cNvPr id="186" name="Shape 184"/>
          <p:cNvSpPr/>
          <p:nvPr/>
        </p:nvSpPr>
        <p:spPr>
          <a:xfrm>
            <a:off x="4215384" y="1965960"/>
            <a:ext cx="91" cy="16093"/>
          </a:xfrm>
          <a:prstGeom prst="line">
            <a:avLst/>
          </a:prstGeom>
          <a:noFill/>
          <a:ln w="12700">
            <a:solidFill>
              <a:srgbClr val="8C96A8"/>
            </a:solidFill>
            <a:prstDash val="solid"/>
          </a:ln>
        </p:spPr>
      </p:sp>
      <p:sp>
        <p:nvSpPr>
          <p:cNvPr id="187" name="Shape 185"/>
          <p:cNvSpPr/>
          <p:nvPr/>
        </p:nvSpPr>
        <p:spPr>
          <a:xfrm>
            <a:off x="4215384" y="1982053"/>
            <a:ext cx="41148" cy="28164"/>
          </a:xfrm>
          <a:prstGeom prst="line">
            <a:avLst/>
          </a:prstGeom>
          <a:noFill/>
          <a:ln w="12700">
            <a:solidFill>
              <a:srgbClr val="8C96A8"/>
            </a:solidFill>
            <a:prstDash val="solid"/>
          </a:ln>
        </p:spPr>
      </p:sp>
      <p:sp>
        <p:nvSpPr>
          <p:cNvPr id="188" name="Shape 186"/>
          <p:cNvSpPr/>
          <p:nvPr/>
        </p:nvSpPr>
        <p:spPr>
          <a:xfrm flipH="1">
            <a:off x="4174236" y="2010217"/>
            <a:ext cx="82296" cy="28164"/>
          </a:xfrm>
          <a:prstGeom prst="line">
            <a:avLst/>
          </a:prstGeom>
          <a:noFill/>
          <a:ln w="12700">
            <a:solidFill>
              <a:srgbClr val="8C96A8"/>
            </a:solidFill>
            <a:prstDash val="solid"/>
          </a:ln>
        </p:spPr>
      </p:sp>
      <p:sp>
        <p:nvSpPr>
          <p:cNvPr id="189" name="Shape 187"/>
          <p:cNvSpPr/>
          <p:nvPr/>
        </p:nvSpPr>
        <p:spPr>
          <a:xfrm>
            <a:off x="4174236" y="2038380"/>
            <a:ext cx="82296" cy="28164"/>
          </a:xfrm>
          <a:prstGeom prst="line">
            <a:avLst/>
          </a:prstGeom>
          <a:noFill/>
          <a:ln w="12700">
            <a:solidFill>
              <a:srgbClr val="8C96A8"/>
            </a:solidFill>
            <a:prstDash val="solid"/>
          </a:ln>
        </p:spPr>
      </p:sp>
      <p:sp>
        <p:nvSpPr>
          <p:cNvPr id="190" name="Shape 188"/>
          <p:cNvSpPr/>
          <p:nvPr/>
        </p:nvSpPr>
        <p:spPr>
          <a:xfrm flipH="1">
            <a:off x="4174236" y="2066544"/>
            <a:ext cx="82296" cy="28164"/>
          </a:xfrm>
          <a:prstGeom prst="line">
            <a:avLst/>
          </a:prstGeom>
          <a:noFill/>
          <a:ln w="12700">
            <a:solidFill>
              <a:srgbClr val="8C96A8"/>
            </a:solidFill>
            <a:prstDash val="solid"/>
          </a:ln>
        </p:spPr>
      </p:sp>
      <p:sp>
        <p:nvSpPr>
          <p:cNvPr id="191" name="Shape 189"/>
          <p:cNvSpPr/>
          <p:nvPr/>
        </p:nvSpPr>
        <p:spPr>
          <a:xfrm>
            <a:off x="4174236" y="2094708"/>
            <a:ext cx="82296" cy="28164"/>
          </a:xfrm>
          <a:prstGeom prst="line">
            <a:avLst/>
          </a:prstGeom>
          <a:noFill/>
          <a:ln w="12700">
            <a:solidFill>
              <a:srgbClr val="8C96A8"/>
            </a:solidFill>
            <a:prstDash val="solid"/>
          </a:ln>
        </p:spPr>
      </p:sp>
      <p:sp>
        <p:nvSpPr>
          <p:cNvPr id="192" name="Shape 190"/>
          <p:cNvSpPr/>
          <p:nvPr/>
        </p:nvSpPr>
        <p:spPr>
          <a:xfrm flipH="1">
            <a:off x="4215384" y="2122871"/>
            <a:ext cx="41148" cy="28164"/>
          </a:xfrm>
          <a:prstGeom prst="line">
            <a:avLst/>
          </a:prstGeom>
          <a:noFill/>
          <a:ln w="12700">
            <a:solidFill>
              <a:srgbClr val="8C96A8"/>
            </a:solidFill>
            <a:prstDash val="solid"/>
          </a:ln>
        </p:spPr>
      </p:sp>
      <p:sp>
        <p:nvSpPr>
          <p:cNvPr id="193" name="Shape 191"/>
          <p:cNvSpPr/>
          <p:nvPr/>
        </p:nvSpPr>
        <p:spPr>
          <a:xfrm>
            <a:off x="4215384" y="2151035"/>
            <a:ext cx="91" cy="16093"/>
          </a:xfrm>
          <a:prstGeom prst="line">
            <a:avLst/>
          </a:prstGeom>
          <a:noFill/>
          <a:ln w="12700">
            <a:solidFill>
              <a:srgbClr val="8C96A8"/>
            </a:solidFill>
            <a:prstDash val="solid"/>
          </a:ln>
        </p:spPr>
      </p:sp>
      <p:sp>
        <p:nvSpPr>
          <p:cNvPr id="194" name="Shape 192"/>
          <p:cNvSpPr/>
          <p:nvPr/>
        </p:nvSpPr>
        <p:spPr>
          <a:xfrm>
            <a:off x="4818888" y="1874520"/>
            <a:ext cx="26335" cy="91"/>
          </a:xfrm>
          <a:prstGeom prst="line">
            <a:avLst/>
          </a:prstGeom>
          <a:noFill/>
          <a:ln w="12700">
            <a:solidFill>
              <a:srgbClr val="8C96A8"/>
            </a:solidFill>
            <a:prstDash val="solid"/>
          </a:ln>
        </p:spPr>
      </p:sp>
      <p:sp>
        <p:nvSpPr>
          <p:cNvPr id="195" name="Shape 193"/>
          <p:cNvSpPr/>
          <p:nvPr/>
        </p:nvSpPr>
        <p:spPr>
          <a:xfrm flipV="1">
            <a:off x="4845223" y="1833372"/>
            <a:ext cx="46086" cy="41148"/>
          </a:xfrm>
          <a:prstGeom prst="line">
            <a:avLst/>
          </a:prstGeom>
          <a:noFill/>
          <a:ln w="12700">
            <a:solidFill>
              <a:srgbClr val="8C96A8"/>
            </a:solidFill>
            <a:prstDash val="solid"/>
          </a:ln>
        </p:spPr>
      </p:sp>
      <p:sp>
        <p:nvSpPr>
          <p:cNvPr id="196" name="Shape 194"/>
          <p:cNvSpPr/>
          <p:nvPr/>
        </p:nvSpPr>
        <p:spPr>
          <a:xfrm>
            <a:off x="4891308" y="1833372"/>
            <a:ext cx="46086" cy="82296"/>
          </a:xfrm>
          <a:prstGeom prst="line">
            <a:avLst/>
          </a:prstGeom>
          <a:noFill/>
          <a:ln w="12700">
            <a:solidFill>
              <a:srgbClr val="8C96A8"/>
            </a:solidFill>
            <a:prstDash val="solid"/>
          </a:ln>
        </p:spPr>
      </p:sp>
      <p:sp>
        <p:nvSpPr>
          <p:cNvPr id="197" name="Shape 195"/>
          <p:cNvSpPr/>
          <p:nvPr/>
        </p:nvSpPr>
        <p:spPr>
          <a:xfrm flipV="1">
            <a:off x="4937394" y="1833372"/>
            <a:ext cx="46086" cy="82296"/>
          </a:xfrm>
          <a:prstGeom prst="line">
            <a:avLst/>
          </a:prstGeom>
          <a:noFill/>
          <a:ln w="12700">
            <a:solidFill>
              <a:srgbClr val="8C96A8"/>
            </a:solidFill>
            <a:prstDash val="solid"/>
          </a:ln>
        </p:spPr>
      </p:sp>
      <p:sp>
        <p:nvSpPr>
          <p:cNvPr id="198" name="Shape 196"/>
          <p:cNvSpPr/>
          <p:nvPr/>
        </p:nvSpPr>
        <p:spPr>
          <a:xfrm>
            <a:off x="4983480" y="1833372"/>
            <a:ext cx="46086" cy="82296"/>
          </a:xfrm>
          <a:prstGeom prst="line">
            <a:avLst/>
          </a:prstGeom>
          <a:noFill/>
          <a:ln w="12700">
            <a:solidFill>
              <a:srgbClr val="8C96A8"/>
            </a:solidFill>
            <a:prstDash val="solid"/>
          </a:ln>
        </p:spPr>
      </p:sp>
      <p:sp>
        <p:nvSpPr>
          <p:cNvPr id="199" name="Shape 197"/>
          <p:cNvSpPr/>
          <p:nvPr/>
        </p:nvSpPr>
        <p:spPr>
          <a:xfrm flipV="1">
            <a:off x="5029566" y="1833372"/>
            <a:ext cx="46086" cy="82296"/>
          </a:xfrm>
          <a:prstGeom prst="line">
            <a:avLst/>
          </a:prstGeom>
          <a:noFill/>
          <a:ln w="12700">
            <a:solidFill>
              <a:srgbClr val="8C96A8"/>
            </a:solidFill>
            <a:prstDash val="solid"/>
          </a:ln>
        </p:spPr>
      </p:sp>
      <p:sp>
        <p:nvSpPr>
          <p:cNvPr id="200" name="Shape 198"/>
          <p:cNvSpPr/>
          <p:nvPr/>
        </p:nvSpPr>
        <p:spPr>
          <a:xfrm>
            <a:off x="5075652" y="1833372"/>
            <a:ext cx="46086" cy="41148"/>
          </a:xfrm>
          <a:prstGeom prst="line">
            <a:avLst/>
          </a:prstGeom>
          <a:noFill/>
          <a:ln w="12700">
            <a:solidFill>
              <a:srgbClr val="8C96A8"/>
            </a:solidFill>
            <a:prstDash val="solid"/>
          </a:ln>
        </p:spPr>
      </p:sp>
      <p:sp>
        <p:nvSpPr>
          <p:cNvPr id="201" name="Shape 199"/>
          <p:cNvSpPr/>
          <p:nvPr/>
        </p:nvSpPr>
        <p:spPr>
          <a:xfrm>
            <a:off x="5121737" y="1874520"/>
            <a:ext cx="26335" cy="91"/>
          </a:xfrm>
          <a:prstGeom prst="line">
            <a:avLst/>
          </a:prstGeom>
          <a:noFill/>
          <a:ln w="12700">
            <a:solidFill>
              <a:srgbClr val="8C96A8"/>
            </a:solidFill>
            <a:prstDash val="solid"/>
          </a:ln>
        </p:spPr>
      </p:sp>
      <p:sp>
        <p:nvSpPr>
          <p:cNvPr id="202" name="Shape 200"/>
          <p:cNvSpPr/>
          <p:nvPr/>
        </p:nvSpPr>
        <p:spPr>
          <a:xfrm>
            <a:off x="4727448" y="1965960"/>
            <a:ext cx="91" cy="16093"/>
          </a:xfrm>
          <a:prstGeom prst="line">
            <a:avLst/>
          </a:prstGeom>
          <a:noFill/>
          <a:ln w="12700">
            <a:solidFill>
              <a:srgbClr val="8C96A8"/>
            </a:solidFill>
            <a:prstDash val="solid"/>
          </a:ln>
        </p:spPr>
      </p:sp>
      <p:sp>
        <p:nvSpPr>
          <p:cNvPr id="203" name="Shape 201"/>
          <p:cNvSpPr/>
          <p:nvPr/>
        </p:nvSpPr>
        <p:spPr>
          <a:xfrm>
            <a:off x="4727448" y="1982053"/>
            <a:ext cx="41148" cy="28164"/>
          </a:xfrm>
          <a:prstGeom prst="line">
            <a:avLst/>
          </a:prstGeom>
          <a:noFill/>
          <a:ln w="12700">
            <a:solidFill>
              <a:srgbClr val="8C96A8"/>
            </a:solidFill>
            <a:prstDash val="solid"/>
          </a:ln>
        </p:spPr>
      </p:sp>
      <p:sp>
        <p:nvSpPr>
          <p:cNvPr id="204" name="Shape 202"/>
          <p:cNvSpPr/>
          <p:nvPr/>
        </p:nvSpPr>
        <p:spPr>
          <a:xfrm flipH="1">
            <a:off x="4686300" y="2010217"/>
            <a:ext cx="82296" cy="28164"/>
          </a:xfrm>
          <a:prstGeom prst="line">
            <a:avLst/>
          </a:prstGeom>
          <a:noFill/>
          <a:ln w="12700">
            <a:solidFill>
              <a:srgbClr val="8C96A8"/>
            </a:solidFill>
            <a:prstDash val="solid"/>
          </a:ln>
        </p:spPr>
      </p:sp>
      <p:sp>
        <p:nvSpPr>
          <p:cNvPr id="205" name="Shape 203"/>
          <p:cNvSpPr/>
          <p:nvPr/>
        </p:nvSpPr>
        <p:spPr>
          <a:xfrm>
            <a:off x="4686300" y="2038380"/>
            <a:ext cx="82296" cy="28164"/>
          </a:xfrm>
          <a:prstGeom prst="line">
            <a:avLst/>
          </a:prstGeom>
          <a:noFill/>
          <a:ln w="12700">
            <a:solidFill>
              <a:srgbClr val="8C96A8"/>
            </a:solidFill>
            <a:prstDash val="solid"/>
          </a:ln>
        </p:spPr>
      </p:sp>
      <p:sp>
        <p:nvSpPr>
          <p:cNvPr id="206" name="Shape 204"/>
          <p:cNvSpPr/>
          <p:nvPr/>
        </p:nvSpPr>
        <p:spPr>
          <a:xfrm flipH="1">
            <a:off x="4686300" y="2066544"/>
            <a:ext cx="82296" cy="28164"/>
          </a:xfrm>
          <a:prstGeom prst="line">
            <a:avLst/>
          </a:prstGeom>
          <a:noFill/>
          <a:ln w="12700">
            <a:solidFill>
              <a:srgbClr val="8C96A8"/>
            </a:solidFill>
            <a:prstDash val="solid"/>
          </a:ln>
        </p:spPr>
      </p:sp>
      <p:sp>
        <p:nvSpPr>
          <p:cNvPr id="207" name="Shape 205"/>
          <p:cNvSpPr/>
          <p:nvPr/>
        </p:nvSpPr>
        <p:spPr>
          <a:xfrm>
            <a:off x="4686300" y="2094708"/>
            <a:ext cx="82296" cy="28164"/>
          </a:xfrm>
          <a:prstGeom prst="line">
            <a:avLst/>
          </a:prstGeom>
          <a:noFill/>
          <a:ln w="12700">
            <a:solidFill>
              <a:srgbClr val="8C96A8"/>
            </a:solidFill>
            <a:prstDash val="solid"/>
          </a:ln>
        </p:spPr>
      </p:sp>
      <p:sp>
        <p:nvSpPr>
          <p:cNvPr id="208" name="Shape 206"/>
          <p:cNvSpPr/>
          <p:nvPr/>
        </p:nvSpPr>
        <p:spPr>
          <a:xfrm flipH="1">
            <a:off x="4727448" y="2122871"/>
            <a:ext cx="41148" cy="28164"/>
          </a:xfrm>
          <a:prstGeom prst="line">
            <a:avLst/>
          </a:prstGeom>
          <a:noFill/>
          <a:ln w="12700">
            <a:solidFill>
              <a:srgbClr val="8C96A8"/>
            </a:solidFill>
            <a:prstDash val="solid"/>
          </a:ln>
        </p:spPr>
      </p:sp>
      <p:sp>
        <p:nvSpPr>
          <p:cNvPr id="209" name="Shape 207"/>
          <p:cNvSpPr/>
          <p:nvPr/>
        </p:nvSpPr>
        <p:spPr>
          <a:xfrm>
            <a:off x="4727448" y="2151035"/>
            <a:ext cx="91" cy="16093"/>
          </a:xfrm>
          <a:prstGeom prst="line">
            <a:avLst/>
          </a:prstGeom>
          <a:noFill/>
          <a:ln w="12700">
            <a:solidFill>
              <a:srgbClr val="8C96A8"/>
            </a:solidFill>
            <a:prstDash val="solid"/>
          </a:ln>
        </p:spPr>
      </p:sp>
      <p:sp>
        <p:nvSpPr>
          <p:cNvPr id="210" name="Shape 208"/>
          <p:cNvSpPr/>
          <p:nvPr/>
        </p:nvSpPr>
        <p:spPr>
          <a:xfrm>
            <a:off x="5239512" y="1965960"/>
            <a:ext cx="91" cy="16093"/>
          </a:xfrm>
          <a:prstGeom prst="line">
            <a:avLst/>
          </a:prstGeom>
          <a:noFill/>
          <a:ln w="12700">
            <a:solidFill>
              <a:srgbClr val="8C96A8"/>
            </a:solidFill>
            <a:prstDash val="solid"/>
          </a:ln>
        </p:spPr>
      </p:sp>
      <p:sp>
        <p:nvSpPr>
          <p:cNvPr id="211" name="Shape 209"/>
          <p:cNvSpPr/>
          <p:nvPr/>
        </p:nvSpPr>
        <p:spPr>
          <a:xfrm>
            <a:off x="5239512" y="1982053"/>
            <a:ext cx="41148" cy="28164"/>
          </a:xfrm>
          <a:prstGeom prst="line">
            <a:avLst/>
          </a:prstGeom>
          <a:noFill/>
          <a:ln w="12700">
            <a:solidFill>
              <a:srgbClr val="8C96A8"/>
            </a:solidFill>
            <a:prstDash val="solid"/>
          </a:ln>
        </p:spPr>
      </p:sp>
      <p:sp>
        <p:nvSpPr>
          <p:cNvPr id="212" name="Shape 210"/>
          <p:cNvSpPr/>
          <p:nvPr/>
        </p:nvSpPr>
        <p:spPr>
          <a:xfrm flipH="1">
            <a:off x="5198364" y="2010217"/>
            <a:ext cx="82296" cy="28164"/>
          </a:xfrm>
          <a:prstGeom prst="line">
            <a:avLst/>
          </a:prstGeom>
          <a:noFill/>
          <a:ln w="12700">
            <a:solidFill>
              <a:srgbClr val="8C96A8"/>
            </a:solidFill>
            <a:prstDash val="solid"/>
          </a:ln>
        </p:spPr>
      </p:sp>
      <p:sp>
        <p:nvSpPr>
          <p:cNvPr id="213" name="Shape 211"/>
          <p:cNvSpPr/>
          <p:nvPr/>
        </p:nvSpPr>
        <p:spPr>
          <a:xfrm>
            <a:off x="5198364" y="2038380"/>
            <a:ext cx="82296" cy="28164"/>
          </a:xfrm>
          <a:prstGeom prst="line">
            <a:avLst/>
          </a:prstGeom>
          <a:noFill/>
          <a:ln w="12700">
            <a:solidFill>
              <a:srgbClr val="8C96A8"/>
            </a:solidFill>
            <a:prstDash val="solid"/>
          </a:ln>
        </p:spPr>
      </p:sp>
      <p:sp>
        <p:nvSpPr>
          <p:cNvPr id="214" name="Shape 212"/>
          <p:cNvSpPr/>
          <p:nvPr/>
        </p:nvSpPr>
        <p:spPr>
          <a:xfrm flipH="1">
            <a:off x="5198364" y="2066544"/>
            <a:ext cx="82296" cy="28164"/>
          </a:xfrm>
          <a:prstGeom prst="line">
            <a:avLst/>
          </a:prstGeom>
          <a:noFill/>
          <a:ln w="12700">
            <a:solidFill>
              <a:srgbClr val="8C96A8"/>
            </a:solidFill>
            <a:prstDash val="solid"/>
          </a:ln>
        </p:spPr>
      </p:sp>
      <p:sp>
        <p:nvSpPr>
          <p:cNvPr id="215" name="Shape 213"/>
          <p:cNvSpPr/>
          <p:nvPr/>
        </p:nvSpPr>
        <p:spPr>
          <a:xfrm>
            <a:off x="5198364" y="2094708"/>
            <a:ext cx="82296" cy="28164"/>
          </a:xfrm>
          <a:prstGeom prst="line">
            <a:avLst/>
          </a:prstGeom>
          <a:noFill/>
          <a:ln w="12700">
            <a:solidFill>
              <a:srgbClr val="8C96A8"/>
            </a:solidFill>
            <a:prstDash val="solid"/>
          </a:ln>
        </p:spPr>
      </p:sp>
      <p:sp>
        <p:nvSpPr>
          <p:cNvPr id="216" name="Shape 214"/>
          <p:cNvSpPr/>
          <p:nvPr/>
        </p:nvSpPr>
        <p:spPr>
          <a:xfrm flipH="1">
            <a:off x="5239512" y="2122871"/>
            <a:ext cx="41148" cy="28164"/>
          </a:xfrm>
          <a:prstGeom prst="line">
            <a:avLst/>
          </a:prstGeom>
          <a:noFill/>
          <a:ln w="12700">
            <a:solidFill>
              <a:srgbClr val="8C96A8"/>
            </a:solidFill>
            <a:prstDash val="solid"/>
          </a:ln>
        </p:spPr>
      </p:sp>
      <p:sp>
        <p:nvSpPr>
          <p:cNvPr id="217" name="Shape 215"/>
          <p:cNvSpPr/>
          <p:nvPr/>
        </p:nvSpPr>
        <p:spPr>
          <a:xfrm>
            <a:off x="5239512" y="2151035"/>
            <a:ext cx="91" cy="16093"/>
          </a:xfrm>
          <a:prstGeom prst="line">
            <a:avLst/>
          </a:prstGeom>
          <a:noFill/>
          <a:ln w="12700">
            <a:solidFill>
              <a:srgbClr val="8C96A8"/>
            </a:solidFill>
            <a:prstDash val="solid"/>
          </a:ln>
        </p:spPr>
      </p:sp>
      <p:sp>
        <p:nvSpPr>
          <p:cNvPr id="218" name="Shape 216"/>
          <p:cNvSpPr/>
          <p:nvPr/>
        </p:nvSpPr>
        <p:spPr>
          <a:xfrm>
            <a:off x="3794760" y="2258568"/>
            <a:ext cx="26335" cy="91"/>
          </a:xfrm>
          <a:prstGeom prst="line">
            <a:avLst/>
          </a:prstGeom>
          <a:noFill/>
          <a:ln w="12700">
            <a:solidFill>
              <a:srgbClr val="8C96A8"/>
            </a:solidFill>
            <a:prstDash val="solid"/>
          </a:ln>
        </p:spPr>
      </p:sp>
      <p:sp>
        <p:nvSpPr>
          <p:cNvPr id="219" name="Shape 217"/>
          <p:cNvSpPr/>
          <p:nvPr/>
        </p:nvSpPr>
        <p:spPr>
          <a:xfrm flipV="1">
            <a:off x="3821095" y="2217420"/>
            <a:ext cx="46086" cy="41148"/>
          </a:xfrm>
          <a:prstGeom prst="line">
            <a:avLst/>
          </a:prstGeom>
          <a:noFill/>
          <a:ln w="12700">
            <a:solidFill>
              <a:srgbClr val="8C96A8"/>
            </a:solidFill>
            <a:prstDash val="solid"/>
          </a:ln>
        </p:spPr>
      </p:sp>
      <p:sp>
        <p:nvSpPr>
          <p:cNvPr id="220" name="Shape 218"/>
          <p:cNvSpPr/>
          <p:nvPr/>
        </p:nvSpPr>
        <p:spPr>
          <a:xfrm>
            <a:off x="3867180" y="2217420"/>
            <a:ext cx="46086" cy="82296"/>
          </a:xfrm>
          <a:prstGeom prst="line">
            <a:avLst/>
          </a:prstGeom>
          <a:noFill/>
          <a:ln w="12700">
            <a:solidFill>
              <a:srgbClr val="8C96A8"/>
            </a:solidFill>
            <a:prstDash val="solid"/>
          </a:ln>
        </p:spPr>
      </p:sp>
      <p:sp>
        <p:nvSpPr>
          <p:cNvPr id="221" name="Shape 219"/>
          <p:cNvSpPr/>
          <p:nvPr/>
        </p:nvSpPr>
        <p:spPr>
          <a:xfrm flipV="1">
            <a:off x="3913266" y="2217420"/>
            <a:ext cx="46086" cy="82296"/>
          </a:xfrm>
          <a:prstGeom prst="line">
            <a:avLst/>
          </a:prstGeom>
          <a:noFill/>
          <a:ln w="12700">
            <a:solidFill>
              <a:srgbClr val="8C96A8"/>
            </a:solidFill>
            <a:prstDash val="solid"/>
          </a:ln>
        </p:spPr>
      </p:sp>
      <p:sp>
        <p:nvSpPr>
          <p:cNvPr id="222" name="Shape 220"/>
          <p:cNvSpPr/>
          <p:nvPr/>
        </p:nvSpPr>
        <p:spPr>
          <a:xfrm>
            <a:off x="3959352" y="2217420"/>
            <a:ext cx="46086" cy="82296"/>
          </a:xfrm>
          <a:prstGeom prst="line">
            <a:avLst/>
          </a:prstGeom>
          <a:noFill/>
          <a:ln w="12700">
            <a:solidFill>
              <a:srgbClr val="8C96A8"/>
            </a:solidFill>
            <a:prstDash val="solid"/>
          </a:ln>
        </p:spPr>
      </p:sp>
      <p:sp>
        <p:nvSpPr>
          <p:cNvPr id="223" name="Shape 221"/>
          <p:cNvSpPr/>
          <p:nvPr/>
        </p:nvSpPr>
        <p:spPr>
          <a:xfrm flipV="1">
            <a:off x="4005438" y="2217420"/>
            <a:ext cx="46086" cy="82296"/>
          </a:xfrm>
          <a:prstGeom prst="line">
            <a:avLst/>
          </a:prstGeom>
          <a:noFill/>
          <a:ln w="12700">
            <a:solidFill>
              <a:srgbClr val="8C96A8"/>
            </a:solidFill>
            <a:prstDash val="solid"/>
          </a:ln>
        </p:spPr>
      </p:sp>
      <p:sp>
        <p:nvSpPr>
          <p:cNvPr id="224" name="Shape 222"/>
          <p:cNvSpPr/>
          <p:nvPr/>
        </p:nvSpPr>
        <p:spPr>
          <a:xfrm>
            <a:off x="4051524" y="2217420"/>
            <a:ext cx="46086" cy="41148"/>
          </a:xfrm>
          <a:prstGeom prst="line">
            <a:avLst/>
          </a:prstGeom>
          <a:noFill/>
          <a:ln w="12700">
            <a:solidFill>
              <a:srgbClr val="8C96A8"/>
            </a:solidFill>
            <a:prstDash val="solid"/>
          </a:ln>
        </p:spPr>
      </p:sp>
      <p:sp>
        <p:nvSpPr>
          <p:cNvPr id="225" name="Shape 223"/>
          <p:cNvSpPr/>
          <p:nvPr/>
        </p:nvSpPr>
        <p:spPr>
          <a:xfrm>
            <a:off x="4097609" y="2258568"/>
            <a:ext cx="26335" cy="91"/>
          </a:xfrm>
          <a:prstGeom prst="line">
            <a:avLst/>
          </a:prstGeom>
          <a:noFill/>
          <a:ln w="12700">
            <a:solidFill>
              <a:srgbClr val="8C96A8"/>
            </a:solidFill>
            <a:prstDash val="solid"/>
          </a:ln>
        </p:spPr>
      </p:sp>
      <p:sp>
        <p:nvSpPr>
          <p:cNvPr id="226" name="Shape 224"/>
          <p:cNvSpPr/>
          <p:nvPr/>
        </p:nvSpPr>
        <p:spPr>
          <a:xfrm>
            <a:off x="3703320" y="2350008"/>
            <a:ext cx="91" cy="16093"/>
          </a:xfrm>
          <a:prstGeom prst="line">
            <a:avLst/>
          </a:prstGeom>
          <a:noFill/>
          <a:ln w="12700">
            <a:solidFill>
              <a:srgbClr val="8C96A8"/>
            </a:solidFill>
            <a:prstDash val="solid"/>
          </a:ln>
        </p:spPr>
      </p:sp>
      <p:sp>
        <p:nvSpPr>
          <p:cNvPr id="227" name="Shape 225"/>
          <p:cNvSpPr/>
          <p:nvPr/>
        </p:nvSpPr>
        <p:spPr>
          <a:xfrm>
            <a:off x="3703320" y="2366101"/>
            <a:ext cx="41148" cy="28164"/>
          </a:xfrm>
          <a:prstGeom prst="line">
            <a:avLst/>
          </a:prstGeom>
          <a:noFill/>
          <a:ln w="12700">
            <a:solidFill>
              <a:srgbClr val="8C96A8"/>
            </a:solidFill>
            <a:prstDash val="solid"/>
          </a:ln>
        </p:spPr>
      </p:sp>
      <p:sp>
        <p:nvSpPr>
          <p:cNvPr id="228" name="Shape 226"/>
          <p:cNvSpPr/>
          <p:nvPr/>
        </p:nvSpPr>
        <p:spPr>
          <a:xfrm flipH="1">
            <a:off x="3662172" y="2394265"/>
            <a:ext cx="82296" cy="28164"/>
          </a:xfrm>
          <a:prstGeom prst="line">
            <a:avLst/>
          </a:prstGeom>
          <a:noFill/>
          <a:ln w="12700">
            <a:solidFill>
              <a:srgbClr val="8C96A8"/>
            </a:solidFill>
            <a:prstDash val="solid"/>
          </a:ln>
        </p:spPr>
      </p:sp>
      <p:sp>
        <p:nvSpPr>
          <p:cNvPr id="229" name="Shape 227"/>
          <p:cNvSpPr/>
          <p:nvPr/>
        </p:nvSpPr>
        <p:spPr>
          <a:xfrm>
            <a:off x="3662172" y="2422428"/>
            <a:ext cx="82296" cy="28164"/>
          </a:xfrm>
          <a:prstGeom prst="line">
            <a:avLst/>
          </a:prstGeom>
          <a:noFill/>
          <a:ln w="12700">
            <a:solidFill>
              <a:srgbClr val="8C96A8"/>
            </a:solidFill>
            <a:prstDash val="solid"/>
          </a:ln>
        </p:spPr>
      </p:sp>
      <p:sp>
        <p:nvSpPr>
          <p:cNvPr id="230" name="Shape 228"/>
          <p:cNvSpPr/>
          <p:nvPr/>
        </p:nvSpPr>
        <p:spPr>
          <a:xfrm flipH="1">
            <a:off x="3662172" y="2450592"/>
            <a:ext cx="82296" cy="28164"/>
          </a:xfrm>
          <a:prstGeom prst="line">
            <a:avLst/>
          </a:prstGeom>
          <a:noFill/>
          <a:ln w="12700">
            <a:solidFill>
              <a:srgbClr val="8C96A8"/>
            </a:solidFill>
            <a:prstDash val="solid"/>
          </a:ln>
        </p:spPr>
      </p:sp>
      <p:sp>
        <p:nvSpPr>
          <p:cNvPr id="231" name="Shape 229"/>
          <p:cNvSpPr/>
          <p:nvPr/>
        </p:nvSpPr>
        <p:spPr>
          <a:xfrm>
            <a:off x="3662172" y="2478756"/>
            <a:ext cx="82296" cy="28164"/>
          </a:xfrm>
          <a:prstGeom prst="line">
            <a:avLst/>
          </a:prstGeom>
          <a:noFill/>
          <a:ln w="12700">
            <a:solidFill>
              <a:srgbClr val="8C96A8"/>
            </a:solidFill>
            <a:prstDash val="solid"/>
          </a:ln>
        </p:spPr>
      </p:sp>
      <p:sp>
        <p:nvSpPr>
          <p:cNvPr id="232" name="Shape 230"/>
          <p:cNvSpPr/>
          <p:nvPr/>
        </p:nvSpPr>
        <p:spPr>
          <a:xfrm flipH="1">
            <a:off x="3703320" y="2506919"/>
            <a:ext cx="41148" cy="28164"/>
          </a:xfrm>
          <a:prstGeom prst="line">
            <a:avLst/>
          </a:prstGeom>
          <a:noFill/>
          <a:ln w="12700">
            <a:solidFill>
              <a:srgbClr val="8C96A8"/>
            </a:solidFill>
            <a:prstDash val="solid"/>
          </a:ln>
        </p:spPr>
      </p:sp>
      <p:sp>
        <p:nvSpPr>
          <p:cNvPr id="233" name="Shape 231"/>
          <p:cNvSpPr/>
          <p:nvPr/>
        </p:nvSpPr>
        <p:spPr>
          <a:xfrm>
            <a:off x="3703320" y="2535083"/>
            <a:ext cx="91" cy="16093"/>
          </a:xfrm>
          <a:prstGeom prst="line">
            <a:avLst/>
          </a:prstGeom>
          <a:noFill/>
          <a:ln w="12700">
            <a:solidFill>
              <a:srgbClr val="8C96A8"/>
            </a:solidFill>
            <a:prstDash val="solid"/>
          </a:ln>
        </p:spPr>
      </p:sp>
      <p:sp>
        <p:nvSpPr>
          <p:cNvPr id="234" name="Shape 232"/>
          <p:cNvSpPr/>
          <p:nvPr/>
        </p:nvSpPr>
        <p:spPr>
          <a:xfrm>
            <a:off x="4306824" y="2258568"/>
            <a:ext cx="26335" cy="91"/>
          </a:xfrm>
          <a:prstGeom prst="line">
            <a:avLst/>
          </a:prstGeom>
          <a:noFill/>
          <a:ln w="12700">
            <a:solidFill>
              <a:srgbClr val="8C96A8"/>
            </a:solidFill>
            <a:prstDash val="solid"/>
          </a:ln>
        </p:spPr>
      </p:sp>
      <p:sp>
        <p:nvSpPr>
          <p:cNvPr id="235" name="Shape 233"/>
          <p:cNvSpPr/>
          <p:nvPr/>
        </p:nvSpPr>
        <p:spPr>
          <a:xfrm flipV="1">
            <a:off x="4333159" y="2217420"/>
            <a:ext cx="46086" cy="41148"/>
          </a:xfrm>
          <a:prstGeom prst="line">
            <a:avLst/>
          </a:prstGeom>
          <a:noFill/>
          <a:ln w="12700">
            <a:solidFill>
              <a:srgbClr val="8C96A8"/>
            </a:solidFill>
            <a:prstDash val="solid"/>
          </a:ln>
        </p:spPr>
      </p:sp>
      <p:sp>
        <p:nvSpPr>
          <p:cNvPr id="236" name="Shape 234"/>
          <p:cNvSpPr/>
          <p:nvPr/>
        </p:nvSpPr>
        <p:spPr>
          <a:xfrm>
            <a:off x="4379244" y="2217420"/>
            <a:ext cx="46086" cy="82296"/>
          </a:xfrm>
          <a:prstGeom prst="line">
            <a:avLst/>
          </a:prstGeom>
          <a:noFill/>
          <a:ln w="12700">
            <a:solidFill>
              <a:srgbClr val="8C96A8"/>
            </a:solidFill>
            <a:prstDash val="solid"/>
          </a:ln>
        </p:spPr>
      </p:sp>
      <p:sp>
        <p:nvSpPr>
          <p:cNvPr id="237" name="Shape 235"/>
          <p:cNvSpPr/>
          <p:nvPr/>
        </p:nvSpPr>
        <p:spPr>
          <a:xfrm flipV="1">
            <a:off x="4425330" y="2217420"/>
            <a:ext cx="46086" cy="82296"/>
          </a:xfrm>
          <a:prstGeom prst="line">
            <a:avLst/>
          </a:prstGeom>
          <a:noFill/>
          <a:ln w="12700">
            <a:solidFill>
              <a:srgbClr val="8C96A8"/>
            </a:solidFill>
            <a:prstDash val="solid"/>
          </a:ln>
        </p:spPr>
      </p:sp>
      <p:sp>
        <p:nvSpPr>
          <p:cNvPr id="238" name="Shape 236"/>
          <p:cNvSpPr/>
          <p:nvPr/>
        </p:nvSpPr>
        <p:spPr>
          <a:xfrm>
            <a:off x="4471416" y="2217420"/>
            <a:ext cx="46086" cy="82296"/>
          </a:xfrm>
          <a:prstGeom prst="line">
            <a:avLst/>
          </a:prstGeom>
          <a:noFill/>
          <a:ln w="12700">
            <a:solidFill>
              <a:srgbClr val="8C96A8"/>
            </a:solidFill>
            <a:prstDash val="solid"/>
          </a:ln>
        </p:spPr>
      </p:sp>
      <p:sp>
        <p:nvSpPr>
          <p:cNvPr id="239" name="Shape 237"/>
          <p:cNvSpPr/>
          <p:nvPr/>
        </p:nvSpPr>
        <p:spPr>
          <a:xfrm flipV="1">
            <a:off x="4517502" y="2217420"/>
            <a:ext cx="46086" cy="82296"/>
          </a:xfrm>
          <a:prstGeom prst="line">
            <a:avLst/>
          </a:prstGeom>
          <a:noFill/>
          <a:ln w="12700">
            <a:solidFill>
              <a:srgbClr val="8C96A8"/>
            </a:solidFill>
            <a:prstDash val="solid"/>
          </a:ln>
        </p:spPr>
      </p:sp>
      <p:sp>
        <p:nvSpPr>
          <p:cNvPr id="240" name="Shape 238"/>
          <p:cNvSpPr/>
          <p:nvPr/>
        </p:nvSpPr>
        <p:spPr>
          <a:xfrm>
            <a:off x="4563588" y="2217420"/>
            <a:ext cx="46086" cy="41148"/>
          </a:xfrm>
          <a:prstGeom prst="line">
            <a:avLst/>
          </a:prstGeom>
          <a:noFill/>
          <a:ln w="12700">
            <a:solidFill>
              <a:srgbClr val="8C96A8"/>
            </a:solidFill>
            <a:prstDash val="solid"/>
          </a:ln>
        </p:spPr>
      </p:sp>
      <p:sp>
        <p:nvSpPr>
          <p:cNvPr id="241" name="Shape 239"/>
          <p:cNvSpPr/>
          <p:nvPr/>
        </p:nvSpPr>
        <p:spPr>
          <a:xfrm>
            <a:off x="4609673" y="2258568"/>
            <a:ext cx="26335" cy="91"/>
          </a:xfrm>
          <a:prstGeom prst="line">
            <a:avLst/>
          </a:prstGeom>
          <a:noFill/>
          <a:ln w="12700">
            <a:solidFill>
              <a:srgbClr val="8C96A8"/>
            </a:solidFill>
            <a:prstDash val="solid"/>
          </a:ln>
        </p:spPr>
      </p:sp>
      <p:sp>
        <p:nvSpPr>
          <p:cNvPr id="242" name="Shape 240"/>
          <p:cNvSpPr/>
          <p:nvPr/>
        </p:nvSpPr>
        <p:spPr>
          <a:xfrm>
            <a:off x="4215384" y="2350008"/>
            <a:ext cx="91" cy="16093"/>
          </a:xfrm>
          <a:prstGeom prst="line">
            <a:avLst/>
          </a:prstGeom>
          <a:noFill/>
          <a:ln w="12700">
            <a:solidFill>
              <a:srgbClr val="8C96A8"/>
            </a:solidFill>
            <a:prstDash val="solid"/>
          </a:ln>
        </p:spPr>
      </p:sp>
      <p:sp>
        <p:nvSpPr>
          <p:cNvPr id="243" name="Shape 241"/>
          <p:cNvSpPr/>
          <p:nvPr/>
        </p:nvSpPr>
        <p:spPr>
          <a:xfrm>
            <a:off x="4215384" y="2366101"/>
            <a:ext cx="41148" cy="28164"/>
          </a:xfrm>
          <a:prstGeom prst="line">
            <a:avLst/>
          </a:prstGeom>
          <a:noFill/>
          <a:ln w="12700">
            <a:solidFill>
              <a:srgbClr val="8C96A8"/>
            </a:solidFill>
            <a:prstDash val="solid"/>
          </a:ln>
        </p:spPr>
      </p:sp>
      <p:sp>
        <p:nvSpPr>
          <p:cNvPr id="244" name="Shape 242"/>
          <p:cNvSpPr/>
          <p:nvPr/>
        </p:nvSpPr>
        <p:spPr>
          <a:xfrm flipH="1">
            <a:off x="4174236" y="2394265"/>
            <a:ext cx="82296" cy="28164"/>
          </a:xfrm>
          <a:prstGeom prst="line">
            <a:avLst/>
          </a:prstGeom>
          <a:noFill/>
          <a:ln w="12700">
            <a:solidFill>
              <a:srgbClr val="8C96A8"/>
            </a:solidFill>
            <a:prstDash val="solid"/>
          </a:ln>
        </p:spPr>
      </p:sp>
      <p:sp>
        <p:nvSpPr>
          <p:cNvPr id="245" name="Shape 243"/>
          <p:cNvSpPr/>
          <p:nvPr/>
        </p:nvSpPr>
        <p:spPr>
          <a:xfrm>
            <a:off x="4174236" y="2422428"/>
            <a:ext cx="82296" cy="28164"/>
          </a:xfrm>
          <a:prstGeom prst="line">
            <a:avLst/>
          </a:prstGeom>
          <a:noFill/>
          <a:ln w="12700">
            <a:solidFill>
              <a:srgbClr val="8C96A8"/>
            </a:solidFill>
            <a:prstDash val="solid"/>
          </a:ln>
        </p:spPr>
      </p:sp>
      <p:sp>
        <p:nvSpPr>
          <p:cNvPr id="246" name="Shape 244"/>
          <p:cNvSpPr/>
          <p:nvPr/>
        </p:nvSpPr>
        <p:spPr>
          <a:xfrm flipH="1">
            <a:off x="4174236" y="2450592"/>
            <a:ext cx="82296" cy="28164"/>
          </a:xfrm>
          <a:prstGeom prst="line">
            <a:avLst/>
          </a:prstGeom>
          <a:noFill/>
          <a:ln w="12700">
            <a:solidFill>
              <a:srgbClr val="8C96A8"/>
            </a:solidFill>
            <a:prstDash val="solid"/>
          </a:ln>
        </p:spPr>
      </p:sp>
      <p:sp>
        <p:nvSpPr>
          <p:cNvPr id="247" name="Shape 245"/>
          <p:cNvSpPr/>
          <p:nvPr/>
        </p:nvSpPr>
        <p:spPr>
          <a:xfrm>
            <a:off x="4174236" y="2478756"/>
            <a:ext cx="82296" cy="28164"/>
          </a:xfrm>
          <a:prstGeom prst="line">
            <a:avLst/>
          </a:prstGeom>
          <a:noFill/>
          <a:ln w="12700">
            <a:solidFill>
              <a:srgbClr val="8C96A8"/>
            </a:solidFill>
            <a:prstDash val="solid"/>
          </a:ln>
        </p:spPr>
      </p:sp>
      <p:sp>
        <p:nvSpPr>
          <p:cNvPr id="248" name="Shape 246"/>
          <p:cNvSpPr/>
          <p:nvPr/>
        </p:nvSpPr>
        <p:spPr>
          <a:xfrm flipH="1">
            <a:off x="4215384" y="2506919"/>
            <a:ext cx="41148" cy="28164"/>
          </a:xfrm>
          <a:prstGeom prst="line">
            <a:avLst/>
          </a:prstGeom>
          <a:noFill/>
          <a:ln w="12700">
            <a:solidFill>
              <a:srgbClr val="8C96A8"/>
            </a:solidFill>
            <a:prstDash val="solid"/>
          </a:ln>
        </p:spPr>
      </p:sp>
      <p:sp>
        <p:nvSpPr>
          <p:cNvPr id="249" name="Shape 247"/>
          <p:cNvSpPr/>
          <p:nvPr/>
        </p:nvSpPr>
        <p:spPr>
          <a:xfrm>
            <a:off x="4215384" y="2535083"/>
            <a:ext cx="91" cy="16093"/>
          </a:xfrm>
          <a:prstGeom prst="line">
            <a:avLst/>
          </a:prstGeom>
          <a:noFill/>
          <a:ln w="12700">
            <a:solidFill>
              <a:srgbClr val="8C96A8"/>
            </a:solidFill>
            <a:prstDash val="solid"/>
          </a:ln>
        </p:spPr>
      </p:sp>
      <p:sp>
        <p:nvSpPr>
          <p:cNvPr id="250" name="Shape 248"/>
          <p:cNvSpPr/>
          <p:nvPr/>
        </p:nvSpPr>
        <p:spPr>
          <a:xfrm>
            <a:off x="4818888" y="2258568"/>
            <a:ext cx="26335" cy="91"/>
          </a:xfrm>
          <a:prstGeom prst="line">
            <a:avLst/>
          </a:prstGeom>
          <a:noFill/>
          <a:ln w="12700">
            <a:solidFill>
              <a:srgbClr val="8C96A8"/>
            </a:solidFill>
            <a:prstDash val="solid"/>
          </a:ln>
        </p:spPr>
      </p:sp>
      <p:sp>
        <p:nvSpPr>
          <p:cNvPr id="251" name="Shape 249"/>
          <p:cNvSpPr/>
          <p:nvPr/>
        </p:nvSpPr>
        <p:spPr>
          <a:xfrm flipV="1">
            <a:off x="4845223" y="2217420"/>
            <a:ext cx="46086" cy="41148"/>
          </a:xfrm>
          <a:prstGeom prst="line">
            <a:avLst/>
          </a:prstGeom>
          <a:noFill/>
          <a:ln w="12700">
            <a:solidFill>
              <a:srgbClr val="8C96A8"/>
            </a:solidFill>
            <a:prstDash val="solid"/>
          </a:ln>
        </p:spPr>
      </p:sp>
      <p:sp>
        <p:nvSpPr>
          <p:cNvPr id="252" name="Shape 250"/>
          <p:cNvSpPr/>
          <p:nvPr/>
        </p:nvSpPr>
        <p:spPr>
          <a:xfrm>
            <a:off x="4891308" y="2217420"/>
            <a:ext cx="46086" cy="82296"/>
          </a:xfrm>
          <a:prstGeom prst="line">
            <a:avLst/>
          </a:prstGeom>
          <a:noFill/>
          <a:ln w="12700">
            <a:solidFill>
              <a:srgbClr val="8C96A8"/>
            </a:solidFill>
            <a:prstDash val="solid"/>
          </a:ln>
        </p:spPr>
      </p:sp>
      <p:sp>
        <p:nvSpPr>
          <p:cNvPr id="253" name="Shape 251"/>
          <p:cNvSpPr/>
          <p:nvPr/>
        </p:nvSpPr>
        <p:spPr>
          <a:xfrm flipV="1">
            <a:off x="4937394" y="2217420"/>
            <a:ext cx="46086" cy="82296"/>
          </a:xfrm>
          <a:prstGeom prst="line">
            <a:avLst/>
          </a:prstGeom>
          <a:noFill/>
          <a:ln w="12700">
            <a:solidFill>
              <a:srgbClr val="8C96A8"/>
            </a:solidFill>
            <a:prstDash val="solid"/>
          </a:ln>
        </p:spPr>
      </p:sp>
      <p:sp>
        <p:nvSpPr>
          <p:cNvPr id="254" name="Shape 252"/>
          <p:cNvSpPr/>
          <p:nvPr/>
        </p:nvSpPr>
        <p:spPr>
          <a:xfrm>
            <a:off x="4983480" y="2217420"/>
            <a:ext cx="46086" cy="82296"/>
          </a:xfrm>
          <a:prstGeom prst="line">
            <a:avLst/>
          </a:prstGeom>
          <a:noFill/>
          <a:ln w="12700">
            <a:solidFill>
              <a:srgbClr val="8C96A8"/>
            </a:solidFill>
            <a:prstDash val="solid"/>
          </a:ln>
        </p:spPr>
      </p:sp>
      <p:sp>
        <p:nvSpPr>
          <p:cNvPr id="255" name="Shape 253"/>
          <p:cNvSpPr/>
          <p:nvPr/>
        </p:nvSpPr>
        <p:spPr>
          <a:xfrm flipV="1">
            <a:off x="5029566" y="2217420"/>
            <a:ext cx="46086" cy="82296"/>
          </a:xfrm>
          <a:prstGeom prst="line">
            <a:avLst/>
          </a:prstGeom>
          <a:noFill/>
          <a:ln w="12700">
            <a:solidFill>
              <a:srgbClr val="8C96A8"/>
            </a:solidFill>
            <a:prstDash val="solid"/>
          </a:ln>
        </p:spPr>
      </p:sp>
      <p:sp>
        <p:nvSpPr>
          <p:cNvPr id="256" name="Shape 254"/>
          <p:cNvSpPr/>
          <p:nvPr/>
        </p:nvSpPr>
        <p:spPr>
          <a:xfrm>
            <a:off x="5075652" y="2217420"/>
            <a:ext cx="46086" cy="41148"/>
          </a:xfrm>
          <a:prstGeom prst="line">
            <a:avLst/>
          </a:prstGeom>
          <a:noFill/>
          <a:ln w="12700">
            <a:solidFill>
              <a:srgbClr val="8C96A8"/>
            </a:solidFill>
            <a:prstDash val="solid"/>
          </a:ln>
        </p:spPr>
      </p:sp>
      <p:sp>
        <p:nvSpPr>
          <p:cNvPr id="257" name="Shape 255"/>
          <p:cNvSpPr/>
          <p:nvPr/>
        </p:nvSpPr>
        <p:spPr>
          <a:xfrm>
            <a:off x="5121737" y="2258568"/>
            <a:ext cx="26335" cy="91"/>
          </a:xfrm>
          <a:prstGeom prst="line">
            <a:avLst/>
          </a:prstGeom>
          <a:noFill/>
          <a:ln w="12700">
            <a:solidFill>
              <a:srgbClr val="8C96A8"/>
            </a:solidFill>
            <a:prstDash val="solid"/>
          </a:ln>
        </p:spPr>
      </p:sp>
      <p:sp>
        <p:nvSpPr>
          <p:cNvPr id="258" name="Shape 256"/>
          <p:cNvSpPr/>
          <p:nvPr/>
        </p:nvSpPr>
        <p:spPr>
          <a:xfrm>
            <a:off x="4727448" y="2350008"/>
            <a:ext cx="91" cy="16093"/>
          </a:xfrm>
          <a:prstGeom prst="line">
            <a:avLst/>
          </a:prstGeom>
          <a:noFill/>
          <a:ln w="12700">
            <a:solidFill>
              <a:srgbClr val="8C96A8"/>
            </a:solidFill>
            <a:prstDash val="solid"/>
          </a:ln>
        </p:spPr>
      </p:sp>
      <p:sp>
        <p:nvSpPr>
          <p:cNvPr id="259" name="Shape 257"/>
          <p:cNvSpPr/>
          <p:nvPr/>
        </p:nvSpPr>
        <p:spPr>
          <a:xfrm>
            <a:off x="4727448" y="2366101"/>
            <a:ext cx="41148" cy="28164"/>
          </a:xfrm>
          <a:prstGeom prst="line">
            <a:avLst/>
          </a:prstGeom>
          <a:noFill/>
          <a:ln w="12700">
            <a:solidFill>
              <a:srgbClr val="8C96A8"/>
            </a:solidFill>
            <a:prstDash val="solid"/>
          </a:ln>
        </p:spPr>
      </p:sp>
      <p:sp>
        <p:nvSpPr>
          <p:cNvPr id="260" name="Shape 258"/>
          <p:cNvSpPr/>
          <p:nvPr/>
        </p:nvSpPr>
        <p:spPr>
          <a:xfrm flipH="1">
            <a:off x="4686300" y="2394265"/>
            <a:ext cx="82296" cy="28164"/>
          </a:xfrm>
          <a:prstGeom prst="line">
            <a:avLst/>
          </a:prstGeom>
          <a:noFill/>
          <a:ln w="12700">
            <a:solidFill>
              <a:srgbClr val="8C96A8"/>
            </a:solidFill>
            <a:prstDash val="solid"/>
          </a:ln>
        </p:spPr>
      </p:sp>
      <p:sp>
        <p:nvSpPr>
          <p:cNvPr id="261" name="Shape 259"/>
          <p:cNvSpPr/>
          <p:nvPr/>
        </p:nvSpPr>
        <p:spPr>
          <a:xfrm>
            <a:off x="4686300" y="2422428"/>
            <a:ext cx="82296" cy="28164"/>
          </a:xfrm>
          <a:prstGeom prst="line">
            <a:avLst/>
          </a:prstGeom>
          <a:noFill/>
          <a:ln w="12700">
            <a:solidFill>
              <a:srgbClr val="8C96A8"/>
            </a:solidFill>
            <a:prstDash val="solid"/>
          </a:ln>
        </p:spPr>
      </p:sp>
      <p:sp>
        <p:nvSpPr>
          <p:cNvPr id="262" name="Shape 260"/>
          <p:cNvSpPr/>
          <p:nvPr/>
        </p:nvSpPr>
        <p:spPr>
          <a:xfrm flipH="1">
            <a:off x="4686300" y="2450592"/>
            <a:ext cx="82296" cy="28164"/>
          </a:xfrm>
          <a:prstGeom prst="line">
            <a:avLst/>
          </a:prstGeom>
          <a:noFill/>
          <a:ln w="12700">
            <a:solidFill>
              <a:srgbClr val="8C96A8"/>
            </a:solidFill>
            <a:prstDash val="solid"/>
          </a:ln>
        </p:spPr>
      </p:sp>
      <p:sp>
        <p:nvSpPr>
          <p:cNvPr id="263" name="Shape 261"/>
          <p:cNvSpPr/>
          <p:nvPr/>
        </p:nvSpPr>
        <p:spPr>
          <a:xfrm>
            <a:off x="4686300" y="2478756"/>
            <a:ext cx="82296" cy="28164"/>
          </a:xfrm>
          <a:prstGeom prst="line">
            <a:avLst/>
          </a:prstGeom>
          <a:noFill/>
          <a:ln w="12700">
            <a:solidFill>
              <a:srgbClr val="8C96A8"/>
            </a:solidFill>
            <a:prstDash val="solid"/>
          </a:ln>
        </p:spPr>
      </p:sp>
      <p:sp>
        <p:nvSpPr>
          <p:cNvPr id="264" name="Shape 262"/>
          <p:cNvSpPr/>
          <p:nvPr/>
        </p:nvSpPr>
        <p:spPr>
          <a:xfrm flipH="1">
            <a:off x="4727448" y="2506919"/>
            <a:ext cx="41148" cy="28164"/>
          </a:xfrm>
          <a:prstGeom prst="line">
            <a:avLst/>
          </a:prstGeom>
          <a:noFill/>
          <a:ln w="12700">
            <a:solidFill>
              <a:srgbClr val="8C96A8"/>
            </a:solidFill>
            <a:prstDash val="solid"/>
          </a:ln>
        </p:spPr>
      </p:sp>
      <p:sp>
        <p:nvSpPr>
          <p:cNvPr id="265" name="Shape 263"/>
          <p:cNvSpPr/>
          <p:nvPr/>
        </p:nvSpPr>
        <p:spPr>
          <a:xfrm>
            <a:off x="4727448" y="2535083"/>
            <a:ext cx="91" cy="16093"/>
          </a:xfrm>
          <a:prstGeom prst="line">
            <a:avLst/>
          </a:prstGeom>
          <a:noFill/>
          <a:ln w="12700">
            <a:solidFill>
              <a:srgbClr val="8C96A8"/>
            </a:solidFill>
            <a:prstDash val="solid"/>
          </a:ln>
        </p:spPr>
      </p:sp>
      <p:sp>
        <p:nvSpPr>
          <p:cNvPr id="266" name="Shape 264"/>
          <p:cNvSpPr/>
          <p:nvPr/>
        </p:nvSpPr>
        <p:spPr>
          <a:xfrm>
            <a:off x="5239512" y="2350008"/>
            <a:ext cx="91" cy="16093"/>
          </a:xfrm>
          <a:prstGeom prst="line">
            <a:avLst/>
          </a:prstGeom>
          <a:noFill/>
          <a:ln w="12700">
            <a:solidFill>
              <a:srgbClr val="8C96A8"/>
            </a:solidFill>
            <a:prstDash val="solid"/>
          </a:ln>
        </p:spPr>
      </p:sp>
      <p:sp>
        <p:nvSpPr>
          <p:cNvPr id="267" name="Shape 265"/>
          <p:cNvSpPr/>
          <p:nvPr/>
        </p:nvSpPr>
        <p:spPr>
          <a:xfrm>
            <a:off x="5239512" y="2366101"/>
            <a:ext cx="41148" cy="28164"/>
          </a:xfrm>
          <a:prstGeom prst="line">
            <a:avLst/>
          </a:prstGeom>
          <a:noFill/>
          <a:ln w="12700">
            <a:solidFill>
              <a:srgbClr val="8C96A8"/>
            </a:solidFill>
            <a:prstDash val="solid"/>
          </a:ln>
        </p:spPr>
      </p:sp>
      <p:sp>
        <p:nvSpPr>
          <p:cNvPr id="268" name="Shape 266"/>
          <p:cNvSpPr/>
          <p:nvPr/>
        </p:nvSpPr>
        <p:spPr>
          <a:xfrm flipH="1">
            <a:off x="5198364" y="2394265"/>
            <a:ext cx="82296" cy="28164"/>
          </a:xfrm>
          <a:prstGeom prst="line">
            <a:avLst/>
          </a:prstGeom>
          <a:noFill/>
          <a:ln w="12700">
            <a:solidFill>
              <a:srgbClr val="8C96A8"/>
            </a:solidFill>
            <a:prstDash val="solid"/>
          </a:ln>
        </p:spPr>
      </p:sp>
      <p:sp>
        <p:nvSpPr>
          <p:cNvPr id="269" name="Shape 267"/>
          <p:cNvSpPr/>
          <p:nvPr/>
        </p:nvSpPr>
        <p:spPr>
          <a:xfrm>
            <a:off x="5198364" y="2422428"/>
            <a:ext cx="82296" cy="28164"/>
          </a:xfrm>
          <a:prstGeom prst="line">
            <a:avLst/>
          </a:prstGeom>
          <a:noFill/>
          <a:ln w="12700">
            <a:solidFill>
              <a:srgbClr val="8C96A8"/>
            </a:solidFill>
            <a:prstDash val="solid"/>
          </a:ln>
        </p:spPr>
      </p:sp>
      <p:sp>
        <p:nvSpPr>
          <p:cNvPr id="270" name="Shape 268"/>
          <p:cNvSpPr/>
          <p:nvPr/>
        </p:nvSpPr>
        <p:spPr>
          <a:xfrm flipH="1">
            <a:off x="5198364" y="2450592"/>
            <a:ext cx="82296" cy="28164"/>
          </a:xfrm>
          <a:prstGeom prst="line">
            <a:avLst/>
          </a:prstGeom>
          <a:noFill/>
          <a:ln w="12700">
            <a:solidFill>
              <a:srgbClr val="8C96A8"/>
            </a:solidFill>
            <a:prstDash val="solid"/>
          </a:ln>
        </p:spPr>
      </p:sp>
      <p:sp>
        <p:nvSpPr>
          <p:cNvPr id="271" name="Shape 269"/>
          <p:cNvSpPr/>
          <p:nvPr/>
        </p:nvSpPr>
        <p:spPr>
          <a:xfrm>
            <a:off x="5198364" y="2478756"/>
            <a:ext cx="82296" cy="28164"/>
          </a:xfrm>
          <a:prstGeom prst="line">
            <a:avLst/>
          </a:prstGeom>
          <a:noFill/>
          <a:ln w="12700">
            <a:solidFill>
              <a:srgbClr val="8C96A8"/>
            </a:solidFill>
            <a:prstDash val="solid"/>
          </a:ln>
        </p:spPr>
      </p:sp>
      <p:sp>
        <p:nvSpPr>
          <p:cNvPr id="272" name="Shape 270"/>
          <p:cNvSpPr/>
          <p:nvPr/>
        </p:nvSpPr>
        <p:spPr>
          <a:xfrm flipH="1">
            <a:off x="5239512" y="2506919"/>
            <a:ext cx="41148" cy="28164"/>
          </a:xfrm>
          <a:prstGeom prst="line">
            <a:avLst/>
          </a:prstGeom>
          <a:noFill/>
          <a:ln w="12700">
            <a:solidFill>
              <a:srgbClr val="8C96A8"/>
            </a:solidFill>
            <a:prstDash val="solid"/>
          </a:ln>
        </p:spPr>
      </p:sp>
      <p:sp>
        <p:nvSpPr>
          <p:cNvPr id="273" name="Shape 271"/>
          <p:cNvSpPr/>
          <p:nvPr/>
        </p:nvSpPr>
        <p:spPr>
          <a:xfrm>
            <a:off x="5239512" y="2535083"/>
            <a:ext cx="91" cy="16093"/>
          </a:xfrm>
          <a:prstGeom prst="line">
            <a:avLst/>
          </a:prstGeom>
          <a:noFill/>
          <a:ln w="12700">
            <a:solidFill>
              <a:srgbClr val="8C96A8"/>
            </a:solidFill>
            <a:prstDash val="solid"/>
          </a:ln>
        </p:spPr>
      </p:sp>
      <p:sp>
        <p:nvSpPr>
          <p:cNvPr id="274" name="Shape 272"/>
          <p:cNvSpPr/>
          <p:nvPr/>
        </p:nvSpPr>
        <p:spPr>
          <a:xfrm>
            <a:off x="3794760" y="2642616"/>
            <a:ext cx="26335" cy="91"/>
          </a:xfrm>
          <a:prstGeom prst="line">
            <a:avLst/>
          </a:prstGeom>
          <a:noFill/>
          <a:ln w="12700">
            <a:solidFill>
              <a:srgbClr val="8C96A8"/>
            </a:solidFill>
            <a:prstDash val="solid"/>
          </a:ln>
        </p:spPr>
      </p:sp>
      <p:sp>
        <p:nvSpPr>
          <p:cNvPr id="275" name="Shape 273"/>
          <p:cNvSpPr/>
          <p:nvPr/>
        </p:nvSpPr>
        <p:spPr>
          <a:xfrm flipV="1">
            <a:off x="3821095" y="2601468"/>
            <a:ext cx="46086" cy="41148"/>
          </a:xfrm>
          <a:prstGeom prst="line">
            <a:avLst/>
          </a:prstGeom>
          <a:noFill/>
          <a:ln w="12700">
            <a:solidFill>
              <a:srgbClr val="8C96A8"/>
            </a:solidFill>
            <a:prstDash val="solid"/>
          </a:ln>
        </p:spPr>
      </p:sp>
      <p:sp>
        <p:nvSpPr>
          <p:cNvPr id="276" name="Shape 274"/>
          <p:cNvSpPr/>
          <p:nvPr/>
        </p:nvSpPr>
        <p:spPr>
          <a:xfrm>
            <a:off x="3867180" y="2601468"/>
            <a:ext cx="46086" cy="82296"/>
          </a:xfrm>
          <a:prstGeom prst="line">
            <a:avLst/>
          </a:prstGeom>
          <a:noFill/>
          <a:ln w="12700">
            <a:solidFill>
              <a:srgbClr val="8C96A8"/>
            </a:solidFill>
            <a:prstDash val="solid"/>
          </a:ln>
        </p:spPr>
      </p:sp>
      <p:sp>
        <p:nvSpPr>
          <p:cNvPr id="277" name="Shape 275"/>
          <p:cNvSpPr/>
          <p:nvPr/>
        </p:nvSpPr>
        <p:spPr>
          <a:xfrm flipV="1">
            <a:off x="3913266" y="2601468"/>
            <a:ext cx="46086" cy="82296"/>
          </a:xfrm>
          <a:prstGeom prst="line">
            <a:avLst/>
          </a:prstGeom>
          <a:noFill/>
          <a:ln w="12700">
            <a:solidFill>
              <a:srgbClr val="8C96A8"/>
            </a:solidFill>
            <a:prstDash val="solid"/>
          </a:ln>
        </p:spPr>
      </p:sp>
      <p:sp>
        <p:nvSpPr>
          <p:cNvPr id="278" name="Shape 276"/>
          <p:cNvSpPr/>
          <p:nvPr/>
        </p:nvSpPr>
        <p:spPr>
          <a:xfrm>
            <a:off x="3959352" y="2601468"/>
            <a:ext cx="46086" cy="82296"/>
          </a:xfrm>
          <a:prstGeom prst="line">
            <a:avLst/>
          </a:prstGeom>
          <a:noFill/>
          <a:ln w="12700">
            <a:solidFill>
              <a:srgbClr val="8C96A8"/>
            </a:solidFill>
            <a:prstDash val="solid"/>
          </a:ln>
        </p:spPr>
      </p:sp>
      <p:sp>
        <p:nvSpPr>
          <p:cNvPr id="279" name="Shape 277"/>
          <p:cNvSpPr/>
          <p:nvPr/>
        </p:nvSpPr>
        <p:spPr>
          <a:xfrm flipV="1">
            <a:off x="4005438" y="2601468"/>
            <a:ext cx="46086" cy="82296"/>
          </a:xfrm>
          <a:prstGeom prst="line">
            <a:avLst/>
          </a:prstGeom>
          <a:noFill/>
          <a:ln w="12700">
            <a:solidFill>
              <a:srgbClr val="8C96A8"/>
            </a:solidFill>
            <a:prstDash val="solid"/>
          </a:ln>
        </p:spPr>
      </p:sp>
      <p:sp>
        <p:nvSpPr>
          <p:cNvPr id="280" name="Shape 278"/>
          <p:cNvSpPr/>
          <p:nvPr/>
        </p:nvSpPr>
        <p:spPr>
          <a:xfrm>
            <a:off x="4051524" y="2601468"/>
            <a:ext cx="46086" cy="41148"/>
          </a:xfrm>
          <a:prstGeom prst="line">
            <a:avLst/>
          </a:prstGeom>
          <a:noFill/>
          <a:ln w="12700">
            <a:solidFill>
              <a:srgbClr val="8C96A8"/>
            </a:solidFill>
            <a:prstDash val="solid"/>
          </a:ln>
        </p:spPr>
      </p:sp>
      <p:sp>
        <p:nvSpPr>
          <p:cNvPr id="281" name="Shape 279"/>
          <p:cNvSpPr/>
          <p:nvPr/>
        </p:nvSpPr>
        <p:spPr>
          <a:xfrm>
            <a:off x="4097609" y="2642616"/>
            <a:ext cx="26335" cy="91"/>
          </a:xfrm>
          <a:prstGeom prst="line">
            <a:avLst/>
          </a:prstGeom>
          <a:noFill/>
          <a:ln w="12700">
            <a:solidFill>
              <a:srgbClr val="8C96A8"/>
            </a:solidFill>
            <a:prstDash val="solid"/>
          </a:ln>
        </p:spPr>
      </p:sp>
      <p:sp>
        <p:nvSpPr>
          <p:cNvPr id="282" name="Shape 280"/>
          <p:cNvSpPr/>
          <p:nvPr/>
        </p:nvSpPr>
        <p:spPr>
          <a:xfrm>
            <a:off x="4306824" y="2642616"/>
            <a:ext cx="26335" cy="91"/>
          </a:xfrm>
          <a:prstGeom prst="line">
            <a:avLst/>
          </a:prstGeom>
          <a:noFill/>
          <a:ln w="12700">
            <a:solidFill>
              <a:srgbClr val="8C96A8"/>
            </a:solidFill>
            <a:prstDash val="solid"/>
          </a:ln>
        </p:spPr>
      </p:sp>
      <p:sp>
        <p:nvSpPr>
          <p:cNvPr id="283" name="Shape 281"/>
          <p:cNvSpPr/>
          <p:nvPr/>
        </p:nvSpPr>
        <p:spPr>
          <a:xfrm flipV="1">
            <a:off x="4333159" y="2601468"/>
            <a:ext cx="46086" cy="41148"/>
          </a:xfrm>
          <a:prstGeom prst="line">
            <a:avLst/>
          </a:prstGeom>
          <a:noFill/>
          <a:ln w="12700">
            <a:solidFill>
              <a:srgbClr val="8C96A8"/>
            </a:solidFill>
            <a:prstDash val="solid"/>
          </a:ln>
        </p:spPr>
      </p:sp>
      <p:sp>
        <p:nvSpPr>
          <p:cNvPr id="284" name="Shape 282"/>
          <p:cNvSpPr/>
          <p:nvPr/>
        </p:nvSpPr>
        <p:spPr>
          <a:xfrm>
            <a:off x="4379244" y="2601468"/>
            <a:ext cx="46086" cy="82296"/>
          </a:xfrm>
          <a:prstGeom prst="line">
            <a:avLst/>
          </a:prstGeom>
          <a:noFill/>
          <a:ln w="12700">
            <a:solidFill>
              <a:srgbClr val="8C96A8"/>
            </a:solidFill>
            <a:prstDash val="solid"/>
          </a:ln>
        </p:spPr>
      </p:sp>
      <p:sp>
        <p:nvSpPr>
          <p:cNvPr id="285" name="Shape 283"/>
          <p:cNvSpPr/>
          <p:nvPr/>
        </p:nvSpPr>
        <p:spPr>
          <a:xfrm flipV="1">
            <a:off x="4425330" y="2601468"/>
            <a:ext cx="46086" cy="82296"/>
          </a:xfrm>
          <a:prstGeom prst="line">
            <a:avLst/>
          </a:prstGeom>
          <a:noFill/>
          <a:ln w="12700">
            <a:solidFill>
              <a:srgbClr val="8C96A8"/>
            </a:solidFill>
            <a:prstDash val="solid"/>
          </a:ln>
        </p:spPr>
      </p:sp>
      <p:sp>
        <p:nvSpPr>
          <p:cNvPr id="286" name="Shape 284"/>
          <p:cNvSpPr/>
          <p:nvPr/>
        </p:nvSpPr>
        <p:spPr>
          <a:xfrm>
            <a:off x="4471416" y="2601468"/>
            <a:ext cx="46086" cy="82296"/>
          </a:xfrm>
          <a:prstGeom prst="line">
            <a:avLst/>
          </a:prstGeom>
          <a:noFill/>
          <a:ln w="12700">
            <a:solidFill>
              <a:srgbClr val="8C96A8"/>
            </a:solidFill>
            <a:prstDash val="solid"/>
          </a:ln>
        </p:spPr>
      </p:sp>
      <p:sp>
        <p:nvSpPr>
          <p:cNvPr id="287" name="Shape 285"/>
          <p:cNvSpPr/>
          <p:nvPr/>
        </p:nvSpPr>
        <p:spPr>
          <a:xfrm flipV="1">
            <a:off x="4517502" y="2601468"/>
            <a:ext cx="46086" cy="82296"/>
          </a:xfrm>
          <a:prstGeom prst="line">
            <a:avLst/>
          </a:prstGeom>
          <a:noFill/>
          <a:ln w="12700">
            <a:solidFill>
              <a:srgbClr val="8C96A8"/>
            </a:solidFill>
            <a:prstDash val="solid"/>
          </a:ln>
        </p:spPr>
      </p:sp>
      <p:sp>
        <p:nvSpPr>
          <p:cNvPr id="288" name="Shape 286"/>
          <p:cNvSpPr/>
          <p:nvPr/>
        </p:nvSpPr>
        <p:spPr>
          <a:xfrm>
            <a:off x="4563588" y="2601468"/>
            <a:ext cx="46086" cy="41148"/>
          </a:xfrm>
          <a:prstGeom prst="line">
            <a:avLst/>
          </a:prstGeom>
          <a:noFill/>
          <a:ln w="12700">
            <a:solidFill>
              <a:srgbClr val="8C96A8"/>
            </a:solidFill>
            <a:prstDash val="solid"/>
          </a:ln>
        </p:spPr>
      </p:sp>
      <p:sp>
        <p:nvSpPr>
          <p:cNvPr id="289" name="Shape 287"/>
          <p:cNvSpPr/>
          <p:nvPr/>
        </p:nvSpPr>
        <p:spPr>
          <a:xfrm>
            <a:off x="4609673" y="2642616"/>
            <a:ext cx="26335" cy="91"/>
          </a:xfrm>
          <a:prstGeom prst="line">
            <a:avLst/>
          </a:prstGeom>
          <a:noFill/>
          <a:ln w="12700">
            <a:solidFill>
              <a:srgbClr val="8C96A8"/>
            </a:solidFill>
            <a:prstDash val="solid"/>
          </a:ln>
        </p:spPr>
      </p:sp>
      <p:sp>
        <p:nvSpPr>
          <p:cNvPr id="290" name="Shape 288"/>
          <p:cNvSpPr/>
          <p:nvPr/>
        </p:nvSpPr>
        <p:spPr>
          <a:xfrm>
            <a:off x="4818888" y="2642616"/>
            <a:ext cx="26335" cy="91"/>
          </a:xfrm>
          <a:prstGeom prst="line">
            <a:avLst/>
          </a:prstGeom>
          <a:noFill/>
          <a:ln w="12700">
            <a:solidFill>
              <a:srgbClr val="8C96A8"/>
            </a:solidFill>
            <a:prstDash val="solid"/>
          </a:ln>
        </p:spPr>
      </p:sp>
      <p:sp>
        <p:nvSpPr>
          <p:cNvPr id="291" name="Shape 289"/>
          <p:cNvSpPr/>
          <p:nvPr/>
        </p:nvSpPr>
        <p:spPr>
          <a:xfrm flipV="1">
            <a:off x="4845223" y="2601468"/>
            <a:ext cx="46086" cy="41148"/>
          </a:xfrm>
          <a:prstGeom prst="line">
            <a:avLst/>
          </a:prstGeom>
          <a:noFill/>
          <a:ln w="12700">
            <a:solidFill>
              <a:srgbClr val="8C96A8"/>
            </a:solidFill>
            <a:prstDash val="solid"/>
          </a:ln>
        </p:spPr>
      </p:sp>
      <p:sp>
        <p:nvSpPr>
          <p:cNvPr id="292" name="Shape 290"/>
          <p:cNvSpPr/>
          <p:nvPr/>
        </p:nvSpPr>
        <p:spPr>
          <a:xfrm>
            <a:off x="4891308" y="2601468"/>
            <a:ext cx="46086" cy="82296"/>
          </a:xfrm>
          <a:prstGeom prst="line">
            <a:avLst/>
          </a:prstGeom>
          <a:noFill/>
          <a:ln w="12700">
            <a:solidFill>
              <a:srgbClr val="8C96A8"/>
            </a:solidFill>
            <a:prstDash val="solid"/>
          </a:ln>
        </p:spPr>
      </p:sp>
      <p:sp>
        <p:nvSpPr>
          <p:cNvPr id="293" name="Shape 291"/>
          <p:cNvSpPr/>
          <p:nvPr/>
        </p:nvSpPr>
        <p:spPr>
          <a:xfrm flipV="1">
            <a:off x="4937394" y="2601468"/>
            <a:ext cx="46086" cy="82296"/>
          </a:xfrm>
          <a:prstGeom prst="line">
            <a:avLst/>
          </a:prstGeom>
          <a:noFill/>
          <a:ln w="12700">
            <a:solidFill>
              <a:srgbClr val="8C96A8"/>
            </a:solidFill>
            <a:prstDash val="solid"/>
          </a:ln>
        </p:spPr>
      </p:sp>
      <p:sp>
        <p:nvSpPr>
          <p:cNvPr id="294" name="Shape 292"/>
          <p:cNvSpPr/>
          <p:nvPr/>
        </p:nvSpPr>
        <p:spPr>
          <a:xfrm>
            <a:off x="4983480" y="2601468"/>
            <a:ext cx="46086" cy="82296"/>
          </a:xfrm>
          <a:prstGeom prst="line">
            <a:avLst/>
          </a:prstGeom>
          <a:noFill/>
          <a:ln w="12700">
            <a:solidFill>
              <a:srgbClr val="8C96A8"/>
            </a:solidFill>
            <a:prstDash val="solid"/>
          </a:ln>
        </p:spPr>
      </p:sp>
      <p:sp>
        <p:nvSpPr>
          <p:cNvPr id="295" name="Shape 293"/>
          <p:cNvSpPr/>
          <p:nvPr/>
        </p:nvSpPr>
        <p:spPr>
          <a:xfrm flipV="1">
            <a:off x="5029566" y="2601468"/>
            <a:ext cx="46086" cy="82296"/>
          </a:xfrm>
          <a:prstGeom prst="line">
            <a:avLst/>
          </a:prstGeom>
          <a:noFill/>
          <a:ln w="12700">
            <a:solidFill>
              <a:srgbClr val="8C96A8"/>
            </a:solidFill>
            <a:prstDash val="solid"/>
          </a:ln>
        </p:spPr>
      </p:sp>
      <p:sp>
        <p:nvSpPr>
          <p:cNvPr id="296" name="Shape 294"/>
          <p:cNvSpPr/>
          <p:nvPr/>
        </p:nvSpPr>
        <p:spPr>
          <a:xfrm>
            <a:off x="5075652" y="2601468"/>
            <a:ext cx="46086" cy="41148"/>
          </a:xfrm>
          <a:prstGeom prst="line">
            <a:avLst/>
          </a:prstGeom>
          <a:noFill/>
          <a:ln w="12700">
            <a:solidFill>
              <a:srgbClr val="8C96A8"/>
            </a:solidFill>
            <a:prstDash val="solid"/>
          </a:ln>
        </p:spPr>
      </p:sp>
      <p:sp>
        <p:nvSpPr>
          <p:cNvPr id="297" name="Shape 295"/>
          <p:cNvSpPr/>
          <p:nvPr/>
        </p:nvSpPr>
        <p:spPr>
          <a:xfrm>
            <a:off x="5121737" y="2642616"/>
            <a:ext cx="26335" cy="91"/>
          </a:xfrm>
          <a:prstGeom prst="line">
            <a:avLst/>
          </a:prstGeom>
          <a:noFill/>
          <a:ln w="12700">
            <a:solidFill>
              <a:srgbClr val="8C96A8"/>
            </a:solidFill>
            <a:prstDash val="solid"/>
          </a:ln>
        </p:spPr>
      </p:sp>
      <p:sp>
        <p:nvSpPr>
          <p:cNvPr id="298" name="Shape 296"/>
          <p:cNvSpPr/>
          <p:nvPr/>
        </p:nvSpPr>
        <p:spPr>
          <a:xfrm>
            <a:off x="3611880" y="1783080"/>
            <a:ext cx="182880" cy="182880"/>
          </a:xfrm>
          <a:prstGeom prst="ellipse">
            <a:avLst/>
          </a:prstGeom>
          <a:solidFill>
            <a:srgbClr val="5B7FD6"/>
          </a:solidFill>
          <a:ln w="9525">
            <a:solidFill>
              <a:srgbClr val="2E4A9A"/>
            </a:solidFill>
            <a:prstDash val="solid"/>
          </a:ln>
        </p:spPr>
      </p:sp>
      <p:sp>
        <p:nvSpPr>
          <p:cNvPr id="299" name="Shape 297"/>
          <p:cNvSpPr/>
          <p:nvPr/>
        </p:nvSpPr>
        <p:spPr>
          <a:xfrm>
            <a:off x="4123944" y="1783080"/>
            <a:ext cx="182880" cy="182880"/>
          </a:xfrm>
          <a:prstGeom prst="ellipse">
            <a:avLst/>
          </a:prstGeom>
          <a:solidFill>
            <a:srgbClr val="5B7FD6"/>
          </a:solidFill>
          <a:ln w="9525">
            <a:solidFill>
              <a:srgbClr val="2E4A9A"/>
            </a:solidFill>
            <a:prstDash val="solid"/>
          </a:ln>
        </p:spPr>
      </p:sp>
      <p:sp>
        <p:nvSpPr>
          <p:cNvPr id="300" name="Shape 298"/>
          <p:cNvSpPr/>
          <p:nvPr/>
        </p:nvSpPr>
        <p:spPr>
          <a:xfrm>
            <a:off x="4636008" y="1783080"/>
            <a:ext cx="182880" cy="182880"/>
          </a:xfrm>
          <a:prstGeom prst="ellipse">
            <a:avLst/>
          </a:prstGeom>
          <a:solidFill>
            <a:srgbClr val="5B7FD6"/>
          </a:solidFill>
          <a:ln w="9525">
            <a:solidFill>
              <a:srgbClr val="2E4A9A"/>
            </a:solidFill>
            <a:prstDash val="solid"/>
          </a:ln>
        </p:spPr>
      </p:sp>
      <p:sp>
        <p:nvSpPr>
          <p:cNvPr id="301" name="Shape 299"/>
          <p:cNvSpPr/>
          <p:nvPr/>
        </p:nvSpPr>
        <p:spPr>
          <a:xfrm>
            <a:off x="5148072" y="1783080"/>
            <a:ext cx="182880" cy="182880"/>
          </a:xfrm>
          <a:prstGeom prst="ellipse">
            <a:avLst/>
          </a:prstGeom>
          <a:solidFill>
            <a:srgbClr val="5B7FD6"/>
          </a:solidFill>
          <a:ln w="9525">
            <a:solidFill>
              <a:srgbClr val="2E4A9A"/>
            </a:solidFill>
            <a:prstDash val="solid"/>
          </a:ln>
        </p:spPr>
      </p:sp>
      <p:sp>
        <p:nvSpPr>
          <p:cNvPr id="302" name="Shape 300"/>
          <p:cNvSpPr/>
          <p:nvPr/>
        </p:nvSpPr>
        <p:spPr>
          <a:xfrm>
            <a:off x="3611880" y="2167128"/>
            <a:ext cx="182880" cy="182880"/>
          </a:xfrm>
          <a:prstGeom prst="ellipse">
            <a:avLst/>
          </a:prstGeom>
          <a:solidFill>
            <a:srgbClr val="5B7FD6"/>
          </a:solidFill>
          <a:ln w="9525">
            <a:solidFill>
              <a:srgbClr val="2E4A9A"/>
            </a:solidFill>
            <a:prstDash val="solid"/>
          </a:ln>
        </p:spPr>
      </p:sp>
      <p:sp>
        <p:nvSpPr>
          <p:cNvPr id="303" name="Shape 301"/>
          <p:cNvSpPr/>
          <p:nvPr/>
        </p:nvSpPr>
        <p:spPr>
          <a:xfrm>
            <a:off x="4123944" y="2167128"/>
            <a:ext cx="182880" cy="182880"/>
          </a:xfrm>
          <a:prstGeom prst="ellipse">
            <a:avLst/>
          </a:prstGeom>
          <a:solidFill>
            <a:srgbClr val="5B7FD6"/>
          </a:solidFill>
          <a:ln w="9525">
            <a:solidFill>
              <a:srgbClr val="2E4A9A"/>
            </a:solidFill>
            <a:prstDash val="solid"/>
          </a:ln>
        </p:spPr>
      </p:sp>
      <p:sp>
        <p:nvSpPr>
          <p:cNvPr id="304" name="Shape 302"/>
          <p:cNvSpPr/>
          <p:nvPr/>
        </p:nvSpPr>
        <p:spPr>
          <a:xfrm>
            <a:off x="4636008" y="2167128"/>
            <a:ext cx="182880" cy="182880"/>
          </a:xfrm>
          <a:prstGeom prst="ellipse">
            <a:avLst/>
          </a:prstGeom>
          <a:solidFill>
            <a:srgbClr val="5B7FD6"/>
          </a:solidFill>
          <a:ln w="9525">
            <a:solidFill>
              <a:srgbClr val="2E4A9A"/>
            </a:solidFill>
            <a:prstDash val="solid"/>
          </a:ln>
        </p:spPr>
      </p:sp>
      <p:sp>
        <p:nvSpPr>
          <p:cNvPr id="305" name="Shape 303"/>
          <p:cNvSpPr/>
          <p:nvPr/>
        </p:nvSpPr>
        <p:spPr>
          <a:xfrm>
            <a:off x="5148072" y="2167128"/>
            <a:ext cx="182880" cy="182880"/>
          </a:xfrm>
          <a:prstGeom prst="ellipse">
            <a:avLst/>
          </a:prstGeom>
          <a:solidFill>
            <a:srgbClr val="5B7FD6"/>
          </a:solidFill>
          <a:ln w="9525">
            <a:solidFill>
              <a:srgbClr val="2E4A9A"/>
            </a:solidFill>
            <a:prstDash val="solid"/>
          </a:ln>
        </p:spPr>
      </p:sp>
      <p:sp>
        <p:nvSpPr>
          <p:cNvPr id="306" name="Shape 304"/>
          <p:cNvSpPr/>
          <p:nvPr/>
        </p:nvSpPr>
        <p:spPr>
          <a:xfrm>
            <a:off x="3611880" y="2551176"/>
            <a:ext cx="182880" cy="182880"/>
          </a:xfrm>
          <a:prstGeom prst="ellipse">
            <a:avLst/>
          </a:prstGeom>
          <a:solidFill>
            <a:srgbClr val="5B7FD6"/>
          </a:solidFill>
          <a:ln w="9525">
            <a:solidFill>
              <a:srgbClr val="2E4A9A"/>
            </a:solidFill>
            <a:prstDash val="solid"/>
          </a:ln>
        </p:spPr>
      </p:sp>
      <p:sp>
        <p:nvSpPr>
          <p:cNvPr id="307" name="Shape 305"/>
          <p:cNvSpPr/>
          <p:nvPr/>
        </p:nvSpPr>
        <p:spPr>
          <a:xfrm>
            <a:off x="4123944" y="2551176"/>
            <a:ext cx="182880" cy="182880"/>
          </a:xfrm>
          <a:prstGeom prst="ellipse">
            <a:avLst/>
          </a:prstGeom>
          <a:solidFill>
            <a:srgbClr val="5B7FD6"/>
          </a:solidFill>
          <a:ln w="9525">
            <a:solidFill>
              <a:srgbClr val="2E4A9A"/>
            </a:solidFill>
            <a:prstDash val="solid"/>
          </a:ln>
        </p:spPr>
      </p:sp>
      <p:sp>
        <p:nvSpPr>
          <p:cNvPr id="308" name="Shape 306"/>
          <p:cNvSpPr/>
          <p:nvPr/>
        </p:nvSpPr>
        <p:spPr>
          <a:xfrm>
            <a:off x="4636008" y="2551176"/>
            <a:ext cx="182880" cy="182880"/>
          </a:xfrm>
          <a:prstGeom prst="ellipse">
            <a:avLst/>
          </a:prstGeom>
          <a:solidFill>
            <a:srgbClr val="5B7FD6"/>
          </a:solidFill>
          <a:ln w="9525">
            <a:solidFill>
              <a:srgbClr val="2E4A9A"/>
            </a:solidFill>
            <a:prstDash val="solid"/>
          </a:ln>
        </p:spPr>
      </p:sp>
      <p:sp>
        <p:nvSpPr>
          <p:cNvPr id="309" name="Shape 307"/>
          <p:cNvSpPr/>
          <p:nvPr/>
        </p:nvSpPr>
        <p:spPr>
          <a:xfrm>
            <a:off x="5148072" y="2551176"/>
            <a:ext cx="182880" cy="182880"/>
          </a:xfrm>
          <a:prstGeom prst="ellipse">
            <a:avLst/>
          </a:prstGeom>
          <a:solidFill>
            <a:srgbClr val="5B7FD6"/>
          </a:solidFill>
          <a:ln w="9525">
            <a:solidFill>
              <a:srgbClr val="2E4A9A"/>
            </a:solidFill>
            <a:prstDash val="solid"/>
          </a:ln>
        </p:spPr>
      </p:sp>
      <p:sp>
        <p:nvSpPr>
          <p:cNvPr id="310" name="Shape 308"/>
          <p:cNvSpPr/>
          <p:nvPr/>
        </p:nvSpPr>
        <p:spPr>
          <a:xfrm flipH="1">
            <a:off x="3319272" y="2258568"/>
            <a:ext cx="274320" cy="91"/>
          </a:xfrm>
          <a:prstGeom prst="line">
            <a:avLst/>
          </a:prstGeom>
          <a:noFill/>
          <a:ln w="31750">
            <a:solidFill>
              <a:srgbClr val="C8414C"/>
            </a:solidFill>
            <a:prstDash val="solid"/>
            <a:tailEnd type="triangle"/>
          </a:ln>
        </p:spPr>
      </p:sp>
      <p:sp>
        <p:nvSpPr>
          <p:cNvPr id="311" name="Shape 309"/>
          <p:cNvSpPr/>
          <p:nvPr/>
        </p:nvSpPr>
        <p:spPr>
          <a:xfrm>
            <a:off x="5349240" y="2258568"/>
            <a:ext cx="274320" cy="91"/>
          </a:xfrm>
          <a:prstGeom prst="line">
            <a:avLst/>
          </a:prstGeom>
          <a:noFill/>
          <a:ln w="31750">
            <a:solidFill>
              <a:srgbClr val="C8414C"/>
            </a:solidFill>
            <a:prstDash val="solid"/>
            <a:tailEnd type="triangle"/>
          </a:ln>
        </p:spPr>
      </p:sp>
      <p:sp>
        <p:nvSpPr>
          <p:cNvPr id="312" name="Text 310"/>
          <p:cNvSpPr/>
          <p:nvPr/>
        </p:nvSpPr>
        <p:spPr>
          <a:xfrm>
            <a:off x="3337560" y="2971800"/>
            <a:ext cx="2423160" cy="256032"/>
          </a:xfrm>
          <a:prstGeom prst="rect">
            <a:avLst/>
          </a:prstGeom>
          <a:noFill/>
          <a:ln/>
        </p:spPr>
        <p:txBody>
          <a:bodyPr wrap="square" lIns="0" tIns="0" rIns="0" bIns="0" rtlCol="0" anchor="ctr"/>
          <a:lstStyle/>
          <a:p>
            <a:pPr algn="ctr" indent="0" marL="0">
              <a:buNone/>
            </a:pPr>
            <a:r>
              <a:rPr lang="en-US" sz="1000" i="1" dirty="0">
                <a:solidFill>
                  <a:srgbClr val="C8414C"/>
                </a:solidFill>
                <a:latin typeface="Calibri" pitchFamily="34" charset="0"/>
                <a:ea typeface="Calibri" pitchFamily="34" charset="-122"/>
                <a:cs typeface="Calibri" pitchFamily="34" charset="-120"/>
              </a:rPr>
              <a:t>further apart: attraction pulls back</a:t>
            </a:r>
            <a:endParaRPr lang="en-US" sz="1000" dirty="0"/>
          </a:p>
        </p:txBody>
      </p:sp>
      <p:sp>
        <p:nvSpPr>
          <p:cNvPr id="313" name="Shape 311"/>
          <p:cNvSpPr/>
          <p:nvPr/>
        </p:nvSpPr>
        <p:spPr>
          <a:xfrm>
            <a:off x="594360" y="3429000"/>
            <a:ext cx="2514600" cy="1920240"/>
          </a:xfrm>
          <a:prstGeom prst="roundRect">
            <a:avLst>
              <a:gd name="adj" fmla="val 2381"/>
            </a:avLst>
          </a:prstGeom>
          <a:solidFill>
            <a:srgbClr val="FFFFFF"/>
          </a:solidFill>
          <a:ln w="12700">
            <a:solidFill>
              <a:srgbClr val="D5DCEB"/>
            </a:solidFill>
            <a:prstDash val="solid"/>
          </a:ln>
        </p:spPr>
      </p:sp>
      <p:sp>
        <p:nvSpPr>
          <p:cNvPr id="314" name="Text 312"/>
          <p:cNvSpPr/>
          <p:nvPr/>
        </p:nvSpPr>
        <p:spPr>
          <a:xfrm>
            <a:off x="594360" y="3465576"/>
            <a:ext cx="251460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C  Compressed</a:t>
            </a:r>
            <a:endParaRPr lang="en-US" sz="1100" dirty="0"/>
          </a:p>
        </p:txBody>
      </p:sp>
      <p:sp>
        <p:nvSpPr>
          <p:cNvPr id="315" name="Shape 313"/>
          <p:cNvSpPr/>
          <p:nvPr/>
        </p:nvSpPr>
        <p:spPr>
          <a:xfrm>
            <a:off x="1344168" y="3977640"/>
            <a:ext cx="9876" cy="91"/>
          </a:xfrm>
          <a:prstGeom prst="line">
            <a:avLst/>
          </a:prstGeom>
          <a:noFill/>
          <a:ln w="12700">
            <a:solidFill>
              <a:srgbClr val="8C96A8"/>
            </a:solidFill>
            <a:prstDash val="solid"/>
          </a:ln>
        </p:spPr>
      </p:sp>
      <p:sp>
        <p:nvSpPr>
          <p:cNvPr id="316" name="Shape 314"/>
          <p:cNvSpPr/>
          <p:nvPr/>
        </p:nvSpPr>
        <p:spPr>
          <a:xfrm flipV="1">
            <a:off x="1354044" y="3936492"/>
            <a:ext cx="17282" cy="41148"/>
          </a:xfrm>
          <a:prstGeom prst="line">
            <a:avLst/>
          </a:prstGeom>
          <a:noFill/>
          <a:ln w="12700">
            <a:solidFill>
              <a:srgbClr val="8C96A8"/>
            </a:solidFill>
            <a:prstDash val="solid"/>
          </a:ln>
        </p:spPr>
      </p:sp>
      <p:sp>
        <p:nvSpPr>
          <p:cNvPr id="317" name="Shape 315"/>
          <p:cNvSpPr/>
          <p:nvPr/>
        </p:nvSpPr>
        <p:spPr>
          <a:xfrm>
            <a:off x="1371326" y="3936492"/>
            <a:ext cx="17282" cy="82296"/>
          </a:xfrm>
          <a:prstGeom prst="line">
            <a:avLst/>
          </a:prstGeom>
          <a:noFill/>
          <a:ln w="12700">
            <a:solidFill>
              <a:srgbClr val="8C96A8"/>
            </a:solidFill>
            <a:prstDash val="solid"/>
          </a:ln>
        </p:spPr>
      </p:sp>
      <p:sp>
        <p:nvSpPr>
          <p:cNvPr id="318" name="Shape 316"/>
          <p:cNvSpPr/>
          <p:nvPr/>
        </p:nvSpPr>
        <p:spPr>
          <a:xfrm flipV="1">
            <a:off x="1388608" y="3936492"/>
            <a:ext cx="17282" cy="82296"/>
          </a:xfrm>
          <a:prstGeom prst="line">
            <a:avLst/>
          </a:prstGeom>
          <a:noFill/>
          <a:ln w="12700">
            <a:solidFill>
              <a:srgbClr val="8C96A8"/>
            </a:solidFill>
            <a:prstDash val="solid"/>
          </a:ln>
        </p:spPr>
      </p:sp>
      <p:sp>
        <p:nvSpPr>
          <p:cNvPr id="319" name="Shape 317"/>
          <p:cNvSpPr/>
          <p:nvPr/>
        </p:nvSpPr>
        <p:spPr>
          <a:xfrm>
            <a:off x="1405890" y="3936492"/>
            <a:ext cx="17282" cy="82296"/>
          </a:xfrm>
          <a:prstGeom prst="line">
            <a:avLst/>
          </a:prstGeom>
          <a:noFill/>
          <a:ln w="12700">
            <a:solidFill>
              <a:srgbClr val="8C96A8"/>
            </a:solidFill>
            <a:prstDash val="solid"/>
          </a:ln>
        </p:spPr>
      </p:sp>
      <p:sp>
        <p:nvSpPr>
          <p:cNvPr id="320" name="Shape 318"/>
          <p:cNvSpPr/>
          <p:nvPr/>
        </p:nvSpPr>
        <p:spPr>
          <a:xfrm flipV="1">
            <a:off x="1423172" y="3936492"/>
            <a:ext cx="17282" cy="82296"/>
          </a:xfrm>
          <a:prstGeom prst="line">
            <a:avLst/>
          </a:prstGeom>
          <a:noFill/>
          <a:ln w="12700">
            <a:solidFill>
              <a:srgbClr val="8C96A8"/>
            </a:solidFill>
            <a:prstDash val="solid"/>
          </a:ln>
        </p:spPr>
      </p:sp>
      <p:sp>
        <p:nvSpPr>
          <p:cNvPr id="321" name="Shape 319"/>
          <p:cNvSpPr/>
          <p:nvPr/>
        </p:nvSpPr>
        <p:spPr>
          <a:xfrm>
            <a:off x="1440454" y="3936492"/>
            <a:ext cx="17282" cy="41148"/>
          </a:xfrm>
          <a:prstGeom prst="line">
            <a:avLst/>
          </a:prstGeom>
          <a:noFill/>
          <a:ln w="12700">
            <a:solidFill>
              <a:srgbClr val="8C96A8"/>
            </a:solidFill>
            <a:prstDash val="solid"/>
          </a:ln>
        </p:spPr>
      </p:sp>
      <p:sp>
        <p:nvSpPr>
          <p:cNvPr id="322" name="Shape 320"/>
          <p:cNvSpPr/>
          <p:nvPr/>
        </p:nvSpPr>
        <p:spPr>
          <a:xfrm>
            <a:off x="1457736" y="3977640"/>
            <a:ext cx="9876" cy="91"/>
          </a:xfrm>
          <a:prstGeom prst="line">
            <a:avLst/>
          </a:prstGeom>
          <a:noFill/>
          <a:ln w="12700">
            <a:solidFill>
              <a:srgbClr val="8C96A8"/>
            </a:solidFill>
            <a:prstDash val="solid"/>
          </a:ln>
        </p:spPr>
      </p:sp>
      <p:sp>
        <p:nvSpPr>
          <p:cNvPr id="323" name="Shape 321"/>
          <p:cNvSpPr/>
          <p:nvPr/>
        </p:nvSpPr>
        <p:spPr>
          <a:xfrm>
            <a:off x="1252728" y="4069080"/>
            <a:ext cx="91" cy="16093"/>
          </a:xfrm>
          <a:prstGeom prst="line">
            <a:avLst/>
          </a:prstGeom>
          <a:noFill/>
          <a:ln w="12700">
            <a:solidFill>
              <a:srgbClr val="8C96A8"/>
            </a:solidFill>
            <a:prstDash val="solid"/>
          </a:ln>
        </p:spPr>
      </p:sp>
      <p:sp>
        <p:nvSpPr>
          <p:cNvPr id="324" name="Shape 322"/>
          <p:cNvSpPr/>
          <p:nvPr/>
        </p:nvSpPr>
        <p:spPr>
          <a:xfrm>
            <a:off x="1252728" y="4085173"/>
            <a:ext cx="41148" cy="28164"/>
          </a:xfrm>
          <a:prstGeom prst="line">
            <a:avLst/>
          </a:prstGeom>
          <a:noFill/>
          <a:ln w="12700">
            <a:solidFill>
              <a:srgbClr val="8C96A8"/>
            </a:solidFill>
            <a:prstDash val="solid"/>
          </a:ln>
        </p:spPr>
      </p:sp>
      <p:sp>
        <p:nvSpPr>
          <p:cNvPr id="325" name="Shape 323"/>
          <p:cNvSpPr/>
          <p:nvPr/>
        </p:nvSpPr>
        <p:spPr>
          <a:xfrm flipH="1">
            <a:off x="1211580" y="4113337"/>
            <a:ext cx="82296" cy="28164"/>
          </a:xfrm>
          <a:prstGeom prst="line">
            <a:avLst/>
          </a:prstGeom>
          <a:noFill/>
          <a:ln w="12700">
            <a:solidFill>
              <a:srgbClr val="8C96A8"/>
            </a:solidFill>
            <a:prstDash val="solid"/>
          </a:ln>
        </p:spPr>
      </p:sp>
      <p:sp>
        <p:nvSpPr>
          <p:cNvPr id="326" name="Shape 324"/>
          <p:cNvSpPr/>
          <p:nvPr/>
        </p:nvSpPr>
        <p:spPr>
          <a:xfrm>
            <a:off x="1211580" y="4141500"/>
            <a:ext cx="82296" cy="28164"/>
          </a:xfrm>
          <a:prstGeom prst="line">
            <a:avLst/>
          </a:prstGeom>
          <a:noFill/>
          <a:ln w="12700">
            <a:solidFill>
              <a:srgbClr val="8C96A8"/>
            </a:solidFill>
            <a:prstDash val="solid"/>
          </a:ln>
        </p:spPr>
      </p:sp>
      <p:sp>
        <p:nvSpPr>
          <p:cNvPr id="327" name="Shape 325"/>
          <p:cNvSpPr/>
          <p:nvPr/>
        </p:nvSpPr>
        <p:spPr>
          <a:xfrm flipH="1">
            <a:off x="1211580" y="4169664"/>
            <a:ext cx="82296" cy="28164"/>
          </a:xfrm>
          <a:prstGeom prst="line">
            <a:avLst/>
          </a:prstGeom>
          <a:noFill/>
          <a:ln w="12700">
            <a:solidFill>
              <a:srgbClr val="8C96A8"/>
            </a:solidFill>
            <a:prstDash val="solid"/>
          </a:ln>
        </p:spPr>
      </p:sp>
      <p:sp>
        <p:nvSpPr>
          <p:cNvPr id="328" name="Shape 326"/>
          <p:cNvSpPr/>
          <p:nvPr/>
        </p:nvSpPr>
        <p:spPr>
          <a:xfrm>
            <a:off x="1211580" y="4197828"/>
            <a:ext cx="82296" cy="28164"/>
          </a:xfrm>
          <a:prstGeom prst="line">
            <a:avLst/>
          </a:prstGeom>
          <a:noFill/>
          <a:ln w="12700">
            <a:solidFill>
              <a:srgbClr val="8C96A8"/>
            </a:solidFill>
            <a:prstDash val="solid"/>
          </a:ln>
        </p:spPr>
      </p:sp>
      <p:sp>
        <p:nvSpPr>
          <p:cNvPr id="329" name="Shape 327"/>
          <p:cNvSpPr/>
          <p:nvPr/>
        </p:nvSpPr>
        <p:spPr>
          <a:xfrm flipH="1">
            <a:off x="1252728" y="4225991"/>
            <a:ext cx="41148" cy="28164"/>
          </a:xfrm>
          <a:prstGeom prst="line">
            <a:avLst/>
          </a:prstGeom>
          <a:noFill/>
          <a:ln w="12700">
            <a:solidFill>
              <a:srgbClr val="8C96A8"/>
            </a:solidFill>
            <a:prstDash val="solid"/>
          </a:ln>
        </p:spPr>
      </p:sp>
      <p:sp>
        <p:nvSpPr>
          <p:cNvPr id="330" name="Shape 328"/>
          <p:cNvSpPr/>
          <p:nvPr/>
        </p:nvSpPr>
        <p:spPr>
          <a:xfrm>
            <a:off x="1252728" y="4254155"/>
            <a:ext cx="91" cy="16093"/>
          </a:xfrm>
          <a:prstGeom prst="line">
            <a:avLst/>
          </a:prstGeom>
          <a:noFill/>
          <a:ln w="12700">
            <a:solidFill>
              <a:srgbClr val="8C96A8"/>
            </a:solidFill>
            <a:prstDash val="solid"/>
          </a:ln>
        </p:spPr>
      </p:sp>
      <p:sp>
        <p:nvSpPr>
          <p:cNvPr id="331" name="Shape 329"/>
          <p:cNvSpPr/>
          <p:nvPr/>
        </p:nvSpPr>
        <p:spPr>
          <a:xfrm>
            <a:off x="1650492" y="3977640"/>
            <a:ext cx="9876" cy="91"/>
          </a:xfrm>
          <a:prstGeom prst="line">
            <a:avLst/>
          </a:prstGeom>
          <a:noFill/>
          <a:ln w="12700">
            <a:solidFill>
              <a:srgbClr val="8C96A8"/>
            </a:solidFill>
            <a:prstDash val="solid"/>
          </a:ln>
        </p:spPr>
      </p:sp>
      <p:sp>
        <p:nvSpPr>
          <p:cNvPr id="332" name="Shape 330"/>
          <p:cNvSpPr/>
          <p:nvPr/>
        </p:nvSpPr>
        <p:spPr>
          <a:xfrm flipV="1">
            <a:off x="1660368" y="3936492"/>
            <a:ext cx="17282" cy="41148"/>
          </a:xfrm>
          <a:prstGeom prst="line">
            <a:avLst/>
          </a:prstGeom>
          <a:noFill/>
          <a:ln w="12700">
            <a:solidFill>
              <a:srgbClr val="8C96A8"/>
            </a:solidFill>
            <a:prstDash val="solid"/>
          </a:ln>
        </p:spPr>
      </p:sp>
      <p:sp>
        <p:nvSpPr>
          <p:cNvPr id="333" name="Shape 331"/>
          <p:cNvSpPr/>
          <p:nvPr/>
        </p:nvSpPr>
        <p:spPr>
          <a:xfrm>
            <a:off x="1677650" y="3936492"/>
            <a:ext cx="17282" cy="82296"/>
          </a:xfrm>
          <a:prstGeom prst="line">
            <a:avLst/>
          </a:prstGeom>
          <a:noFill/>
          <a:ln w="12700">
            <a:solidFill>
              <a:srgbClr val="8C96A8"/>
            </a:solidFill>
            <a:prstDash val="solid"/>
          </a:ln>
        </p:spPr>
      </p:sp>
      <p:sp>
        <p:nvSpPr>
          <p:cNvPr id="334" name="Shape 332"/>
          <p:cNvSpPr/>
          <p:nvPr/>
        </p:nvSpPr>
        <p:spPr>
          <a:xfrm flipV="1">
            <a:off x="1694932" y="3936492"/>
            <a:ext cx="17282" cy="82296"/>
          </a:xfrm>
          <a:prstGeom prst="line">
            <a:avLst/>
          </a:prstGeom>
          <a:noFill/>
          <a:ln w="12700">
            <a:solidFill>
              <a:srgbClr val="8C96A8"/>
            </a:solidFill>
            <a:prstDash val="solid"/>
          </a:ln>
        </p:spPr>
      </p:sp>
      <p:sp>
        <p:nvSpPr>
          <p:cNvPr id="335" name="Shape 333"/>
          <p:cNvSpPr/>
          <p:nvPr/>
        </p:nvSpPr>
        <p:spPr>
          <a:xfrm>
            <a:off x="1712214" y="3936492"/>
            <a:ext cx="17282" cy="82296"/>
          </a:xfrm>
          <a:prstGeom prst="line">
            <a:avLst/>
          </a:prstGeom>
          <a:noFill/>
          <a:ln w="12700">
            <a:solidFill>
              <a:srgbClr val="8C96A8"/>
            </a:solidFill>
            <a:prstDash val="solid"/>
          </a:ln>
        </p:spPr>
      </p:sp>
      <p:sp>
        <p:nvSpPr>
          <p:cNvPr id="336" name="Shape 334"/>
          <p:cNvSpPr/>
          <p:nvPr/>
        </p:nvSpPr>
        <p:spPr>
          <a:xfrm flipV="1">
            <a:off x="1729496" y="3936492"/>
            <a:ext cx="17282" cy="82296"/>
          </a:xfrm>
          <a:prstGeom prst="line">
            <a:avLst/>
          </a:prstGeom>
          <a:noFill/>
          <a:ln w="12700">
            <a:solidFill>
              <a:srgbClr val="8C96A8"/>
            </a:solidFill>
            <a:prstDash val="solid"/>
          </a:ln>
        </p:spPr>
      </p:sp>
      <p:sp>
        <p:nvSpPr>
          <p:cNvPr id="337" name="Shape 335"/>
          <p:cNvSpPr/>
          <p:nvPr/>
        </p:nvSpPr>
        <p:spPr>
          <a:xfrm>
            <a:off x="1746778" y="3936492"/>
            <a:ext cx="17282" cy="41148"/>
          </a:xfrm>
          <a:prstGeom prst="line">
            <a:avLst/>
          </a:prstGeom>
          <a:noFill/>
          <a:ln w="12700">
            <a:solidFill>
              <a:srgbClr val="8C96A8"/>
            </a:solidFill>
            <a:prstDash val="solid"/>
          </a:ln>
        </p:spPr>
      </p:sp>
      <p:sp>
        <p:nvSpPr>
          <p:cNvPr id="338" name="Shape 336"/>
          <p:cNvSpPr/>
          <p:nvPr/>
        </p:nvSpPr>
        <p:spPr>
          <a:xfrm>
            <a:off x="1764060" y="3977640"/>
            <a:ext cx="9876" cy="91"/>
          </a:xfrm>
          <a:prstGeom prst="line">
            <a:avLst/>
          </a:prstGeom>
          <a:noFill/>
          <a:ln w="12700">
            <a:solidFill>
              <a:srgbClr val="8C96A8"/>
            </a:solidFill>
            <a:prstDash val="solid"/>
          </a:ln>
        </p:spPr>
      </p:sp>
      <p:sp>
        <p:nvSpPr>
          <p:cNvPr id="339" name="Shape 337"/>
          <p:cNvSpPr/>
          <p:nvPr/>
        </p:nvSpPr>
        <p:spPr>
          <a:xfrm>
            <a:off x="1559052" y="4069080"/>
            <a:ext cx="91" cy="16093"/>
          </a:xfrm>
          <a:prstGeom prst="line">
            <a:avLst/>
          </a:prstGeom>
          <a:noFill/>
          <a:ln w="12700">
            <a:solidFill>
              <a:srgbClr val="8C96A8"/>
            </a:solidFill>
            <a:prstDash val="solid"/>
          </a:ln>
        </p:spPr>
      </p:sp>
      <p:sp>
        <p:nvSpPr>
          <p:cNvPr id="340" name="Shape 338"/>
          <p:cNvSpPr/>
          <p:nvPr/>
        </p:nvSpPr>
        <p:spPr>
          <a:xfrm>
            <a:off x="1559052" y="4085173"/>
            <a:ext cx="41148" cy="28164"/>
          </a:xfrm>
          <a:prstGeom prst="line">
            <a:avLst/>
          </a:prstGeom>
          <a:noFill/>
          <a:ln w="12700">
            <a:solidFill>
              <a:srgbClr val="8C96A8"/>
            </a:solidFill>
            <a:prstDash val="solid"/>
          </a:ln>
        </p:spPr>
      </p:sp>
      <p:sp>
        <p:nvSpPr>
          <p:cNvPr id="341" name="Shape 339"/>
          <p:cNvSpPr/>
          <p:nvPr/>
        </p:nvSpPr>
        <p:spPr>
          <a:xfrm flipH="1">
            <a:off x="1517904" y="4113337"/>
            <a:ext cx="82296" cy="28164"/>
          </a:xfrm>
          <a:prstGeom prst="line">
            <a:avLst/>
          </a:prstGeom>
          <a:noFill/>
          <a:ln w="12700">
            <a:solidFill>
              <a:srgbClr val="8C96A8"/>
            </a:solidFill>
            <a:prstDash val="solid"/>
          </a:ln>
        </p:spPr>
      </p:sp>
      <p:sp>
        <p:nvSpPr>
          <p:cNvPr id="342" name="Shape 340"/>
          <p:cNvSpPr/>
          <p:nvPr/>
        </p:nvSpPr>
        <p:spPr>
          <a:xfrm>
            <a:off x="1517904" y="4141500"/>
            <a:ext cx="82296" cy="28164"/>
          </a:xfrm>
          <a:prstGeom prst="line">
            <a:avLst/>
          </a:prstGeom>
          <a:noFill/>
          <a:ln w="12700">
            <a:solidFill>
              <a:srgbClr val="8C96A8"/>
            </a:solidFill>
            <a:prstDash val="solid"/>
          </a:ln>
        </p:spPr>
      </p:sp>
      <p:sp>
        <p:nvSpPr>
          <p:cNvPr id="343" name="Shape 341"/>
          <p:cNvSpPr/>
          <p:nvPr/>
        </p:nvSpPr>
        <p:spPr>
          <a:xfrm flipH="1">
            <a:off x="1517904" y="4169664"/>
            <a:ext cx="82296" cy="28164"/>
          </a:xfrm>
          <a:prstGeom prst="line">
            <a:avLst/>
          </a:prstGeom>
          <a:noFill/>
          <a:ln w="12700">
            <a:solidFill>
              <a:srgbClr val="8C96A8"/>
            </a:solidFill>
            <a:prstDash val="solid"/>
          </a:ln>
        </p:spPr>
      </p:sp>
      <p:sp>
        <p:nvSpPr>
          <p:cNvPr id="344" name="Shape 342"/>
          <p:cNvSpPr/>
          <p:nvPr/>
        </p:nvSpPr>
        <p:spPr>
          <a:xfrm>
            <a:off x="1517904" y="4197828"/>
            <a:ext cx="82296" cy="28164"/>
          </a:xfrm>
          <a:prstGeom prst="line">
            <a:avLst/>
          </a:prstGeom>
          <a:noFill/>
          <a:ln w="12700">
            <a:solidFill>
              <a:srgbClr val="8C96A8"/>
            </a:solidFill>
            <a:prstDash val="solid"/>
          </a:ln>
        </p:spPr>
      </p:sp>
      <p:sp>
        <p:nvSpPr>
          <p:cNvPr id="345" name="Shape 343"/>
          <p:cNvSpPr/>
          <p:nvPr/>
        </p:nvSpPr>
        <p:spPr>
          <a:xfrm flipH="1">
            <a:off x="1559052" y="4225991"/>
            <a:ext cx="41148" cy="28164"/>
          </a:xfrm>
          <a:prstGeom prst="line">
            <a:avLst/>
          </a:prstGeom>
          <a:noFill/>
          <a:ln w="12700">
            <a:solidFill>
              <a:srgbClr val="8C96A8"/>
            </a:solidFill>
            <a:prstDash val="solid"/>
          </a:ln>
        </p:spPr>
      </p:sp>
      <p:sp>
        <p:nvSpPr>
          <p:cNvPr id="346" name="Shape 344"/>
          <p:cNvSpPr/>
          <p:nvPr/>
        </p:nvSpPr>
        <p:spPr>
          <a:xfrm>
            <a:off x="1559052" y="4254155"/>
            <a:ext cx="91" cy="16093"/>
          </a:xfrm>
          <a:prstGeom prst="line">
            <a:avLst/>
          </a:prstGeom>
          <a:noFill/>
          <a:ln w="12700">
            <a:solidFill>
              <a:srgbClr val="8C96A8"/>
            </a:solidFill>
            <a:prstDash val="solid"/>
          </a:ln>
        </p:spPr>
      </p:sp>
      <p:sp>
        <p:nvSpPr>
          <p:cNvPr id="347" name="Shape 345"/>
          <p:cNvSpPr/>
          <p:nvPr/>
        </p:nvSpPr>
        <p:spPr>
          <a:xfrm>
            <a:off x="1956816" y="3977640"/>
            <a:ext cx="9876" cy="91"/>
          </a:xfrm>
          <a:prstGeom prst="line">
            <a:avLst/>
          </a:prstGeom>
          <a:noFill/>
          <a:ln w="12700">
            <a:solidFill>
              <a:srgbClr val="8C96A8"/>
            </a:solidFill>
            <a:prstDash val="solid"/>
          </a:ln>
        </p:spPr>
      </p:sp>
      <p:sp>
        <p:nvSpPr>
          <p:cNvPr id="348" name="Shape 346"/>
          <p:cNvSpPr/>
          <p:nvPr/>
        </p:nvSpPr>
        <p:spPr>
          <a:xfrm flipV="1">
            <a:off x="1966692" y="3936492"/>
            <a:ext cx="17282" cy="41148"/>
          </a:xfrm>
          <a:prstGeom prst="line">
            <a:avLst/>
          </a:prstGeom>
          <a:noFill/>
          <a:ln w="12700">
            <a:solidFill>
              <a:srgbClr val="8C96A8"/>
            </a:solidFill>
            <a:prstDash val="solid"/>
          </a:ln>
        </p:spPr>
      </p:sp>
      <p:sp>
        <p:nvSpPr>
          <p:cNvPr id="349" name="Shape 347"/>
          <p:cNvSpPr/>
          <p:nvPr/>
        </p:nvSpPr>
        <p:spPr>
          <a:xfrm>
            <a:off x="1983974" y="3936492"/>
            <a:ext cx="17282" cy="82296"/>
          </a:xfrm>
          <a:prstGeom prst="line">
            <a:avLst/>
          </a:prstGeom>
          <a:noFill/>
          <a:ln w="12700">
            <a:solidFill>
              <a:srgbClr val="8C96A8"/>
            </a:solidFill>
            <a:prstDash val="solid"/>
          </a:ln>
        </p:spPr>
      </p:sp>
      <p:sp>
        <p:nvSpPr>
          <p:cNvPr id="350" name="Shape 348"/>
          <p:cNvSpPr/>
          <p:nvPr/>
        </p:nvSpPr>
        <p:spPr>
          <a:xfrm flipV="1">
            <a:off x="2001256" y="3936492"/>
            <a:ext cx="17282" cy="82296"/>
          </a:xfrm>
          <a:prstGeom prst="line">
            <a:avLst/>
          </a:prstGeom>
          <a:noFill/>
          <a:ln w="12700">
            <a:solidFill>
              <a:srgbClr val="8C96A8"/>
            </a:solidFill>
            <a:prstDash val="solid"/>
          </a:ln>
        </p:spPr>
      </p:sp>
      <p:sp>
        <p:nvSpPr>
          <p:cNvPr id="351" name="Shape 349"/>
          <p:cNvSpPr/>
          <p:nvPr/>
        </p:nvSpPr>
        <p:spPr>
          <a:xfrm>
            <a:off x="2018538" y="3936492"/>
            <a:ext cx="17282" cy="82296"/>
          </a:xfrm>
          <a:prstGeom prst="line">
            <a:avLst/>
          </a:prstGeom>
          <a:noFill/>
          <a:ln w="12700">
            <a:solidFill>
              <a:srgbClr val="8C96A8"/>
            </a:solidFill>
            <a:prstDash val="solid"/>
          </a:ln>
        </p:spPr>
      </p:sp>
      <p:sp>
        <p:nvSpPr>
          <p:cNvPr id="352" name="Shape 350"/>
          <p:cNvSpPr/>
          <p:nvPr/>
        </p:nvSpPr>
        <p:spPr>
          <a:xfrm flipV="1">
            <a:off x="2035820" y="3936492"/>
            <a:ext cx="17282" cy="82296"/>
          </a:xfrm>
          <a:prstGeom prst="line">
            <a:avLst/>
          </a:prstGeom>
          <a:noFill/>
          <a:ln w="12700">
            <a:solidFill>
              <a:srgbClr val="8C96A8"/>
            </a:solidFill>
            <a:prstDash val="solid"/>
          </a:ln>
        </p:spPr>
      </p:sp>
      <p:sp>
        <p:nvSpPr>
          <p:cNvPr id="353" name="Shape 351"/>
          <p:cNvSpPr/>
          <p:nvPr/>
        </p:nvSpPr>
        <p:spPr>
          <a:xfrm>
            <a:off x="2053102" y="3936492"/>
            <a:ext cx="17282" cy="41148"/>
          </a:xfrm>
          <a:prstGeom prst="line">
            <a:avLst/>
          </a:prstGeom>
          <a:noFill/>
          <a:ln w="12700">
            <a:solidFill>
              <a:srgbClr val="8C96A8"/>
            </a:solidFill>
            <a:prstDash val="solid"/>
          </a:ln>
        </p:spPr>
      </p:sp>
      <p:sp>
        <p:nvSpPr>
          <p:cNvPr id="354" name="Shape 352"/>
          <p:cNvSpPr/>
          <p:nvPr/>
        </p:nvSpPr>
        <p:spPr>
          <a:xfrm>
            <a:off x="2070384" y="3977640"/>
            <a:ext cx="9876" cy="91"/>
          </a:xfrm>
          <a:prstGeom prst="line">
            <a:avLst/>
          </a:prstGeom>
          <a:noFill/>
          <a:ln w="12700">
            <a:solidFill>
              <a:srgbClr val="8C96A8"/>
            </a:solidFill>
            <a:prstDash val="solid"/>
          </a:ln>
        </p:spPr>
      </p:sp>
      <p:sp>
        <p:nvSpPr>
          <p:cNvPr id="355" name="Shape 353"/>
          <p:cNvSpPr/>
          <p:nvPr/>
        </p:nvSpPr>
        <p:spPr>
          <a:xfrm>
            <a:off x="1865376" y="4069080"/>
            <a:ext cx="91" cy="16093"/>
          </a:xfrm>
          <a:prstGeom prst="line">
            <a:avLst/>
          </a:prstGeom>
          <a:noFill/>
          <a:ln w="12700">
            <a:solidFill>
              <a:srgbClr val="8C96A8"/>
            </a:solidFill>
            <a:prstDash val="solid"/>
          </a:ln>
        </p:spPr>
      </p:sp>
      <p:sp>
        <p:nvSpPr>
          <p:cNvPr id="356" name="Shape 354"/>
          <p:cNvSpPr/>
          <p:nvPr/>
        </p:nvSpPr>
        <p:spPr>
          <a:xfrm>
            <a:off x="1865376" y="4085173"/>
            <a:ext cx="41148" cy="28164"/>
          </a:xfrm>
          <a:prstGeom prst="line">
            <a:avLst/>
          </a:prstGeom>
          <a:noFill/>
          <a:ln w="12700">
            <a:solidFill>
              <a:srgbClr val="8C96A8"/>
            </a:solidFill>
            <a:prstDash val="solid"/>
          </a:ln>
        </p:spPr>
      </p:sp>
      <p:sp>
        <p:nvSpPr>
          <p:cNvPr id="357" name="Shape 355"/>
          <p:cNvSpPr/>
          <p:nvPr/>
        </p:nvSpPr>
        <p:spPr>
          <a:xfrm flipH="1">
            <a:off x="1824228" y="4113337"/>
            <a:ext cx="82296" cy="28164"/>
          </a:xfrm>
          <a:prstGeom prst="line">
            <a:avLst/>
          </a:prstGeom>
          <a:noFill/>
          <a:ln w="12700">
            <a:solidFill>
              <a:srgbClr val="8C96A8"/>
            </a:solidFill>
            <a:prstDash val="solid"/>
          </a:ln>
        </p:spPr>
      </p:sp>
      <p:sp>
        <p:nvSpPr>
          <p:cNvPr id="358" name="Shape 356"/>
          <p:cNvSpPr/>
          <p:nvPr/>
        </p:nvSpPr>
        <p:spPr>
          <a:xfrm>
            <a:off x="1824228" y="4141500"/>
            <a:ext cx="82296" cy="28164"/>
          </a:xfrm>
          <a:prstGeom prst="line">
            <a:avLst/>
          </a:prstGeom>
          <a:noFill/>
          <a:ln w="12700">
            <a:solidFill>
              <a:srgbClr val="8C96A8"/>
            </a:solidFill>
            <a:prstDash val="solid"/>
          </a:ln>
        </p:spPr>
      </p:sp>
      <p:sp>
        <p:nvSpPr>
          <p:cNvPr id="359" name="Shape 357"/>
          <p:cNvSpPr/>
          <p:nvPr/>
        </p:nvSpPr>
        <p:spPr>
          <a:xfrm flipH="1">
            <a:off x="1824228" y="4169664"/>
            <a:ext cx="82296" cy="28164"/>
          </a:xfrm>
          <a:prstGeom prst="line">
            <a:avLst/>
          </a:prstGeom>
          <a:noFill/>
          <a:ln w="12700">
            <a:solidFill>
              <a:srgbClr val="8C96A8"/>
            </a:solidFill>
            <a:prstDash val="solid"/>
          </a:ln>
        </p:spPr>
      </p:sp>
      <p:sp>
        <p:nvSpPr>
          <p:cNvPr id="360" name="Shape 358"/>
          <p:cNvSpPr/>
          <p:nvPr/>
        </p:nvSpPr>
        <p:spPr>
          <a:xfrm>
            <a:off x="1824228" y="4197828"/>
            <a:ext cx="82296" cy="28164"/>
          </a:xfrm>
          <a:prstGeom prst="line">
            <a:avLst/>
          </a:prstGeom>
          <a:noFill/>
          <a:ln w="12700">
            <a:solidFill>
              <a:srgbClr val="8C96A8"/>
            </a:solidFill>
            <a:prstDash val="solid"/>
          </a:ln>
        </p:spPr>
      </p:sp>
      <p:sp>
        <p:nvSpPr>
          <p:cNvPr id="361" name="Shape 359"/>
          <p:cNvSpPr/>
          <p:nvPr/>
        </p:nvSpPr>
        <p:spPr>
          <a:xfrm flipH="1">
            <a:off x="1865376" y="4225991"/>
            <a:ext cx="41148" cy="28164"/>
          </a:xfrm>
          <a:prstGeom prst="line">
            <a:avLst/>
          </a:prstGeom>
          <a:noFill/>
          <a:ln w="12700">
            <a:solidFill>
              <a:srgbClr val="8C96A8"/>
            </a:solidFill>
            <a:prstDash val="solid"/>
          </a:ln>
        </p:spPr>
      </p:sp>
      <p:sp>
        <p:nvSpPr>
          <p:cNvPr id="362" name="Shape 360"/>
          <p:cNvSpPr/>
          <p:nvPr/>
        </p:nvSpPr>
        <p:spPr>
          <a:xfrm>
            <a:off x="1865376" y="4254155"/>
            <a:ext cx="91" cy="16093"/>
          </a:xfrm>
          <a:prstGeom prst="line">
            <a:avLst/>
          </a:prstGeom>
          <a:noFill/>
          <a:ln w="12700">
            <a:solidFill>
              <a:srgbClr val="8C96A8"/>
            </a:solidFill>
            <a:prstDash val="solid"/>
          </a:ln>
        </p:spPr>
      </p:sp>
      <p:sp>
        <p:nvSpPr>
          <p:cNvPr id="363" name="Shape 361"/>
          <p:cNvSpPr/>
          <p:nvPr/>
        </p:nvSpPr>
        <p:spPr>
          <a:xfrm>
            <a:off x="2171700" y="4069080"/>
            <a:ext cx="91" cy="16093"/>
          </a:xfrm>
          <a:prstGeom prst="line">
            <a:avLst/>
          </a:prstGeom>
          <a:noFill/>
          <a:ln w="12700">
            <a:solidFill>
              <a:srgbClr val="8C96A8"/>
            </a:solidFill>
            <a:prstDash val="solid"/>
          </a:ln>
        </p:spPr>
      </p:sp>
      <p:sp>
        <p:nvSpPr>
          <p:cNvPr id="364" name="Shape 362"/>
          <p:cNvSpPr/>
          <p:nvPr/>
        </p:nvSpPr>
        <p:spPr>
          <a:xfrm>
            <a:off x="2171700" y="4085173"/>
            <a:ext cx="41148" cy="28164"/>
          </a:xfrm>
          <a:prstGeom prst="line">
            <a:avLst/>
          </a:prstGeom>
          <a:noFill/>
          <a:ln w="12700">
            <a:solidFill>
              <a:srgbClr val="8C96A8"/>
            </a:solidFill>
            <a:prstDash val="solid"/>
          </a:ln>
        </p:spPr>
      </p:sp>
      <p:sp>
        <p:nvSpPr>
          <p:cNvPr id="365" name="Shape 363"/>
          <p:cNvSpPr/>
          <p:nvPr/>
        </p:nvSpPr>
        <p:spPr>
          <a:xfrm flipH="1">
            <a:off x="2130552" y="4113337"/>
            <a:ext cx="82296" cy="28164"/>
          </a:xfrm>
          <a:prstGeom prst="line">
            <a:avLst/>
          </a:prstGeom>
          <a:noFill/>
          <a:ln w="12700">
            <a:solidFill>
              <a:srgbClr val="8C96A8"/>
            </a:solidFill>
            <a:prstDash val="solid"/>
          </a:ln>
        </p:spPr>
      </p:sp>
      <p:sp>
        <p:nvSpPr>
          <p:cNvPr id="366" name="Shape 364"/>
          <p:cNvSpPr/>
          <p:nvPr/>
        </p:nvSpPr>
        <p:spPr>
          <a:xfrm>
            <a:off x="2130552" y="4141500"/>
            <a:ext cx="82296" cy="28164"/>
          </a:xfrm>
          <a:prstGeom prst="line">
            <a:avLst/>
          </a:prstGeom>
          <a:noFill/>
          <a:ln w="12700">
            <a:solidFill>
              <a:srgbClr val="8C96A8"/>
            </a:solidFill>
            <a:prstDash val="solid"/>
          </a:ln>
        </p:spPr>
      </p:sp>
      <p:sp>
        <p:nvSpPr>
          <p:cNvPr id="367" name="Shape 365"/>
          <p:cNvSpPr/>
          <p:nvPr/>
        </p:nvSpPr>
        <p:spPr>
          <a:xfrm flipH="1">
            <a:off x="2130552" y="4169664"/>
            <a:ext cx="82296" cy="28164"/>
          </a:xfrm>
          <a:prstGeom prst="line">
            <a:avLst/>
          </a:prstGeom>
          <a:noFill/>
          <a:ln w="12700">
            <a:solidFill>
              <a:srgbClr val="8C96A8"/>
            </a:solidFill>
            <a:prstDash val="solid"/>
          </a:ln>
        </p:spPr>
      </p:sp>
      <p:sp>
        <p:nvSpPr>
          <p:cNvPr id="368" name="Shape 366"/>
          <p:cNvSpPr/>
          <p:nvPr/>
        </p:nvSpPr>
        <p:spPr>
          <a:xfrm>
            <a:off x="2130552" y="4197828"/>
            <a:ext cx="82296" cy="28164"/>
          </a:xfrm>
          <a:prstGeom prst="line">
            <a:avLst/>
          </a:prstGeom>
          <a:noFill/>
          <a:ln w="12700">
            <a:solidFill>
              <a:srgbClr val="8C96A8"/>
            </a:solidFill>
            <a:prstDash val="solid"/>
          </a:ln>
        </p:spPr>
      </p:sp>
      <p:sp>
        <p:nvSpPr>
          <p:cNvPr id="369" name="Shape 367"/>
          <p:cNvSpPr/>
          <p:nvPr/>
        </p:nvSpPr>
        <p:spPr>
          <a:xfrm flipH="1">
            <a:off x="2171700" y="4225991"/>
            <a:ext cx="41148" cy="28164"/>
          </a:xfrm>
          <a:prstGeom prst="line">
            <a:avLst/>
          </a:prstGeom>
          <a:noFill/>
          <a:ln w="12700">
            <a:solidFill>
              <a:srgbClr val="8C96A8"/>
            </a:solidFill>
            <a:prstDash val="solid"/>
          </a:ln>
        </p:spPr>
      </p:sp>
      <p:sp>
        <p:nvSpPr>
          <p:cNvPr id="370" name="Shape 368"/>
          <p:cNvSpPr/>
          <p:nvPr/>
        </p:nvSpPr>
        <p:spPr>
          <a:xfrm>
            <a:off x="2171700" y="4254155"/>
            <a:ext cx="91" cy="16093"/>
          </a:xfrm>
          <a:prstGeom prst="line">
            <a:avLst/>
          </a:prstGeom>
          <a:noFill/>
          <a:ln w="12700">
            <a:solidFill>
              <a:srgbClr val="8C96A8"/>
            </a:solidFill>
            <a:prstDash val="solid"/>
          </a:ln>
        </p:spPr>
      </p:sp>
      <p:sp>
        <p:nvSpPr>
          <p:cNvPr id="371" name="Shape 369"/>
          <p:cNvSpPr/>
          <p:nvPr/>
        </p:nvSpPr>
        <p:spPr>
          <a:xfrm>
            <a:off x="1344168" y="4361688"/>
            <a:ext cx="9876" cy="91"/>
          </a:xfrm>
          <a:prstGeom prst="line">
            <a:avLst/>
          </a:prstGeom>
          <a:noFill/>
          <a:ln w="12700">
            <a:solidFill>
              <a:srgbClr val="8C96A8"/>
            </a:solidFill>
            <a:prstDash val="solid"/>
          </a:ln>
        </p:spPr>
      </p:sp>
      <p:sp>
        <p:nvSpPr>
          <p:cNvPr id="372" name="Shape 370"/>
          <p:cNvSpPr/>
          <p:nvPr/>
        </p:nvSpPr>
        <p:spPr>
          <a:xfrm flipV="1">
            <a:off x="1354044" y="4320540"/>
            <a:ext cx="17282" cy="41148"/>
          </a:xfrm>
          <a:prstGeom prst="line">
            <a:avLst/>
          </a:prstGeom>
          <a:noFill/>
          <a:ln w="12700">
            <a:solidFill>
              <a:srgbClr val="8C96A8"/>
            </a:solidFill>
            <a:prstDash val="solid"/>
          </a:ln>
        </p:spPr>
      </p:sp>
      <p:sp>
        <p:nvSpPr>
          <p:cNvPr id="373" name="Shape 371"/>
          <p:cNvSpPr/>
          <p:nvPr/>
        </p:nvSpPr>
        <p:spPr>
          <a:xfrm>
            <a:off x="1371326" y="4320540"/>
            <a:ext cx="17282" cy="82296"/>
          </a:xfrm>
          <a:prstGeom prst="line">
            <a:avLst/>
          </a:prstGeom>
          <a:noFill/>
          <a:ln w="12700">
            <a:solidFill>
              <a:srgbClr val="8C96A8"/>
            </a:solidFill>
            <a:prstDash val="solid"/>
          </a:ln>
        </p:spPr>
      </p:sp>
      <p:sp>
        <p:nvSpPr>
          <p:cNvPr id="374" name="Shape 372"/>
          <p:cNvSpPr/>
          <p:nvPr/>
        </p:nvSpPr>
        <p:spPr>
          <a:xfrm flipV="1">
            <a:off x="1388608" y="4320540"/>
            <a:ext cx="17282" cy="82296"/>
          </a:xfrm>
          <a:prstGeom prst="line">
            <a:avLst/>
          </a:prstGeom>
          <a:noFill/>
          <a:ln w="12700">
            <a:solidFill>
              <a:srgbClr val="8C96A8"/>
            </a:solidFill>
            <a:prstDash val="solid"/>
          </a:ln>
        </p:spPr>
      </p:sp>
      <p:sp>
        <p:nvSpPr>
          <p:cNvPr id="375" name="Shape 373"/>
          <p:cNvSpPr/>
          <p:nvPr/>
        </p:nvSpPr>
        <p:spPr>
          <a:xfrm>
            <a:off x="1405890" y="4320540"/>
            <a:ext cx="17282" cy="82296"/>
          </a:xfrm>
          <a:prstGeom prst="line">
            <a:avLst/>
          </a:prstGeom>
          <a:noFill/>
          <a:ln w="12700">
            <a:solidFill>
              <a:srgbClr val="8C96A8"/>
            </a:solidFill>
            <a:prstDash val="solid"/>
          </a:ln>
        </p:spPr>
      </p:sp>
      <p:sp>
        <p:nvSpPr>
          <p:cNvPr id="376" name="Shape 374"/>
          <p:cNvSpPr/>
          <p:nvPr/>
        </p:nvSpPr>
        <p:spPr>
          <a:xfrm flipV="1">
            <a:off x="1423172" y="4320540"/>
            <a:ext cx="17282" cy="82296"/>
          </a:xfrm>
          <a:prstGeom prst="line">
            <a:avLst/>
          </a:prstGeom>
          <a:noFill/>
          <a:ln w="12700">
            <a:solidFill>
              <a:srgbClr val="8C96A8"/>
            </a:solidFill>
            <a:prstDash val="solid"/>
          </a:ln>
        </p:spPr>
      </p:sp>
      <p:sp>
        <p:nvSpPr>
          <p:cNvPr id="377" name="Shape 375"/>
          <p:cNvSpPr/>
          <p:nvPr/>
        </p:nvSpPr>
        <p:spPr>
          <a:xfrm>
            <a:off x="1440454" y="4320540"/>
            <a:ext cx="17282" cy="41148"/>
          </a:xfrm>
          <a:prstGeom prst="line">
            <a:avLst/>
          </a:prstGeom>
          <a:noFill/>
          <a:ln w="12700">
            <a:solidFill>
              <a:srgbClr val="8C96A8"/>
            </a:solidFill>
            <a:prstDash val="solid"/>
          </a:ln>
        </p:spPr>
      </p:sp>
      <p:sp>
        <p:nvSpPr>
          <p:cNvPr id="378" name="Shape 376"/>
          <p:cNvSpPr/>
          <p:nvPr/>
        </p:nvSpPr>
        <p:spPr>
          <a:xfrm>
            <a:off x="1457736" y="4361688"/>
            <a:ext cx="9876" cy="91"/>
          </a:xfrm>
          <a:prstGeom prst="line">
            <a:avLst/>
          </a:prstGeom>
          <a:noFill/>
          <a:ln w="12700">
            <a:solidFill>
              <a:srgbClr val="8C96A8"/>
            </a:solidFill>
            <a:prstDash val="solid"/>
          </a:ln>
        </p:spPr>
      </p:sp>
      <p:sp>
        <p:nvSpPr>
          <p:cNvPr id="379" name="Shape 377"/>
          <p:cNvSpPr/>
          <p:nvPr/>
        </p:nvSpPr>
        <p:spPr>
          <a:xfrm>
            <a:off x="1252728" y="4453128"/>
            <a:ext cx="91" cy="16093"/>
          </a:xfrm>
          <a:prstGeom prst="line">
            <a:avLst/>
          </a:prstGeom>
          <a:noFill/>
          <a:ln w="12700">
            <a:solidFill>
              <a:srgbClr val="8C96A8"/>
            </a:solidFill>
            <a:prstDash val="solid"/>
          </a:ln>
        </p:spPr>
      </p:sp>
      <p:sp>
        <p:nvSpPr>
          <p:cNvPr id="380" name="Shape 378"/>
          <p:cNvSpPr/>
          <p:nvPr/>
        </p:nvSpPr>
        <p:spPr>
          <a:xfrm>
            <a:off x="1252728" y="4469221"/>
            <a:ext cx="41148" cy="28164"/>
          </a:xfrm>
          <a:prstGeom prst="line">
            <a:avLst/>
          </a:prstGeom>
          <a:noFill/>
          <a:ln w="12700">
            <a:solidFill>
              <a:srgbClr val="8C96A8"/>
            </a:solidFill>
            <a:prstDash val="solid"/>
          </a:ln>
        </p:spPr>
      </p:sp>
      <p:sp>
        <p:nvSpPr>
          <p:cNvPr id="381" name="Shape 379"/>
          <p:cNvSpPr/>
          <p:nvPr/>
        </p:nvSpPr>
        <p:spPr>
          <a:xfrm flipH="1">
            <a:off x="1211580" y="4497385"/>
            <a:ext cx="82296" cy="28164"/>
          </a:xfrm>
          <a:prstGeom prst="line">
            <a:avLst/>
          </a:prstGeom>
          <a:noFill/>
          <a:ln w="12700">
            <a:solidFill>
              <a:srgbClr val="8C96A8"/>
            </a:solidFill>
            <a:prstDash val="solid"/>
          </a:ln>
        </p:spPr>
      </p:sp>
      <p:sp>
        <p:nvSpPr>
          <p:cNvPr id="382" name="Shape 380"/>
          <p:cNvSpPr/>
          <p:nvPr/>
        </p:nvSpPr>
        <p:spPr>
          <a:xfrm>
            <a:off x="1211580" y="4525548"/>
            <a:ext cx="82296" cy="28164"/>
          </a:xfrm>
          <a:prstGeom prst="line">
            <a:avLst/>
          </a:prstGeom>
          <a:noFill/>
          <a:ln w="12700">
            <a:solidFill>
              <a:srgbClr val="8C96A8"/>
            </a:solidFill>
            <a:prstDash val="solid"/>
          </a:ln>
        </p:spPr>
      </p:sp>
      <p:sp>
        <p:nvSpPr>
          <p:cNvPr id="383" name="Shape 381"/>
          <p:cNvSpPr/>
          <p:nvPr/>
        </p:nvSpPr>
        <p:spPr>
          <a:xfrm flipH="1">
            <a:off x="1211580" y="4553712"/>
            <a:ext cx="82296" cy="28164"/>
          </a:xfrm>
          <a:prstGeom prst="line">
            <a:avLst/>
          </a:prstGeom>
          <a:noFill/>
          <a:ln w="12700">
            <a:solidFill>
              <a:srgbClr val="8C96A8"/>
            </a:solidFill>
            <a:prstDash val="solid"/>
          </a:ln>
        </p:spPr>
      </p:sp>
      <p:sp>
        <p:nvSpPr>
          <p:cNvPr id="384" name="Shape 382"/>
          <p:cNvSpPr/>
          <p:nvPr/>
        </p:nvSpPr>
        <p:spPr>
          <a:xfrm>
            <a:off x="1211580" y="4581876"/>
            <a:ext cx="82296" cy="28164"/>
          </a:xfrm>
          <a:prstGeom prst="line">
            <a:avLst/>
          </a:prstGeom>
          <a:noFill/>
          <a:ln w="12700">
            <a:solidFill>
              <a:srgbClr val="8C96A8"/>
            </a:solidFill>
            <a:prstDash val="solid"/>
          </a:ln>
        </p:spPr>
      </p:sp>
      <p:sp>
        <p:nvSpPr>
          <p:cNvPr id="385" name="Shape 383"/>
          <p:cNvSpPr/>
          <p:nvPr/>
        </p:nvSpPr>
        <p:spPr>
          <a:xfrm flipH="1">
            <a:off x="1252728" y="4610039"/>
            <a:ext cx="41148" cy="28164"/>
          </a:xfrm>
          <a:prstGeom prst="line">
            <a:avLst/>
          </a:prstGeom>
          <a:noFill/>
          <a:ln w="12700">
            <a:solidFill>
              <a:srgbClr val="8C96A8"/>
            </a:solidFill>
            <a:prstDash val="solid"/>
          </a:ln>
        </p:spPr>
      </p:sp>
      <p:sp>
        <p:nvSpPr>
          <p:cNvPr id="386" name="Shape 384"/>
          <p:cNvSpPr/>
          <p:nvPr/>
        </p:nvSpPr>
        <p:spPr>
          <a:xfrm>
            <a:off x="1252728" y="4638203"/>
            <a:ext cx="91" cy="16093"/>
          </a:xfrm>
          <a:prstGeom prst="line">
            <a:avLst/>
          </a:prstGeom>
          <a:noFill/>
          <a:ln w="12700">
            <a:solidFill>
              <a:srgbClr val="8C96A8"/>
            </a:solidFill>
            <a:prstDash val="solid"/>
          </a:ln>
        </p:spPr>
      </p:sp>
      <p:sp>
        <p:nvSpPr>
          <p:cNvPr id="387" name="Shape 385"/>
          <p:cNvSpPr/>
          <p:nvPr/>
        </p:nvSpPr>
        <p:spPr>
          <a:xfrm>
            <a:off x="1650492" y="4361688"/>
            <a:ext cx="9876" cy="91"/>
          </a:xfrm>
          <a:prstGeom prst="line">
            <a:avLst/>
          </a:prstGeom>
          <a:noFill/>
          <a:ln w="12700">
            <a:solidFill>
              <a:srgbClr val="8C96A8"/>
            </a:solidFill>
            <a:prstDash val="solid"/>
          </a:ln>
        </p:spPr>
      </p:sp>
      <p:sp>
        <p:nvSpPr>
          <p:cNvPr id="388" name="Shape 386"/>
          <p:cNvSpPr/>
          <p:nvPr/>
        </p:nvSpPr>
        <p:spPr>
          <a:xfrm flipV="1">
            <a:off x="1660368" y="4320540"/>
            <a:ext cx="17282" cy="41148"/>
          </a:xfrm>
          <a:prstGeom prst="line">
            <a:avLst/>
          </a:prstGeom>
          <a:noFill/>
          <a:ln w="12700">
            <a:solidFill>
              <a:srgbClr val="8C96A8"/>
            </a:solidFill>
            <a:prstDash val="solid"/>
          </a:ln>
        </p:spPr>
      </p:sp>
      <p:sp>
        <p:nvSpPr>
          <p:cNvPr id="389" name="Shape 387"/>
          <p:cNvSpPr/>
          <p:nvPr/>
        </p:nvSpPr>
        <p:spPr>
          <a:xfrm>
            <a:off x="1677650" y="4320540"/>
            <a:ext cx="17282" cy="82296"/>
          </a:xfrm>
          <a:prstGeom prst="line">
            <a:avLst/>
          </a:prstGeom>
          <a:noFill/>
          <a:ln w="12700">
            <a:solidFill>
              <a:srgbClr val="8C96A8"/>
            </a:solidFill>
            <a:prstDash val="solid"/>
          </a:ln>
        </p:spPr>
      </p:sp>
      <p:sp>
        <p:nvSpPr>
          <p:cNvPr id="390" name="Shape 388"/>
          <p:cNvSpPr/>
          <p:nvPr/>
        </p:nvSpPr>
        <p:spPr>
          <a:xfrm flipV="1">
            <a:off x="1694932" y="4320540"/>
            <a:ext cx="17282" cy="82296"/>
          </a:xfrm>
          <a:prstGeom prst="line">
            <a:avLst/>
          </a:prstGeom>
          <a:noFill/>
          <a:ln w="12700">
            <a:solidFill>
              <a:srgbClr val="8C96A8"/>
            </a:solidFill>
            <a:prstDash val="solid"/>
          </a:ln>
        </p:spPr>
      </p:sp>
      <p:sp>
        <p:nvSpPr>
          <p:cNvPr id="391" name="Shape 389"/>
          <p:cNvSpPr/>
          <p:nvPr/>
        </p:nvSpPr>
        <p:spPr>
          <a:xfrm>
            <a:off x="1712214" y="4320540"/>
            <a:ext cx="17282" cy="82296"/>
          </a:xfrm>
          <a:prstGeom prst="line">
            <a:avLst/>
          </a:prstGeom>
          <a:noFill/>
          <a:ln w="12700">
            <a:solidFill>
              <a:srgbClr val="8C96A8"/>
            </a:solidFill>
            <a:prstDash val="solid"/>
          </a:ln>
        </p:spPr>
      </p:sp>
      <p:sp>
        <p:nvSpPr>
          <p:cNvPr id="392" name="Shape 390"/>
          <p:cNvSpPr/>
          <p:nvPr/>
        </p:nvSpPr>
        <p:spPr>
          <a:xfrm flipV="1">
            <a:off x="1729496" y="4320540"/>
            <a:ext cx="17282" cy="82296"/>
          </a:xfrm>
          <a:prstGeom prst="line">
            <a:avLst/>
          </a:prstGeom>
          <a:noFill/>
          <a:ln w="12700">
            <a:solidFill>
              <a:srgbClr val="8C96A8"/>
            </a:solidFill>
            <a:prstDash val="solid"/>
          </a:ln>
        </p:spPr>
      </p:sp>
      <p:sp>
        <p:nvSpPr>
          <p:cNvPr id="393" name="Shape 391"/>
          <p:cNvSpPr/>
          <p:nvPr/>
        </p:nvSpPr>
        <p:spPr>
          <a:xfrm>
            <a:off x="1746778" y="4320540"/>
            <a:ext cx="17282" cy="41148"/>
          </a:xfrm>
          <a:prstGeom prst="line">
            <a:avLst/>
          </a:prstGeom>
          <a:noFill/>
          <a:ln w="12700">
            <a:solidFill>
              <a:srgbClr val="8C96A8"/>
            </a:solidFill>
            <a:prstDash val="solid"/>
          </a:ln>
        </p:spPr>
      </p:sp>
      <p:sp>
        <p:nvSpPr>
          <p:cNvPr id="394" name="Shape 392"/>
          <p:cNvSpPr/>
          <p:nvPr/>
        </p:nvSpPr>
        <p:spPr>
          <a:xfrm>
            <a:off x="1764060" y="4361688"/>
            <a:ext cx="9876" cy="91"/>
          </a:xfrm>
          <a:prstGeom prst="line">
            <a:avLst/>
          </a:prstGeom>
          <a:noFill/>
          <a:ln w="12700">
            <a:solidFill>
              <a:srgbClr val="8C96A8"/>
            </a:solidFill>
            <a:prstDash val="solid"/>
          </a:ln>
        </p:spPr>
      </p:sp>
      <p:sp>
        <p:nvSpPr>
          <p:cNvPr id="395" name="Shape 393"/>
          <p:cNvSpPr/>
          <p:nvPr/>
        </p:nvSpPr>
        <p:spPr>
          <a:xfrm>
            <a:off x="1559052" y="4453128"/>
            <a:ext cx="91" cy="16093"/>
          </a:xfrm>
          <a:prstGeom prst="line">
            <a:avLst/>
          </a:prstGeom>
          <a:noFill/>
          <a:ln w="12700">
            <a:solidFill>
              <a:srgbClr val="8C96A8"/>
            </a:solidFill>
            <a:prstDash val="solid"/>
          </a:ln>
        </p:spPr>
      </p:sp>
      <p:sp>
        <p:nvSpPr>
          <p:cNvPr id="396" name="Shape 394"/>
          <p:cNvSpPr/>
          <p:nvPr/>
        </p:nvSpPr>
        <p:spPr>
          <a:xfrm>
            <a:off x="1559052" y="4469221"/>
            <a:ext cx="41148" cy="28164"/>
          </a:xfrm>
          <a:prstGeom prst="line">
            <a:avLst/>
          </a:prstGeom>
          <a:noFill/>
          <a:ln w="12700">
            <a:solidFill>
              <a:srgbClr val="8C96A8"/>
            </a:solidFill>
            <a:prstDash val="solid"/>
          </a:ln>
        </p:spPr>
      </p:sp>
      <p:sp>
        <p:nvSpPr>
          <p:cNvPr id="397" name="Shape 395"/>
          <p:cNvSpPr/>
          <p:nvPr/>
        </p:nvSpPr>
        <p:spPr>
          <a:xfrm flipH="1">
            <a:off x="1517904" y="4497385"/>
            <a:ext cx="82296" cy="28164"/>
          </a:xfrm>
          <a:prstGeom prst="line">
            <a:avLst/>
          </a:prstGeom>
          <a:noFill/>
          <a:ln w="12700">
            <a:solidFill>
              <a:srgbClr val="8C96A8"/>
            </a:solidFill>
            <a:prstDash val="solid"/>
          </a:ln>
        </p:spPr>
      </p:sp>
      <p:sp>
        <p:nvSpPr>
          <p:cNvPr id="398" name="Shape 396"/>
          <p:cNvSpPr/>
          <p:nvPr/>
        </p:nvSpPr>
        <p:spPr>
          <a:xfrm>
            <a:off x="1517904" y="4525548"/>
            <a:ext cx="82296" cy="28164"/>
          </a:xfrm>
          <a:prstGeom prst="line">
            <a:avLst/>
          </a:prstGeom>
          <a:noFill/>
          <a:ln w="12700">
            <a:solidFill>
              <a:srgbClr val="8C96A8"/>
            </a:solidFill>
            <a:prstDash val="solid"/>
          </a:ln>
        </p:spPr>
      </p:sp>
      <p:sp>
        <p:nvSpPr>
          <p:cNvPr id="399" name="Shape 397"/>
          <p:cNvSpPr/>
          <p:nvPr/>
        </p:nvSpPr>
        <p:spPr>
          <a:xfrm flipH="1">
            <a:off x="1517904" y="4553712"/>
            <a:ext cx="82296" cy="28164"/>
          </a:xfrm>
          <a:prstGeom prst="line">
            <a:avLst/>
          </a:prstGeom>
          <a:noFill/>
          <a:ln w="12700">
            <a:solidFill>
              <a:srgbClr val="8C96A8"/>
            </a:solidFill>
            <a:prstDash val="solid"/>
          </a:ln>
        </p:spPr>
      </p:sp>
      <p:sp>
        <p:nvSpPr>
          <p:cNvPr id="400" name="Shape 398"/>
          <p:cNvSpPr/>
          <p:nvPr/>
        </p:nvSpPr>
        <p:spPr>
          <a:xfrm>
            <a:off x="1517904" y="4581876"/>
            <a:ext cx="82296" cy="28164"/>
          </a:xfrm>
          <a:prstGeom prst="line">
            <a:avLst/>
          </a:prstGeom>
          <a:noFill/>
          <a:ln w="12700">
            <a:solidFill>
              <a:srgbClr val="8C96A8"/>
            </a:solidFill>
            <a:prstDash val="solid"/>
          </a:ln>
        </p:spPr>
      </p:sp>
      <p:sp>
        <p:nvSpPr>
          <p:cNvPr id="401" name="Shape 399"/>
          <p:cNvSpPr/>
          <p:nvPr/>
        </p:nvSpPr>
        <p:spPr>
          <a:xfrm flipH="1">
            <a:off x="1559052" y="4610039"/>
            <a:ext cx="41148" cy="28164"/>
          </a:xfrm>
          <a:prstGeom prst="line">
            <a:avLst/>
          </a:prstGeom>
          <a:noFill/>
          <a:ln w="12700">
            <a:solidFill>
              <a:srgbClr val="8C96A8"/>
            </a:solidFill>
            <a:prstDash val="solid"/>
          </a:ln>
        </p:spPr>
      </p:sp>
      <p:sp>
        <p:nvSpPr>
          <p:cNvPr id="402" name="Shape 400"/>
          <p:cNvSpPr/>
          <p:nvPr/>
        </p:nvSpPr>
        <p:spPr>
          <a:xfrm>
            <a:off x="1559052" y="4638203"/>
            <a:ext cx="91" cy="16093"/>
          </a:xfrm>
          <a:prstGeom prst="line">
            <a:avLst/>
          </a:prstGeom>
          <a:noFill/>
          <a:ln w="12700">
            <a:solidFill>
              <a:srgbClr val="8C96A8"/>
            </a:solidFill>
            <a:prstDash val="solid"/>
          </a:ln>
        </p:spPr>
      </p:sp>
      <p:sp>
        <p:nvSpPr>
          <p:cNvPr id="403" name="Shape 401"/>
          <p:cNvSpPr/>
          <p:nvPr/>
        </p:nvSpPr>
        <p:spPr>
          <a:xfrm>
            <a:off x="1956816" y="4361688"/>
            <a:ext cx="9876" cy="91"/>
          </a:xfrm>
          <a:prstGeom prst="line">
            <a:avLst/>
          </a:prstGeom>
          <a:noFill/>
          <a:ln w="12700">
            <a:solidFill>
              <a:srgbClr val="8C96A8"/>
            </a:solidFill>
            <a:prstDash val="solid"/>
          </a:ln>
        </p:spPr>
      </p:sp>
      <p:sp>
        <p:nvSpPr>
          <p:cNvPr id="404" name="Shape 402"/>
          <p:cNvSpPr/>
          <p:nvPr/>
        </p:nvSpPr>
        <p:spPr>
          <a:xfrm flipV="1">
            <a:off x="1966692" y="4320540"/>
            <a:ext cx="17282" cy="41148"/>
          </a:xfrm>
          <a:prstGeom prst="line">
            <a:avLst/>
          </a:prstGeom>
          <a:noFill/>
          <a:ln w="12700">
            <a:solidFill>
              <a:srgbClr val="8C96A8"/>
            </a:solidFill>
            <a:prstDash val="solid"/>
          </a:ln>
        </p:spPr>
      </p:sp>
      <p:sp>
        <p:nvSpPr>
          <p:cNvPr id="405" name="Shape 403"/>
          <p:cNvSpPr/>
          <p:nvPr/>
        </p:nvSpPr>
        <p:spPr>
          <a:xfrm>
            <a:off x="1983974" y="4320540"/>
            <a:ext cx="17282" cy="82296"/>
          </a:xfrm>
          <a:prstGeom prst="line">
            <a:avLst/>
          </a:prstGeom>
          <a:noFill/>
          <a:ln w="12700">
            <a:solidFill>
              <a:srgbClr val="8C96A8"/>
            </a:solidFill>
            <a:prstDash val="solid"/>
          </a:ln>
        </p:spPr>
      </p:sp>
      <p:sp>
        <p:nvSpPr>
          <p:cNvPr id="406" name="Shape 404"/>
          <p:cNvSpPr/>
          <p:nvPr/>
        </p:nvSpPr>
        <p:spPr>
          <a:xfrm flipV="1">
            <a:off x="2001256" y="4320540"/>
            <a:ext cx="17282" cy="82296"/>
          </a:xfrm>
          <a:prstGeom prst="line">
            <a:avLst/>
          </a:prstGeom>
          <a:noFill/>
          <a:ln w="12700">
            <a:solidFill>
              <a:srgbClr val="8C96A8"/>
            </a:solidFill>
            <a:prstDash val="solid"/>
          </a:ln>
        </p:spPr>
      </p:sp>
      <p:sp>
        <p:nvSpPr>
          <p:cNvPr id="407" name="Shape 405"/>
          <p:cNvSpPr/>
          <p:nvPr/>
        </p:nvSpPr>
        <p:spPr>
          <a:xfrm>
            <a:off x="2018538" y="4320540"/>
            <a:ext cx="17282" cy="82296"/>
          </a:xfrm>
          <a:prstGeom prst="line">
            <a:avLst/>
          </a:prstGeom>
          <a:noFill/>
          <a:ln w="12700">
            <a:solidFill>
              <a:srgbClr val="8C96A8"/>
            </a:solidFill>
            <a:prstDash val="solid"/>
          </a:ln>
        </p:spPr>
      </p:sp>
      <p:sp>
        <p:nvSpPr>
          <p:cNvPr id="408" name="Shape 406"/>
          <p:cNvSpPr/>
          <p:nvPr/>
        </p:nvSpPr>
        <p:spPr>
          <a:xfrm flipV="1">
            <a:off x="2035820" y="4320540"/>
            <a:ext cx="17282" cy="82296"/>
          </a:xfrm>
          <a:prstGeom prst="line">
            <a:avLst/>
          </a:prstGeom>
          <a:noFill/>
          <a:ln w="12700">
            <a:solidFill>
              <a:srgbClr val="8C96A8"/>
            </a:solidFill>
            <a:prstDash val="solid"/>
          </a:ln>
        </p:spPr>
      </p:sp>
      <p:sp>
        <p:nvSpPr>
          <p:cNvPr id="409" name="Shape 407"/>
          <p:cNvSpPr/>
          <p:nvPr/>
        </p:nvSpPr>
        <p:spPr>
          <a:xfrm>
            <a:off x="2053102" y="4320540"/>
            <a:ext cx="17282" cy="41148"/>
          </a:xfrm>
          <a:prstGeom prst="line">
            <a:avLst/>
          </a:prstGeom>
          <a:noFill/>
          <a:ln w="12700">
            <a:solidFill>
              <a:srgbClr val="8C96A8"/>
            </a:solidFill>
            <a:prstDash val="solid"/>
          </a:ln>
        </p:spPr>
      </p:sp>
      <p:sp>
        <p:nvSpPr>
          <p:cNvPr id="410" name="Shape 408"/>
          <p:cNvSpPr/>
          <p:nvPr/>
        </p:nvSpPr>
        <p:spPr>
          <a:xfrm>
            <a:off x="2070384" y="4361688"/>
            <a:ext cx="9876" cy="91"/>
          </a:xfrm>
          <a:prstGeom prst="line">
            <a:avLst/>
          </a:prstGeom>
          <a:noFill/>
          <a:ln w="12700">
            <a:solidFill>
              <a:srgbClr val="8C96A8"/>
            </a:solidFill>
            <a:prstDash val="solid"/>
          </a:ln>
        </p:spPr>
      </p:sp>
      <p:sp>
        <p:nvSpPr>
          <p:cNvPr id="411" name="Shape 409"/>
          <p:cNvSpPr/>
          <p:nvPr/>
        </p:nvSpPr>
        <p:spPr>
          <a:xfrm>
            <a:off x="1865376" y="4453128"/>
            <a:ext cx="91" cy="16093"/>
          </a:xfrm>
          <a:prstGeom prst="line">
            <a:avLst/>
          </a:prstGeom>
          <a:noFill/>
          <a:ln w="12700">
            <a:solidFill>
              <a:srgbClr val="8C96A8"/>
            </a:solidFill>
            <a:prstDash val="solid"/>
          </a:ln>
        </p:spPr>
      </p:sp>
      <p:sp>
        <p:nvSpPr>
          <p:cNvPr id="412" name="Shape 410"/>
          <p:cNvSpPr/>
          <p:nvPr/>
        </p:nvSpPr>
        <p:spPr>
          <a:xfrm>
            <a:off x="1865376" y="4469221"/>
            <a:ext cx="41148" cy="28164"/>
          </a:xfrm>
          <a:prstGeom prst="line">
            <a:avLst/>
          </a:prstGeom>
          <a:noFill/>
          <a:ln w="12700">
            <a:solidFill>
              <a:srgbClr val="8C96A8"/>
            </a:solidFill>
            <a:prstDash val="solid"/>
          </a:ln>
        </p:spPr>
      </p:sp>
      <p:sp>
        <p:nvSpPr>
          <p:cNvPr id="413" name="Shape 411"/>
          <p:cNvSpPr/>
          <p:nvPr/>
        </p:nvSpPr>
        <p:spPr>
          <a:xfrm flipH="1">
            <a:off x="1824228" y="4497385"/>
            <a:ext cx="82296" cy="28164"/>
          </a:xfrm>
          <a:prstGeom prst="line">
            <a:avLst/>
          </a:prstGeom>
          <a:noFill/>
          <a:ln w="12700">
            <a:solidFill>
              <a:srgbClr val="8C96A8"/>
            </a:solidFill>
            <a:prstDash val="solid"/>
          </a:ln>
        </p:spPr>
      </p:sp>
      <p:sp>
        <p:nvSpPr>
          <p:cNvPr id="414" name="Shape 412"/>
          <p:cNvSpPr/>
          <p:nvPr/>
        </p:nvSpPr>
        <p:spPr>
          <a:xfrm>
            <a:off x="1824228" y="4525548"/>
            <a:ext cx="82296" cy="28164"/>
          </a:xfrm>
          <a:prstGeom prst="line">
            <a:avLst/>
          </a:prstGeom>
          <a:noFill/>
          <a:ln w="12700">
            <a:solidFill>
              <a:srgbClr val="8C96A8"/>
            </a:solidFill>
            <a:prstDash val="solid"/>
          </a:ln>
        </p:spPr>
      </p:sp>
      <p:sp>
        <p:nvSpPr>
          <p:cNvPr id="415" name="Shape 413"/>
          <p:cNvSpPr/>
          <p:nvPr/>
        </p:nvSpPr>
        <p:spPr>
          <a:xfrm flipH="1">
            <a:off x="1824228" y="4553712"/>
            <a:ext cx="82296" cy="28164"/>
          </a:xfrm>
          <a:prstGeom prst="line">
            <a:avLst/>
          </a:prstGeom>
          <a:noFill/>
          <a:ln w="12700">
            <a:solidFill>
              <a:srgbClr val="8C96A8"/>
            </a:solidFill>
            <a:prstDash val="solid"/>
          </a:ln>
        </p:spPr>
      </p:sp>
      <p:sp>
        <p:nvSpPr>
          <p:cNvPr id="416" name="Shape 414"/>
          <p:cNvSpPr/>
          <p:nvPr/>
        </p:nvSpPr>
        <p:spPr>
          <a:xfrm>
            <a:off x="1824228" y="4581876"/>
            <a:ext cx="82296" cy="28164"/>
          </a:xfrm>
          <a:prstGeom prst="line">
            <a:avLst/>
          </a:prstGeom>
          <a:noFill/>
          <a:ln w="12700">
            <a:solidFill>
              <a:srgbClr val="8C96A8"/>
            </a:solidFill>
            <a:prstDash val="solid"/>
          </a:ln>
        </p:spPr>
      </p:sp>
      <p:sp>
        <p:nvSpPr>
          <p:cNvPr id="417" name="Shape 415"/>
          <p:cNvSpPr/>
          <p:nvPr/>
        </p:nvSpPr>
        <p:spPr>
          <a:xfrm flipH="1">
            <a:off x="1865376" y="4610039"/>
            <a:ext cx="41148" cy="28164"/>
          </a:xfrm>
          <a:prstGeom prst="line">
            <a:avLst/>
          </a:prstGeom>
          <a:noFill/>
          <a:ln w="12700">
            <a:solidFill>
              <a:srgbClr val="8C96A8"/>
            </a:solidFill>
            <a:prstDash val="solid"/>
          </a:ln>
        </p:spPr>
      </p:sp>
      <p:sp>
        <p:nvSpPr>
          <p:cNvPr id="418" name="Shape 416"/>
          <p:cNvSpPr/>
          <p:nvPr/>
        </p:nvSpPr>
        <p:spPr>
          <a:xfrm>
            <a:off x="1865376" y="4638203"/>
            <a:ext cx="91" cy="16093"/>
          </a:xfrm>
          <a:prstGeom prst="line">
            <a:avLst/>
          </a:prstGeom>
          <a:noFill/>
          <a:ln w="12700">
            <a:solidFill>
              <a:srgbClr val="8C96A8"/>
            </a:solidFill>
            <a:prstDash val="solid"/>
          </a:ln>
        </p:spPr>
      </p:sp>
      <p:sp>
        <p:nvSpPr>
          <p:cNvPr id="419" name="Shape 417"/>
          <p:cNvSpPr/>
          <p:nvPr/>
        </p:nvSpPr>
        <p:spPr>
          <a:xfrm>
            <a:off x="2171700" y="4453128"/>
            <a:ext cx="91" cy="16093"/>
          </a:xfrm>
          <a:prstGeom prst="line">
            <a:avLst/>
          </a:prstGeom>
          <a:noFill/>
          <a:ln w="12700">
            <a:solidFill>
              <a:srgbClr val="8C96A8"/>
            </a:solidFill>
            <a:prstDash val="solid"/>
          </a:ln>
        </p:spPr>
      </p:sp>
      <p:sp>
        <p:nvSpPr>
          <p:cNvPr id="420" name="Shape 418"/>
          <p:cNvSpPr/>
          <p:nvPr/>
        </p:nvSpPr>
        <p:spPr>
          <a:xfrm>
            <a:off x="2171700" y="4469221"/>
            <a:ext cx="41148" cy="28164"/>
          </a:xfrm>
          <a:prstGeom prst="line">
            <a:avLst/>
          </a:prstGeom>
          <a:noFill/>
          <a:ln w="12700">
            <a:solidFill>
              <a:srgbClr val="8C96A8"/>
            </a:solidFill>
            <a:prstDash val="solid"/>
          </a:ln>
        </p:spPr>
      </p:sp>
      <p:sp>
        <p:nvSpPr>
          <p:cNvPr id="421" name="Shape 419"/>
          <p:cNvSpPr/>
          <p:nvPr/>
        </p:nvSpPr>
        <p:spPr>
          <a:xfrm flipH="1">
            <a:off x="2130552" y="4497385"/>
            <a:ext cx="82296" cy="28164"/>
          </a:xfrm>
          <a:prstGeom prst="line">
            <a:avLst/>
          </a:prstGeom>
          <a:noFill/>
          <a:ln w="12700">
            <a:solidFill>
              <a:srgbClr val="8C96A8"/>
            </a:solidFill>
            <a:prstDash val="solid"/>
          </a:ln>
        </p:spPr>
      </p:sp>
      <p:sp>
        <p:nvSpPr>
          <p:cNvPr id="422" name="Shape 420"/>
          <p:cNvSpPr/>
          <p:nvPr/>
        </p:nvSpPr>
        <p:spPr>
          <a:xfrm>
            <a:off x="2130552" y="4525548"/>
            <a:ext cx="82296" cy="28164"/>
          </a:xfrm>
          <a:prstGeom prst="line">
            <a:avLst/>
          </a:prstGeom>
          <a:noFill/>
          <a:ln w="12700">
            <a:solidFill>
              <a:srgbClr val="8C96A8"/>
            </a:solidFill>
            <a:prstDash val="solid"/>
          </a:ln>
        </p:spPr>
      </p:sp>
      <p:sp>
        <p:nvSpPr>
          <p:cNvPr id="423" name="Shape 421"/>
          <p:cNvSpPr/>
          <p:nvPr/>
        </p:nvSpPr>
        <p:spPr>
          <a:xfrm flipH="1">
            <a:off x="2130552" y="4553712"/>
            <a:ext cx="82296" cy="28164"/>
          </a:xfrm>
          <a:prstGeom prst="line">
            <a:avLst/>
          </a:prstGeom>
          <a:noFill/>
          <a:ln w="12700">
            <a:solidFill>
              <a:srgbClr val="8C96A8"/>
            </a:solidFill>
            <a:prstDash val="solid"/>
          </a:ln>
        </p:spPr>
      </p:sp>
      <p:sp>
        <p:nvSpPr>
          <p:cNvPr id="424" name="Shape 422"/>
          <p:cNvSpPr/>
          <p:nvPr/>
        </p:nvSpPr>
        <p:spPr>
          <a:xfrm>
            <a:off x="2130552" y="4581876"/>
            <a:ext cx="82296" cy="28164"/>
          </a:xfrm>
          <a:prstGeom prst="line">
            <a:avLst/>
          </a:prstGeom>
          <a:noFill/>
          <a:ln w="12700">
            <a:solidFill>
              <a:srgbClr val="8C96A8"/>
            </a:solidFill>
            <a:prstDash val="solid"/>
          </a:ln>
        </p:spPr>
      </p:sp>
      <p:sp>
        <p:nvSpPr>
          <p:cNvPr id="425" name="Shape 423"/>
          <p:cNvSpPr/>
          <p:nvPr/>
        </p:nvSpPr>
        <p:spPr>
          <a:xfrm flipH="1">
            <a:off x="2171700" y="4610039"/>
            <a:ext cx="41148" cy="28164"/>
          </a:xfrm>
          <a:prstGeom prst="line">
            <a:avLst/>
          </a:prstGeom>
          <a:noFill/>
          <a:ln w="12700">
            <a:solidFill>
              <a:srgbClr val="8C96A8"/>
            </a:solidFill>
            <a:prstDash val="solid"/>
          </a:ln>
        </p:spPr>
      </p:sp>
      <p:sp>
        <p:nvSpPr>
          <p:cNvPr id="426" name="Shape 424"/>
          <p:cNvSpPr/>
          <p:nvPr/>
        </p:nvSpPr>
        <p:spPr>
          <a:xfrm>
            <a:off x="2171700" y="4638203"/>
            <a:ext cx="91" cy="16093"/>
          </a:xfrm>
          <a:prstGeom prst="line">
            <a:avLst/>
          </a:prstGeom>
          <a:noFill/>
          <a:ln w="12700">
            <a:solidFill>
              <a:srgbClr val="8C96A8"/>
            </a:solidFill>
            <a:prstDash val="solid"/>
          </a:ln>
        </p:spPr>
      </p:sp>
      <p:sp>
        <p:nvSpPr>
          <p:cNvPr id="427" name="Shape 425"/>
          <p:cNvSpPr/>
          <p:nvPr/>
        </p:nvSpPr>
        <p:spPr>
          <a:xfrm>
            <a:off x="1344168" y="4745736"/>
            <a:ext cx="9876" cy="91"/>
          </a:xfrm>
          <a:prstGeom prst="line">
            <a:avLst/>
          </a:prstGeom>
          <a:noFill/>
          <a:ln w="12700">
            <a:solidFill>
              <a:srgbClr val="8C96A8"/>
            </a:solidFill>
            <a:prstDash val="solid"/>
          </a:ln>
        </p:spPr>
      </p:sp>
      <p:sp>
        <p:nvSpPr>
          <p:cNvPr id="428" name="Shape 426"/>
          <p:cNvSpPr/>
          <p:nvPr/>
        </p:nvSpPr>
        <p:spPr>
          <a:xfrm flipV="1">
            <a:off x="1354044" y="4704588"/>
            <a:ext cx="17282" cy="41148"/>
          </a:xfrm>
          <a:prstGeom prst="line">
            <a:avLst/>
          </a:prstGeom>
          <a:noFill/>
          <a:ln w="12700">
            <a:solidFill>
              <a:srgbClr val="8C96A8"/>
            </a:solidFill>
            <a:prstDash val="solid"/>
          </a:ln>
        </p:spPr>
      </p:sp>
      <p:sp>
        <p:nvSpPr>
          <p:cNvPr id="429" name="Shape 427"/>
          <p:cNvSpPr/>
          <p:nvPr/>
        </p:nvSpPr>
        <p:spPr>
          <a:xfrm>
            <a:off x="1371326" y="4704588"/>
            <a:ext cx="17282" cy="82296"/>
          </a:xfrm>
          <a:prstGeom prst="line">
            <a:avLst/>
          </a:prstGeom>
          <a:noFill/>
          <a:ln w="12700">
            <a:solidFill>
              <a:srgbClr val="8C96A8"/>
            </a:solidFill>
            <a:prstDash val="solid"/>
          </a:ln>
        </p:spPr>
      </p:sp>
      <p:sp>
        <p:nvSpPr>
          <p:cNvPr id="430" name="Shape 428"/>
          <p:cNvSpPr/>
          <p:nvPr/>
        </p:nvSpPr>
        <p:spPr>
          <a:xfrm flipV="1">
            <a:off x="1388608" y="4704588"/>
            <a:ext cx="17282" cy="82296"/>
          </a:xfrm>
          <a:prstGeom prst="line">
            <a:avLst/>
          </a:prstGeom>
          <a:noFill/>
          <a:ln w="12700">
            <a:solidFill>
              <a:srgbClr val="8C96A8"/>
            </a:solidFill>
            <a:prstDash val="solid"/>
          </a:ln>
        </p:spPr>
      </p:sp>
      <p:sp>
        <p:nvSpPr>
          <p:cNvPr id="431" name="Shape 429"/>
          <p:cNvSpPr/>
          <p:nvPr/>
        </p:nvSpPr>
        <p:spPr>
          <a:xfrm>
            <a:off x="1405890" y="4704588"/>
            <a:ext cx="17282" cy="82296"/>
          </a:xfrm>
          <a:prstGeom prst="line">
            <a:avLst/>
          </a:prstGeom>
          <a:noFill/>
          <a:ln w="12700">
            <a:solidFill>
              <a:srgbClr val="8C96A8"/>
            </a:solidFill>
            <a:prstDash val="solid"/>
          </a:ln>
        </p:spPr>
      </p:sp>
      <p:sp>
        <p:nvSpPr>
          <p:cNvPr id="432" name="Shape 430"/>
          <p:cNvSpPr/>
          <p:nvPr/>
        </p:nvSpPr>
        <p:spPr>
          <a:xfrm flipV="1">
            <a:off x="1423172" y="4704588"/>
            <a:ext cx="17282" cy="82296"/>
          </a:xfrm>
          <a:prstGeom prst="line">
            <a:avLst/>
          </a:prstGeom>
          <a:noFill/>
          <a:ln w="12700">
            <a:solidFill>
              <a:srgbClr val="8C96A8"/>
            </a:solidFill>
            <a:prstDash val="solid"/>
          </a:ln>
        </p:spPr>
      </p:sp>
      <p:sp>
        <p:nvSpPr>
          <p:cNvPr id="433" name="Shape 431"/>
          <p:cNvSpPr/>
          <p:nvPr/>
        </p:nvSpPr>
        <p:spPr>
          <a:xfrm>
            <a:off x="1440454" y="4704588"/>
            <a:ext cx="17282" cy="41148"/>
          </a:xfrm>
          <a:prstGeom prst="line">
            <a:avLst/>
          </a:prstGeom>
          <a:noFill/>
          <a:ln w="12700">
            <a:solidFill>
              <a:srgbClr val="8C96A8"/>
            </a:solidFill>
            <a:prstDash val="solid"/>
          </a:ln>
        </p:spPr>
      </p:sp>
      <p:sp>
        <p:nvSpPr>
          <p:cNvPr id="434" name="Shape 432"/>
          <p:cNvSpPr/>
          <p:nvPr/>
        </p:nvSpPr>
        <p:spPr>
          <a:xfrm>
            <a:off x="1457736" y="4745736"/>
            <a:ext cx="9876" cy="91"/>
          </a:xfrm>
          <a:prstGeom prst="line">
            <a:avLst/>
          </a:prstGeom>
          <a:noFill/>
          <a:ln w="12700">
            <a:solidFill>
              <a:srgbClr val="8C96A8"/>
            </a:solidFill>
            <a:prstDash val="solid"/>
          </a:ln>
        </p:spPr>
      </p:sp>
      <p:sp>
        <p:nvSpPr>
          <p:cNvPr id="435" name="Shape 433"/>
          <p:cNvSpPr/>
          <p:nvPr/>
        </p:nvSpPr>
        <p:spPr>
          <a:xfrm>
            <a:off x="1650492" y="4745736"/>
            <a:ext cx="9876" cy="91"/>
          </a:xfrm>
          <a:prstGeom prst="line">
            <a:avLst/>
          </a:prstGeom>
          <a:noFill/>
          <a:ln w="12700">
            <a:solidFill>
              <a:srgbClr val="8C96A8"/>
            </a:solidFill>
            <a:prstDash val="solid"/>
          </a:ln>
        </p:spPr>
      </p:sp>
      <p:sp>
        <p:nvSpPr>
          <p:cNvPr id="436" name="Shape 434"/>
          <p:cNvSpPr/>
          <p:nvPr/>
        </p:nvSpPr>
        <p:spPr>
          <a:xfrm flipV="1">
            <a:off x="1660368" y="4704588"/>
            <a:ext cx="17282" cy="41148"/>
          </a:xfrm>
          <a:prstGeom prst="line">
            <a:avLst/>
          </a:prstGeom>
          <a:noFill/>
          <a:ln w="12700">
            <a:solidFill>
              <a:srgbClr val="8C96A8"/>
            </a:solidFill>
            <a:prstDash val="solid"/>
          </a:ln>
        </p:spPr>
      </p:sp>
      <p:sp>
        <p:nvSpPr>
          <p:cNvPr id="437" name="Shape 435"/>
          <p:cNvSpPr/>
          <p:nvPr/>
        </p:nvSpPr>
        <p:spPr>
          <a:xfrm>
            <a:off x="1677650" y="4704588"/>
            <a:ext cx="17282" cy="82296"/>
          </a:xfrm>
          <a:prstGeom prst="line">
            <a:avLst/>
          </a:prstGeom>
          <a:noFill/>
          <a:ln w="12700">
            <a:solidFill>
              <a:srgbClr val="8C96A8"/>
            </a:solidFill>
            <a:prstDash val="solid"/>
          </a:ln>
        </p:spPr>
      </p:sp>
      <p:sp>
        <p:nvSpPr>
          <p:cNvPr id="438" name="Shape 436"/>
          <p:cNvSpPr/>
          <p:nvPr/>
        </p:nvSpPr>
        <p:spPr>
          <a:xfrm flipV="1">
            <a:off x="1694932" y="4704588"/>
            <a:ext cx="17282" cy="82296"/>
          </a:xfrm>
          <a:prstGeom prst="line">
            <a:avLst/>
          </a:prstGeom>
          <a:noFill/>
          <a:ln w="12700">
            <a:solidFill>
              <a:srgbClr val="8C96A8"/>
            </a:solidFill>
            <a:prstDash val="solid"/>
          </a:ln>
        </p:spPr>
      </p:sp>
      <p:sp>
        <p:nvSpPr>
          <p:cNvPr id="439" name="Shape 437"/>
          <p:cNvSpPr/>
          <p:nvPr/>
        </p:nvSpPr>
        <p:spPr>
          <a:xfrm>
            <a:off x="1712214" y="4704588"/>
            <a:ext cx="17282" cy="82296"/>
          </a:xfrm>
          <a:prstGeom prst="line">
            <a:avLst/>
          </a:prstGeom>
          <a:noFill/>
          <a:ln w="12700">
            <a:solidFill>
              <a:srgbClr val="8C96A8"/>
            </a:solidFill>
            <a:prstDash val="solid"/>
          </a:ln>
        </p:spPr>
      </p:sp>
      <p:sp>
        <p:nvSpPr>
          <p:cNvPr id="440" name="Shape 438"/>
          <p:cNvSpPr/>
          <p:nvPr/>
        </p:nvSpPr>
        <p:spPr>
          <a:xfrm flipV="1">
            <a:off x="1729496" y="4704588"/>
            <a:ext cx="17282" cy="82296"/>
          </a:xfrm>
          <a:prstGeom prst="line">
            <a:avLst/>
          </a:prstGeom>
          <a:noFill/>
          <a:ln w="12700">
            <a:solidFill>
              <a:srgbClr val="8C96A8"/>
            </a:solidFill>
            <a:prstDash val="solid"/>
          </a:ln>
        </p:spPr>
      </p:sp>
      <p:sp>
        <p:nvSpPr>
          <p:cNvPr id="441" name="Shape 439"/>
          <p:cNvSpPr/>
          <p:nvPr/>
        </p:nvSpPr>
        <p:spPr>
          <a:xfrm>
            <a:off x="1746778" y="4704588"/>
            <a:ext cx="17282" cy="41148"/>
          </a:xfrm>
          <a:prstGeom prst="line">
            <a:avLst/>
          </a:prstGeom>
          <a:noFill/>
          <a:ln w="12700">
            <a:solidFill>
              <a:srgbClr val="8C96A8"/>
            </a:solidFill>
            <a:prstDash val="solid"/>
          </a:ln>
        </p:spPr>
      </p:sp>
      <p:sp>
        <p:nvSpPr>
          <p:cNvPr id="442" name="Shape 440"/>
          <p:cNvSpPr/>
          <p:nvPr/>
        </p:nvSpPr>
        <p:spPr>
          <a:xfrm>
            <a:off x="1764060" y="4745736"/>
            <a:ext cx="9876" cy="91"/>
          </a:xfrm>
          <a:prstGeom prst="line">
            <a:avLst/>
          </a:prstGeom>
          <a:noFill/>
          <a:ln w="12700">
            <a:solidFill>
              <a:srgbClr val="8C96A8"/>
            </a:solidFill>
            <a:prstDash val="solid"/>
          </a:ln>
        </p:spPr>
      </p:sp>
      <p:sp>
        <p:nvSpPr>
          <p:cNvPr id="443" name="Shape 441"/>
          <p:cNvSpPr/>
          <p:nvPr/>
        </p:nvSpPr>
        <p:spPr>
          <a:xfrm>
            <a:off x="1956816" y="4745736"/>
            <a:ext cx="9876" cy="91"/>
          </a:xfrm>
          <a:prstGeom prst="line">
            <a:avLst/>
          </a:prstGeom>
          <a:noFill/>
          <a:ln w="12700">
            <a:solidFill>
              <a:srgbClr val="8C96A8"/>
            </a:solidFill>
            <a:prstDash val="solid"/>
          </a:ln>
        </p:spPr>
      </p:sp>
      <p:sp>
        <p:nvSpPr>
          <p:cNvPr id="444" name="Shape 442"/>
          <p:cNvSpPr/>
          <p:nvPr/>
        </p:nvSpPr>
        <p:spPr>
          <a:xfrm flipV="1">
            <a:off x="1966692" y="4704588"/>
            <a:ext cx="17282" cy="41148"/>
          </a:xfrm>
          <a:prstGeom prst="line">
            <a:avLst/>
          </a:prstGeom>
          <a:noFill/>
          <a:ln w="12700">
            <a:solidFill>
              <a:srgbClr val="8C96A8"/>
            </a:solidFill>
            <a:prstDash val="solid"/>
          </a:ln>
        </p:spPr>
      </p:sp>
      <p:sp>
        <p:nvSpPr>
          <p:cNvPr id="445" name="Shape 443"/>
          <p:cNvSpPr/>
          <p:nvPr/>
        </p:nvSpPr>
        <p:spPr>
          <a:xfrm>
            <a:off x="1983974" y="4704588"/>
            <a:ext cx="17282" cy="82296"/>
          </a:xfrm>
          <a:prstGeom prst="line">
            <a:avLst/>
          </a:prstGeom>
          <a:noFill/>
          <a:ln w="12700">
            <a:solidFill>
              <a:srgbClr val="8C96A8"/>
            </a:solidFill>
            <a:prstDash val="solid"/>
          </a:ln>
        </p:spPr>
      </p:sp>
      <p:sp>
        <p:nvSpPr>
          <p:cNvPr id="446" name="Shape 444"/>
          <p:cNvSpPr/>
          <p:nvPr/>
        </p:nvSpPr>
        <p:spPr>
          <a:xfrm flipV="1">
            <a:off x="2001256" y="4704588"/>
            <a:ext cx="17282" cy="82296"/>
          </a:xfrm>
          <a:prstGeom prst="line">
            <a:avLst/>
          </a:prstGeom>
          <a:noFill/>
          <a:ln w="12700">
            <a:solidFill>
              <a:srgbClr val="8C96A8"/>
            </a:solidFill>
            <a:prstDash val="solid"/>
          </a:ln>
        </p:spPr>
      </p:sp>
      <p:sp>
        <p:nvSpPr>
          <p:cNvPr id="447" name="Shape 445"/>
          <p:cNvSpPr/>
          <p:nvPr/>
        </p:nvSpPr>
        <p:spPr>
          <a:xfrm>
            <a:off x="2018538" y="4704588"/>
            <a:ext cx="17282" cy="82296"/>
          </a:xfrm>
          <a:prstGeom prst="line">
            <a:avLst/>
          </a:prstGeom>
          <a:noFill/>
          <a:ln w="12700">
            <a:solidFill>
              <a:srgbClr val="8C96A8"/>
            </a:solidFill>
            <a:prstDash val="solid"/>
          </a:ln>
        </p:spPr>
      </p:sp>
      <p:sp>
        <p:nvSpPr>
          <p:cNvPr id="448" name="Shape 446"/>
          <p:cNvSpPr/>
          <p:nvPr/>
        </p:nvSpPr>
        <p:spPr>
          <a:xfrm flipV="1">
            <a:off x="2035820" y="4704588"/>
            <a:ext cx="17282" cy="82296"/>
          </a:xfrm>
          <a:prstGeom prst="line">
            <a:avLst/>
          </a:prstGeom>
          <a:noFill/>
          <a:ln w="12700">
            <a:solidFill>
              <a:srgbClr val="8C96A8"/>
            </a:solidFill>
            <a:prstDash val="solid"/>
          </a:ln>
        </p:spPr>
      </p:sp>
      <p:sp>
        <p:nvSpPr>
          <p:cNvPr id="449" name="Shape 447"/>
          <p:cNvSpPr/>
          <p:nvPr/>
        </p:nvSpPr>
        <p:spPr>
          <a:xfrm>
            <a:off x="2053102" y="4704588"/>
            <a:ext cx="17282" cy="41148"/>
          </a:xfrm>
          <a:prstGeom prst="line">
            <a:avLst/>
          </a:prstGeom>
          <a:noFill/>
          <a:ln w="12700">
            <a:solidFill>
              <a:srgbClr val="8C96A8"/>
            </a:solidFill>
            <a:prstDash val="solid"/>
          </a:ln>
        </p:spPr>
      </p:sp>
      <p:sp>
        <p:nvSpPr>
          <p:cNvPr id="450" name="Shape 448"/>
          <p:cNvSpPr/>
          <p:nvPr/>
        </p:nvSpPr>
        <p:spPr>
          <a:xfrm>
            <a:off x="2070384" y="4745736"/>
            <a:ext cx="9876" cy="91"/>
          </a:xfrm>
          <a:prstGeom prst="line">
            <a:avLst/>
          </a:prstGeom>
          <a:noFill/>
          <a:ln w="12700">
            <a:solidFill>
              <a:srgbClr val="8C96A8"/>
            </a:solidFill>
            <a:prstDash val="solid"/>
          </a:ln>
        </p:spPr>
      </p:sp>
      <p:sp>
        <p:nvSpPr>
          <p:cNvPr id="451" name="Shape 449"/>
          <p:cNvSpPr/>
          <p:nvPr/>
        </p:nvSpPr>
        <p:spPr>
          <a:xfrm>
            <a:off x="1161288" y="3886200"/>
            <a:ext cx="182880" cy="182880"/>
          </a:xfrm>
          <a:prstGeom prst="ellipse">
            <a:avLst/>
          </a:prstGeom>
          <a:solidFill>
            <a:srgbClr val="5B7FD6"/>
          </a:solidFill>
          <a:ln w="9525">
            <a:solidFill>
              <a:srgbClr val="2E4A9A"/>
            </a:solidFill>
            <a:prstDash val="solid"/>
          </a:ln>
        </p:spPr>
      </p:sp>
      <p:sp>
        <p:nvSpPr>
          <p:cNvPr id="452" name="Shape 450"/>
          <p:cNvSpPr/>
          <p:nvPr/>
        </p:nvSpPr>
        <p:spPr>
          <a:xfrm>
            <a:off x="1467612" y="3886200"/>
            <a:ext cx="182880" cy="182880"/>
          </a:xfrm>
          <a:prstGeom prst="ellipse">
            <a:avLst/>
          </a:prstGeom>
          <a:solidFill>
            <a:srgbClr val="5B7FD6"/>
          </a:solidFill>
          <a:ln w="9525">
            <a:solidFill>
              <a:srgbClr val="2E4A9A"/>
            </a:solidFill>
            <a:prstDash val="solid"/>
          </a:ln>
        </p:spPr>
      </p:sp>
      <p:sp>
        <p:nvSpPr>
          <p:cNvPr id="453" name="Shape 451"/>
          <p:cNvSpPr/>
          <p:nvPr/>
        </p:nvSpPr>
        <p:spPr>
          <a:xfrm>
            <a:off x="1773936" y="3886200"/>
            <a:ext cx="182880" cy="182880"/>
          </a:xfrm>
          <a:prstGeom prst="ellipse">
            <a:avLst/>
          </a:prstGeom>
          <a:solidFill>
            <a:srgbClr val="5B7FD6"/>
          </a:solidFill>
          <a:ln w="9525">
            <a:solidFill>
              <a:srgbClr val="2E4A9A"/>
            </a:solidFill>
            <a:prstDash val="solid"/>
          </a:ln>
        </p:spPr>
      </p:sp>
      <p:sp>
        <p:nvSpPr>
          <p:cNvPr id="454" name="Shape 452"/>
          <p:cNvSpPr/>
          <p:nvPr/>
        </p:nvSpPr>
        <p:spPr>
          <a:xfrm>
            <a:off x="2080260" y="3886200"/>
            <a:ext cx="182880" cy="182880"/>
          </a:xfrm>
          <a:prstGeom prst="ellipse">
            <a:avLst/>
          </a:prstGeom>
          <a:solidFill>
            <a:srgbClr val="5B7FD6"/>
          </a:solidFill>
          <a:ln w="9525">
            <a:solidFill>
              <a:srgbClr val="2E4A9A"/>
            </a:solidFill>
            <a:prstDash val="solid"/>
          </a:ln>
        </p:spPr>
      </p:sp>
      <p:sp>
        <p:nvSpPr>
          <p:cNvPr id="455" name="Shape 453"/>
          <p:cNvSpPr/>
          <p:nvPr/>
        </p:nvSpPr>
        <p:spPr>
          <a:xfrm>
            <a:off x="1161288" y="4270248"/>
            <a:ext cx="182880" cy="182880"/>
          </a:xfrm>
          <a:prstGeom prst="ellipse">
            <a:avLst/>
          </a:prstGeom>
          <a:solidFill>
            <a:srgbClr val="5B7FD6"/>
          </a:solidFill>
          <a:ln w="9525">
            <a:solidFill>
              <a:srgbClr val="2E4A9A"/>
            </a:solidFill>
            <a:prstDash val="solid"/>
          </a:ln>
        </p:spPr>
      </p:sp>
      <p:sp>
        <p:nvSpPr>
          <p:cNvPr id="456" name="Shape 454"/>
          <p:cNvSpPr/>
          <p:nvPr/>
        </p:nvSpPr>
        <p:spPr>
          <a:xfrm>
            <a:off x="1467612" y="4270248"/>
            <a:ext cx="182880" cy="182880"/>
          </a:xfrm>
          <a:prstGeom prst="ellipse">
            <a:avLst/>
          </a:prstGeom>
          <a:solidFill>
            <a:srgbClr val="5B7FD6"/>
          </a:solidFill>
          <a:ln w="9525">
            <a:solidFill>
              <a:srgbClr val="2E4A9A"/>
            </a:solidFill>
            <a:prstDash val="solid"/>
          </a:ln>
        </p:spPr>
      </p:sp>
      <p:sp>
        <p:nvSpPr>
          <p:cNvPr id="457" name="Shape 455"/>
          <p:cNvSpPr/>
          <p:nvPr/>
        </p:nvSpPr>
        <p:spPr>
          <a:xfrm>
            <a:off x="1773936" y="4270248"/>
            <a:ext cx="182880" cy="182880"/>
          </a:xfrm>
          <a:prstGeom prst="ellipse">
            <a:avLst/>
          </a:prstGeom>
          <a:solidFill>
            <a:srgbClr val="5B7FD6"/>
          </a:solidFill>
          <a:ln w="9525">
            <a:solidFill>
              <a:srgbClr val="2E4A9A"/>
            </a:solidFill>
            <a:prstDash val="solid"/>
          </a:ln>
        </p:spPr>
      </p:sp>
      <p:sp>
        <p:nvSpPr>
          <p:cNvPr id="458" name="Shape 456"/>
          <p:cNvSpPr/>
          <p:nvPr/>
        </p:nvSpPr>
        <p:spPr>
          <a:xfrm>
            <a:off x="2080260" y="4270248"/>
            <a:ext cx="182880" cy="182880"/>
          </a:xfrm>
          <a:prstGeom prst="ellipse">
            <a:avLst/>
          </a:prstGeom>
          <a:solidFill>
            <a:srgbClr val="5B7FD6"/>
          </a:solidFill>
          <a:ln w="9525">
            <a:solidFill>
              <a:srgbClr val="2E4A9A"/>
            </a:solidFill>
            <a:prstDash val="solid"/>
          </a:ln>
        </p:spPr>
      </p:sp>
      <p:sp>
        <p:nvSpPr>
          <p:cNvPr id="459" name="Shape 457"/>
          <p:cNvSpPr/>
          <p:nvPr/>
        </p:nvSpPr>
        <p:spPr>
          <a:xfrm>
            <a:off x="1161288" y="4654296"/>
            <a:ext cx="182880" cy="182880"/>
          </a:xfrm>
          <a:prstGeom prst="ellipse">
            <a:avLst/>
          </a:prstGeom>
          <a:solidFill>
            <a:srgbClr val="5B7FD6"/>
          </a:solidFill>
          <a:ln w="9525">
            <a:solidFill>
              <a:srgbClr val="2E4A9A"/>
            </a:solidFill>
            <a:prstDash val="solid"/>
          </a:ln>
        </p:spPr>
      </p:sp>
      <p:sp>
        <p:nvSpPr>
          <p:cNvPr id="460" name="Shape 458"/>
          <p:cNvSpPr/>
          <p:nvPr/>
        </p:nvSpPr>
        <p:spPr>
          <a:xfrm>
            <a:off x="1467612" y="4654296"/>
            <a:ext cx="182880" cy="182880"/>
          </a:xfrm>
          <a:prstGeom prst="ellipse">
            <a:avLst/>
          </a:prstGeom>
          <a:solidFill>
            <a:srgbClr val="5B7FD6"/>
          </a:solidFill>
          <a:ln w="9525">
            <a:solidFill>
              <a:srgbClr val="2E4A9A"/>
            </a:solidFill>
            <a:prstDash val="solid"/>
          </a:ln>
        </p:spPr>
      </p:sp>
      <p:sp>
        <p:nvSpPr>
          <p:cNvPr id="461" name="Shape 459"/>
          <p:cNvSpPr/>
          <p:nvPr/>
        </p:nvSpPr>
        <p:spPr>
          <a:xfrm>
            <a:off x="1773936" y="4654296"/>
            <a:ext cx="182880" cy="182880"/>
          </a:xfrm>
          <a:prstGeom prst="ellipse">
            <a:avLst/>
          </a:prstGeom>
          <a:solidFill>
            <a:srgbClr val="5B7FD6"/>
          </a:solidFill>
          <a:ln w="9525">
            <a:solidFill>
              <a:srgbClr val="2E4A9A"/>
            </a:solidFill>
            <a:prstDash val="solid"/>
          </a:ln>
        </p:spPr>
      </p:sp>
      <p:sp>
        <p:nvSpPr>
          <p:cNvPr id="462" name="Shape 460"/>
          <p:cNvSpPr/>
          <p:nvPr/>
        </p:nvSpPr>
        <p:spPr>
          <a:xfrm>
            <a:off x="2080260" y="4654296"/>
            <a:ext cx="182880" cy="182880"/>
          </a:xfrm>
          <a:prstGeom prst="ellipse">
            <a:avLst/>
          </a:prstGeom>
          <a:solidFill>
            <a:srgbClr val="5B7FD6"/>
          </a:solidFill>
          <a:ln w="9525">
            <a:solidFill>
              <a:srgbClr val="2E4A9A"/>
            </a:solidFill>
            <a:prstDash val="solid"/>
          </a:ln>
        </p:spPr>
      </p:sp>
      <p:sp>
        <p:nvSpPr>
          <p:cNvPr id="463" name="Shape 461"/>
          <p:cNvSpPr/>
          <p:nvPr/>
        </p:nvSpPr>
        <p:spPr>
          <a:xfrm>
            <a:off x="822960" y="4361688"/>
            <a:ext cx="301752" cy="91"/>
          </a:xfrm>
          <a:prstGeom prst="line">
            <a:avLst/>
          </a:prstGeom>
          <a:noFill/>
          <a:ln w="31750">
            <a:solidFill>
              <a:srgbClr val="2E5BD8"/>
            </a:solidFill>
            <a:prstDash val="solid"/>
            <a:tailEnd type="triangle"/>
          </a:ln>
        </p:spPr>
      </p:sp>
      <p:sp>
        <p:nvSpPr>
          <p:cNvPr id="464" name="Shape 462"/>
          <p:cNvSpPr/>
          <p:nvPr/>
        </p:nvSpPr>
        <p:spPr>
          <a:xfrm flipH="1">
            <a:off x="2299716" y="4361688"/>
            <a:ext cx="301752" cy="91"/>
          </a:xfrm>
          <a:prstGeom prst="line">
            <a:avLst/>
          </a:prstGeom>
          <a:noFill/>
          <a:ln w="31750">
            <a:solidFill>
              <a:srgbClr val="2E5BD8"/>
            </a:solidFill>
            <a:prstDash val="solid"/>
            <a:tailEnd type="triangle"/>
          </a:ln>
        </p:spPr>
      </p:sp>
      <p:sp>
        <p:nvSpPr>
          <p:cNvPr id="465" name="Text 463"/>
          <p:cNvSpPr/>
          <p:nvPr/>
        </p:nvSpPr>
        <p:spPr>
          <a:xfrm>
            <a:off x="640080" y="5074920"/>
            <a:ext cx="2423160" cy="256032"/>
          </a:xfrm>
          <a:prstGeom prst="rect">
            <a:avLst/>
          </a:prstGeom>
          <a:noFill/>
          <a:ln/>
        </p:spPr>
        <p:txBody>
          <a:bodyPr wrap="square" lIns="0" tIns="0" rIns="0" bIns="0" rtlCol="0" anchor="ctr"/>
          <a:lstStyle/>
          <a:p>
            <a:pPr algn="ctr" indent="0" marL="0">
              <a:buNone/>
            </a:pPr>
            <a:r>
              <a:rPr lang="en-US" sz="1000" i="1" dirty="0">
                <a:solidFill>
                  <a:srgbClr val="2E5BD8"/>
                </a:solidFill>
                <a:latin typeface="Calibri" pitchFamily="34" charset="0"/>
                <a:ea typeface="Calibri" pitchFamily="34" charset="-122"/>
                <a:cs typeface="Calibri" pitchFamily="34" charset="-120"/>
              </a:rPr>
              <a:t>closer together: repulsion pushes back</a:t>
            </a:r>
            <a:endParaRPr lang="en-US" sz="1000" dirty="0"/>
          </a:p>
        </p:txBody>
      </p:sp>
      <p:sp>
        <p:nvSpPr>
          <p:cNvPr id="466" name="Shape 464"/>
          <p:cNvSpPr/>
          <p:nvPr/>
        </p:nvSpPr>
        <p:spPr>
          <a:xfrm>
            <a:off x="3291840" y="3429000"/>
            <a:ext cx="2514600" cy="1920240"/>
          </a:xfrm>
          <a:prstGeom prst="roundRect">
            <a:avLst>
              <a:gd name="adj" fmla="val 2381"/>
            </a:avLst>
          </a:prstGeom>
          <a:solidFill>
            <a:srgbClr val="FFFFFF"/>
          </a:solidFill>
          <a:ln w="12700">
            <a:solidFill>
              <a:srgbClr val="D5DCEB"/>
            </a:solidFill>
            <a:prstDash val="solid"/>
          </a:ln>
        </p:spPr>
      </p:sp>
      <p:sp>
        <p:nvSpPr>
          <p:cNvPr id="467" name="Text 465"/>
          <p:cNvSpPr/>
          <p:nvPr/>
        </p:nvSpPr>
        <p:spPr>
          <a:xfrm>
            <a:off x="3291840" y="3465576"/>
            <a:ext cx="2514600" cy="256032"/>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D  Plastic: layers slip</a:t>
            </a:r>
            <a:endParaRPr lang="en-US" sz="1100" dirty="0"/>
          </a:p>
        </p:txBody>
      </p:sp>
      <p:sp>
        <p:nvSpPr>
          <p:cNvPr id="468" name="Shape 466"/>
          <p:cNvSpPr/>
          <p:nvPr/>
        </p:nvSpPr>
        <p:spPr>
          <a:xfrm>
            <a:off x="4315968" y="3977640"/>
            <a:ext cx="16093" cy="91"/>
          </a:xfrm>
          <a:prstGeom prst="line">
            <a:avLst/>
          </a:prstGeom>
          <a:noFill/>
          <a:ln w="12700">
            <a:solidFill>
              <a:srgbClr val="8C96A8"/>
            </a:solidFill>
            <a:prstDash val="solid"/>
          </a:ln>
        </p:spPr>
      </p:sp>
      <p:sp>
        <p:nvSpPr>
          <p:cNvPr id="469" name="Shape 467"/>
          <p:cNvSpPr/>
          <p:nvPr/>
        </p:nvSpPr>
        <p:spPr>
          <a:xfrm flipV="1">
            <a:off x="4332061" y="3936492"/>
            <a:ext cx="28164" cy="41148"/>
          </a:xfrm>
          <a:prstGeom prst="line">
            <a:avLst/>
          </a:prstGeom>
          <a:noFill/>
          <a:ln w="12700">
            <a:solidFill>
              <a:srgbClr val="8C96A8"/>
            </a:solidFill>
            <a:prstDash val="solid"/>
          </a:ln>
        </p:spPr>
      </p:sp>
      <p:sp>
        <p:nvSpPr>
          <p:cNvPr id="470" name="Shape 468"/>
          <p:cNvSpPr/>
          <p:nvPr/>
        </p:nvSpPr>
        <p:spPr>
          <a:xfrm>
            <a:off x="4360225" y="3936492"/>
            <a:ext cx="28164" cy="82296"/>
          </a:xfrm>
          <a:prstGeom prst="line">
            <a:avLst/>
          </a:prstGeom>
          <a:noFill/>
          <a:ln w="12700">
            <a:solidFill>
              <a:srgbClr val="8C96A8"/>
            </a:solidFill>
            <a:prstDash val="solid"/>
          </a:ln>
        </p:spPr>
      </p:sp>
      <p:sp>
        <p:nvSpPr>
          <p:cNvPr id="471" name="Shape 469"/>
          <p:cNvSpPr/>
          <p:nvPr/>
        </p:nvSpPr>
        <p:spPr>
          <a:xfrm flipV="1">
            <a:off x="4388388" y="3936492"/>
            <a:ext cx="28164" cy="82296"/>
          </a:xfrm>
          <a:prstGeom prst="line">
            <a:avLst/>
          </a:prstGeom>
          <a:noFill/>
          <a:ln w="12700">
            <a:solidFill>
              <a:srgbClr val="8C96A8"/>
            </a:solidFill>
            <a:prstDash val="solid"/>
          </a:ln>
        </p:spPr>
      </p:sp>
      <p:sp>
        <p:nvSpPr>
          <p:cNvPr id="472" name="Shape 470"/>
          <p:cNvSpPr/>
          <p:nvPr/>
        </p:nvSpPr>
        <p:spPr>
          <a:xfrm>
            <a:off x="4416552" y="3936492"/>
            <a:ext cx="28164" cy="82296"/>
          </a:xfrm>
          <a:prstGeom prst="line">
            <a:avLst/>
          </a:prstGeom>
          <a:noFill/>
          <a:ln w="12700">
            <a:solidFill>
              <a:srgbClr val="8C96A8"/>
            </a:solidFill>
            <a:prstDash val="solid"/>
          </a:ln>
        </p:spPr>
      </p:sp>
      <p:sp>
        <p:nvSpPr>
          <p:cNvPr id="473" name="Shape 471"/>
          <p:cNvSpPr/>
          <p:nvPr/>
        </p:nvSpPr>
        <p:spPr>
          <a:xfrm flipV="1">
            <a:off x="4444716" y="3936492"/>
            <a:ext cx="28164" cy="82296"/>
          </a:xfrm>
          <a:prstGeom prst="line">
            <a:avLst/>
          </a:prstGeom>
          <a:noFill/>
          <a:ln w="12700">
            <a:solidFill>
              <a:srgbClr val="8C96A8"/>
            </a:solidFill>
            <a:prstDash val="solid"/>
          </a:ln>
        </p:spPr>
      </p:sp>
      <p:sp>
        <p:nvSpPr>
          <p:cNvPr id="474" name="Shape 472"/>
          <p:cNvSpPr/>
          <p:nvPr/>
        </p:nvSpPr>
        <p:spPr>
          <a:xfrm>
            <a:off x="4472879" y="3936492"/>
            <a:ext cx="28164" cy="41148"/>
          </a:xfrm>
          <a:prstGeom prst="line">
            <a:avLst/>
          </a:prstGeom>
          <a:noFill/>
          <a:ln w="12700">
            <a:solidFill>
              <a:srgbClr val="8C96A8"/>
            </a:solidFill>
            <a:prstDash val="solid"/>
          </a:ln>
        </p:spPr>
      </p:sp>
      <p:sp>
        <p:nvSpPr>
          <p:cNvPr id="475" name="Shape 473"/>
          <p:cNvSpPr/>
          <p:nvPr/>
        </p:nvSpPr>
        <p:spPr>
          <a:xfrm>
            <a:off x="4501043" y="3977640"/>
            <a:ext cx="16093" cy="91"/>
          </a:xfrm>
          <a:prstGeom prst="line">
            <a:avLst/>
          </a:prstGeom>
          <a:noFill/>
          <a:ln w="12700">
            <a:solidFill>
              <a:srgbClr val="8C96A8"/>
            </a:solidFill>
            <a:prstDash val="solid"/>
          </a:ln>
        </p:spPr>
      </p:sp>
      <p:sp>
        <p:nvSpPr>
          <p:cNvPr id="476" name="Shape 474"/>
          <p:cNvSpPr/>
          <p:nvPr/>
        </p:nvSpPr>
        <p:spPr>
          <a:xfrm>
            <a:off x="4224528" y="4069080"/>
            <a:ext cx="91" cy="16093"/>
          </a:xfrm>
          <a:prstGeom prst="line">
            <a:avLst/>
          </a:prstGeom>
          <a:noFill/>
          <a:ln w="12700">
            <a:solidFill>
              <a:srgbClr val="8C96A8"/>
            </a:solidFill>
            <a:prstDash val="solid"/>
          </a:ln>
        </p:spPr>
      </p:sp>
      <p:sp>
        <p:nvSpPr>
          <p:cNvPr id="477" name="Shape 475"/>
          <p:cNvSpPr/>
          <p:nvPr/>
        </p:nvSpPr>
        <p:spPr>
          <a:xfrm>
            <a:off x="4224528" y="4085173"/>
            <a:ext cx="41148" cy="28164"/>
          </a:xfrm>
          <a:prstGeom prst="line">
            <a:avLst/>
          </a:prstGeom>
          <a:noFill/>
          <a:ln w="12700">
            <a:solidFill>
              <a:srgbClr val="8C96A8"/>
            </a:solidFill>
            <a:prstDash val="solid"/>
          </a:ln>
        </p:spPr>
      </p:sp>
      <p:sp>
        <p:nvSpPr>
          <p:cNvPr id="478" name="Shape 476"/>
          <p:cNvSpPr/>
          <p:nvPr/>
        </p:nvSpPr>
        <p:spPr>
          <a:xfrm flipH="1">
            <a:off x="4183380" y="4113337"/>
            <a:ext cx="82296" cy="28164"/>
          </a:xfrm>
          <a:prstGeom prst="line">
            <a:avLst/>
          </a:prstGeom>
          <a:noFill/>
          <a:ln w="12700">
            <a:solidFill>
              <a:srgbClr val="8C96A8"/>
            </a:solidFill>
            <a:prstDash val="solid"/>
          </a:ln>
        </p:spPr>
      </p:sp>
      <p:sp>
        <p:nvSpPr>
          <p:cNvPr id="479" name="Shape 477"/>
          <p:cNvSpPr/>
          <p:nvPr/>
        </p:nvSpPr>
        <p:spPr>
          <a:xfrm>
            <a:off x="4183380" y="4141500"/>
            <a:ext cx="82296" cy="28164"/>
          </a:xfrm>
          <a:prstGeom prst="line">
            <a:avLst/>
          </a:prstGeom>
          <a:noFill/>
          <a:ln w="12700">
            <a:solidFill>
              <a:srgbClr val="8C96A8"/>
            </a:solidFill>
            <a:prstDash val="solid"/>
          </a:ln>
        </p:spPr>
      </p:sp>
      <p:sp>
        <p:nvSpPr>
          <p:cNvPr id="480" name="Shape 478"/>
          <p:cNvSpPr/>
          <p:nvPr/>
        </p:nvSpPr>
        <p:spPr>
          <a:xfrm flipH="1">
            <a:off x="4183380" y="4169664"/>
            <a:ext cx="82296" cy="28164"/>
          </a:xfrm>
          <a:prstGeom prst="line">
            <a:avLst/>
          </a:prstGeom>
          <a:noFill/>
          <a:ln w="12700">
            <a:solidFill>
              <a:srgbClr val="8C96A8"/>
            </a:solidFill>
            <a:prstDash val="solid"/>
          </a:ln>
        </p:spPr>
      </p:sp>
      <p:sp>
        <p:nvSpPr>
          <p:cNvPr id="481" name="Shape 479"/>
          <p:cNvSpPr/>
          <p:nvPr/>
        </p:nvSpPr>
        <p:spPr>
          <a:xfrm>
            <a:off x="4183380" y="4197828"/>
            <a:ext cx="82296" cy="28164"/>
          </a:xfrm>
          <a:prstGeom prst="line">
            <a:avLst/>
          </a:prstGeom>
          <a:noFill/>
          <a:ln w="12700">
            <a:solidFill>
              <a:srgbClr val="8C96A8"/>
            </a:solidFill>
            <a:prstDash val="solid"/>
          </a:ln>
        </p:spPr>
      </p:sp>
      <p:sp>
        <p:nvSpPr>
          <p:cNvPr id="482" name="Shape 480"/>
          <p:cNvSpPr/>
          <p:nvPr/>
        </p:nvSpPr>
        <p:spPr>
          <a:xfrm flipH="1">
            <a:off x="4224528" y="4225991"/>
            <a:ext cx="41148" cy="28164"/>
          </a:xfrm>
          <a:prstGeom prst="line">
            <a:avLst/>
          </a:prstGeom>
          <a:noFill/>
          <a:ln w="12700">
            <a:solidFill>
              <a:srgbClr val="8C96A8"/>
            </a:solidFill>
            <a:prstDash val="solid"/>
          </a:ln>
        </p:spPr>
      </p:sp>
      <p:sp>
        <p:nvSpPr>
          <p:cNvPr id="483" name="Shape 481"/>
          <p:cNvSpPr/>
          <p:nvPr/>
        </p:nvSpPr>
        <p:spPr>
          <a:xfrm>
            <a:off x="4224528" y="4254155"/>
            <a:ext cx="91" cy="16093"/>
          </a:xfrm>
          <a:prstGeom prst="line">
            <a:avLst/>
          </a:prstGeom>
          <a:noFill/>
          <a:ln w="12700">
            <a:solidFill>
              <a:srgbClr val="8C96A8"/>
            </a:solidFill>
            <a:prstDash val="solid"/>
          </a:ln>
        </p:spPr>
      </p:sp>
      <p:sp>
        <p:nvSpPr>
          <p:cNvPr id="484" name="Shape 482"/>
          <p:cNvSpPr/>
          <p:nvPr/>
        </p:nvSpPr>
        <p:spPr>
          <a:xfrm>
            <a:off x="4700016" y="3977640"/>
            <a:ext cx="16093" cy="91"/>
          </a:xfrm>
          <a:prstGeom prst="line">
            <a:avLst/>
          </a:prstGeom>
          <a:noFill/>
          <a:ln w="12700">
            <a:solidFill>
              <a:srgbClr val="8C96A8"/>
            </a:solidFill>
            <a:prstDash val="solid"/>
          </a:ln>
        </p:spPr>
      </p:sp>
      <p:sp>
        <p:nvSpPr>
          <p:cNvPr id="485" name="Shape 483"/>
          <p:cNvSpPr/>
          <p:nvPr/>
        </p:nvSpPr>
        <p:spPr>
          <a:xfrm flipV="1">
            <a:off x="4716109" y="3936492"/>
            <a:ext cx="28164" cy="41148"/>
          </a:xfrm>
          <a:prstGeom prst="line">
            <a:avLst/>
          </a:prstGeom>
          <a:noFill/>
          <a:ln w="12700">
            <a:solidFill>
              <a:srgbClr val="8C96A8"/>
            </a:solidFill>
            <a:prstDash val="solid"/>
          </a:ln>
        </p:spPr>
      </p:sp>
      <p:sp>
        <p:nvSpPr>
          <p:cNvPr id="486" name="Shape 484"/>
          <p:cNvSpPr/>
          <p:nvPr/>
        </p:nvSpPr>
        <p:spPr>
          <a:xfrm>
            <a:off x="4744273" y="3936492"/>
            <a:ext cx="28164" cy="82296"/>
          </a:xfrm>
          <a:prstGeom prst="line">
            <a:avLst/>
          </a:prstGeom>
          <a:noFill/>
          <a:ln w="12700">
            <a:solidFill>
              <a:srgbClr val="8C96A8"/>
            </a:solidFill>
            <a:prstDash val="solid"/>
          </a:ln>
        </p:spPr>
      </p:sp>
      <p:sp>
        <p:nvSpPr>
          <p:cNvPr id="487" name="Shape 485"/>
          <p:cNvSpPr/>
          <p:nvPr/>
        </p:nvSpPr>
        <p:spPr>
          <a:xfrm flipV="1">
            <a:off x="4772436" y="3936492"/>
            <a:ext cx="28164" cy="82296"/>
          </a:xfrm>
          <a:prstGeom prst="line">
            <a:avLst/>
          </a:prstGeom>
          <a:noFill/>
          <a:ln w="12700">
            <a:solidFill>
              <a:srgbClr val="8C96A8"/>
            </a:solidFill>
            <a:prstDash val="solid"/>
          </a:ln>
        </p:spPr>
      </p:sp>
      <p:sp>
        <p:nvSpPr>
          <p:cNvPr id="488" name="Shape 486"/>
          <p:cNvSpPr/>
          <p:nvPr/>
        </p:nvSpPr>
        <p:spPr>
          <a:xfrm>
            <a:off x="4800600" y="3936492"/>
            <a:ext cx="28164" cy="82296"/>
          </a:xfrm>
          <a:prstGeom prst="line">
            <a:avLst/>
          </a:prstGeom>
          <a:noFill/>
          <a:ln w="12700">
            <a:solidFill>
              <a:srgbClr val="8C96A8"/>
            </a:solidFill>
            <a:prstDash val="solid"/>
          </a:ln>
        </p:spPr>
      </p:sp>
      <p:sp>
        <p:nvSpPr>
          <p:cNvPr id="489" name="Shape 487"/>
          <p:cNvSpPr/>
          <p:nvPr/>
        </p:nvSpPr>
        <p:spPr>
          <a:xfrm flipV="1">
            <a:off x="4828764" y="3936492"/>
            <a:ext cx="28164" cy="82296"/>
          </a:xfrm>
          <a:prstGeom prst="line">
            <a:avLst/>
          </a:prstGeom>
          <a:noFill/>
          <a:ln w="12700">
            <a:solidFill>
              <a:srgbClr val="8C96A8"/>
            </a:solidFill>
            <a:prstDash val="solid"/>
          </a:ln>
        </p:spPr>
      </p:sp>
      <p:sp>
        <p:nvSpPr>
          <p:cNvPr id="490" name="Shape 488"/>
          <p:cNvSpPr/>
          <p:nvPr/>
        </p:nvSpPr>
        <p:spPr>
          <a:xfrm>
            <a:off x="4856927" y="3936492"/>
            <a:ext cx="28164" cy="41148"/>
          </a:xfrm>
          <a:prstGeom prst="line">
            <a:avLst/>
          </a:prstGeom>
          <a:noFill/>
          <a:ln w="12700">
            <a:solidFill>
              <a:srgbClr val="8C96A8"/>
            </a:solidFill>
            <a:prstDash val="solid"/>
          </a:ln>
        </p:spPr>
      </p:sp>
      <p:sp>
        <p:nvSpPr>
          <p:cNvPr id="491" name="Shape 489"/>
          <p:cNvSpPr/>
          <p:nvPr/>
        </p:nvSpPr>
        <p:spPr>
          <a:xfrm>
            <a:off x="4885091" y="3977640"/>
            <a:ext cx="16093" cy="91"/>
          </a:xfrm>
          <a:prstGeom prst="line">
            <a:avLst/>
          </a:prstGeom>
          <a:noFill/>
          <a:ln w="12700">
            <a:solidFill>
              <a:srgbClr val="8C96A8"/>
            </a:solidFill>
            <a:prstDash val="solid"/>
          </a:ln>
        </p:spPr>
      </p:sp>
      <p:sp>
        <p:nvSpPr>
          <p:cNvPr id="492" name="Shape 490"/>
          <p:cNvSpPr/>
          <p:nvPr/>
        </p:nvSpPr>
        <p:spPr>
          <a:xfrm>
            <a:off x="4608576" y="4069080"/>
            <a:ext cx="91" cy="16093"/>
          </a:xfrm>
          <a:prstGeom prst="line">
            <a:avLst/>
          </a:prstGeom>
          <a:noFill/>
          <a:ln w="12700">
            <a:solidFill>
              <a:srgbClr val="8C96A8"/>
            </a:solidFill>
            <a:prstDash val="solid"/>
          </a:ln>
        </p:spPr>
      </p:sp>
      <p:sp>
        <p:nvSpPr>
          <p:cNvPr id="493" name="Shape 491"/>
          <p:cNvSpPr/>
          <p:nvPr/>
        </p:nvSpPr>
        <p:spPr>
          <a:xfrm>
            <a:off x="4608576" y="4085173"/>
            <a:ext cx="41148" cy="28164"/>
          </a:xfrm>
          <a:prstGeom prst="line">
            <a:avLst/>
          </a:prstGeom>
          <a:noFill/>
          <a:ln w="12700">
            <a:solidFill>
              <a:srgbClr val="8C96A8"/>
            </a:solidFill>
            <a:prstDash val="solid"/>
          </a:ln>
        </p:spPr>
      </p:sp>
      <p:sp>
        <p:nvSpPr>
          <p:cNvPr id="494" name="Shape 492"/>
          <p:cNvSpPr/>
          <p:nvPr/>
        </p:nvSpPr>
        <p:spPr>
          <a:xfrm flipH="1">
            <a:off x="4567428" y="4113337"/>
            <a:ext cx="82296" cy="28164"/>
          </a:xfrm>
          <a:prstGeom prst="line">
            <a:avLst/>
          </a:prstGeom>
          <a:noFill/>
          <a:ln w="12700">
            <a:solidFill>
              <a:srgbClr val="8C96A8"/>
            </a:solidFill>
            <a:prstDash val="solid"/>
          </a:ln>
        </p:spPr>
      </p:sp>
      <p:sp>
        <p:nvSpPr>
          <p:cNvPr id="495" name="Shape 493"/>
          <p:cNvSpPr/>
          <p:nvPr/>
        </p:nvSpPr>
        <p:spPr>
          <a:xfrm>
            <a:off x="4567428" y="4141500"/>
            <a:ext cx="82296" cy="28164"/>
          </a:xfrm>
          <a:prstGeom prst="line">
            <a:avLst/>
          </a:prstGeom>
          <a:noFill/>
          <a:ln w="12700">
            <a:solidFill>
              <a:srgbClr val="8C96A8"/>
            </a:solidFill>
            <a:prstDash val="solid"/>
          </a:ln>
        </p:spPr>
      </p:sp>
      <p:sp>
        <p:nvSpPr>
          <p:cNvPr id="496" name="Shape 494"/>
          <p:cNvSpPr/>
          <p:nvPr/>
        </p:nvSpPr>
        <p:spPr>
          <a:xfrm flipH="1">
            <a:off x="4567428" y="4169664"/>
            <a:ext cx="82296" cy="28164"/>
          </a:xfrm>
          <a:prstGeom prst="line">
            <a:avLst/>
          </a:prstGeom>
          <a:noFill/>
          <a:ln w="12700">
            <a:solidFill>
              <a:srgbClr val="8C96A8"/>
            </a:solidFill>
            <a:prstDash val="solid"/>
          </a:ln>
        </p:spPr>
      </p:sp>
      <p:sp>
        <p:nvSpPr>
          <p:cNvPr id="497" name="Shape 495"/>
          <p:cNvSpPr/>
          <p:nvPr/>
        </p:nvSpPr>
        <p:spPr>
          <a:xfrm>
            <a:off x="4567428" y="4197828"/>
            <a:ext cx="82296" cy="28164"/>
          </a:xfrm>
          <a:prstGeom prst="line">
            <a:avLst/>
          </a:prstGeom>
          <a:noFill/>
          <a:ln w="12700">
            <a:solidFill>
              <a:srgbClr val="8C96A8"/>
            </a:solidFill>
            <a:prstDash val="solid"/>
          </a:ln>
        </p:spPr>
      </p:sp>
      <p:sp>
        <p:nvSpPr>
          <p:cNvPr id="498" name="Shape 496"/>
          <p:cNvSpPr/>
          <p:nvPr/>
        </p:nvSpPr>
        <p:spPr>
          <a:xfrm flipH="1">
            <a:off x="4608576" y="4225991"/>
            <a:ext cx="41148" cy="28164"/>
          </a:xfrm>
          <a:prstGeom prst="line">
            <a:avLst/>
          </a:prstGeom>
          <a:noFill/>
          <a:ln w="12700">
            <a:solidFill>
              <a:srgbClr val="8C96A8"/>
            </a:solidFill>
            <a:prstDash val="solid"/>
          </a:ln>
        </p:spPr>
      </p:sp>
      <p:sp>
        <p:nvSpPr>
          <p:cNvPr id="499" name="Shape 497"/>
          <p:cNvSpPr/>
          <p:nvPr/>
        </p:nvSpPr>
        <p:spPr>
          <a:xfrm>
            <a:off x="4608576" y="4254155"/>
            <a:ext cx="91" cy="16093"/>
          </a:xfrm>
          <a:prstGeom prst="line">
            <a:avLst/>
          </a:prstGeom>
          <a:noFill/>
          <a:ln w="12700">
            <a:solidFill>
              <a:srgbClr val="8C96A8"/>
            </a:solidFill>
            <a:prstDash val="solid"/>
          </a:ln>
        </p:spPr>
      </p:sp>
      <p:sp>
        <p:nvSpPr>
          <p:cNvPr id="500" name="Shape 498"/>
          <p:cNvSpPr/>
          <p:nvPr/>
        </p:nvSpPr>
        <p:spPr>
          <a:xfrm>
            <a:off x="5084064" y="3977640"/>
            <a:ext cx="16093" cy="91"/>
          </a:xfrm>
          <a:prstGeom prst="line">
            <a:avLst/>
          </a:prstGeom>
          <a:noFill/>
          <a:ln w="12700">
            <a:solidFill>
              <a:srgbClr val="8C96A8"/>
            </a:solidFill>
            <a:prstDash val="solid"/>
          </a:ln>
        </p:spPr>
      </p:sp>
      <p:sp>
        <p:nvSpPr>
          <p:cNvPr id="501" name="Shape 499"/>
          <p:cNvSpPr/>
          <p:nvPr/>
        </p:nvSpPr>
        <p:spPr>
          <a:xfrm flipV="1">
            <a:off x="5100157" y="3936492"/>
            <a:ext cx="28164" cy="41148"/>
          </a:xfrm>
          <a:prstGeom prst="line">
            <a:avLst/>
          </a:prstGeom>
          <a:noFill/>
          <a:ln w="12700">
            <a:solidFill>
              <a:srgbClr val="8C96A8"/>
            </a:solidFill>
            <a:prstDash val="solid"/>
          </a:ln>
        </p:spPr>
      </p:sp>
      <p:sp>
        <p:nvSpPr>
          <p:cNvPr id="502" name="Shape 500"/>
          <p:cNvSpPr/>
          <p:nvPr/>
        </p:nvSpPr>
        <p:spPr>
          <a:xfrm>
            <a:off x="5128321" y="3936492"/>
            <a:ext cx="28164" cy="82296"/>
          </a:xfrm>
          <a:prstGeom prst="line">
            <a:avLst/>
          </a:prstGeom>
          <a:noFill/>
          <a:ln w="12700">
            <a:solidFill>
              <a:srgbClr val="8C96A8"/>
            </a:solidFill>
            <a:prstDash val="solid"/>
          </a:ln>
        </p:spPr>
      </p:sp>
      <p:sp>
        <p:nvSpPr>
          <p:cNvPr id="503" name="Shape 501"/>
          <p:cNvSpPr/>
          <p:nvPr/>
        </p:nvSpPr>
        <p:spPr>
          <a:xfrm flipV="1">
            <a:off x="5156484" y="3936492"/>
            <a:ext cx="28164" cy="82296"/>
          </a:xfrm>
          <a:prstGeom prst="line">
            <a:avLst/>
          </a:prstGeom>
          <a:noFill/>
          <a:ln w="12700">
            <a:solidFill>
              <a:srgbClr val="8C96A8"/>
            </a:solidFill>
            <a:prstDash val="solid"/>
          </a:ln>
        </p:spPr>
      </p:sp>
      <p:sp>
        <p:nvSpPr>
          <p:cNvPr id="504" name="Shape 502"/>
          <p:cNvSpPr/>
          <p:nvPr/>
        </p:nvSpPr>
        <p:spPr>
          <a:xfrm>
            <a:off x="5184648" y="3936492"/>
            <a:ext cx="28164" cy="82296"/>
          </a:xfrm>
          <a:prstGeom prst="line">
            <a:avLst/>
          </a:prstGeom>
          <a:noFill/>
          <a:ln w="12700">
            <a:solidFill>
              <a:srgbClr val="8C96A8"/>
            </a:solidFill>
            <a:prstDash val="solid"/>
          </a:ln>
        </p:spPr>
      </p:sp>
      <p:sp>
        <p:nvSpPr>
          <p:cNvPr id="505" name="Shape 503"/>
          <p:cNvSpPr/>
          <p:nvPr/>
        </p:nvSpPr>
        <p:spPr>
          <a:xfrm flipV="1">
            <a:off x="5212812" y="3936492"/>
            <a:ext cx="28164" cy="82296"/>
          </a:xfrm>
          <a:prstGeom prst="line">
            <a:avLst/>
          </a:prstGeom>
          <a:noFill/>
          <a:ln w="12700">
            <a:solidFill>
              <a:srgbClr val="8C96A8"/>
            </a:solidFill>
            <a:prstDash val="solid"/>
          </a:ln>
        </p:spPr>
      </p:sp>
      <p:sp>
        <p:nvSpPr>
          <p:cNvPr id="506" name="Shape 504"/>
          <p:cNvSpPr/>
          <p:nvPr/>
        </p:nvSpPr>
        <p:spPr>
          <a:xfrm>
            <a:off x="5240975" y="3936492"/>
            <a:ext cx="28164" cy="41148"/>
          </a:xfrm>
          <a:prstGeom prst="line">
            <a:avLst/>
          </a:prstGeom>
          <a:noFill/>
          <a:ln w="12700">
            <a:solidFill>
              <a:srgbClr val="8C96A8"/>
            </a:solidFill>
            <a:prstDash val="solid"/>
          </a:ln>
        </p:spPr>
      </p:sp>
      <p:sp>
        <p:nvSpPr>
          <p:cNvPr id="507" name="Shape 505"/>
          <p:cNvSpPr/>
          <p:nvPr/>
        </p:nvSpPr>
        <p:spPr>
          <a:xfrm>
            <a:off x="5269139" y="3977640"/>
            <a:ext cx="16093" cy="91"/>
          </a:xfrm>
          <a:prstGeom prst="line">
            <a:avLst/>
          </a:prstGeom>
          <a:noFill/>
          <a:ln w="12700">
            <a:solidFill>
              <a:srgbClr val="8C96A8"/>
            </a:solidFill>
            <a:prstDash val="solid"/>
          </a:ln>
        </p:spPr>
      </p:sp>
      <p:sp>
        <p:nvSpPr>
          <p:cNvPr id="508" name="Shape 506"/>
          <p:cNvSpPr/>
          <p:nvPr/>
        </p:nvSpPr>
        <p:spPr>
          <a:xfrm>
            <a:off x="4992624" y="4069080"/>
            <a:ext cx="91" cy="16093"/>
          </a:xfrm>
          <a:prstGeom prst="line">
            <a:avLst/>
          </a:prstGeom>
          <a:noFill/>
          <a:ln w="12700">
            <a:solidFill>
              <a:srgbClr val="8C96A8"/>
            </a:solidFill>
            <a:prstDash val="solid"/>
          </a:ln>
        </p:spPr>
      </p:sp>
      <p:sp>
        <p:nvSpPr>
          <p:cNvPr id="509" name="Shape 507"/>
          <p:cNvSpPr/>
          <p:nvPr/>
        </p:nvSpPr>
        <p:spPr>
          <a:xfrm>
            <a:off x="4992624" y="4085173"/>
            <a:ext cx="41148" cy="28164"/>
          </a:xfrm>
          <a:prstGeom prst="line">
            <a:avLst/>
          </a:prstGeom>
          <a:noFill/>
          <a:ln w="12700">
            <a:solidFill>
              <a:srgbClr val="8C96A8"/>
            </a:solidFill>
            <a:prstDash val="solid"/>
          </a:ln>
        </p:spPr>
      </p:sp>
      <p:sp>
        <p:nvSpPr>
          <p:cNvPr id="510" name="Shape 508"/>
          <p:cNvSpPr/>
          <p:nvPr/>
        </p:nvSpPr>
        <p:spPr>
          <a:xfrm flipH="1">
            <a:off x="4951476" y="4113337"/>
            <a:ext cx="82296" cy="28164"/>
          </a:xfrm>
          <a:prstGeom prst="line">
            <a:avLst/>
          </a:prstGeom>
          <a:noFill/>
          <a:ln w="12700">
            <a:solidFill>
              <a:srgbClr val="8C96A8"/>
            </a:solidFill>
            <a:prstDash val="solid"/>
          </a:ln>
        </p:spPr>
      </p:sp>
      <p:sp>
        <p:nvSpPr>
          <p:cNvPr id="511" name="Shape 509"/>
          <p:cNvSpPr/>
          <p:nvPr/>
        </p:nvSpPr>
        <p:spPr>
          <a:xfrm>
            <a:off x="4951476" y="4141500"/>
            <a:ext cx="82296" cy="28164"/>
          </a:xfrm>
          <a:prstGeom prst="line">
            <a:avLst/>
          </a:prstGeom>
          <a:noFill/>
          <a:ln w="12700">
            <a:solidFill>
              <a:srgbClr val="8C96A8"/>
            </a:solidFill>
            <a:prstDash val="solid"/>
          </a:ln>
        </p:spPr>
      </p:sp>
      <p:sp>
        <p:nvSpPr>
          <p:cNvPr id="512" name="Shape 510"/>
          <p:cNvSpPr/>
          <p:nvPr/>
        </p:nvSpPr>
        <p:spPr>
          <a:xfrm flipH="1">
            <a:off x="4951476" y="4169664"/>
            <a:ext cx="82296" cy="28164"/>
          </a:xfrm>
          <a:prstGeom prst="line">
            <a:avLst/>
          </a:prstGeom>
          <a:noFill/>
          <a:ln w="12700">
            <a:solidFill>
              <a:srgbClr val="8C96A8"/>
            </a:solidFill>
            <a:prstDash val="solid"/>
          </a:ln>
        </p:spPr>
      </p:sp>
      <p:sp>
        <p:nvSpPr>
          <p:cNvPr id="513" name="Shape 511"/>
          <p:cNvSpPr/>
          <p:nvPr/>
        </p:nvSpPr>
        <p:spPr>
          <a:xfrm>
            <a:off x="4951476" y="4197828"/>
            <a:ext cx="82296" cy="28164"/>
          </a:xfrm>
          <a:prstGeom prst="line">
            <a:avLst/>
          </a:prstGeom>
          <a:noFill/>
          <a:ln w="12700">
            <a:solidFill>
              <a:srgbClr val="8C96A8"/>
            </a:solidFill>
            <a:prstDash val="solid"/>
          </a:ln>
        </p:spPr>
      </p:sp>
      <p:sp>
        <p:nvSpPr>
          <p:cNvPr id="514" name="Shape 512"/>
          <p:cNvSpPr/>
          <p:nvPr/>
        </p:nvSpPr>
        <p:spPr>
          <a:xfrm flipH="1">
            <a:off x="4992624" y="4225991"/>
            <a:ext cx="41148" cy="28164"/>
          </a:xfrm>
          <a:prstGeom prst="line">
            <a:avLst/>
          </a:prstGeom>
          <a:noFill/>
          <a:ln w="12700">
            <a:solidFill>
              <a:srgbClr val="8C96A8"/>
            </a:solidFill>
            <a:prstDash val="solid"/>
          </a:ln>
        </p:spPr>
      </p:sp>
      <p:sp>
        <p:nvSpPr>
          <p:cNvPr id="515" name="Shape 513"/>
          <p:cNvSpPr/>
          <p:nvPr/>
        </p:nvSpPr>
        <p:spPr>
          <a:xfrm>
            <a:off x="4992624" y="4254155"/>
            <a:ext cx="91" cy="16093"/>
          </a:xfrm>
          <a:prstGeom prst="line">
            <a:avLst/>
          </a:prstGeom>
          <a:noFill/>
          <a:ln w="12700">
            <a:solidFill>
              <a:srgbClr val="8C96A8"/>
            </a:solidFill>
            <a:prstDash val="solid"/>
          </a:ln>
        </p:spPr>
      </p:sp>
      <p:sp>
        <p:nvSpPr>
          <p:cNvPr id="516" name="Shape 514"/>
          <p:cNvSpPr/>
          <p:nvPr/>
        </p:nvSpPr>
        <p:spPr>
          <a:xfrm>
            <a:off x="5376672" y="4069080"/>
            <a:ext cx="91" cy="16093"/>
          </a:xfrm>
          <a:prstGeom prst="line">
            <a:avLst/>
          </a:prstGeom>
          <a:noFill/>
          <a:ln w="12700">
            <a:solidFill>
              <a:srgbClr val="8C96A8"/>
            </a:solidFill>
            <a:prstDash val="solid"/>
          </a:ln>
        </p:spPr>
      </p:sp>
      <p:sp>
        <p:nvSpPr>
          <p:cNvPr id="517" name="Shape 515"/>
          <p:cNvSpPr/>
          <p:nvPr/>
        </p:nvSpPr>
        <p:spPr>
          <a:xfrm>
            <a:off x="5376672" y="4085173"/>
            <a:ext cx="41148" cy="28164"/>
          </a:xfrm>
          <a:prstGeom prst="line">
            <a:avLst/>
          </a:prstGeom>
          <a:noFill/>
          <a:ln w="12700">
            <a:solidFill>
              <a:srgbClr val="8C96A8"/>
            </a:solidFill>
            <a:prstDash val="solid"/>
          </a:ln>
        </p:spPr>
      </p:sp>
      <p:sp>
        <p:nvSpPr>
          <p:cNvPr id="518" name="Shape 516"/>
          <p:cNvSpPr/>
          <p:nvPr/>
        </p:nvSpPr>
        <p:spPr>
          <a:xfrm flipH="1">
            <a:off x="5335524" y="4113337"/>
            <a:ext cx="82296" cy="28164"/>
          </a:xfrm>
          <a:prstGeom prst="line">
            <a:avLst/>
          </a:prstGeom>
          <a:noFill/>
          <a:ln w="12700">
            <a:solidFill>
              <a:srgbClr val="8C96A8"/>
            </a:solidFill>
            <a:prstDash val="solid"/>
          </a:ln>
        </p:spPr>
      </p:sp>
      <p:sp>
        <p:nvSpPr>
          <p:cNvPr id="519" name="Shape 517"/>
          <p:cNvSpPr/>
          <p:nvPr/>
        </p:nvSpPr>
        <p:spPr>
          <a:xfrm>
            <a:off x="5335524" y="4141500"/>
            <a:ext cx="82296" cy="28164"/>
          </a:xfrm>
          <a:prstGeom prst="line">
            <a:avLst/>
          </a:prstGeom>
          <a:noFill/>
          <a:ln w="12700">
            <a:solidFill>
              <a:srgbClr val="8C96A8"/>
            </a:solidFill>
            <a:prstDash val="solid"/>
          </a:ln>
        </p:spPr>
      </p:sp>
      <p:sp>
        <p:nvSpPr>
          <p:cNvPr id="520" name="Shape 518"/>
          <p:cNvSpPr/>
          <p:nvPr/>
        </p:nvSpPr>
        <p:spPr>
          <a:xfrm flipH="1">
            <a:off x="5335524" y="4169664"/>
            <a:ext cx="82296" cy="28164"/>
          </a:xfrm>
          <a:prstGeom prst="line">
            <a:avLst/>
          </a:prstGeom>
          <a:noFill/>
          <a:ln w="12700">
            <a:solidFill>
              <a:srgbClr val="8C96A8"/>
            </a:solidFill>
            <a:prstDash val="solid"/>
          </a:ln>
        </p:spPr>
      </p:sp>
      <p:sp>
        <p:nvSpPr>
          <p:cNvPr id="521" name="Shape 519"/>
          <p:cNvSpPr/>
          <p:nvPr/>
        </p:nvSpPr>
        <p:spPr>
          <a:xfrm>
            <a:off x="5335524" y="4197828"/>
            <a:ext cx="82296" cy="28164"/>
          </a:xfrm>
          <a:prstGeom prst="line">
            <a:avLst/>
          </a:prstGeom>
          <a:noFill/>
          <a:ln w="12700">
            <a:solidFill>
              <a:srgbClr val="8C96A8"/>
            </a:solidFill>
            <a:prstDash val="solid"/>
          </a:ln>
        </p:spPr>
      </p:sp>
      <p:sp>
        <p:nvSpPr>
          <p:cNvPr id="522" name="Shape 520"/>
          <p:cNvSpPr/>
          <p:nvPr/>
        </p:nvSpPr>
        <p:spPr>
          <a:xfrm flipH="1">
            <a:off x="5376672" y="4225991"/>
            <a:ext cx="41148" cy="28164"/>
          </a:xfrm>
          <a:prstGeom prst="line">
            <a:avLst/>
          </a:prstGeom>
          <a:noFill/>
          <a:ln w="12700">
            <a:solidFill>
              <a:srgbClr val="8C96A8"/>
            </a:solidFill>
            <a:prstDash val="solid"/>
          </a:ln>
        </p:spPr>
      </p:sp>
      <p:sp>
        <p:nvSpPr>
          <p:cNvPr id="523" name="Shape 521"/>
          <p:cNvSpPr/>
          <p:nvPr/>
        </p:nvSpPr>
        <p:spPr>
          <a:xfrm>
            <a:off x="5376672" y="4254155"/>
            <a:ext cx="91" cy="16093"/>
          </a:xfrm>
          <a:prstGeom prst="line">
            <a:avLst/>
          </a:prstGeom>
          <a:noFill/>
          <a:ln w="12700">
            <a:solidFill>
              <a:srgbClr val="8C96A8"/>
            </a:solidFill>
            <a:prstDash val="solid"/>
          </a:ln>
        </p:spPr>
      </p:sp>
      <p:sp>
        <p:nvSpPr>
          <p:cNvPr id="524" name="Shape 522"/>
          <p:cNvSpPr/>
          <p:nvPr/>
        </p:nvSpPr>
        <p:spPr>
          <a:xfrm>
            <a:off x="4315968" y="4361688"/>
            <a:ext cx="16093" cy="91"/>
          </a:xfrm>
          <a:prstGeom prst="line">
            <a:avLst/>
          </a:prstGeom>
          <a:noFill/>
          <a:ln w="12700">
            <a:solidFill>
              <a:srgbClr val="8C96A8"/>
            </a:solidFill>
            <a:prstDash val="solid"/>
          </a:ln>
        </p:spPr>
      </p:sp>
      <p:sp>
        <p:nvSpPr>
          <p:cNvPr id="525" name="Shape 523"/>
          <p:cNvSpPr/>
          <p:nvPr/>
        </p:nvSpPr>
        <p:spPr>
          <a:xfrm flipV="1">
            <a:off x="4332061" y="4320540"/>
            <a:ext cx="28164" cy="41148"/>
          </a:xfrm>
          <a:prstGeom prst="line">
            <a:avLst/>
          </a:prstGeom>
          <a:noFill/>
          <a:ln w="12700">
            <a:solidFill>
              <a:srgbClr val="8C96A8"/>
            </a:solidFill>
            <a:prstDash val="solid"/>
          </a:ln>
        </p:spPr>
      </p:sp>
      <p:sp>
        <p:nvSpPr>
          <p:cNvPr id="526" name="Shape 524"/>
          <p:cNvSpPr/>
          <p:nvPr/>
        </p:nvSpPr>
        <p:spPr>
          <a:xfrm>
            <a:off x="4360225" y="4320540"/>
            <a:ext cx="28164" cy="82296"/>
          </a:xfrm>
          <a:prstGeom prst="line">
            <a:avLst/>
          </a:prstGeom>
          <a:noFill/>
          <a:ln w="12700">
            <a:solidFill>
              <a:srgbClr val="8C96A8"/>
            </a:solidFill>
            <a:prstDash val="solid"/>
          </a:ln>
        </p:spPr>
      </p:sp>
      <p:sp>
        <p:nvSpPr>
          <p:cNvPr id="527" name="Shape 525"/>
          <p:cNvSpPr/>
          <p:nvPr/>
        </p:nvSpPr>
        <p:spPr>
          <a:xfrm flipV="1">
            <a:off x="4388388" y="4320540"/>
            <a:ext cx="28164" cy="82296"/>
          </a:xfrm>
          <a:prstGeom prst="line">
            <a:avLst/>
          </a:prstGeom>
          <a:noFill/>
          <a:ln w="12700">
            <a:solidFill>
              <a:srgbClr val="8C96A8"/>
            </a:solidFill>
            <a:prstDash val="solid"/>
          </a:ln>
        </p:spPr>
      </p:sp>
      <p:sp>
        <p:nvSpPr>
          <p:cNvPr id="528" name="Shape 526"/>
          <p:cNvSpPr/>
          <p:nvPr/>
        </p:nvSpPr>
        <p:spPr>
          <a:xfrm>
            <a:off x="4416552" y="4320540"/>
            <a:ext cx="28164" cy="82296"/>
          </a:xfrm>
          <a:prstGeom prst="line">
            <a:avLst/>
          </a:prstGeom>
          <a:noFill/>
          <a:ln w="12700">
            <a:solidFill>
              <a:srgbClr val="8C96A8"/>
            </a:solidFill>
            <a:prstDash val="solid"/>
          </a:ln>
        </p:spPr>
      </p:sp>
      <p:sp>
        <p:nvSpPr>
          <p:cNvPr id="529" name="Shape 527"/>
          <p:cNvSpPr/>
          <p:nvPr/>
        </p:nvSpPr>
        <p:spPr>
          <a:xfrm flipV="1">
            <a:off x="4444716" y="4320540"/>
            <a:ext cx="28164" cy="82296"/>
          </a:xfrm>
          <a:prstGeom prst="line">
            <a:avLst/>
          </a:prstGeom>
          <a:noFill/>
          <a:ln w="12700">
            <a:solidFill>
              <a:srgbClr val="8C96A8"/>
            </a:solidFill>
            <a:prstDash val="solid"/>
          </a:ln>
        </p:spPr>
      </p:sp>
      <p:sp>
        <p:nvSpPr>
          <p:cNvPr id="530" name="Shape 528"/>
          <p:cNvSpPr/>
          <p:nvPr/>
        </p:nvSpPr>
        <p:spPr>
          <a:xfrm>
            <a:off x="4472879" y="4320540"/>
            <a:ext cx="28164" cy="41148"/>
          </a:xfrm>
          <a:prstGeom prst="line">
            <a:avLst/>
          </a:prstGeom>
          <a:noFill/>
          <a:ln w="12700">
            <a:solidFill>
              <a:srgbClr val="8C96A8"/>
            </a:solidFill>
            <a:prstDash val="solid"/>
          </a:ln>
        </p:spPr>
      </p:sp>
      <p:sp>
        <p:nvSpPr>
          <p:cNvPr id="531" name="Shape 529"/>
          <p:cNvSpPr/>
          <p:nvPr/>
        </p:nvSpPr>
        <p:spPr>
          <a:xfrm>
            <a:off x="4501043" y="4361688"/>
            <a:ext cx="16093" cy="91"/>
          </a:xfrm>
          <a:prstGeom prst="line">
            <a:avLst/>
          </a:prstGeom>
          <a:noFill/>
          <a:ln w="12700">
            <a:solidFill>
              <a:srgbClr val="8C96A8"/>
            </a:solidFill>
            <a:prstDash val="solid"/>
          </a:ln>
        </p:spPr>
      </p:sp>
      <p:sp>
        <p:nvSpPr>
          <p:cNvPr id="532" name="Shape 530"/>
          <p:cNvSpPr/>
          <p:nvPr/>
        </p:nvSpPr>
        <p:spPr>
          <a:xfrm>
            <a:off x="4224528" y="4453128"/>
            <a:ext cx="91" cy="16093"/>
          </a:xfrm>
          <a:prstGeom prst="line">
            <a:avLst/>
          </a:prstGeom>
          <a:noFill/>
          <a:ln w="12700">
            <a:solidFill>
              <a:srgbClr val="8C96A8"/>
            </a:solidFill>
            <a:prstDash val="solid"/>
          </a:ln>
        </p:spPr>
      </p:sp>
      <p:sp>
        <p:nvSpPr>
          <p:cNvPr id="533" name="Shape 531"/>
          <p:cNvSpPr/>
          <p:nvPr/>
        </p:nvSpPr>
        <p:spPr>
          <a:xfrm>
            <a:off x="4224528" y="4469221"/>
            <a:ext cx="41148" cy="28164"/>
          </a:xfrm>
          <a:prstGeom prst="line">
            <a:avLst/>
          </a:prstGeom>
          <a:noFill/>
          <a:ln w="12700">
            <a:solidFill>
              <a:srgbClr val="8C96A8"/>
            </a:solidFill>
            <a:prstDash val="solid"/>
          </a:ln>
        </p:spPr>
      </p:sp>
      <p:sp>
        <p:nvSpPr>
          <p:cNvPr id="534" name="Shape 532"/>
          <p:cNvSpPr/>
          <p:nvPr/>
        </p:nvSpPr>
        <p:spPr>
          <a:xfrm flipH="1">
            <a:off x="4183380" y="4497385"/>
            <a:ext cx="82296" cy="28164"/>
          </a:xfrm>
          <a:prstGeom prst="line">
            <a:avLst/>
          </a:prstGeom>
          <a:noFill/>
          <a:ln w="12700">
            <a:solidFill>
              <a:srgbClr val="8C96A8"/>
            </a:solidFill>
            <a:prstDash val="solid"/>
          </a:ln>
        </p:spPr>
      </p:sp>
      <p:sp>
        <p:nvSpPr>
          <p:cNvPr id="535" name="Shape 533"/>
          <p:cNvSpPr/>
          <p:nvPr/>
        </p:nvSpPr>
        <p:spPr>
          <a:xfrm>
            <a:off x="4183380" y="4525548"/>
            <a:ext cx="82296" cy="28164"/>
          </a:xfrm>
          <a:prstGeom prst="line">
            <a:avLst/>
          </a:prstGeom>
          <a:noFill/>
          <a:ln w="12700">
            <a:solidFill>
              <a:srgbClr val="8C96A8"/>
            </a:solidFill>
            <a:prstDash val="solid"/>
          </a:ln>
        </p:spPr>
      </p:sp>
      <p:sp>
        <p:nvSpPr>
          <p:cNvPr id="536" name="Shape 534"/>
          <p:cNvSpPr/>
          <p:nvPr/>
        </p:nvSpPr>
        <p:spPr>
          <a:xfrm flipH="1">
            <a:off x="4183380" y="4553712"/>
            <a:ext cx="82296" cy="28164"/>
          </a:xfrm>
          <a:prstGeom prst="line">
            <a:avLst/>
          </a:prstGeom>
          <a:noFill/>
          <a:ln w="12700">
            <a:solidFill>
              <a:srgbClr val="8C96A8"/>
            </a:solidFill>
            <a:prstDash val="solid"/>
          </a:ln>
        </p:spPr>
      </p:sp>
      <p:sp>
        <p:nvSpPr>
          <p:cNvPr id="537" name="Shape 535"/>
          <p:cNvSpPr/>
          <p:nvPr/>
        </p:nvSpPr>
        <p:spPr>
          <a:xfrm>
            <a:off x="4183380" y="4581876"/>
            <a:ext cx="82296" cy="28164"/>
          </a:xfrm>
          <a:prstGeom prst="line">
            <a:avLst/>
          </a:prstGeom>
          <a:noFill/>
          <a:ln w="12700">
            <a:solidFill>
              <a:srgbClr val="8C96A8"/>
            </a:solidFill>
            <a:prstDash val="solid"/>
          </a:ln>
        </p:spPr>
      </p:sp>
      <p:sp>
        <p:nvSpPr>
          <p:cNvPr id="538" name="Shape 536"/>
          <p:cNvSpPr/>
          <p:nvPr/>
        </p:nvSpPr>
        <p:spPr>
          <a:xfrm flipH="1">
            <a:off x="4224528" y="4610039"/>
            <a:ext cx="41148" cy="28164"/>
          </a:xfrm>
          <a:prstGeom prst="line">
            <a:avLst/>
          </a:prstGeom>
          <a:noFill/>
          <a:ln w="12700">
            <a:solidFill>
              <a:srgbClr val="8C96A8"/>
            </a:solidFill>
            <a:prstDash val="solid"/>
          </a:ln>
        </p:spPr>
      </p:sp>
      <p:sp>
        <p:nvSpPr>
          <p:cNvPr id="539" name="Shape 537"/>
          <p:cNvSpPr/>
          <p:nvPr/>
        </p:nvSpPr>
        <p:spPr>
          <a:xfrm>
            <a:off x="4224528" y="4638203"/>
            <a:ext cx="91" cy="16093"/>
          </a:xfrm>
          <a:prstGeom prst="line">
            <a:avLst/>
          </a:prstGeom>
          <a:noFill/>
          <a:ln w="12700">
            <a:solidFill>
              <a:srgbClr val="8C96A8"/>
            </a:solidFill>
            <a:prstDash val="solid"/>
          </a:ln>
        </p:spPr>
      </p:sp>
      <p:sp>
        <p:nvSpPr>
          <p:cNvPr id="540" name="Shape 538"/>
          <p:cNvSpPr/>
          <p:nvPr/>
        </p:nvSpPr>
        <p:spPr>
          <a:xfrm>
            <a:off x="4700016" y="4361688"/>
            <a:ext cx="16093" cy="91"/>
          </a:xfrm>
          <a:prstGeom prst="line">
            <a:avLst/>
          </a:prstGeom>
          <a:noFill/>
          <a:ln w="12700">
            <a:solidFill>
              <a:srgbClr val="8C96A8"/>
            </a:solidFill>
            <a:prstDash val="solid"/>
          </a:ln>
        </p:spPr>
      </p:sp>
      <p:sp>
        <p:nvSpPr>
          <p:cNvPr id="541" name="Shape 539"/>
          <p:cNvSpPr/>
          <p:nvPr/>
        </p:nvSpPr>
        <p:spPr>
          <a:xfrm flipV="1">
            <a:off x="4716109" y="4320540"/>
            <a:ext cx="28164" cy="41148"/>
          </a:xfrm>
          <a:prstGeom prst="line">
            <a:avLst/>
          </a:prstGeom>
          <a:noFill/>
          <a:ln w="12700">
            <a:solidFill>
              <a:srgbClr val="8C96A8"/>
            </a:solidFill>
            <a:prstDash val="solid"/>
          </a:ln>
        </p:spPr>
      </p:sp>
      <p:sp>
        <p:nvSpPr>
          <p:cNvPr id="542" name="Shape 540"/>
          <p:cNvSpPr/>
          <p:nvPr/>
        </p:nvSpPr>
        <p:spPr>
          <a:xfrm>
            <a:off x="4744273" y="4320540"/>
            <a:ext cx="28164" cy="82296"/>
          </a:xfrm>
          <a:prstGeom prst="line">
            <a:avLst/>
          </a:prstGeom>
          <a:noFill/>
          <a:ln w="12700">
            <a:solidFill>
              <a:srgbClr val="8C96A8"/>
            </a:solidFill>
            <a:prstDash val="solid"/>
          </a:ln>
        </p:spPr>
      </p:sp>
      <p:sp>
        <p:nvSpPr>
          <p:cNvPr id="543" name="Shape 541"/>
          <p:cNvSpPr/>
          <p:nvPr/>
        </p:nvSpPr>
        <p:spPr>
          <a:xfrm flipV="1">
            <a:off x="4772436" y="4320540"/>
            <a:ext cx="28164" cy="82296"/>
          </a:xfrm>
          <a:prstGeom prst="line">
            <a:avLst/>
          </a:prstGeom>
          <a:noFill/>
          <a:ln w="12700">
            <a:solidFill>
              <a:srgbClr val="8C96A8"/>
            </a:solidFill>
            <a:prstDash val="solid"/>
          </a:ln>
        </p:spPr>
      </p:sp>
      <p:sp>
        <p:nvSpPr>
          <p:cNvPr id="544" name="Shape 542"/>
          <p:cNvSpPr/>
          <p:nvPr/>
        </p:nvSpPr>
        <p:spPr>
          <a:xfrm>
            <a:off x="4800600" y="4320540"/>
            <a:ext cx="28164" cy="82296"/>
          </a:xfrm>
          <a:prstGeom prst="line">
            <a:avLst/>
          </a:prstGeom>
          <a:noFill/>
          <a:ln w="12700">
            <a:solidFill>
              <a:srgbClr val="8C96A8"/>
            </a:solidFill>
            <a:prstDash val="solid"/>
          </a:ln>
        </p:spPr>
      </p:sp>
      <p:sp>
        <p:nvSpPr>
          <p:cNvPr id="545" name="Shape 543"/>
          <p:cNvSpPr/>
          <p:nvPr/>
        </p:nvSpPr>
        <p:spPr>
          <a:xfrm flipV="1">
            <a:off x="4828764" y="4320540"/>
            <a:ext cx="28164" cy="82296"/>
          </a:xfrm>
          <a:prstGeom prst="line">
            <a:avLst/>
          </a:prstGeom>
          <a:noFill/>
          <a:ln w="12700">
            <a:solidFill>
              <a:srgbClr val="8C96A8"/>
            </a:solidFill>
            <a:prstDash val="solid"/>
          </a:ln>
        </p:spPr>
      </p:sp>
      <p:sp>
        <p:nvSpPr>
          <p:cNvPr id="546" name="Shape 544"/>
          <p:cNvSpPr/>
          <p:nvPr/>
        </p:nvSpPr>
        <p:spPr>
          <a:xfrm>
            <a:off x="4856927" y="4320540"/>
            <a:ext cx="28164" cy="41148"/>
          </a:xfrm>
          <a:prstGeom prst="line">
            <a:avLst/>
          </a:prstGeom>
          <a:noFill/>
          <a:ln w="12700">
            <a:solidFill>
              <a:srgbClr val="8C96A8"/>
            </a:solidFill>
            <a:prstDash val="solid"/>
          </a:ln>
        </p:spPr>
      </p:sp>
      <p:sp>
        <p:nvSpPr>
          <p:cNvPr id="547" name="Shape 545"/>
          <p:cNvSpPr/>
          <p:nvPr/>
        </p:nvSpPr>
        <p:spPr>
          <a:xfrm>
            <a:off x="4885091" y="4361688"/>
            <a:ext cx="16093" cy="91"/>
          </a:xfrm>
          <a:prstGeom prst="line">
            <a:avLst/>
          </a:prstGeom>
          <a:noFill/>
          <a:ln w="12700">
            <a:solidFill>
              <a:srgbClr val="8C96A8"/>
            </a:solidFill>
            <a:prstDash val="solid"/>
          </a:ln>
        </p:spPr>
      </p:sp>
      <p:sp>
        <p:nvSpPr>
          <p:cNvPr id="548" name="Shape 546"/>
          <p:cNvSpPr/>
          <p:nvPr/>
        </p:nvSpPr>
        <p:spPr>
          <a:xfrm>
            <a:off x="4608576" y="4453128"/>
            <a:ext cx="91" cy="16093"/>
          </a:xfrm>
          <a:prstGeom prst="line">
            <a:avLst/>
          </a:prstGeom>
          <a:noFill/>
          <a:ln w="12700">
            <a:solidFill>
              <a:srgbClr val="8C96A8"/>
            </a:solidFill>
            <a:prstDash val="solid"/>
          </a:ln>
        </p:spPr>
      </p:sp>
      <p:sp>
        <p:nvSpPr>
          <p:cNvPr id="549" name="Shape 547"/>
          <p:cNvSpPr/>
          <p:nvPr/>
        </p:nvSpPr>
        <p:spPr>
          <a:xfrm>
            <a:off x="4608576" y="4469221"/>
            <a:ext cx="41148" cy="28164"/>
          </a:xfrm>
          <a:prstGeom prst="line">
            <a:avLst/>
          </a:prstGeom>
          <a:noFill/>
          <a:ln w="12700">
            <a:solidFill>
              <a:srgbClr val="8C96A8"/>
            </a:solidFill>
            <a:prstDash val="solid"/>
          </a:ln>
        </p:spPr>
      </p:sp>
      <p:sp>
        <p:nvSpPr>
          <p:cNvPr id="550" name="Shape 548"/>
          <p:cNvSpPr/>
          <p:nvPr/>
        </p:nvSpPr>
        <p:spPr>
          <a:xfrm flipH="1">
            <a:off x="4567428" y="4497385"/>
            <a:ext cx="82296" cy="28164"/>
          </a:xfrm>
          <a:prstGeom prst="line">
            <a:avLst/>
          </a:prstGeom>
          <a:noFill/>
          <a:ln w="12700">
            <a:solidFill>
              <a:srgbClr val="8C96A8"/>
            </a:solidFill>
            <a:prstDash val="solid"/>
          </a:ln>
        </p:spPr>
      </p:sp>
      <p:sp>
        <p:nvSpPr>
          <p:cNvPr id="551" name="Shape 549"/>
          <p:cNvSpPr/>
          <p:nvPr/>
        </p:nvSpPr>
        <p:spPr>
          <a:xfrm>
            <a:off x="4567428" y="4525548"/>
            <a:ext cx="82296" cy="28164"/>
          </a:xfrm>
          <a:prstGeom prst="line">
            <a:avLst/>
          </a:prstGeom>
          <a:noFill/>
          <a:ln w="12700">
            <a:solidFill>
              <a:srgbClr val="8C96A8"/>
            </a:solidFill>
            <a:prstDash val="solid"/>
          </a:ln>
        </p:spPr>
      </p:sp>
      <p:sp>
        <p:nvSpPr>
          <p:cNvPr id="552" name="Shape 550"/>
          <p:cNvSpPr/>
          <p:nvPr/>
        </p:nvSpPr>
        <p:spPr>
          <a:xfrm flipH="1">
            <a:off x="4567428" y="4553712"/>
            <a:ext cx="82296" cy="28164"/>
          </a:xfrm>
          <a:prstGeom prst="line">
            <a:avLst/>
          </a:prstGeom>
          <a:noFill/>
          <a:ln w="12700">
            <a:solidFill>
              <a:srgbClr val="8C96A8"/>
            </a:solidFill>
            <a:prstDash val="solid"/>
          </a:ln>
        </p:spPr>
      </p:sp>
      <p:sp>
        <p:nvSpPr>
          <p:cNvPr id="553" name="Shape 551"/>
          <p:cNvSpPr/>
          <p:nvPr/>
        </p:nvSpPr>
        <p:spPr>
          <a:xfrm>
            <a:off x="4567428" y="4581876"/>
            <a:ext cx="82296" cy="28164"/>
          </a:xfrm>
          <a:prstGeom prst="line">
            <a:avLst/>
          </a:prstGeom>
          <a:noFill/>
          <a:ln w="12700">
            <a:solidFill>
              <a:srgbClr val="8C96A8"/>
            </a:solidFill>
            <a:prstDash val="solid"/>
          </a:ln>
        </p:spPr>
      </p:sp>
      <p:sp>
        <p:nvSpPr>
          <p:cNvPr id="554" name="Shape 552"/>
          <p:cNvSpPr/>
          <p:nvPr/>
        </p:nvSpPr>
        <p:spPr>
          <a:xfrm flipH="1">
            <a:off x="4608576" y="4610039"/>
            <a:ext cx="41148" cy="28164"/>
          </a:xfrm>
          <a:prstGeom prst="line">
            <a:avLst/>
          </a:prstGeom>
          <a:noFill/>
          <a:ln w="12700">
            <a:solidFill>
              <a:srgbClr val="8C96A8"/>
            </a:solidFill>
            <a:prstDash val="solid"/>
          </a:ln>
        </p:spPr>
      </p:sp>
      <p:sp>
        <p:nvSpPr>
          <p:cNvPr id="555" name="Shape 553"/>
          <p:cNvSpPr/>
          <p:nvPr/>
        </p:nvSpPr>
        <p:spPr>
          <a:xfrm>
            <a:off x="4608576" y="4638203"/>
            <a:ext cx="91" cy="16093"/>
          </a:xfrm>
          <a:prstGeom prst="line">
            <a:avLst/>
          </a:prstGeom>
          <a:noFill/>
          <a:ln w="12700">
            <a:solidFill>
              <a:srgbClr val="8C96A8"/>
            </a:solidFill>
            <a:prstDash val="solid"/>
          </a:ln>
        </p:spPr>
      </p:sp>
      <p:sp>
        <p:nvSpPr>
          <p:cNvPr id="556" name="Shape 554"/>
          <p:cNvSpPr/>
          <p:nvPr/>
        </p:nvSpPr>
        <p:spPr>
          <a:xfrm>
            <a:off x="5084064" y="4361688"/>
            <a:ext cx="16093" cy="91"/>
          </a:xfrm>
          <a:prstGeom prst="line">
            <a:avLst/>
          </a:prstGeom>
          <a:noFill/>
          <a:ln w="12700">
            <a:solidFill>
              <a:srgbClr val="8C96A8"/>
            </a:solidFill>
            <a:prstDash val="solid"/>
          </a:ln>
        </p:spPr>
      </p:sp>
      <p:sp>
        <p:nvSpPr>
          <p:cNvPr id="557" name="Shape 555"/>
          <p:cNvSpPr/>
          <p:nvPr/>
        </p:nvSpPr>
        <p:spPr>
          <a:xfrm flipV="1">
            <a:off x="5100157" y="4320540"/>
            <a:ext cx="28164" cy="41148"/>
          </a:xfrm>
          <a:prstGeom prst="line">
            <a:avLst/>
          </a:prstGeom>
          <a:noFill/>
          <a:ln w="12700">
            <a:solidFill>
              <a:srgbClr val="8C96A8"/>
            </a:solidFill>
            <a:prstDash val="solid"/>
          </a:ln>
        </p:spPr>
      </p:sp>
      <p:sp>
        <p:nvSpPr>
          <p:cNvPr id="558" name="Shape 556"/>
          <p:cNvSpPr/>
          <p:nvPr/>
        </p:nvSpPr>
        <p:spPr>
          <a:xfrm>
            <a:off x="5128321" y="4320540"/>
            <a:ext cx="28164" cy="82296"/>
          </a:xfrm>
          <a:prstGeom prst="line">
            <a:avLst/>
          </a:prstGeom>
          <a:noFill/>
          <a:ln w="12700">
            <a:solidFill>
              <a:srgbClr val="8C96A8"/>
            </a:solidFill>
            <a:prstDash val="solid"/>
          </a:ln>
        </p:spPr>
      </p:sp>
      <p:sp>
        <p:nvSpPr>
          <p:cNvPr id="559" name="Shape 557"/>
          <p:cNvSpPr/>
          <p:nvPr/>
        </p:nvSpPr>
        <p:spPr>
          <a:xfrm flipV="1">
            <a:off x="5156484" y="4320540"/>
            <a:ext cx="28164" cy="82296"/>
          </a:xfrm>
          <a:prstGeom prst="line">
            <a:avLst/>
          </a:prstGeom>
          <a:noFill/>
          <a:ln w="12700">
            <a:solidFill>
              <a:srgbClr val="8C96A8"/>
            </a:solidFill>
            <a:prstDash val="solid"/>
          </a:ln>
        </p:spPr>
      </p:sp>
      <p:sp>
        <p:nvSpPr>
          <p:cNvPr id="560" name="Shape 558"/>
          <p:cNvSpPr/>
          <p:nvPr/>
        </p:nvSpPr>
        <p:spPr>
          <a:xfrm>
            <a:off x="5184648" y="4320540"/>
            <a:ext cx="28164" cy="82296"/>
          </a:xfrm>
          <a:prstGeom prst="line">
            <a:avLst/>
          </a:prstGeom>
          <a:noFill/>
          <a:ln w="12700">
            <a:solidFill>
              <a:srgbClr val="8C96A8"/>
            </a:solidFill>
            <a:prstDash val="solid"/>
          </a:ln>
        </p:spPr>
      </p:sp>
      <p:sp>
        <p:nvSpPr>
          <p:cNvPr id="561" name="Shape 559"/>
          <p:cNvSpPr/>
          <p:nvPr/>
        </p:nvSpPr>
        <p:spPr>
          <a:xfrm flipV="1">
            <a:off x="5212812" y="4320540"/>
            <a:ext cx="28164" cy="82296"/>
          </a:xfrm>
          <a:prstGeom prst="line">
            <a:avLst/>
          </a:prstGeom>
          <a:noFill/>
          <a:ln w="12700">
            <a:solidFill>
              <a:srgbClr val="8C96A8"/>
            </a:solidFill>
            <a:prstDash val="solid"/>
          </a:ln>
        </p:spPr>
      </p:sp>
      <p:sp>
        <p:nvSpPr>
          <p:cNvPr id="562" name="Shape 560"/>
          <p:cNvSpPr/>
          <p:nvPr/>
        </p:nvSpPr>
        <p:spPr>
          <a:xfrm>
            <a:off x="5240975" y="4320540"/>
            <a:ext cx="28164" cy="41148"/>
          </a:xfrm>
          <a:prstGeom prst="line">
            <a:avLst/>
          </a:prstGeom>
          <a:noFill/>
          <a:ln w="12700">
            <a:solidFill>
              <a:srgbClr val="8C96A8"/>
            </a:solidFill>
            <a:prstDash val="solid"/>
          </a:ln>
        </p:spPr>
      </p:sp>
      <p:sp>
        <p:nvSpPr>
          <p:cNvPr id="563" name="Shape 561"/>
          <p:cNvSpPr/>
          <p:nvPr/>
        </p:nvSpPr>
        <p:spPr>
          <a:xfrm>
            <a:off x="5269139" y="4361688"/>
            <a:ext cx="16093" cy="91"/>
          </a:xfrm>
          <a:prstGeom prst="line">
            <a:avLst/>
          </a:prstGeom>
          <a:noFill/>
          <a:ln w="12700">
            <a:solidFill>
              <a:srgbClr val="8C96A8"/>
            </a:solidFill>
            <a:prstDash val="solid"/>
          </a:ln>
        </p:spPr>
      </p:sp>
      <p:sp>
        <p:nvSpPr>
          <p:cNvPr id="564" name="Shape 562"/>
          <p:cNvSpPr/>
          <p:nvPr/>
        </p:nvSpPr>
        <p:spPr>
          <a:xfrm>
            <a:off x="4992624" y="4453128"/>
            <a:ext cx="91" cy="16093"/>
          </a:xfrm>
          <a:prstGeom prst="line">
            <a:avLst/>
          </a:prstGeom>
          <a:noFill/>
          <a:ln w="12700">
            <a:solidFill>
              <a:srgbClr val="8C96A8"/>
            </a:solidFill>
            <a:prstDash val="solid"/>
          </a:ln>
        </p:spPr>
      </p:sp>
      <p:sp>
        <p:nvSpPr>
          <p:cNvPr id="565" name="Shape 563"/>
          <p:cNvSpPr/>
          <p:nvPr/>
        </p:nvSpPr>
        <p:spPr>
          <a:xfrm>
            <a:off x="4992624" y="4469221"/>
            <a:ext cx="41148" cy="28164"/>
          </a:xfrm>
          <a:prstGeom prst="line">
            <a:avLst/>
          </a:prstGeom>
          <a:noFill/>
          <a:ln w="12700">
            <a:solidFill>
              <a:srgbClr val="8C96A8"/>
            </a:solidFill>
            <a:prstDash val="solid"/>
          </a:ln>
        </p:spPr>
      </p:sp>
      <p:sp>
        <p:nvSpPr>
          <p:cNvPr id="566" name="Shape 564"/>
          <p:cNvSpPr/>
          <p:nvPr/>
        </p:nvSpPr>
        <p:spPr>
          <a:xfrm flipH="1">
            <a:off x="4951476" y="4497385"/>
            <a:ext cx="82296" cy="28164"/>
          </a:xfrm>
          <a:prstGeom prst="line">
            <a:avLst/>
          </a:prstGeom>
          <a:noFill/>
          <a:ln w="12700">
            <a:solidFill>
              <a:srgbClr val="8C96A8"/>
            </a:solidFill>
            <a:prstDash val="solid"/>
          </a:ln>
        </p:spPr>
      </p:sp>
      <p:sp>
        <p:nvSpPr>
          <p:cNvPr id="567" name="Shape 565"/>
          <p:cNvSpPr/>
          <p:nvPr/>
        </p:nvSpPr>
        <p:spPr>
          <a:xfrm>
            <a:off x="4951476" y="4525548"/>
            <a:ext cx="82296" cy="28164"/>
          </a:xfrm>
          <a:prstGeom prst="line">
            <a:avLst/>
          </a:prstGeom>
          <a:noFill/>
          <a:ln w="12700">
            <a:solidFill>
              <a:srgbClr val="8C96A8"/>
            </a:solidFill>
            <a:prstDash val="solid"/>
          </a:ln>
        </p:spPr>
      </p:sp>
      <p:sp>
        <p:nvSpPr>
          <p:cNvPr id="568" name="Shape 566"/>
          <p:cNvSpPr/>
          <p:nvPr/>
        </p:nvSpPr>
        <p:spPr>
          <a:xfrm flipH="1">
            <a:off x="4951476" y="4553712"/>
            <a:ext cx="82296" cy="28164"/>
          </a:xfrm>
          <a:prstGeom prst="line">
            <a:avLst/>
          </a:prstGeom>
          <a:noFill/>
          <a:ln w="12700">
            <a:solidFill>
              <a:srgbClr val="8C96A8"/>
            </a:solidFill>
            <a:prstDash val="solid"/>
          </a:ln>
        </p:spPr>
      </p:sp>
      <p:sp>
        <p:nvSpPr>
          <p:cNvPr id="569" name="Shape 567"/>
          <p:cNvSpPr/>
          <p:nvPr/>
        </p:nvSpPr>
        <p:spPr>
          <a:xfrm>
            <a:off x="4951476" y="4581876"/>
            <a:ext cx="82296" cy="28164"/>
          </a:xfrm>
          <a:prstGeom prst="line">
            <a:avLst/>
          </a:prstGeom>
          <a:noFill/>
          <a:ln w="12700">
            <a:solidFill>
              <a:srgbClr val="8C96A8"/>
            </a:solidFill>
            <a:prstDash val="solid"/>
          </a:ln>
        </p:spPr>
      </p:sp>
      <p:sp>
        <p:nvSpPr>
          <p:cNvPr id="570" name="Shape 568"/>
          <p:cNvSpPr/>
          <p:nvPr/>
        </p:nvSpPr>
        <p:spPr>
          <a:xfrm flipH="1">
            <a:off x="4992624" y="4610039"/>
            <a:ext cx="41148" cy="28164"/>
          </a:xfrm>
          <a:prstGeom prst="line">
            <a:avLst/>
          </a:prstGeom>
          <a:noFill/>
          <a:ln w="12700">
            <a:solidFill>
              <a:srgbClr val="8C96A8"/>
            </a:solidFill>
            <a:prstDash val="solid"/>
          </a:ln>
        </p:spPr>
      </p:sp>
      <p:sp>
        <p:nvSpPr>
          <p:cNvPr id="571" name="Shape 569"/>
          <p:cNvSpPr/>
          <p:nvPr/>
        </p:nvSpPr>
        <p:spPr>
          <a:xfrm>
            <a:off x="4992624" y="4638203"/>
            <a:ext cx="91" cy="16093"/>
          </a:xfrm>
          <a:prstGeom prst="line">
            <a:avLst/>
          </a:prstGeom>
          <a:noFill/>
          <a:ln w="12700">
            <a:solidFill>
              <a:srgbClr val="8C96A8"/>
            </a:solidFill>
            <a:prstDash val="solid"/>
          </a:ln>
        </p:spPr>
      </p:sp>
      <p:sp>
        <p:nvSpPr>
          <p:cNvPr id="572" name="Shape 570"/>
          <p:cNvSpPr/>
          <p:nvPr/>
        </p:nvSpPr>
        <p:spPr>
          <a:xfrm>
            <a:off x="3931920" y="4745736"/>
            <a:ext cx="16093" cy="91"/>
          </a:xfrm>
          <a:prstGeom prst="line">
            <a:avLst/>
          </a:prstGeom>
          <a:noFill/>
          <a:ln w="12700">
            <a:solidFill>
              <a:srgbClr val="8C96A8"/>
            </a:solidFill>
            <a:prstDash val="solid"/>
          </a:ln>
        </p:spPr>
      </p:sp>
      <p:sp>
        <p:nvSpPr>
          <p:cNvPr id="573" name="Shape 571"/>
          <p:cNvSpPr/>
          <p:nvPr/>
        </p:nvSpPr>
        <p:spPr>
          <a:xfrm flipV="1">
            <a:off x="3948013" y="4704588"/>
            <a:ext cx="28164" cy="41148"/>
          </a:xfrm>
          <a:prstGeom prst="line">
            <a:avLst/>
          </a:prstGeom>
          <a:noFill/>
          <a:ln w="12700">
            <a:solidFill>
              <a:srgbClr val="8C96A8"/>
            </a:solidFill>
            <a:prstDash val="solid"/>
          </a:ln>
        </p:spPr>
      </p:sp>
      <p:sp>
        <p:nvSpPr>
          <p:cNvPr id="574" name="Shape 572"/>
          <p:cNvSpPr/>
          <p:nvPr/>
        </p:nvSpPr>
        <p:spPr>
          <a:xfrm>
            <a:off x="3976177" y="4704588"/>
            <a:ext cx="28164" cy="82296"/>
          </a:xfrm>
          <a:prstGeom prst="line">
            <a:avLst/>
          </a:prstGeom>
          <a:noFill/>
          <a:ln w="12700">
            <a:solidFill>
              <a:srgbClr val="8C96A8"/>
            </a:solidFill>
            <a:prstDash val="solid"/>
          </a:ln>
        </p:spPr>
      </p:sp>
      <p:sp>
        <p:nvSpPr>
          <p:cNvPr id="575" name="Shape 573"/>
          <p:cNvSpPr/>
          <p:nvPr/>
        </p:nvSpPr>
        <p:spPr>
          <a:xfrm flipV="1">
            <a:off x="4004340" y="4704588"/>
            <a:ext cx="28164" cy="82296"/>
          </a:xfrm>
          <a:prstGeom prst="line">
            <a:avLst/>
          </a:prstGeom>
          <a:noFill/>
          <a:ln w="12700">
            <a:solidFill>
              <a:srgbClr val="8C96A8"/>
            </a:solidFill>
            <a:prstDash val="solid"/>
          </a:ln>
        </p:spPr>
      </p:sp>
      <p:sp>
        <p:nvSpPr>
          <p:cNvPr id="576" name="Shape 574"/>
          <p:cNvSpPr/>
          <p:nvPr/>
        </p:nvSpPr>
        <p:spPr>
          <a:xfrm>
            <a:off x="4032504" y="4704588"/>
            <a:ext cx="28164" cy="82296"/>
          </a:xfrm>
          <a:prstGeom prst="line">
            <a:avLst/>
          </a:prstGeom>
          <a:noFill/>
          <a:ln w="12700">
            <a:solidFill>
              <a:srgbClr val="8C96A8"/>
            </a:solidFill>
            <a:prstDash val="solid"/>
          </a:ln>
        </p:spPr>
      </p:sp>
      <p:sp>
        <p:nvSpPr>
          <p:cNvPr id="577" name="Shape 575"/>
          <p:cNvSpPr/>
          <p:nvPr/>
        </p:nvSpPr>
        <p:spPr>
          <a:xfrm flipV="1">
            <a:off x="4060668" y="4704588"/>
            <a:ext cx="28164" cy="82296"/>
          </a:xfrm>
          <a:prstGeom prst="line">
            <a:avLst/>
          </a:prstGeom>
          <a:noFill/>
          <a:ln w="12700">
            <a:solidFill>
              <a:srgbClr val="8C96A8"/>
            </a:solidFill>
            <a:prstDash val="solid"/>
          </a:ln>
        </p:spPr>
      </p:sp>
      <p:sp>
        <p:nvSpPr>
          <p:cNvPr id="578" name="Shape 576"/>
          <p:cNvSpPr/>
          <p:nvPr/>
        </p:nvSpPr>
        <p:spPr>
          <a:xfrm>
            <a:off x="4088831" y="4704588"/>
            <a:ext cx="28164" cy="41148"/>
          </a:xfrm>
          <a:prstGeom prst="line">
            <a:avLst/>
          </a:prstGeom>
          <a:noFill/>
          <a:ln w="12700">
            <a:solidFill>
              <a:srgbClr val="8C96A8"/>
            </a:solidFill>
            <a:prstDash val="solid"/>
          </a:ln>
        </p:spPr>
      </p:sp>
      <p:sp>
        <p:nvSpPr>
          <p:cNvPr id="579" name="Shape 577"/>
          <p:cNvSpPr/>
          <p:nvPr/>
        </p:nvSpPr>
        <p:spPr>
          <a:xfrm>
            <a:off x="4116995" y="4745736"/>
            <a:ext cx="16093" cy="91"/>
          </a:xfrm>
          <a:prstGeom prst="line">
            <a:avLst/>
          </a:prstGeom>
          <a:noFill/>
          <a:ln w="12700">
            <a:solidFill>
              <a:srgbClr val="8C96A8"/>
            </a:solidFill>
            <a:prstDash val="solid"/>
          </a:ln>
        </p:spPr>
      </p:sp>
      <p:sp>
        <p:nvSpPr>
          <p:cNvPr id="580" name="Shape 578"/>
          <p:cNvSpPr/>
          <p:nvPr/>
        </p:nvSpPr>
        <p:spPr>
          <a:xfrm>
            <a:off x="4315968" y="4745736"/>
            <a:ext cx="16093" cy="91"/>
          </a:xfrm>
          <a:prstGeom prst="line">
            <a:avLst/>
          </a:prstGeom>
          <a:noFill/>
          <a:ln w="12700">
            <a:solidFill>
              <a:srgbClr val="8C96A8"/>
            </a:solidFill>
            <a:prstDash val="solid"/>
          </a:ln>
        </p:spPr>
      </p:sp>
      <p:sp>
        <p:nvSpPr>
          <p:cNvPr id="581" name="Shape 579"/>
          <p:cNvSpPr/>
          <p:nvPr/>
        </p:nvSpPr>
        <p:spPr>
          <a:xfrm flipV="1">
            <a:off x="4332061" y="4704588"/>
            <a:ext cx="28164" cy="41148"/>
          </a:xfrm>
          <a:prstGeom prst="line">
            <a:avLst/>
          </a:prstGeom>
          <a:noFill/>
          <a:ln w="12700">
            <a:solidFill>
              <a:srgbClr val="8C96A8"/>
            </a:solidFill>
            <a:prstDash val="solid"/>
          </a:ln>
        </p:spPr>
      </p:sp>
      <p:sp>
        <p:nvSpPr>
          <p:cNvPr id="582" name="Shape 580"/>
          <p:cNvSpPr/>
          <p:nvPr/>
        </p:nvSpPr>
        <p:spPr>
          <a:xfrm>
            <a:off x="4360225" y="4704588"/>
            <a:ext cx="28164" cy="82296"/>
          </a:xfrm>
          <a:prstGeom prst="line">
            <a:avLst/>
          </a:prstGeom>
          <a:noFill/>
          <a:ln w="12700">
            <a:solidFill>
              <a:srgbClr val="8C96A8"/>
            </a:solidFill>
            <a:prstDash val="solid"/>
          </a:ln>
        </p:spPr>
      </p:sp>
      <p:sp>
        <p:nvSpPr>
          <p:cNvPr id="583" name="Shape 581"/>
          <p:cNvSpPr/>
          <p:nvPr/>
        </p:nvSpPr>
        <p:spPr>
          <a:xfrm flipV="1">
            <a:off x="4388388" y="4704588"/>
            <a:ext cx="28164" cy="82296"/>
          </a:xfrm>
          <a:prstGeom prst="line">
            <a:avLst/>
          </a:prstGeom>
          <a:noFill/>
          <a:ln w="12700">
            <a:solidFill>
              <a:srgbClr val="8C96A8"/>
            </a:solidFill>
            <a:prstDash val="solid"/>
          </a:ln>
        </p:spPr>
      </p:sp>
      <p:sp>
        <p:nvSpPr>
          <p:cNvPr id="584" name="Shape 582"/>
          <p:cNvSpPr/>
          <p:nvPr/>
        </p:nvSpPr>
        <p:spPr>
          <a:xfrm>
            <a:off x="4416552" y="4704588"/>
            <a:ext cx="28164" cy="82296"/>
          </a:xfrm>
          <a:prstGeom prst="line">
            <a:avLst/>
          </a:prstGeom>
          <a:noFill/>
          <a:ln w="12700">
            <a:solidFill>
              <a:srgbClr val="8C96A8"/>
            </a:solidFill>
            <a:prstDash val="solid"/>
          </a:ln>
        </p:spPr>
      </p:sp>
      <p:sp>
        <p:nvSpPr>
          <p:cNvPr id="585" name="Shape 583"/>
          <p:cNvSpPr/>
          <p:nvPr/>
        </p:nvSpPr>
        <p:spPr>
          <a:xfrm flipV="1">
            <a:off x="4444716" y="4704588"/>
            <a:ext cx="28164" cy="82296"/>
          </a:xfrm>
          <a:prstGeom prst="line">
            <a:avLst/>
          </a:prstGeom>
          <a:noFill/>
          <a:ln w="12700">
            <a:solidFill>
              <a:srgbClr val="8C96A8"/>
            </a:solidFill>
            <a:prstDash val="solid"/>
          </a:ln>
        </p:spPr>
      </p:sp>
      <p:sp>
        <p:nvSpPr>
          <p:cNvPr id="586" name="Shape 584"/>
          <p:cNvSpPr/>
          <p:nvPr/>
        </p:nvSpPr>
        <p:spPr>
          <a:xfrm>
            <a:off x="4472879" y="4704588"/>
            <a:ext cx="28164" cy="41148"/>
          </a:xfrm>
          <a:prstGeom prst="line">
            <a:avLst/>
          </a:prstGeom>
          <a:noFill/>
          <a:ln w="12700">
            <a:solidFill>
              <a:srgbClr val="8C96A8"/>
            </a:solidFill>
            <a:prstDash val="solid"/>
          </a:ln>
        </p:spPr>
      </p:sp>
      <p:sp>
        <p:nvSpPr>
          <p:cNvPr id="587" name="Shape 585"/>
          <p:cNvSpPr/>
          <p:nvPr/>
        </p:nvSpPr>
        <p:spPr>
          <a:xfrm>
            <a:off x="4501043" y="4745736"/>
            <a:ext cx="16093" cy="91"/>
          </a:xfrm>
          <a:prstGeom prst="line">
            <a:avLst/>
          </a:prstGeom>
          <a:noFill/>
          <a:ln w="12700">
            <a:solidFill>
              <a:srgbClr val="8C96A8"/>
            </a:solidFill>
            <a:prstDash val="solid"/>
          </a:ln>
        </p:spPr>
      </p:sp>
      <p:sp>
        <p:nvSpPr>
          <p:cNvPr id="588" name="Shape 586"/>
          <p:cNvSpPr/>
          <p:nvPr/>
        </p:nvSpPr>
        <p:spPr>
          <a:xfrm>
            <a:off x="4700016" y="4745736"/>
            <a:ext cx="16093" cy="91"/>
          </a:xfrm>
          <a:prstGeom prst="line">
            <a:avLst/>
          </a:prstGeom>
          <a:noFill/>
          <a:ln w="12700">
            <a:solidFill>
              <a:srgbClr val="8C96A8"/>
            </a:solidFill>
            <a:prstDash val="solid"/>
          </a:ln>
        </p:spPr>
      </p:sp>
      <p:sp>
        <p:nvSpPr>
          <p:cNvPr id="589" name="Shape 587"/>
          <p:cNvSpPr/>
          <p:nvPr/>
        </p:nvSpPr>
        <p:spPr>
          <a:xfrm flipV="1">
            <a:off x="4716109" y="4704588"/>
            <a:ext cx="28164" cy="41148"/>
          </a:xfrm>
          <a:prstGeom prst="line">
            <a:avLst/>
          </a:prstGeom>
          <a:noFill/>
          <a:ln w="12700">
            <a:solidFill>
              <a:srgbClr val="8C96A8"/>
            </a:solidFill>
            <a:prstDash val="solid"/>
          </a:ln>
        </p:spPr>
      </p:sp>
      <p:sp>
        <p:nvSpPr>
          <p:cNvPr id="590" name="Shape 588"/>
          <p:cNvSpPr/>
          <p:nvPr/>
        </p:nvSpPr>
        <p:spPr>
          <a:xfrm>
            <a:off x="4744273" y="4704588"/>
            <a:ext cx="28164" cy="82296"/>
          </a:xfrm>
          <a:prstGeom prst="line">
            <a:avLst/>
          </a:prstGeom>
          <a:noFill/>
          <a:ln w="12700">
            <a:solidFill>
              <a:srgbClr val="8C96A8"/>
            </a:solidFill>
            <a:prstDash val="solid"/>
          </a:ln>
        </p:spPr>
      </p:sp>
      <p:sp>
        <p:nvSpPr>
          <p:cNvPr id="591" name="Shape 589"/>
          <p:cNvSpPr/>
          <p:nvPr/>
        </p:nvSpPr>
        <p:spPr>
          <a:xfrm flipV="1">
            <a:off x="4772436" y="4704588"/>
            <a:ext cx="28164" cy="82296"/>
          </a:xfrm>
          <a:prstGeom prst="line">
            <a:avLst/>
          </a:prstGeom>
          <a:noFill/>
          <a:ln w="12700">
            <a:solidFill>
              <a:srgbClr val="8C96A8"/>
            </a:solidFill>
            <a:prstDash val="solid"/>
          </a:ln>
        </p:spPr>
      </p:sp>
      <p:sp>
        <p:nvSpPr>
          <p:cNvPr id="592" name="Shape 590"/>
          <p:cNvSpPr/>
          <p:nvPr/>
        </p:nvSpPr>
        <p:spPr>
          <a:xfrm>
            <a:off x="4800600" y="4704588"/>
            <a:ext cx="28164" cy="82296"/>
          </a:xfrm>
          <a:prstGeom prst="line">
            <a:avLst/>
          </a:prstGeom>
          <a:noFill/>
          <a:ln w="12700">
            <a:solidFill>
              <a:srgbClr val="8C96A8"/>
            </a:solidFill>
            <a:prstDash val="solid"/>
          </a:ln>
        </p:spPr>
      </p:sp>
      <p:sp>
        <p:nvSpPr>
          <p:cNvPr id="593" name="Shape 591"/>
          <p:cNvSpPr/>
          <p:nvPr/>
        </p:nvSpPr>
        <p:spPr>
          <a:xfrm flipV="1">
            <a:off x="4828764" y="4704588"/>
            <a:ext cx="28164" cy="82296"/>
          </a:xfrm>
          <a:prstGeom prst="line">
            <a:avLst/>
          </a:prstGeom>
          <a:noFill/>
          <a:ln w="12700">
            <a:solidFill>
              <a:srgbClr val="8C96A8"/>
            </a:solidFill>
            <a:prstDash val="solid"/>
          </a:ln>
        </p:spPr>
      </p:sp>
      <p:sp>
        <p:nvSpPr>
          <p:cNvPr id="594" name="Shape 592"/>
          <p:cNvSpPr/>
          <p:nvPr/>
        </p:nvSpPr>
        <p:spPr>
          <a:xfrm>
            <a:off x="4856927" y="4704588"/>
            <a:ext cx="28164" cy="41148"/>
          </a:xfrm>
          <a:prstGeom prst="line">
            <a:avLst/>
          </a:prstGeom>
          <a:noFill/>
          <a:ln w="12700">
            <a:solidFill>
              <a:srgbClr val="8C96A8"/>
            </a:solidFill>
            <a:prstDash val="solid"/>
          </a:ln>
        </p:spPr>
      </p:sp>
      <p:sp>
        <p:nvSpPr>
          <p:cNvPr id="595" name="Shape 593"/>
          <p:cNvSpPr/>
          <p:nvPr/>
        </p:nvSpPr>
        <p:spPr>
          <a:xfrm>
            <a:off x="4885091" y="4745736"/>
            <a:ext cx="16093" cy="91"/>
          </a:xfrm>
          <a:prstGeom prst="line">
            <a:avLst/>
          </a:prstGeom>
          <a:noFill/>
          <a:ln w="12700">
            <a:solidFill>
              <a:srgbClr val="8C96A8"/>
            </a:solidFill>
            <a:prstDash val="solid"/>
          </a:ln>
        </p:spPr>
      </p:sp>
      <p:sp>
        <p:nvSpPr>
          <p:cNvPr id="596" name="Shape 594"/>
          <p:cNvSpPr/>
          <p:nvPr/>
        </p:nvSpPr>
        <p:spPr>
          <a:xfrm>
            <a:off x="4133088" y="3886200"/>
            <a:ext cx="182880" cy="182880"/>
          </a:xfrm>
          <a:prstGeom prst="ellipse">
            <a:avLst/>
          </a:prstGeom>
          <a:solidFill>
            <a:srgbClr val="5B7FD6"/>
          </a:solidFill>
          <a:ln w="9525">
            <a:solidFill>
              <a:srgbClr val="2E4A9A"/>
            </a:solidFill>
            <a:prstDash val="solid"/>
          </a:ln>
        </p:spPr>
      </p:sp>
      <p:sp>
        <p:nvSpPr>
          <p:cNvPr id="597" name="Shape 595"/>
          <p:cNvSpPr/>
          <p:nvPr/>
        </p:nvSpPr>
        <p:spPr>
          <a:xfrm>
            <a:off x="4517136" y="3886200"/>
            <a:ext cx="182880" cy="182880"/>
          </a:xfrm>
          <a:prstGeom prst="ellipse">
            <a:avLst/>
          </a:prstGeom>
          <a:solidFill>
            <a:srgbClr val="5B7FD6"/>
          </a:solidFill>
          <a:ln w="9525">
            <a:solidFill>
              <a:srgbClr val="2E4A9A"/>
            </a:solidFill>
            <a:prstDash val="solid"/>
          </a:ln>
        </p:spPr>
      </p:sp>
      <p:sp>
        <p:nvSpPr>
          <p:cNvPr id="598" name="Shape 596"/>
          <p:cNvSpPr/>
          <p:nvPr/>
        </p:nvSpPr>
        <p:spPr>
          <a:xfrm>
            <a:off x="4901184" y="3886200"/>
            <a:ext cx="182880" cy="182880"/>
          </a:xfrm>
          <a:prstGeom prst="ellipse">
            <a:avLst/>
          </a:prstGeom>
          <a:solidFill>
            <a:srgbClr val="5B7FD6"/>
          </a:solidFill>
          <a:ln w="9525">
            <a:solidFill>
              <a:srgbClr val="2E4A9A"/>
            </a:solidFill>
            <a:prstDash val="solid"/>
          </a:ln>
        </p:spPr>
      </p:sp>
      <p:sp>
        <p:nvSpPr>
          <p:cNvPr id="599" name="Shape 597"/>
          <p:cNvSpPr/>
          <p:nvPr/>
        </p:nvSpPr>
        <p:spPr>
          <a:xfrm>
            <a:off x="5285232" y="3886200"/>
            <a:ext cx="182880" cy="182880"/>
          </a:xfrm>
          <a:prstGeom prst="ellipse">
            <a:avLst/>
          </a:prstGeom>
          <a:solidFill>
            <a:srgbClr val="5B7FD6"/>
          </a:solidFill>
          <a:ln w="9525">
            <a:solidFill>
              <a:srgbClr val="2E4A9A"/>
            </a:solidFill>
            <a:prstDash val="solid"/>
          </a:ln>
        </p:spPr>
      </p:sp>
      <p:sp>
        <p:nvSpPr>
          <p:cNvPr id="600" name="Shape 598"/>
          <p:cNvSpPr/>
          <p:nvPr/>
        </p:nvSpPr>
        <p:spPr>
          <a:xfrm>
            <a:off x="4133088" y="4270248"/>
            <a:ext cx="182880" cy="182880"/>
          </a:xfrm>
          <a:prstGeom prst="ellipse">
            <a:avLst/>
          </a:prstGeom>
          <a:solidFill>
            <a:srgbClr val="5B7FD6"/>
          </a:solidFill>
          <a:ln w="9525">
            <a:solidFill>
              <a:srgbClr val="2E4A9A"/>
            </a:solidFill>
            <a:prstDash val="solid"/>
          </a:ln>
        </p:spPr>
      </p:sp>
      <p:sp>
        <p:nvSpPr>
          <p:cNvPr id="601" name="Shape 599"/>
          <p:cNvSpPr/>
          <p:nvPr/>
        </p:nvSpPr>
        <p:spPr>
          <a:xfrm>
            <a:off x="4517136" y="4270248"/>
            <a:ext cx="182880" cy="182880"/>
          </a:xfrm>
          <a:prstGeom prst="ellipse">
            <a:avLst/>
          </a:prstGeom>
          <a:solidFill>
            <a:srgbClr val="5B7FD6"/>
          </a:solidFill>
          <a:ln w="9525">
            <a:solidFill>
              <a:srgbClr val="2E4A9A"/>
            </a:solidFill>
            <a:prstDash val="solid"/>
          </a:ln>
        </p:spPr>
      </p:sp>
      <p:sp>
        <p:nvSpPr>
          <p:cNvPr id="602" name="Shape 600"/>
          <p:cNvSpPr/>
          <p:nvPr/>
        </p:nvSpPr>
        <p:spPr>
          <a:xfrm>
            <a:off x="4901184" y="4270248"/>
            <a:ext cx="182880" cy="182880"/>
          </a:xfrm>
          <a:prstGeom prst="ellipse">
            <a:avLst/>
          </a:prstGeom>
          <a:solidFill>
            <a:srgbClr val="5B7FD6"/>
          </a:solidFill>
          <a:ln w="9525">
            <a:solidFill>
              <a:srgbClr val="2E4A9A"/>
            </a:solidFill>
            <a:prstDash val="solid"/>
          </a:ln>
        </p:spPr>
      </p:sp>
      <p:sp>
        <p:nvSpPr>
          <p:cNvPr id="603" name="Shape 601"/>
          <p:cNvSpPr/>
          <p:nvPr/>
        </p:nvSpPr>
        <p:spPr>
          <a:xfrm>
            <a:off x="5285232" y="4270248"/>
            <a:ext cx="182880" cy="182880"/>
          </a:xfrm>
          <a:prstGeom prst="ellipse">
            <a:avLst/>
          </a:prstGeom>
          <a:solidFill>
            <a:srgbClr val="5B7FD6"/>
          </a:solidFill>
          <a:ln w="9525">
            <a:solidFill>
              <a:srgbClr val="2E4A9A"/>
            </a:solidFill>
            <a:prstDash val="solid"/>
          </a:ln>
        </p:spPr>
      </p:sp>
      <p:sp>
        <p:nvSpPr>
          <p:cNvPr id="604" name="Shape 602"/>
          <p:cNvSpPr/>
          <p:nvPr/>
        </p:nvSpPr>
        <p:spPr>
          <a:xfrm>
            <a:off x="3749040" y="4654296"/>
            <a:ext cx="182880" cy="182880"/>
          </a:xfrm>
          <a:prstGeom prst="ellipse">
            <a:avLst/>
          </a:prstGeom>
          <a:solidFill>
            <a:srgbClr val="5B7FD6"/>
          </a:solidFill>
          <a:ln w="9525">
            <a:solidFill>
              <a:srgbClr val="2E4A9A"/>
            </a:solidFill>
            <a:prstDash val="solid"/>
          </a:ln>
        </p:spPr>
      </p:sp>
      <p:sp>
        <p:nvSpPr>
          <p:cNvPr id="605" name="Shape 603"/>
          <p:cNvSpPr/>
          <p:nvPr/>
        </p:nvSpPr>
        <p:spPr>
          <a:xfrm>
            <a:off x="4133088" y="4654296"/>
            <a:ext cx="182880" cy="182880"/>
          </a:xfrm>
          <a:prstGeom prst="ellipse">
            <a:avLst/>
          </a:prstGeom>
          <a:solidFill>
            <a:srgbClr val="5B7FD6"/>
          </a:solidFill>
          <a:ln w="9525">
            <a:solidFill>
              <a:srgbClr val="2E4A9A"/>
            </a:solidFill>
            <a:prstDash val="solid"/>
          </a:ln>
        </p:spPr>
      </p:sp>
      <p:sp>
        <p:nvSpPr>
          <p:cNvPr id="606" name="Shape 604"/>
          <p:cNvSpPr/>
          <p:nvPr/>
        </p:nvSpPr>
        <p:spPr>
          <a:xfrm>
            <a:off x="4517136" y="4654296"/>
            <a:ext cx="182880" cy="182880"/>
          </a:xfrm>
          <a:prstGeom prst="ellipse">
            <a:avLst/>
          </a:prstGeom>
          <a:solidFill>
            <a:srgbClr val="5B7FD6"/>
          </a:solidFill>
          <a:ln w="9525">
            <a:solidFill>
              <a:srgbClr val="2E4A9A"/>
            </a:solidFill>
            <a:prstDash val="solid"/>
          </a:ln>
        </p:spPr>
      </p:sp>
      <p:sp>
        <p:nvSpPr>
          <p:cNvPr id="607" name="Shape 605"/>
          <p:cNvSpPr/>
          <p:nvPr/>
        </p:nvSpPr>
        <p:spPr>
          <a:xfrm>
            <a:off x="4901184" y="4654296"/>
            <a:ext cx="182880" cy="182880"/>
          </a:xfrm>
          <a:prstGeom prst="ellipse">
            <a:avLst/>
          </a:prstGeom>
          <a:solidFill>
            <a:srgbClr val="5B7FD6"/>
          </a:solidFill>
          <a:ln w="9525">
            <a:solidFill>
              <a:srgbClr val="2E4A9A"/>
            </a:solidFill>
            <a:prstDash val="solid"/>
          </a:ln>
        </p:spPr>
      </p:sp>
      <p:sp>
        <p:nvSpPr>
          <p:cNvPr id="608" name="Shape 606"/>
          <p:cNvSpPr/>
          <p:nvPr/>
        </p:nvSpPr>
        <p:spPr>
          <a:xfrm>
            <a:off x="3520440" y="4553712"/>
            <a:ext cx="2148840" cy="91"/>
          </a:xfrm>
          <a:prstGeom prst="line">
            <a:avLst/>
          </a:prstGeom>
          <a:noFill/>
          <a:ln w="15875">
            <a:solidFill>
              <a:srgbClr val="B8730A"/>
            </a:solidFill>
            <a:prstDash val="dash"/>
          </a:ln>
        </p:spPr>
      </p:sp>
      <p:sp>
        <p:nvSpPr>
          <p:cNvPr id="609" name="Shape 607"/>
          <p:cNvSpPr/>
          <p:nvPr/>
        </p:nvSpPr>
        <p:spPr>
          <a:xfrm>
            <a:off x="3657600" y="3840480"/>
            <a:ext cx="384048" cy="91"/>
          </a:xfrm>
          <a:prstGeom prst="line">
            <a:avLst/>
          </a:prstGeom>
          <a:noFill/>
          <a:ln w="25400">
            <a:solidFill>
              <a:srgbClr val="B8730A"/>
            </a:solidFill>
            <a:prstDash val="solid"/>
            <a:tailEnd type="triangle"/>
          </a:ln>
        </p:spPr>
      </p:sp>
      <p:sp>
        <p:nvSpPr>
          <p:cNvPr id="610" name="Text 608"/>
          <p:cNvSpPr/>
          <p:nvPr/>
        </p:nvSpPr>
        <p:spPr>
          <a:xfrm>
            <a:off x="3337560" y="5074920"/>
            <a:ext cx="2423160" cy="256032"/>
          </a:xfrm>
          <a:prstGeom prst="rect">
            <a:avLst/>
          </a:prstGeom>
          <a:noFill/>
          <a:ln/>
        </p:spPr>
        <p:txBody>
          <a:bodyPr wrap="square" lIns="0" tIns="0" rIns="0" bIns="0" rtlCol="0" anchor="ctr"/>
          <a:lstStyle/>
          <a:p>
            <a:pPr algn="ctr" indent="0" marL="0">
              <a:buNone/>
            </a:pPr>
            <a:r>
              <a:rPr lang="en-US" sz="1000" i="1" dirty="0">
                <a:solidFill>
                  <a:srgbClr val="B8730A"/>
                </a:solidFill>
                <a:latin typeface="Calibri" pitchFamily="34" charset="0"/>
                <a:ea typeface="Calibri" pitchFamily="34" charset="-122"/>
                <a:cs typeface="Calibri" pitchFamily="34" charset="-120"/>
              </a:rPr>
              <a:t>new neighbours: stays deformed</a:t>
            </a:r>
            <a:endParaRPr lang="en-US" sz="1000" dirty="0"/>
          </a:p>
        </p:txBody>
      </p:sp>
      <p:sp>
        <p:nvSpPr>
          <p:cNvPr id="611" name="Shape 60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12" name="Text 61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Explaining elastic and plastic</a:t>
            </a:r>
            <a:endParaRPr lang="en-US" sz="1300" dirty="0"/>
          </a:p>
        </p:txBody>
      </p:sp>
      <p:sp>
        <p:nvSpPr>
          <p:cNvPr id="613" name="Text 61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Particles in a solid are held in place by </a:t>
            </a:r>
            <a:r>
              <a:rPr lang="en-US" sz="1100" b="1" dirty="0">
                <a:solidFill>
                  <a:srgbClr val="262B3A"/>
                </a:solidFill>
                <a:latin typeface="Calibri" pitchFamily="34" charset="0"/>
                <a:ea typeface="Calibri" pitchFamily="34" charset="-122"/>
                <a:cs typeface="Calibri" pitchFamily="34" charset="-120"/>
              </a:rPr>
              <a:t>forces between them</a:t>
            </a:r>
            <a:r>
              <a:rPr lang="en-US" sz="1100" dirty="0">
                <a:solidFill>
                  <a:srgbClr val="262B3A"/>
                </a:solidFill>
                <a:latin typeface="Calibri" pitchFamily="34" charset="0"/>
                <a:ea typeface="Calibri" pitchFamily="34" charset="-122"/>
                <a:cs typeface="Calibri" pitchFamily="34" charset="-120"/>
              </a:rPr>
              <a:t> (bonds).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Stretching</a:t>
            </a:r>
            <a:r>
              <a:rPr lang="en-US" sz="1100" dirty="0">
                <a:solidFill>
                  <a:srgbClr val="262B3A"/>
                </a:solidFill>
                <a:latin typeface="Calibri" pitchFamily="34" charset="0"/>
                <a:ea typeface="Calibri" pitchFamily="34" charset="-122"/>
                <a:cs typeface="Calibri" pitchFamily="34" charset="-120"/>
              </a:rPr>
              <a:t> pulls particles slightly </a:t>
            </a:r>
            <a:r>
              <a:rPr lang="en-US" sz="1100" b="1" dirty="0">
                <a:solidFill>
                  <a:srgbClr val="262B3A"/>
                </a:solidFill>
                <a:latin typeface="Calibri" pitchFamily="34" charset="0"/>
                <a:ea typeface="Calibri" pitchFamily="34" charset="-122"/>
                <a:cs typeface="Calibri" pitchFamily="34" charset="-120"/>
              </a:rPr>
              <a:t>further apart</a:t>
            </a:r>
            <a:r>
              <a:rPr lang="en-US" sz="1100" dirty="0">
                <a:solidFill>
                  <a:srgbClr val="262B3A"/>
                </a:solidFill>
                <a:latin typeface="Calibri" pitchFamily="34" charset="0"/>
                <a:ea typeface="Calibri" pitchFamily="34" charset="-122"/>
                <a:cs typeface="Calibri" pitchFamily="34" charset="-120"/>
              </a:rPr>
              <a:t>: attractive forces pull them back. </a:t>
            </a:r>
            <a:r>
              <a:rPr lang="en-US" sz="1100" b="1" dirty="0">
                <a:solidFill>
                  <a:srgbClr val="262B3A"/>
                </a:solidFill>
                <a:latin typeface="Calibri" pitchFamily="34" charset="0"/>
                <a:ea typeface="Calibri" pitchFamily="34" charset="-122"/>
                <a:cs typeface="Calibri" pitchFamily="34" charset="-120"/>
              </a:rPr>
              <a:t>Compressing</a:t>
            </a:r>
            <a:r>
              <a:rPr lang="en-US" sz="1100" dirty="0">
                <a:solidFill>
                  <a:srgbClr val="262B3A"/>
                </a:solidFill>
                <a:latin typeface="Calibri" pitchFamily="34" charset="0"/>
                <a:ea typeface="Calibri" pitchFamily="34" charset="-122"/>
                <a:cs typeface="Calibri" pitchFamily="34" charset="-120"/>
              </a:rPr>
              <a:t> pushes them </a:t>
            </a:r>
            <a:r>
              <a:rPr lang="en-US" sz="1100" b="1" dirty="0">
                <a:solidFill>
                  <a:srgbClr val="262B3A"/>
                </a:solidFill>
                <a:latin typeface="Calibri" pitchFamily="34" charset="0"/>
                <a:ea typeface="Calibri" pitchFamily="34" charset="-122"/>
                <a:cs typeface="Calibri" pitchFamily="34" charset="-120"/>
              </a:rPr>
              <a:t>closer</a:t>
            </a:r>
            <a:r>
              <a:rPr lang="en-US" sz="1100" dirty="0">
                <a:solidFill>
                  <a:srgbClr val="262B3A"/>
                </a:solidFill>
                <a:latin typeface="Calibri" pitchFamily="34" charset="0"/>
                <a:ea typeface="Calibri" pitchFamily="34" charset="-122"/>
                <a:cs typeface="Calibri" pitchFamily="34" charset="-120"/>
              </a:rPr>
              <a:t>: repulsive forces push back.</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Elastic:</a:t>
            </a:r>
            <a:r>
              <a:rPr lang="en-US" sz="1100" dirty="0">
                <a:solidFill>
                  <a:srgbClr val="262B3A"/>
                </a:solidFill>
                <a:latin typeface="Calibri" pitchFamily="34" charset="0"/>
                <a:ea typeface="Calibri" pitchFamily="34" charset="-122"/>
                <a:cs typeface="Calibri" pitchFamily="34" charset="-120"/>
              </a:rPr>
              <a:t> remove the force and the particles </a:t>
            </a:r>
            <a:r>
              <a:rPr lang="en-US" sz="1100" b="1" dirty="0">
                <a:solidFill>
                  <a:srgbClr val="262B3A"/>
                </a:solidFill>
                <a:latin typeface="Calibri" pitchFamily="34" charset="0"/>
                <a:ea typeface="Calibri" pitchFamily="34" charset="-122"/>
                <a:cs typeface="Calibri" pitchFamily="34" charset="-120"/>
              </a:rPr>
              <a:t>return</a:t>
            </a:r>
            <a:r>
              <a:rPr lang="en-US" sz="1100" dirty="0">
                <a:solidFill>
                  <a:srgbClr val="262B3A"/>
                </a:solidFill>
                <a:latin typeface="Calibri" pitchFamily="34" charset="0"/>
                <a:ea typeface="Calibri" pitchFamily="34" charset="-122"/>
                <a:cs typeface="Calibri" pitchFamily="34" charset="-120"/>
              </a:rPr>
              <a:t> to their original positions.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Plastic:</a:t>
            </a:r>
            <a:r>
              <a:rPr lang="en-US" sz="1100" dirty="0">
                <a:solidFill>
                  <a:srgbClr val="262B3A"/>
                </a:solidFill>
                <a:latin typeface="Calibri" pitchFamily="34" charset="0"/>
                <a:ea typeface="Calibri" pitchFamily="34" charset="-122"/>
                <a:cs typeface="Calibri" pitchFamily="34" charset="-120"/>
              </a:rPr>
              <a:t> a large force makes </a:t>
            </a:r>
            <a:r>
              <a:rPr lang="en-US" sz="1100" b="1" dirty="0">
                <a:solidFill>
                  <a:srgbClr val="262B3A"/>
                </a:solidFill>
                <a:latin typeface="Calibri" pitchFamily="34" charset="0"/>
                <a:ea typeface="Calibri" pitchFamily="34" charset="-122"/>
                <a:cs typeface="Calibri" pitchFamily="34" charset="-120"/>
              </a:rPr>
              <a:t>layers of particles slide</a:t>
            </a:r>
            <a:r>
              <a:rPr lang="en-US" sz="1100" dirty="0">
                <a:solidFill>
                  <a:srgbClr val="262B3A"/>
                </a:solidFill>
                <a:latin typeface="Calibri" pitchFamily="34" charset="0"/>
                <a:ea typeface="Calibri" pitchFamily="34" charset="-122"/>
                <a:cs typeface="Calibri" pitchFamily="34" charset="-120"/>
              </a:rPr>
              <a:t> to new positions. They bond to new neighbours, so they </a:t>
            </a:r>
            <a:r>
              <a:rPr lang="en-US" sz="1100" b="1" dirty="0">
                <a:solidFill>
                  <a:srgbClr val="262B3A"/>
                </a:solidFill>
                <a:latin typeface="Calibri" pitchFamily="34" charset="0"/>
                <a:ea typeface="Calibri" pitchFamily="34" charset="-122"/>
                <a:cs typeface="Calibri" pitchFamily="34" charset="-120"/>
              </a:rPr>
              <a:t>stay</a:t>
            </a:r>
            <a:r>
              <a:rPr lang="en-US" sz="1100" dirty="0">
                <a:solidFill>
                  <a:srgbClr val="262B3A"/>
                </a:solidFill>
                <a:latin typeface="Calibri" pitchFamily="34" charset="0"/>
                <a:ea typeface="Calibri" pitchFamily="34" charset="-122"/>
                <a:cs typeface="Calibri" pitchFamily="34" charset="-120"/>
              </a:rPr>
              <a:t> there.</a:t>
            </a:r>
            <a:endParaRPr lang="en-US" sz="1100" dirty="0"/>
          </a:p>
        </p:txBody>
      </p:sp>
      <p:sp>
        <p:nvSpPr>
          <p:cNvPr id="614" name="Shape 61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15" name="Text 61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Use the model</a:t>
            </a:r>
            <a:endParaRPr lang="en-US" sz="1300" dirty="0"/>
          </a:p>
        </p:txBody>
      </p:sp>
      <p:sp>
        <p:nvSpPr>
          <p:cNvPr id="616" name="Text 614"/>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does a stretched spring pull back on your hand?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Stretch   </a:t>
            </a:r>
            <a:r>
              <a:rPr lang="en-US" sz="1050" dirty="0">
                <a:solidFill>
                  <a:srgbClr val="262B3A"/>
                </a:solidFill>
                <a:latin typeface="Calibri" pitchFamily="34" charset="0"/>
                <a:ea typeface="Calibri" pitchFamily="34" charset="-122"/>
                <a:cs typeface="Calibri" pitchFamily="34" charset="-120"/>
              </a:rPr>
              <a:t>the separation of the particles increases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Forces   </a:t>
            </a:r>
            <a:r>
              <a:rPr lang="en-US" sz="1050" dirty="0">
                <a:solidFill>
                  <a:srgbClr val="262B3A"/>
                </a:solidFill>
                <a:latin typeface="Calibri" pitchFamily="34" charset="0"/>
                <a:ea typeface="Calibri" pitchFamily="34" charset="-122"/>
                <a:cs typeface="Calibri" pitchFamily="34" charset="-120"/>
              </a:rPr>
              <a:t>attraction between particles pulls them back together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Spring   </a:t>
            </a:r>
            <a:r>
              <a:rPr lang="en-US" sz="1050" dirty="0">
                <a:solidFill>
                  <a:srgbClr val="262B3A"/>
                </a:solidFill>
                <a:latin typeface="Calibri" pitchFamily="34" charset="0"/>
                <a:ea typeface="Calibri" pitchFamily="34" charset="-122"/>
                <a:cs typeface="Calibri" pitchFamily="34" charset="-120"/>
              </a:rPr>
              <a:t>these forces add up along the spring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spring exerts a force back towards its original length</a:t>
            </a:r>
            <a:endParaRPr lang="en-US" sz="1050" dirty="0"/>
          </a:p>
        </p:txBody>
      </p:sp>
      <p:sp>
        <p:nvSpPr>
          <p:cNvPr id="617" name="Shape 615"/>
          <p:cNvSpPr/>
          <p:nvPr/>
        </p:nvSpPr>
        <p:spPr>
          <a:xfrm>
            <a:off x="411480" y="5833872"/>
            <a:ext cx="11368735" cy="530352"/>
          </a:xfrm>
          <a:prstGeom prst="rect">
            <a:avLst/>
          </a:prstGeom>
          <a:solidFill>
            <a:srgbClr val="FFF4E0"/>
          </a:solidFill>
          <a:ln w="6350">
            <a:solidFill>
              <a:srgbClr val="F1D9A8"/>
            </a:solidFill>
            <a:prstDash val="solid"/>
          </a:ln>
        </p:spPr>
      </p:sp>
      <p:sp>
        <p:nvSpPr>
          <p:cNvPr id="618" name="Shape 616"/>
          <p:cNvSpPr/>
          <p:nvPr/>
        </p:nvSpPr>
        <p:spPr>
          <a:xfrm>
            <a:off x="411480" y="5833872"/>
            <a:ext cx="82296" cy="530352"/>
          </a:xfrm>
          <a:prstGeom prst="rect">
            <a:avLst/>
          </a:prstGeom>
          <a:solidFill>
            <a:srgbClr val="E39A2F"/>
          </a:solidFill>
          <a:ln w="12700">
            <a:solidFill>
              <a:srgbClr val="E39A2F"/>
            </a:solidFill>
            <a:prstDash val="solid"/>
          </a:ln>
        </p:spPr>
      </p:sp>
      <p:sp>
        <p:nvSpPr>
          <p:cNvPr id="619" name="Text 61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particle model to explain why a paper clip stays bent after you bend it a long way.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P6.3.1–P6.3.2 • forces and deformation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forces are needed to stretch an elastic band.</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difference between </a:t>
            </a:r>
            <a:r>
              <a:rPr lang="en-US" sz="1250" b="1" dirty="0">
                <a:solidFill>
                  <a:srgbClr val="262B3A"/>
                </a:solidFill>
                <a:latin typeface="Calibri" pitchFamily="34" charset="0"/>
                <a:ea typeface="Calibri" pitchFamily="34" charset="-122"/>
                <a:cs typeface="Calibri" pitchFamily="34" charset="-120"/>
              </a:rPr>
              <a:t>elastic</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plastic</a:t>
            </a:r>
            <a:r>
              <a:rPr lang="en-US" sz="1250" dirty="0">
                <a:solidFill>
                  <a:srgbClr val="262B3A"/>
                </a:solidFill>
                <a:latin typeface="Calibri" pitchFamily="34" charset="0"/>
                <a:ea typeface="Calibri" pitchFamily="34" charset="-122"/>
                <a:cs typeface="Calibri" pitchFamily="34" charset="-120"/>
              </a:rPr>
              <a:t> deformation.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 of each.</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particle model to explain why a stretched wire pulls back when it is stretched a small amount.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Force and extension: F = k × x</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 P6.3.5 • recall and apply the spring equation in linear cases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P6.3.5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extension = new length − original length</a:t>
            </a:r>
            <a:endParaRPr lang="en-US" sz="1000" dirty="0"/>
          </a:p>
        </p:txBody>
      </p:sp>
      <p:sp>
        <p:nvSpPr>
          <p:cNvPr id="10" name="Shape 8"/>
          <p:cNvSpPr/>
          <p:nvPr/>
        </p:nvSpPr>
        <p:spPr>
          <a:xfrm>
            <a:off x="731520" y="1417320"/>
            <a:ext cx="4937760" cy="109728"/>
          </a:xfrm>
          <a:prstGeom prst="rect">
            <a:avLst/>
          </a:prstGeom>
          <a:solidFill>
            <a:srgbClr val="5A6275"/>
          </a:solidFill>
          <a:ln/>
        </p:spPr>
      </p:sp>
      <p:sp>
        <p:nvSpPr>
          <p:cNvPr id="11" name="Shape 9"/>
          <p:cNvSpPr/>
          <p:nvPr/>
        </p:nvSpPr>
        <p:spPr>
          <a:xfrm>
            <a:off x="1737360" y="1527048"/>
            <a:ext cx="91" cy="102413"/>
          </a:xfrm>
          <a:prstGeom prst="line">
            <a:avLst/>
          </a:prstGeom>
          <a:noFill/>
          <a:ln w="22225">
            <a:solidFill>
              <a:srgbClr val="4A5568"/>
            </a:solidFill>
            <a:prstDash val="solid"/>
          </a:ln>
        </p:spPr>
      </p:sp>
      <p:sp>
        <p:nvSpPr>
          <p:cNvPr id="12" name="Shape 10"/>
          <p:cNvSpPr/>
          <p:nvPr/>
        </p:nvSpPr>
        <p:spPr>
          <a:xfrm>
            <a:off x="1737360" y="1629461"/>
            <a:ext cx="146304" cy="53767"/>
          </a:xfrm>
          <a:prstGeom prst="line">
            <a:avLst/>
          </a:prstGeom>
          <a:noFill/>
          <a:ln w="22225">
            <a:solidFill>
              <a:srgbClr val="4A5568"/>
            </a:solidFill>
            <a:prstDash val="solid"/>
          </a:ln>
        </p:spPr>
      </p:sp>
      <p:sp>
        <p:nvSpPr>
          <p:cNvPr id="13" name="Shape 11"/>
          <p:cNvSpPr/>
          <p:nvPr/>
        </p:nvSpPr>
        <p:spPr>
          <a:xfrm flipH="1">
            <a:off x="1591056" y="1683228"/>
            <a:ext cx="292608" cy="53767"/>
          </a:xfrm>
          <a:prstGeom prst="line">
            <a:avLst/>
          </a:prstGeom>
          <a:noFill/>
          <a:ln w="22225">
            <a:solidFill>
              <a:srgbClr val="4A5568"/>
            </a:solidFill>
            <a:prstDash val="solid"/>
          </a:ln>
        </p:spPr>
      </p:sp>
      <p:sp>
        <p:nvSpPr>
          <p:cNvPr id="14" name="Shape 12"/>
          <p:cNvSpPr/>
          <p:nvPr/>
        </p:nvSpPr>
        <p:spPr>
          <a:xfrm>
            <a:off x="1591056" y="1736994"/>
            <a:ext cx="292608" cy="53767"/>
          </a:xfrm>
          <a:prstGeom prst="line">
            <a:avLst/>
          </a:prstGeom>
          <a:noFill/>
          <a:ln w="22225">
            <a:solidFill>
              <a:srgbClr val="4A5568"/>
            </a:solidFill>
            <a:prstDash val="solid"/>
          </a:ln>
        </p:spPr>
      </p:sp>
      <p:sp>
        <p:nvSpPr>
          <p:cNvPr id="15" name="Shape 13"/>
          <p:cNvSpPr/>
          <p:nvPr/>
        </p:nvSpPr>
        <p:spPr>
          <a:xfrm flipH="1">
            <a:off x="1591056" y="1790761"/>
            <a:ext cx="292608" cy="53767"/>
          </a:xfrm>
          <a:prstGeom prst="line">
            <a:avLst/>
          </a:prstGeom>
          <a:noFill/>
          <a:ln w="22225">
            <a:solidFill>
              <a:srgbClr val="4A5568"/>
            </a:solidFill>
            <a:prstDash val="solid"/>
          </a:ln>
        </p:spPr>
      </p:sp>
      <p:sp>
        <p:nvSpPr>
          <p:cNvPr id="16" name="Shape 14"/>
          <p:cNvSpPr/>
          <p:nvPr/>
        </p:nvSpPr>
        <p:spPr>
          <a:xfrm>
            <a:off x="1591056" y="1844528"/>
            <a:ext cx="292608" cy="53767"/>
          </a:xfrm>
          <a:prstGeom prst="line">
            <a:avLst/>
          </a:prstGeom>
          <a:noFill/>
          <a:ln w="22225">
            <a:solidFill>
              <a:srgbClr val="4A5568"/>
            </a:solidFill>
            <a:prstDash val="solid"/>
          </a:ln>
        </p:spPr>
      </p:sp>
      <p:sp>
        <p:nvSpPr>
          <p:cNvPr id="17" name="Shape 15"/>
          <p:cNvSpPr/>
          <p:nvPr/>
        </p:nvSpPr>
        <p:spPr>
          <a:xfrm flipH="1">
            <a:off x="1591056" y="1898294"/>
            <a:ext cx="292608" cy="53767"/>
          </a:xfrm>
          <a:prstGeom prst="line">
            <a:avLst/>
          </a:prstGeom>
          <a:noFill/>
          <a:ln w="22225">
            <a:solidFill>
              <a:srgbClr val="4A5568"/>
            </a:solidFill>
            <a:prstDash val="solid"/>
          </a:ln>
        </p:spPr>
      </p:sp>
      <p:sp>
        <p:nvSpPr>
          <p:cNvPr id="18" name="Shape 16"/>
          <p:cNvSpPr/>
          <p:nvPr/>
        </p:nvSpPr>
        <p:spPr>
          <a:xfrm>
            <a:off x="1591056" y="1952061"/>
            <a:ext cx="292608" cy="53767"/>
          </a:xfrm>
          <a:prstGeom prst="line">
            <a:avLst/>
          </a:prstGeom>
          <a:noFill/>
          <a:ln w="22225">
            <a:solidFill>
              <a:srgbClr val="4A5568"/>
            </a:solidFill>
            <a:prstDash val="solid"/>
          </a:ln>
        </p:spPr>
      </p:sp>
      <p:sp>
        <p:nvSpPr>
          <p:cNvPr id="19" name="Shape 17"/>
          <p:cNvSpPr/>
          <p:nvPr/>
        </p:nvSpPr>
        <p:spPr>
          <a:xfrm flipH="1">
            <a:off x="1591056" y="2005828"/>
            <a:ext cx="292608" cy="53767"/>
          </a:xfrm>
          <a:prstGeom prst="line">
            <a:avLst/>
          </a:prstGeom>
          <a:noFill/>
          <a:ln w="22225">
            <a:solidFill>
              <a:srgbClr val="4A5568"/>
            </a:solidFill>
            <a:prstDash val="solid"/>
          </a:ln>
        </p:spPr>
      </p:sp>
      <p:sp>
        <p:nvSpPr>
          <p:cNvPr id="20" name="Shape 18"/>
          <p:cNvSpPr/>
          <p:nvPr/>
        </p:nvSpPr>
        <p:spPr>
          <a:xfrm>
            <a:off x="1591056" y="2059595"/>
            <a:ext cx="292608" cy="53767"/>
          </a:xfrm>
          <a:prstGeom prst="line">
            <a:avLst/>
          </a:prstGeom>
          <a:noFill/>
          <a:ln w="22225">
            <a:solidFill>
              <a:srgbClr val="4A5568"/>
            </a:solidFill>
            <a:prstDash val="solid"/>
          </a:ln>
        </p:spPr>
      </p:sp>
      <p:sp>
        <p:nvSpPr>
          <p:cNvPr id="21" name="Shape 19"/>
          <p:cNvSpPr/>
          <p:nvPr/>
        </p:nvSpPr>
        <p:spPr>
          <a:xfrm flipH="1">
            <a:off x="1591056" y="2113361"/>
            <a:ext cx="292608" cy="53767"/>
          </a:xfrm>
          <a:prstGeom prst="line">
            <a:avLst/>
          </a:prstGeom>
          <a:noFill/>
          <a:ln w="22225">
            <a:solidFill>
              <a:srgbClr val="4A5568"/>
            </a:solidFill>
            <a:prstDash val="solid"/>
          </a:ln>
        </p:spPr>
      </p:sp>
      <p:sp>
        <p:nvSpPr>
          <p:cNvPr id="22" name="Shape 20"/>
          <p:cNvSpPr/>
          <p:nvPr/>
        </p:nvSpPr>
        <p:spPr>
          <a:xfrm>
            <a:off x="1591056" y="2167128"/>
            <a:ext cx="292608" cy="53767"/>
          </a:xfrm>
          <a:prstGeom prst="line">
            <a:avLst/>
          </a:prstGeom>
          <a:noFill/>
          <a:ln w="22225">
            <a:solidFill>
              <a:srgbClr val="4A5568"/>
            </a:solidFill>
            <a:prstDash val="solid"/>
          </a:ln>
        </p:spPr>
      </p:sp>
      <p:sp>
        <p:nvSpPr>
          <p:cNvPr id="23" name="Shape 21"/>
          <p:cNvSpPr/>
          <p:nvPr/>
        </p:nvSpPr>
        <p:spPr>
          <a:xfrm flipH="1">
            <a:off x="1591056" y="2220895"/>
            <a:ext cx="292608" cy="53767"/>
          </a:xfrm>
          <a:prstGeom prst="line">
            <a:avLst/>
          </a:prstGeom>
          <a:noFill/>
          <a:ln w="22225">
            <a:solidFill>
              <a:srgbClr val="4A5568"/>
            </a:solidFill>
            <a:prstDash val="solid"/>
          </a:ln>
        </p:spPr>
      </p:sp>
      <p:sp>
        <p:nvSpPr>
          <p:cNvPr id="24" name="Shape 22"/>
          <p:cNvSpPr/>
          <p:nvPr/>
        </p:nvSpPr>
        <p:spPr>
          <a:xfrm>
            <a:off x="1591056" y="2274661"/>
            <a:ext cx="292608" cy="53767"/>
          </a:xfrm>
          <a:prstGeom prst="line">
            <a:avLst/>
          </a:prstGeom>
          <a:noFill/>
          <a:ln w="22225">
            <a:solidFill>
              <a:srgbClr val="4A5568"/>
            </a:solidFill>
            <a:prstDash val="solid"/>
          </a:ln>
        </p:spPr>
      </p:sp>
      <p:sp>
        <p:nvSpPr>
          <p:cNvPr id="25" name="Shape 23"/>
          <p:cNvSpPr/>
          <p:nvPr/>
        </p:nvSpPr>
        <p:spPr>
          <a:xfrm flipH="1">
            <a:off x="1591056" y="2328428"/>
            <a:ext cx="292608" cy="53767"/>
          </a:xfrm>
          <a:prstGeom prst="line">
            <a:avLst/>
          </a:prstGeom>
          <a:noFill/>
          <a:ln w="22225">
            <a:solidFill>
              <a:srgbClr val="4A5568"/>
            </a:solidFill>
            <a:prstDash val="solid"/>
          </a:ln>
        </p:spPr>
      </p:sp>
      <p:sp>
        <p:nvSpPr>
          <p:cNvPr id="26" name="Shape 24"/>
          <p:cNvSpPr/>
          <p:nvPr/>
        </p:nvSpPr>
        <p:spPr>
          <a:xfrm>
            <a:off x="1591056" y="2382195"/>
            <a:ext cx="292608" cy="53767"/>
          </a:xfrm>
          <a:prstGeom prst="line">
            <a:avLst/>
          </a:prstGeom>
          <a:noFill/>
          <a:ln w="22225">
            <a:solidFill>
              <a:srgbClr val="4A5568"/>
            </a:solidFill>
            <a:prstDash val="solid"/>
          </a:ln>
        </p:spPr>
      </p:sp>
      <p:sp>
        <p:nvSpPr>
          <p:cNvPr id="27" name="Shape 25"/>
          <p:cNvSpPr/>
          <p:nvPr/>
        </p:nvSpPr>
        <p:spPr>
          <a:xfrm flipH="1">
            <a:off x="1591056" y="2435962"/>
            <a:ext cx="292608" cy="53767"/>
          </a:xfrm>
          <a:prstGeom prst="line">
            <a:avLst/>
          </a:prstGeom>
          <a:noFill/>
          <a:ln w="22225">
            <a:solidFill>
              <a:srgbClr val="4A5568"/>
            </a:solidFill>
            <a:prstDash val="solid"/>
          </a:ln>
        </p:spPr>
      </p:sp>
      <p:sp>
        <p:nvSpPr>
          <p:cNvPr id="28" name="Shape 26"/>
          <p:cNvSpPr/>
          <p:nvPr/>
        </p:nvSpPr>
        <p:spPr>
          <a:xfrm>
            <a:off x="1591056" y="2489728"/>
            <a:ext cx="292608" cy="53767"/>
          </a:xfrm>
          <a:prstGeom prst="line">
            <a:avLst/>
          </a:prstGeom>
          <a:noFill/>
          <a:ln w="22225">
            <a:solidFill>
              <a:srgbClr val="4A5568"/>
            </a:solidFill>
            <a:prstDash val="solid"/>
          </a:ln>
        </p:spPr>
      </p:sp>
      <p:sp>
        <p:nvSpPr>
          <p:cNvPr id="29" name="Shape 27"/>
          <p:cNvSpPr/>
          <p:nvPr/>
        </p:nvSpPr>
        <p:spPr>
          <a:xfrm flipH="1">
            <a:off x="1591056" y="2543495"/>
            <a:ext cx="292608" cy="53767"/>
          </a:xfrm>
          <a:prstGeom prst="line">
            <a:avLst/>
          </a:prstGeom>
          <a:noFill/>
          <a:ln w="22225">
            <a:solidFill>
              <a:srgbClr val="4A5568"/>
            </a:solidFill>
            <a:prstDash val="solid"/>
          </a:ln>
        </p:spPr>
      </p:sp>
      <p:sp>
        <p:nvSpPr>
          <p:cNvPr id="30" name="Shape 28"/>
          <p:cNvSpPr/>
          <p:nvPr/>
        </p:nvSpPr>
        <p:spPr>
          <a:xfrm>
            <a:off x="1591056" y="2597262"/>
            <a:ext cx="292608" cy="53767"/>
          </a:xfrm>
          <a:prstGeom prst="line">
            <a:avLst/>
          </a:prstGeom>
          <a:noFill/>
          <a:ln w="22225">
            <a:solidFill>
              <a:srgbClr val="4A5568"/>
            </a:solidFill>
            <a:prstDash val="solid"/>
          </a:ln>
        </p:spPr>
      </p:sp>
      <p:sp>
        <p:nvSpPr>
          <p:cNvPr id="31" name="Shape 29"/>
          <p:cNvSpPr/>
          <p:nvPr/>
        </p:nvSpPr>
        <p:spPr>
          <a:xfrm flipH="1">
            <a:off x="1737360" y="2651028"/>
            <a:ext cx="146304" cy="53767"/>
          </a:xfrm>
          <a:prstGeom prst="line">
            <a:avLst/>
          </a:prstGeom>
          <a:noFill/>
          <a:ln w="22225">
            <a:solidFill>
              <a:srgbClr val="4A5568"/>
            </a:solidFill>
            <a:prstDash val="solid"/>
          </a:ln>
        </p:spPr>
      </p:sp>
      <p:sp>
        <p:nvSpPr>
          <p:cNvPr id="32" name="Shape 30"/>
          <p:cNvSpPr/>
          <p:nvPr/>
        </p:nvSpPr>
        <p:spPr>
          <a:xfrm>
            <a:off x="1737360" y="2704795"/>
            <a:ext cx="91" cy="102413"/>
          </a:xfrm>
          <a:prstGeom prst="line">
            <a:avLst/>
          </a:prstGeom>
          <a:noFill/>
          <a:ln w="22225">
            <a:solidFill>
              <a:srgbClr val="4A5568"/>
            </a:solidFill>
            <a:prstDash val="solid"/>
          </a:ln>
        </p:spPr>
      </p:sp>
      <p:sp>
        <p:nvSpPr>
          <p:cNvPr id="33" name="Shape 31"/>
          <p:cNvSpPr/>
          <p:nvPr/>
        </p:nvSpPr>
        <p:spPr>
          <a:xfrm>
            <a:off x="3931920" y="1527048"/>
            <a:ext cx="91" cy="109728"/>
          </a:xfrm>
          <a:prstGeom prst="line">
            <a:avLst/>
          </a:prstGeom>
          <a:noFill/>
          <a:ln w="22225">
            <a:solidFill>
              <a:srgbClr val="4A5568"/>
            </a:solidFill>
            <a:prstDash val="solid"/>
          </a:ln>
        </p:spPr>
      </p:sp>
      <p:sp>
        <p:nvSpPr>
          <p:cNvPr id="34" name="Shape 32"/>
          <p:cNvSpPr/>
          <p:nvPr/>
        </p:nvSpPr>
        <p:spPr>
          <a:xfrm>
            <a:off x="3931920" y="1636776"/>
            <a:ext cx="146304" cy="103327"/>
          </a:xfrm>
          <a:prstGeom prst="line">
            <a:avLst/>
          </a:prstGeom>
          <a:noFill/>
          <a:ln w="22225">
            <a:solidFill>
              <a:srgbClr val="4A5568"/>
            </a:solidFill>
            <a:prstDash val="solid"/>
          </a:ln>
        </p:spPr>
      </p:sp>
      <p:sp>
        <p:nvSpPr>
          <p:cNvPr id="35" name="Shape 33"/>
          <p:cNvSpPr/>
          <p:nvPr/>
        </p:nvSpPr>
        <p:spPr>
          <a:xfrm flipH="1">
            <a:off x="3785616" y="1740103"/>
            <a:ext cx="292608" cy="103327"/>
          </a:xfrm>
          <a:prstGeom prst="line">
            <a:avLst/>
          </a:prstGeom>
          <a:noFill/>
          <a:ln w="22225">
            <a:solidFill>
              <a:srgbClr val="4A5568"/>
            </a:solidFill>
            <a:prstDash val="solid"/>
          </a:ln>
        </p:spPr>
      </p:sp>
      <p:sp>
        <p:nvSpPr>
          <p:cNvPr id="36" name="Shape 34"/>
          <p:cNvSpPr/>
          <p:nvPr/>
        </p:nvSpPr>
        <p:spPr>
          <a:xfrm>
            <a:off x="3785616" y="1843430"/>
            <a:ext cx="292608" cy="103327"/>
          </a:xfrm>
          <a:prstGeom prst="line">
            <a:avLst/>
          </a:prstGeom>
          <a:noFill/>
          <a:ln w="22225">
            <a:solidFill>
              <a:srgbClr val="4A5568"/>
            </a:solidFill>
            <a:prstDash val="solid"/>
          </a:ln>
        </p:spPr>
      </p:sp>
      <p:sp>
        <p:nvSpPr>
          <p:cNvPr id="37" name="Shape 35"/>
          <p:cNvSpPr/>
          <p:nvPr/>
        </p:nvSpPr>
        <p:spPr>
          <a:xfrm flipH="1">
            <a:off x="3785616" y="1946758"/>
            <a:ext cx="292608" cy="103327"/>
          </a:xfrm>
          <a:prstGeom prst="line">
            <a:avLst/>
          </a:prstGeom>
          <a:noFill/>
          <a:ln w="22225">
            <a:solidFill>
              <a:srgbClr val="4A5568"/>
            </a:solidFill>
            <a:prstDash val="solid"/>
          </a:ln>
        </p:spPr>
      </p:sp>
      <p:sp>
        <p:nvSpPr>
          <p:cNvPr id="38" name="Shape 36"/>
          <p:cNvSpPr/>
          <p:nvPr/>
        </p:nvSpPr>
        <p:spPr>
          <a:xfrm>
            <a:off x="3785616" y="2050085"/>
            <a:ext cx="292608" cy="103327"/>
          </a:xfrm>
          <a:prstGeom prst="line">
            <a:avLst/>
          </a:prstGeom>
          <a:noFill/>
          <a:ln w="22225">
            <a:solidFill>
              <a:srgbClr val="4A5568"/>
            </a:solidFill>
            <a:prstDash val="solid"/>
          </a:ln>
        </p:spPr>
      </p:sp>
      <p:sp>
        <p:nvSpPr>
          <p:cNvPr id="39" name="Shape 37"/>
          <p:cNvSpPr/>
          <p:nvPr/>
        </p:nvSpPr>
        <p:spPr>
          <a:xfrm flipH="1">
            <a:off x="3785616" y="2153412"/>
            <a:ext cx="292608" cy="103327"/>
          </a:xfrm>
          <a:prstGeom prst="line">
            <a:avLst/>
          </a:prstGeom>
          <a:noFill/>
          <a:ln w="22225">
            <a:solidFill>
              <a:srgbClr val="4A5568"/>
            </a:solidFill>
            <a:prstDash val="solid"/>
          </a:ln>
        </p:spPr>
      </p:sp>
      <p:sp>
        <p:nvSpPr>
          <p:cNvPr id="40" name="Shape 38"/>
          <p:cNvSpPr/>
          <p:nvPr/>
        </p:nvSpPr>
        <p:spPr>
          <a:xfrm>
            <a:off x="3785616" y="2256739"/>
            <a:ext cx="292608" cy="103327"/>
          </a:xfrm>
          <a:prstGeom prst="line">
            <a:avLst/>
          </a:prstGeom>
          <a:noFill/>
          <a:ln w="22225">
            <a:solidFill>
              <a:srgbClr val="4A5568"/>
            </a:solidFill>
            <a:prstDash val="solid"/>
          </a:ln>
        </p:spPr>
      </p:sp>
      <p:sp>
        <p:nvSpPr>
          <p:cNvPr id="41" name="Shape 39"/>
          <p:cNvSpPr/>
          <p:nvPr/>
        </p:nvSpPr>
        <p:spPr>
          <a:xfrm flipH="1">
            <a:off x="3785616" y="2360066"/>
            <a:ext cx="292608" cy="103327"/>
          </a:xfrm>
          <a:prstGeom prst="line">
            <a:avLst/>
          </a:prstGeom>
          <a:noFill/>
          <a:ln w="22225">
            <a:solidFill>
              <a:srgbClr val="4A5568"/>
            </a:solidFill>
            <a:prstDash val="solid"/>
          </a:ln>
        </p:spPr>
      </p:sp>
      <p:sp>
        <p:nvSpPr>
          <p:cNvPr id="42" name="Shape 40"/>
          <p:cNvSpPr/>
          <p:nvPr/>
        </p:nvSpPr>
        <p:spPr>
          <a:xfrm>
            <a:off x="3785616" y="2463394"/>
            <a:ext cx="292608" cy="103327"/>
          </a:xfrm>
          <a:prstGeom prst="line">
            <a:avLst/>
          </a:prstGeom>
          <a:noFill/>
          <a:ln w="22225">
            <a:solidFill>
              <a:srgbClr val="4A5568"/>
            </a:solidFill>
            <a:prstDash val="solid"/>
          </a:ln>
        </p:spPr>
      </p:sp>
      <p:sp>
        <p:nvSpPr>
          <p:cNvPr id="43" name="Shape 41"/>
          <p:cNvSpPr/>
          <p:nvPr/>
        </p:nvSpPr>
        <p:spPr>
          <a:xfrm flipH="1">
            <a:off x="3785616" y="2566721"/>
            <a:ext cx="292608" cy="103327"/>
          </a:xfrm>
          <a:prstGeom prst="line">
            <a:avLst/>
          </a:prstGeom>
          <a:noFill/>
          <a:ln w="22225">
            <a:solidFill>
              <a:srgbClr val="4A5568"/>
            </a:solidFill>
            <a:prstDash val="solid"/>
          </a:ln>
        </p:spPr>
      </p:sp>
      <p:sp>
        <p:nvSpPr>
          <p:cNvPr id="44" name="Shape 42"/>
          <p:cNvSpPr/>
          <p:nvPr/>
        </p:nvSpPr>
        <p:spPr>
          <a:xfrm>
            <a:off x="3785616" y="2670048"/>
            <a:ext cx="292608" cy="103327"/>
          </a:xfrm>
          <a:prstGeom prst="line">
            <a:avLst/>
          </a:prstGeom>
          <a:noFill/>
          <a:ln w="22225">
            <a:solidFill>
              <a:srgbClr val="4A5568"/>
            </a:solidFill>
            <a:prstDash val="solid"/>
          </a:ln>
        </p:spPr>
      </p:sp>
      <p:sp>
        <p:nvSpPr>
          <p:cNvPr id="45" name="Shape 43"/>
          <p:cNvSpPr/>
          <p:nvPr/>
        </p:nvSpPr>
        <p:spPr>
          <a:xfrm flipH="1">
            <a:off x="3785616" y="2773375"/>
            <a:ext cx="292608" cy="103327"/>
          </a:xfrm>
          <a:prstGeom prst="line">
            <a:avLst/>
          </a:prstGeom>
          <a:noFill/>
          <a:ln w="22225">
            <a:solidFill>
              <a:srgbClr val="4A5568"/>
            </a:solidFill>
            <a:prstDash val="solid"/>
          </a:ln>
        </p:spPr>
      </p:sp>
      <p:sp>
        <p:nvSpPr>
          <p:cNvPr id="46" name="Shape 44"/>
          <p:cNvSpPr/>
          <p:nvPr/>
        </p:nvSpPr>
        <p:spPr>
          <a:xfrm>
            <a:off x="3785616" y="2876702"/>
            <a:ext cx="292608" cy="103327"/>
          </a:xfrm>
          <a:prstGeom prst="line">
            <a:avLst/>
          </a:prstGeom>
          <a:noFill/>
          <a:ln w="22225">
            <a:solidFill>
              <a:srgbClr val="4A5568"/>
            </a:solidFill>
            <a:prstDash val="solid"/>
          </a:ln>
        </p:spPr>
      </p:sp>
      <p:sp>
        <p:nvSpPr>
          <p:cNvPr id="47" name="Shape 45"/>
          <p:cNvSpPr/>
          <p:nvPr/>
        </p:nvSpPr>
        <p:spPr>
          <a:xfrm flipH="1">
            <a:off x="3785616" y="2980030"/>
            <a:ext cx="292608" cy="103327"/>
          </a:xfrm>
          <a:prstGeom prst="line">
            <a:avLst/>
          </a:prstGeom>
          <a:noFill/>
          <a:ln w="22225">
            <a:solidFill>
              <a:srgbClr val="4A5568"/>
            </a:solidFill>
            <a:prstDash val="solid"/>
          </a:ln>
        </p:spPr>
      </p:sp>
      <p:sp>
        <p:nvSpPr>
          <p:cNvPr id="48" name="Shape 46"/>
          <p:cNvSpPr/>
          <p:nvPr/>
        </p:nvSpPr>
        <p:spPr>
          <a:xfrm>
            <a:off x="3785616" y="3083357"/>
            <a:ext cx="292608" cy="103327"/>
          </a:xfrm>
          <a:prstGeom prst="line">
            <a:avLst/>
          </a:prstGeom>
          <a:noFill/>
          <a:ln w="22225">
            <a:solidFill>
              <a:srgbClr val="4A5568"/>
            </a:solidFill>
            <a:prstDash val="solid"/>
          </a:ln>
        </p:spPr>
      </p:sp>
      <p:sp>
        <p:nvSpPr>
          <p:cNvPr id="49" name="Shape 47"/>
          <p:cNvSpPr/>
          <p:nvPr/>
        </p:nvSpPr>
        <p:spPr>
          <a:xfrm flipH="1">
            <a:off x="3785616" y="3186684"/>
            <a:ext cx="292608" cy="103327"/>
          </a:xfrm>
          <a:prstGeom prst="line">
            <a:avLst/>
          </a:prstGeom>
          <a:noFill/>
          <a:ln w="22225">
            <a:solidFill>
              <a:srgbClr val="4A5568"/>
            </a:solidFill>
            <a:prstDash val="solid"/>
          </a:ln>
        </p:spPr>
      </p:sp>
      <p:sp>
        <p:nvSpPr>
          <p:cNvPr id="50" name="Shape 48"/>
          <p:cNvSpPr/>
          <p:nvPr/>
        </p:nvSpPr>
        <p:spPr>
          <a:xfrm>
            <a:off x="3785616" y="3290011"/>
            <a:ext cx="292608" cy="103327"/>
          </a:xfrm>
          <a:prstGeom prst="line">
            <a:avLst/>
          </a:prstGeom>
          <a:noFill/>
          <a:ln w="22225">
            <a:solidFill>
              <a:srgbClr val="4A5568"/>
            </a:solidFill>
            <a:prstDash val="solid"/>
          </a:ln>
        </p:spPr>
      </p:sp>
      <p:sp>
        <p:nvSpPr>
          <p:cNvPr id="51" name="Shape 49"/>
          <p:cNvSpPr/>
          <p:nvPr/>
        </p:nvSpPr>
        <p:spPr>
          <a:xfrm flipH="1">
            <a:off x="3785616" y="3393338"/>
            <a:ext cx="292608" cy="103327"/>
          </a:xfrm>
          <a:prstGeom prst="line">
            <a:avLst/>
          </a:prstGeom>
          <a:noFill/>
          <a:ln w="22225">
            <a:solidFill>
              <a:srgbClr val="4A5568"/>
            </a:solidFill>
            <a:prstDash val="solid"/>
          </a:ln>
        </p:spPr>
      </p:sp>
      <p:sp>
        <p:nvSpPr>
          <p:cNvPr id="52" name="Shape 50"/>
          <p:cNvSpPr/>
          <p:nvPr/>
        </p:nvSpPr>
        <p:spPr>
          <a:xfrm>
            <a:off x="3785616" y="3496666"/>
            <a:ext cx="292608" cy="103327"/>
          </a:xfrm>
          <a:prstGeom prst="line">
            <a:avLst/>
          </a:prstGeom>
          <a:noFill/>
          <a:ln w="22225">
            <a:solidFill>
              <a:srgbClr val="4A5568"/>
            </a:solidFill>
            <a:prstDash val="solid"/>
          </a:ln>
        </p:spPr>
      </p:sp>
      <p:sp>
        <p:nvSpPr>
          <p:cNvPr id="53" name="Shape 51"/>
          <p:cNvSpPr/>
          <p:nvPr/>
        </p:nvSpPr>
        <p:spPr>
          <a:xfrm flipH="1">
            <a:off x="3931920" y="3599993"/>
            <a:ext cx="146304" cy="103327"/>
          </a:xfrm>
          <a:prstGeom prst="line">
            <a:avLst/>
          </a:prstGeom>
          <a:noFill/>
          <a:ln w="22225">
            <a:solidFill>
              <a:srgbClr val="4A5568"/>
            </a:solidFill>
            <a:prstDash val="solid"/>
          </a:ln>
        </p:spPr>
      </p:sp>
      <p:sp>
        <p:nvSpPr>
          <p:cNvPr id="54" name="Shape 52"/>
          <p:cNvSpPr/>
          <p:nvPr/>
        </p:nvSpPr>
        <p:spPr>
          <a:xfrm>
            <a:off x="3931920" y="3703320"/>
            <a:ext cx="91" cy="109728"/>
          </a:xfrm>
          <a:prstGeom prst="line">
            <a:avLst/>
          </a:prstGeom>
          <a:noFill/>
          <a:ln w="22225">
            <a:solidFill>
              <a:srgbClr val="4A5568"/>
            </a:solidFill>
            <a:prstDash val="solid"/>
          </a:ln>
        </p:spPr>
      </p:sp>
      <p:sp>
        <p:nvSpPr>
          <p:cNvPr id="55" name="Shape 53"/>
          <p:cNvSpPr/>
          <p:nvPr/>
        </p:nvSpPr>
        <p:spPr>
          <a:xfrm>
            <a:off x="3931920" y="3813048"/>
            <a:ext cx="91" cy="182880"/>
          </a:xfrm>
          <a:prstGeom prst="line">
            <a:avLst/>
          </a:prstGeom>
          <a:noFill/>
          <a:ln w="25400">
            <a:solidFill>
              <a:srgbClr val="5A6275"/>
            </a:solidFill>
            <a:prstDash val="solid"/>
          </a:ln>
        </p:spPr>
      </p:sp>
      <p:sp>
        <p:nvSpPr>
          <p:cNvPr id="56" name="Shape 54"/>
          <p:cNvSpPr/>
          <p:nvPr/>
        </p:nvSpPr>
        <p:spPr>
          <a:xfrm>
            <a:off x="3703320" y="3995928"/>
            <a:ext cx="457200" cy="109728"/>
          </a:xfrm>
          <a:prstGeom prst="rect">
            <a:avLst/>
          </a:prstGeom>
          <a:solidFill>
            <a:srgbClr val="969FB1"/>
          </a:solidFill>
          <a:ln w="6350">
            <a:solidFill>
              <a:srgbClr val="4A5262"/>
            </a:solidFill>
            <a:prstDash val="solid"/>
          </a:ln>
        </p:spPr>
      </p:sp>
      <p:sp>
        <p:nvSpPr>
          <p:cNvPr id="57" name="Shape 55"/>
          <p:cNvSpPr/>
          <p:nvPr/>
        </p:nvSpPr>
        <p:spPr>
          <a:xfrm>
            <a:off x="3703320" y="4105656"/>
            <a:ext cx="457200" cy="109728"/>
          </a:xfrm>
          <a:prstGeom prst="rect">
            <a:avLst/>
          </a:prstGeom>
          <a:solidFill>
            <a:srgbClr val="7C8598"/>
          </a:solidFill>
          <a:ln w="6350">
            <a:solidFill>
              <a:srgbClr val="4A5262"/>
            </a:solidFill>
            <a:prstDash val="solid"/>
          </a:ln>
        </p:spPr>
      </p:sp>
      <p:sp>
        <p:nvSpPr>
          <p:cNvPr id="58" name="Shape 56"/>
          <p:cNvSpPr/>
          <p:nvPr/>
        </p:nvSpPr>
        <p:spPr>
          <a:xfrm>
            <a:off x="3703320" y="4215384"/>
            <a:ext cx="457200" cy="109728"/>
          </a:xfrm>
          <a:prstGeom prst="rect">
            <a:avLst/>
          </a:prstGeom>
          <a:solidFill>
            <a:srgbClr val="969FB1"/>
          </a:solidFill>
          <a:ln w="6350">
            <a:solidFill>
              <a:srgbClr val="4A5262"/>
            </a:solidFill>
            <a:prstDash val="solid"/>
          </a:ln>
        </p:spPr>
      </p:sp>
      <p:sp>
        <p:nvSpPr>
          <p:cNvPr id="59" name="Shape 57"/>
          <p:cNvSpPr/>
          <p:nvPr/>
        </p:nvSpPr>
        <p:spPr>
          <a:xfrm>
            <a:off x="3657600" y="4325112"/>
            <a:ext cx="548640" cy="64008"/>
          </a:xfrm>
          <a:prstGeom prst="rect">
            <a:avLst/>
          </a:prstGeom>
          <a:solidFill>
            <a:srgbClr val="4A5262"/>
          </a:solidFill>
          <a:ln w="12700">
            <a:solidFill>
              <a:srgbClr val="4A5262"/>
            </a:solidFill>
            <a:prstDash val="solid"/>
          </a:ln>
        </p:spPr>
      </p:sp>
      <p:sp>
        <p:nvSpPr>
          <p:cNvPr id="60" name="Shape 58"/>
          <p:cNvSpPr/>
          <p:nvPr/>
        </p:nvSpPr>
        <p:spPr>
          <a:xfrm>
            <a:off x="914400" y="2807208"/>
            <a:ext cx="4480560" cy="91"/>
          </a:xfrm>
          <a:prstGeom prst="line">
            <a:avLst/>
          </a:prstGeom>
          <a:noFill/>
          <a:ln w="12700">
            <a:solidFill>
              <a:srgbClr val="2E5BD8"/>
            </a:solidFill>
            <a:prstDash val="dash"/>
          </a:ln>
        </p:spPr>
      </p:sp>
      <p:sp>
        <p:nvSpPr>
          <p:cNvPr id="61" name="Shape 59"/>
          <p:cNvSpPr/>
          <p:nvPr/>
        </p:nvSpPr>
        <p:spPr>
          <a:xfrm>
            <a:off x="3291840" y="3813048"/>
            <a:ext cx="2103120" cy="91"/>
          </a:xfrm>
          <a:prstGeom prst="line">
            <a:avLst/>
          </a:prstGeom>
          <a:noFill/>
          <a:ln w="12700">
            <a:solidFill>
              <a:srgbClr val="2E5BD8"/>
            </a:solidFill>
            <a:prstDash val="dash"/>
          </a:ln>
        </p:spPr>
      </p:sp>
      <p:sp>
        <p:nvSpPr>
          <p:cNvPr id="62" name="Shape 60"/>
          <p:cNvSpPr/>
          <p:nvPr/>
        </p:nvSpPr>
        <p:spPr>
          <a:xfrm>
            <a:off x="1188720" y="1545336"/>
            <a:ext cx="91" cy="1261872"/>
          </a:xfrm>
          <a:prstGeom prst="line">
            <a:avLst/>
          </a:prstGeom>
          <a:noFill/>
          <a:ln w="19050">
            <a:solidFill>
              <a:srgbClr val="2E5BD8"/>
            </a:solidFill>
            <a:prstDash val="solid"/>
            <a:headEnd type="triangle"/>
            <a:tailEnd type="triangle"/>
          </a:ln>
        </p:spPr>
      </p:sp>
      <p:sp>
        <p:nvSpPr>
          <p:cNvPr id="63" name="Text 61"/>
          <p:cNvSpPr/>
          <p:nvPr/>
        </p:nvSpPr>
        <p:spPr>
          <a:xfrm>
            <a:off x="411480" y="1892808"/>
            <a:ext cx="685800" cy="548640"/>
          </a:xfrm>
          <a:prstGeom prst="rect">
            <a:avLst/>
          </a:prstGeom>
          <a:noFill/>
          <a:ln/>
        </p:spPr>
        <p:txBody>
          <a:bodyPr wrap="square" lIns="0" tIns="0" rIns="0" bIns="0" rtlCol="0" anchor="ctr"/>
          <a:lstStyle/>
          <a:p>
            <a:pPr algn="r" indent="0" marL="0">
              <a:buNone/>
            </a:pPr>
            <a:r>
              <a:rPr lang="en-US" sz="1050" b="1" dirty="0">
                <a:solidFill>
                  <a:srgbClr val="2E5BD8"/>
                </a:solidFill>
                <a:latin typeface="Calibri" pitchFamily="34" charset="0"/>
                <a:ea typeface="Calibri" pitchFamily="34" charset="-122"/>
                <a:cs typeface="Calibri" pitchFamily="34" charset="-120"/>
              </a:rPr>
              <a:t>original</a:t>
            </a:r>
            <a:endParaRPr lang="en-US" sz="1050" dirty="0"/>
          </a:p>
          <a:p>
            <a:pPr algn="r" indent="0" marL="0">
              <a:buNone/>
            </a:pPr>
            <a:r>
              <a:rPr lang="en-US" sz="1050" b="1" dirty="0">
                <a:solidFill>
                  <a:srgbClr val="2E5BD8"/>
                </a:solidFill>
                <a:latin typeface="Calibri" pitchFamily="34" charset="0"/>
                <a:ea typeface="Calibri" pitchFamily="34" charset="-122"/>
                <a:cs typeface="Calibri" pitchFamily="34" charset="-120"/>
              </a:rPr>
              <a:t>length</a:t>
            </a:r>
            <a:endParaRPr lang="en-US" sz="1050" dirty="0"/>
          </a:p>
        </p:txBody>
      </p:sp>
      <p:sp>
        <p:nvSpPr>
          <p:cNvPr id="64" name="Shape 62"/>
          <p:cNvSpPr/>
          <p:nvPr/>
        </p:nvSpPr>
        <p:spPr>
          <a:xfrm>
            <a:off x="5074920" y="2807208"/>
            <a:ext cx="91" cy="1005840"/>
          </a:xfrm>
          <a:prstGeom prst="line">
            <a:avLst/>
          </a:prstGeom>
          <a:noFill/>
          <a:ln w="22225">
            <a:solidFill>
              <a:srgbClr val="C8414C"/>
            </a:solidFill>
            <a:prstDash val="solid"/>
            <a:headEnd type="triangle"/>
            <a:tailEnd type="triangle"/>
          </a:ln>
        </p:spPr>
      </p:sp>
      <p:sp>
        <p:nvSpPr>
          <p:cNvPr id="65" name="Text 63"/>
          <p:cNvSpPr/>
          <p:nvPr/>
        </p:nvSpPr>
        <p:spPr>
          <a:xfrm>
            <a:off x="5138928" y="3172968"/>
            <a:ext cx="548640" cy="256032"/>
          </a:xfrm>
          <a:prstGeom prst="rect">
            <a:avLst/>
          </a:prstGeom>
          <a:noFill/>
          <a:ln/>
        </p:spPr>
        <p:txBody>
          <a:bodyPr wrap="square" lIns="0" tIns="0" rIns="0" bIns="0" rtlCol="0" anchor="ctr"/>
          <a:lstStyle/>
          <a:p>
            <a:pPr algn="l" indent="0" marL="0">
              <a:buNone/>
            </a:pPr>
            <a:r>
              <a:rPr lang="en-US" sz="1400" b="1" dirty="0">
                <a:solidFill>
                  <a:srgbClr val="C8414C"/>
                </a:solidFill>
                <a:latin typeface="Calibri" pitchFamily="34" charset="0"/>
                <a:ea typeface="Calibri" pitchFamily="34" charset="-122"/>
                <a:cs typeface="Calibri" pitchFamily="34" charset="-120"/>
              </a:rPr>
              <a:t>x</a:t>
            </a:r>
            <a:endParaRPr lang="en-US" sz="1400" dirty="0"/>
          </a:p>
        </p:txBody>
      </p:sp>
      <p:sp>
        <p:nvSpPr>
          <p:cNvPr id="66" name="Text 64"/>
          <p:cNvSpPr/>
          <p:nvPr/>
        </p:nvSpPr>
        <p:spPr>
          <a:xfrm>
            <a:off x="4526280" y="3858768"/>
            <a:ext cx="118872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extension</a:t>
            </a:r>
            <a:endParaRPr lang="en-US" sz="1050" dirty="0"/>
          </a:p>
        </p:txBody>
      </p:sp>
      <p:sp>
        <p:nvSpPr>
          <p:cNvPr id="67" name="Shape 65"/>
          <p:cNvSpPr/>
          <p:nvPr/>
        </p:nvSpPr>
        <p:spPr>
          <a:xfrm>
            <a:off x="3931920" y="4434840"/>
            <a:ext cx="91" cy="548640"/>
          </a:xfrm>
          <a:prstGeom prst="line">
            <a:avLst/>
          </a:prstGeom>
          <a:noFill/>
          <a:ln w="38100">
            <a:solidFill>
              <a:srgbClr val="C8414C"/>
            </a:solidFill>
            <a:prstDash val="solid"/>
            <a:tailEnd type="triangle"/>
          </a:ln>
        </p:spPr>
      </p:sp>
      <p:sp>
        <p:nvSpPr>
          <p:cNvPr id="68" name="Text 66"/>
          <p:cNvSpPr/>
          <p:nvPr/>
        </p:nvSpPr>
        <p:spPr>
          <a:xfrm>
            <a:off x="3108960" y="5010912"/>
            <a:ext cx="16459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F (weight of load)</a:t>
            </a:r>
            <a:endParaRPr lang="en-US" sz="1100" dirty="0"/>
          </a:p>
        </p:txBody>
      </p:sp>
      <p:sp>
        <p:nvSpPr>
          <p:cNvPr id="69" name="Text 67"/>
          <p:cNvSpPr/>
          <p:nvPr/>
        </p:nvSpPr>
        <p:spPr>
          <a:xfrm>
            <a:off x="1097280" y="2971800"/>
            <a:ext cx="128016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no load</a:t>
            </a:r>
            <a:endParaRPr lang="en-US" sz="1100" dirty="0"/>
          </a:p>
        </p:txBody>
      </p:sp>
      <p:sp>
        <p:nvSpPr>
          <p:cNvPr id="70" name="Shape 68"/>
          <p:cNvSpPr/>
          <p:nvPr/>
        </p:nvSpPr>
        <p:spPr>
          <a:xfrm>
            <a:off x="731520" y="3977640"/>
            <a:ext cx="2651760" cy="457200"/>
          </a:xfrm>
          <a:prstGeom prst="roundRect">
            <a:avLst>
              <a:gd name="adj" fmla="val 12000"/>
            </a:avLst>
          </a:prstGeom>
          <a:solidFill>
            <a:srgbClr val="FFFFFF"/>
          </a:solidFill>
          <a:ln w="19050">
            <a:solidFill>
              <a:srgbClr val="C8414C"/>
            </a:solidFill>
            <a:prstDash val="solid"/>
          </a:ln>
        </p:spPr>
      </p:sp>
      <p:sp>
        <p:nvSpPr>
          <p:cNvPr id="71" name="Text 69"/>
          <p:cNvSpPr/>
          <p:nvPr/>
        </p:nvSpPr>
        <p:spPr>
          <a:xfrm>
            <a:off x="822960" y="3977640"/>
            <a:ext cx="1371600" cy="457200"/>
          </a:xfrm>
          <a:prstGeom prst="rect">
            <a:avLst/>
          </a:prstGeom>
          <a:noFill/>
          <a:ln/>
        </p:spPr>
        <p:txBody>
          <a:bodyPr wrap="square" lIns="0" tIns="0" rIns="0" bIns="0" rtlCol="0" anchor="ctr"/>
          <a:lstStyle/>
          <a:p>
            <a:pPr algn="l" indent="0" marL="0">
              <a:buNone/>
            </a:pPr>
            <a:r>
              <a:rPr lang="en-US" sz="1600" b="1" dirty="0">
                <a:solidFill>
                  <a:srgbClr val="1A2340"/>
                </a:solidFill>
                <a:latin typeface="Calibri" pitchFamily="34" charset="0"/>
                <a:ea typeface="Calibri" pitchFamily="34" charset="-122"/>
                <a:cs typeface="Calibri" pitchFamily="34" charset="-120"/>
              </a:rPr>
              <a:t>F = k × x</a:t>
            </a:r>
            <a:endParaRPr lang="en-US" sz="1600" dirty="0"/>
          </a:p>
        </p:txBody>
      </p:sp>
      <p:sp>
        <p:nvSpPr>
          <p:cNvPr id="72" name="Shape 70"/>
          <p:cNvSpPr/>
          <p:nvPr/>
        </p:nvSpPr>
        <p:spPr>
          <a:xfrm>
            <a:off x="2240280" y="4069080"/>
            <a:ext cx="1005840" cy="274320"/>
          </a:xfrm>
          <a:prstGeom prst="roundRect">
            <a:avLst>
              <a:gd name="adj" fmla="val 50000"/>
            </a:avLst>
          </a:prstGeom>
          <a:solidFill>
            <a:srgbClr val="C8414C"/>
          </a:solidFill>
          <a:ln w="12700">
            <a:solidFill>
              <a:srgbClr val="C8414C"/>
            </a:solidFill>
            <a:prstDash val="solid"/>
          </a:ln>
        </p:spPr>
      </p:sp>
      <p:sp>
        <p:nvSpPr>
          <p:cNvPr id="73" name="Text 71"/>
          <p:cNvSpPr/>
          <p:nvPr/>
        </p:nvSpPr>
        <p:spPr>
          <a:xfrm>
            <a:off x="2240280" y="4069080"/>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p>
        </p:txBody>
      </p:sp>
      <p:sp>
        <p:nvSpPr>
          <p:cNvPr id="74" name="Shape 7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75" name="Text 7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The spring equation</a:t>
            </a:r>
            <a:endParaRPr lang="en-US" sz="1300" dirty="0"/>
          </a:p>
        </p:txBody>
      </p:sp>
      <p:sp>
        <p:nvSpPr>
          <p:cNvPr id="76" name="Text 7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 = k × x</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C8414C"/>
                </a:solidFill>
                <a:latin typeface="Calibri" pitchFamily="34" charset="0"/>
                <a:ea typeface="Calibri" pitchFamily="34" charset="-122"/>
                <a:cs typeface="Calibri" pitchFamily="34" charset="-120"/>
              </a:rPr>
              <a:t>RECALL</a:t>
            </a:r>
            <a:r>
              <a:rPr lang="en-US" sz="1150" dirty="0">
                <a:solidFill>
                  <a:srgbClr val="262B3A"/>
                </a:solidFill>
                <a:latin typeface="Calibri" pitchFamily="34" charset="0"/>
                <a:ea typeface="Calibri" pitchFamily="34" charset="-122"/>
                <a:cs typeface="Calibri" pitchFamily="34" charset="-120"/>
              </a:rPr>
              <a:t>). F in N, x in </a:t>
            </a:r>
            <a:r>
              <a:rPr lang="en-US" sz="1150" b="1" dirty="0">
                <a:solidFill>
                  <a:srgbClr val="262B3A"/>
                </a:solidFill>
                <a:latin typeface="Calibri" pitchFamily="34" charset="0"/>
                <a:ea typeface="Calibri" pitchFamily="34" charset="-122"/>
                <a:cs typeface="Calibri" pitchFamily="34" charset="-120"/>
              </a:rPr>
              <a:t>m</a:t>
            </a:r>
            <a:r>
              <a:rPr lang="en-US" sz="1150" dirty="0">
                <a:solidFill>
                  <a:srgbClr val="262B3A"/>
                </a:solidFill>
                <a:latin typeface="Calibri" pitchFamily="34" charset="0"/>
                <a:ea typeface="Calibri" pitchFamily="34" charset="-122"/>
                <a:cs typeface="Calibri" pitchFamily="34" charset="-120"/>
              </a:rPr>
              <a:t>, k in </a:t>
            </a:r>
            <a:r>
              <a:rPr lang="en-US" sz="1150" b="1" dirty="0">
                <a:solidFill>
                  <a:srgbClr val="262B3A"/>
                </a:solidFill>
                <a:latin typeface="Calibri" pitchFamily="34" charset="0"/>
                <a:ea typeface="Calibri" pitchFamily="34" charset="-122"/>
                <a:cs typeface="Calibri" pitchFamily="34" charset="-120"/>
              </a:rPr>
              <a:t>N/m</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Extension x</a:t>
            </a:r>
            <a:r>
              <a:rPr lang="en-US" sz="1150" dirty="0">
                <a:solidFill>
                  <a:srgbClr val="262B3A"/>
                </a:solidFill>
                <a:latin typeface="Calibri" pitchFamily="34" charset="0"/>
                <a:ea typeface="Calibri" pitchFamily="34" charset="-122"/>
                <a:cs typeface="Calibri" pitchFamily="34" charset="-120"/>
              </a:rPr>
              <a:t> = new length − original length. Convert cm to m: ÷ 100.</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spring constant k</a:t>
            </a:r>
            <a:r>
              <a:rPr lang="en-US" sz="1150" dirty="0">
                <a:solidFill>
                  <a:srgbClr val="262B3A"/>
                </a:solidFill>
                <a:latin typeface="Calibri" pitchFamily="34" charset="0"/>
                <a:ea typeface="Calibri" pitchFamily="34" charset="-122"/>
                <a:cs typeface="Calibri" pitchFamily="34" charset="-120"/>
              </a:rPr>
              <a:t> measures stiffness: a stiffer spring has a bigger k and needs more force for each metre of extension.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only works while F and x are </a:t>
            </a:r>
            <a:r>
              <a:rPr lang="en-US" sz="1150" b="1" dirty="0">
                <a:solidFill>
                  <a:srgbClr val="262B3A"/>
                </a:solidFill>
                <a:latin typeface="Calibri" pitchFamily="34" charset="0"/>
                <a:ea typeface="Calibri" pitchFamily="34" charset="-122"/>
                <a:cs typeface="Calibri" pitchFamily="34" charset="-120"/>
              </a:rPr>
              <a:t>directly proportional</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linear</a:t>
            </a:r>
            <a:r>
              <a:rPr lang="en-US" sz="1150" dirty="0">
                <a:solidFill>
                  <a:srgbClr val="262B3A"/>
                </a:solidFill>
                <a:latin typeface="Calibri" pitchFamily="34" charset="0"/>
                <a:ea typeface="Calibri" pitchFamily="34" charset="-122"/>
                <a:cs typeface="Calibri" pitchFamily="34" charset="-120"/>
              </a:rPr>
              <a:t> system).</a:t>
            </a:r>
            <a:endParaRPr lang="en-US" sz="1150" dirty="0"/>
          </a:p>
        </p:txBody>
      </p:sp>
      <p:sp>
        <p:nvSpPr>
          <p:cNvPr id="77" name="Shape 7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8" name="Text 7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79" name="Text 7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3.0 N force stretches a spring by 12 cm. Calculate the spring constant.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F = k × x</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Rearrange   </a:t>
            </a:r>
            <a:r>
              <a:rPr lang="en-US" sz="1100" dirty="0">
                <a:solidFill>
                  <a:srgbClr val="262B3A"/>
                </a:solidFill>
                <a:latin typeface="Calibri" pitchFamily="34" charset="0"/>
                <a:ea typeface="Calibri" pitchFamily="34" charset="-122"/>
                <a:cs typeface="Calibri" pitchFamily="34" charset="-120"/>
              </a:rPr>
              <a:t>k = F ÷ x</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k = 3.0 N ÷ 0.12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k = 25 N/m</a:t>
            </a:r>
            <a:endParaRPr lang="en-US" sz="1100" dirty="0"/>
          </a:p>
        </p:txBody>
      </p:sp>
      <p:sp>
        <p:nvSpPr>
          <p:cNvPr id="80" name="Shape 78"/>
          <p:cNvSpPr/>
          <p:nvPr/>
        </p:nvSpPr>
        <p:spPr>
          <a:xfrm>
            <a:off x="411480" y="5833872"/>
            <a:ext cx="11368735" cy="530352"/>
          </a:xfrm>
          <a:prstGeom prst="rect">
            <a:avLst/>
          </a:prstGeom>
          <a:solidFill>
            <a:srgbClr val="FFF4E0"/>
          </a:solidFill>
          <a:ln w="6350">
            <a:solidFill>
              <a:srgbClr val="F1D9A8"/>
            </a:solidFill>
            <a:prstDash val="solid"/>
          </a:ln>
        </p:spPr>
      </p:sp>
      <p:sp>
        <p:nvSpPr>
          <p:cNvPr id="81" name="Shape 79"/>
          <p:cNvSpPr/>
          <p:nvPr/>
        </p:nvSpPr>
        <p:spPr>
          <a:xfrm>
            <a:off x="411480" y="5833872"/>
            <a:ext cx="82296" cy="530352"/>
          </a:xfrm>
          <a:prstGeom prst="rect">
            <a:avLst/>
          </a:prstGeom>
          <a:solidFill>
            <a:srgbClr val="E39A2F"/>
          </a:solidFill>
          <a:ln w="12700">
            <a:solidFill>
              <a:srgbClr val="E39A2F"/>
            </a:solidFill>
            <a:prstDash val="solid"/>
          </a:ln>
        </p:spPr>
      </p:sp>
      <p:sp>
        <p:nvSpPr>
          <p:cNvPr id="82" name="Text 8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spring has k = 40 N/m. What force stretches it by 5.0 cm? What extension would a 3.0 N force give?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Linear and non-linear force–extension graphs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 P6.3.4 • the limit of proportionality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P6.3.4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to scale: a spring with k = 40 N/m, and a rubber band (non-linear)</a:t>
            </a:r>
            <a:endParaRPr lang="en-US" sz="1000" dirty="0"/>
          </a:p>
        </p:txBody>
      </p:sp>
      <p:sp>
        <p:nvSpPr>
          <p:cNvPr id="10" name="Shape 8"/>
          <p:cNvSpPr/>
          <p:nvPr/>
        </p:nvSpPr>
        <p:spPr>
          <a:xfrm>
            <a:off x="1325880" y="1417320"/>
            <a:ext cx="4389120" cy="3291840"/>
          </a:xfrm>
          <a:prstGeom prst="rect">
            <a:avLst/>
          </a:prstGeom>
          <a:solidFill>
            <a:srgbClr val="FFFFFF"/>
          </a:solidFill>
          <a:ln/>
        </p:spPr>
      </p:sp>
      <p:sp>
        <p:nvSpPr>
          <p:cNvPr id="11" name="Shape 9"/>
          <p:cNvSpPr/>
          <p:nvPr/>
        </p:nvSpPr>
        <p:spPr>
          <a:xfrm>
            <a:off x="1325880" y="1417320"/>
            <a:ext cx="91" cy="3291840"/>
          </a:xfrm>
          <a:prstGeom prst="line">
            <a:avLst/>
          </a:prstGeom>
          <a:noFill/>
          <a:ln w="6350">
            <a:solidFill>
              <a:srgbClr val="C9D3E6"/>
            </a:solidFill>
            <a:prstDash val="solid"/>
          </a:ln>
        </p:spPr>
      </p:sp>
      <p:sp>
        <p:nvSpPr>
          <p:cNvPr id="12" name="Shape 10"/>
          <p:cNvSpPr/>
          <p:nvPr/>
        </p:nvSpPr>
        <p:spPr>
          <a:xfrm>
            <a:off x="1472184" y="1417320"/>
            <a:ext cx="91" cy="3291840"/>
          </a:xfrm>
          <a:prstGeom prst="line">
            <a:avLst/>
          </a:prstGeom>
          <a:noFill/>
          <a:ln w="6350">
            <a:solidFill>
              <a:srgbClr val="E6EBF4"/>
            </a:solidFill>
            <a:prstDash val="solid"/>
          </a:ln>
        </p:spPr>
      </p:sp>
      <p:sp>
        <p:nvSpPr>
          <p:cNvPr id="13" name="Shape 11"/>
          <p:cNvSpPr/>
          <p:nvPr/>
        </p:nvSpPr>
        <p:spPr>
          <a:xfrm>
            <a:off x="1618488" y="1417320"/>
            <a:ext cx="91" cy="3291840"/>
          </a:xfrm>
          <a:prstGeom prst="line">
            <a:avLst/>
          </a:prstGeom>
          <a:noFill/>
          <a:ln w="6350">
            <a:solidFill>
              <a:srgbClr val="E6EBF4"/>
            </a:solidFill>
            <a:prstDash val="solid"/>
          </a:ln>
        </p:spPr>
      </p:sp>
      <p:sp>
        <p:nvSpPr>
          <p:cNvPr id="14" name="Shape 12"/>
          <p:cNvSpPr/>
          <p:nvPr/>
        </p:nvSpPr>
        <p:spPr>
          <a:xfrm>
            <a:off x="1764792" y="1417320"/>
            <a:ext cx="91" cy="3291840"/>
          </a:xfrm>
          <a:prstGeom prst="line">
            <a:avLst/>
          </a:prstGeom>
          <a:noFill/>
          <a:ln w="6350">
            <a:solidFill>
              <a:srgbClr val="E6EBF4"/>
            </a:solidFill>
            <a:prstDash val="solid"/>
          </a:ln>
        </p:spPr>
      </p:sp>
      <p:sp>
        <p:nvSpPr>
          <p:cNvPr id="15" name="Shape 13"/>
          <p:cNvSpPr/>
          <p:nvPr/>
        </p:nvSpPr>
        <p:spPr>
          <a:xfrm>
            <a:off x="1911096" y="1417320"/>
            <a:ext cx="91" cy="3291840"/>
          </a:xfrm>
          <a:prstGeom prst="line">
            <a:avLst/>
          </a:prstGeom>
          <a:noFill/>
          <a:ln w="6350">
            <a:solidFill>
              <a:srgbClr val="E6EBF4"/>
            </a:solidFill>
            <a:prstDash val="solid"/>
          </a:ln>
        </p:spPr>
      </p:sp>
      <p:sp>
        <p:nvSpPr>
          <p:cNvPr id="16" name="Shape 14"/>
          <p:cNvSpPr/>
          <p:nvPr/>
        </p:nvSpPr>
        <p:spPr>
          <a:xfrm>
            <a:off x="2057400" y="1417320"/>
            <a:ext cx="91" cy="3291840"/>
          </a:xfrm>
          <a:prstGeom prst="line">
            <a:avLst/>
          </a:prstGeom>
          <a:noFill/>
          <a:ln w="6350">
            <a:solidFill>
              <a:srgbClr val="C9D3E6"/>
            </a:solidFill>
            <a:prstDash val="solid"/>
          </a:ln>
        </p:spPr>
      </p:sp>
      <p:sp>
        <p:nvSpPr>
          <p:cNvPr id="17" name="Shape 15"/>
          <p:cNvSpPr/>
          <p:nvPr/>
        </p:nvSpPr>
        <p:spPr>
          <a:xfrm>
            <a:off x="2203704" y="1417320"/>
            <a:ext cx="91" cy="3291840"/>
          </a:xfrm>
          <a:prstGeom prst="line">
            <a:avLst/>
          </a:prstGeom>
          <a:noFill/>
          <a:ln w="6350">
            <a:solidFill>
              <a:srgbClr val="E6EBF4"/>
            </a:solidFill>
            <a:prstDash val="solid"/>
          </a:ln>
        </p:spPr>
      </p:sp>
      <p:sp>
        <p:nvSpPr>
          <p:cNvPr id="18" name="Shape 16"/>
          <p:cNvSpPr/>
          <p:nvPr/>
        </p:nvSpPr>
        <p:spPr>
          <a:xfrm>
            <a:off x="2350008" y="1417320"/>
            <a:ext cx="91" cy="3291840"/>
          </a:xfrm>
          <a:prstGeom prst="line">
            <a:avLst/>
          </a:prstGeom>
          <a:noFill/>
          <a:ln w="6350">
            <a:solidFill>
              <a:srgbClr val="E6EBF4"/>
            </a:solidFill>
            <a:prstDash val="solid"/>
          </a:ln>
        </p:spPr>
      </p:sp>
      <p:sp>
        <p:nvSpPr>
          <p:cNvPr id="19" name="Shape 17"/>
          <p:cNvSpPr/>
          <p:nvPr/>
        </p:nvSpPr>
        <p:spPr>
          <a:xfrm>
            <a:off x="2496312" y="1417320"/>
            <a:ext cx="91" cy="3291840"/>
          </a:xfrm>
          <a:prstGeom prst="line">
            <a:avLst/>
          </a:prstGeom>
          <a:noFill/>
          <a:ln w="6350">
            <a:solidFill>
              <a:srgbClr val="E6EBF4"/>
            </a:solidFill>
            <a:prstDash val="solid"/>
          </a:ln>
        </p:spPr>
      </p:sp>
      <p:sp>
        <p:nvSpPr>
          <p:cNvPr id="20" name="Shape 18"/>
          <p:cNvSpPr/>
          <p:nvPr/>
        </p:nvSpPr>
        <p:spPr>
          <a:xfrm>
            <a:off x="2642616" y="1417320"/>
            <a:ext cx="91" cy="3291840"/>
          </a:xfrm>
          <a:prstGeom prst="line">
            <a:avLst/>
          </a:prstGeom>
          <a:noFill/>
          <a:ln w="6350">
            <a:solidFill>
              <a:srgbClr val="E6EBF4"/>
            </a:solidFill>
            <a:prstDash val="solid"/>
          </a:ln>
        </p:spPr>
      </p:sp>
      <p:sp>
        <p:nvSpPr>
          <p:cNvPr id="21" name="Shape 19"/>
          <p:cNvSpPr/>
          <p:nvPr/>
        </p:nvSpPr>
        <p:spPr>
          <a:xfrm>
            <a:off x="2788920" y="1417320"/>
            <a:ext cx="91" cy="3291840"/>
          </a:xfrm>
          <a:prstGeom prst="line">
            <a:avLst/>
          </a:prstGeom>
          <a:noFill/>
          <a:ln w="6350">
            <a:solidFill>
              <a:srgbClr val="C9D3E6"/>
            </a:solidFill>
            <a:prstDash val="solid"/>
          </a:ln>
        </p:spPr>
      </p:sp>
      <p:sp>
        <p:nvSpPr>
          <p:cNvPr id="22" name="Shape 20"/>
          <p:cNvSpPr/>
          <p:nvPr/>
        </p:nvSpPr>
        <p:spPr>
          <a:xfrm>
            <a:off x="2935224" y="1417320"/>
            <a:ext cx="91" cy="3291840"/>
          </a:xfrm>
          <a:prstGeom prst="line">
            <a:avLst/>
          </a:prstGeom>
          <a:noFill/>
          <a:ln w="6350">
            <a:solidFill>
              <a:srgbClr val="E6EBF4"/>
            </a:solidFill>
            <a:prstDash val="solid"/>
          </a:ln>
        </p:spPr>
      </p:sp>
      <p:sp>
        <p:nvSpPr>
          <p:cNvPr id="23" name="Shape 21"/>
          <p:cNvSpPr/>
          <p:nvPr/>
        </p:nvSpPr>
        <p:spPr>
          <a:xfrm>
            <a:off x="3081528" y="1417320"/>
            <a:ext cx="91" cy="3291840"/>
          </a:xfrm>
          <a:prstGeom prst="line">
            <a:avLst/>
          </a:prstGeom>
          <a:noFill/>
          <a:ln w="6350">
            <a:solidFill>
              <a:srgbClr val="E6EBF4"/>
            </a:solidFill>
            <a:prstDash val="solid"/>
          </a:ln>
        </p:spPr>
      </p:sp>
      <p:sp>
        <p:nvSpPr>
          <p:cNvPr id="24" name="Shape 22"/>
          <p:cNvSpPr/>
          <p:nvPr/>
        </p:nvSpPr>
        <p:spPr>
          <a:xfrm>
            <a:off x="3227832" y="1417320"/>
            <a:ext cx="91" cy="3291840"/>
          </a:xfrm>
          <a:prstGeom prst="line">
            <a:avLst/>
          </a:prstGeom>
          <a:noFill/>
          <a:ln w="6350">
            <a:solidFill>
              <a:srgbClr val="E6EBF4"/>
            </a:solidFill>
            <a:prstDash val="solid"/>
          </a:ln>
        </p:spPr>
      </p:sp>
      <p:sp>
        <p:nvSpPr>
          <p:cNvPr id="25" name="Shape 23"/>
          <p:cNvSpPr/>
          <p:nvPr/>
        </p:nvSpPr>
        <p:spPr>
          <a:xfrm>
            <a:off x="3374136" y="1417320"/>
            <a:ext cx="91" cy="3291840"/>
          </a:xfrm>
          <a:prstGeom prst="line">
            <a:avLst/>
          </a:prstGeom>
          <a:noFill/>
          <a:ln w="6350">
            <a:solidFill>
              <a:srgbClr val="E6EBF4"/>
            </a:solidFill>
            <a:prstDash val="solid"/>
          </a:ln>
        </p:spPr>
      </p:sp>
      <p:sp>
        <p:nvSpPr>
          <p:cNvPr id="26" name="Shape 24"/>
          <p:cNvSpPr/>
          <p:nvPr/>
        </p:nvSpPr>
        <p:spPr>
          <a:xfrm>
            <a:off x="3520440" y="1417320"/>
            <a:ext cx="91" cy="3291840"/>
          </a:xfrm>
          <a:prstGeom prst="line">
            <a:avLst/>
          </a:prstGeom>
          <a:noFill/>
          <a:ln w="6350">
            <a:solidFill>
              <a:srgbClr val="C9D3E6"/>
            </a:solidFill>
            <a:prstDash val="solid"/>
          </a:ln>
        </p:spPr>
      </p:sp>
      <p:sp>
        <p:nvSpPr>
          <p:cNvPr id="27" name="Shape 25"/>
          <p:cNvSpPr/>
          <p:nvPr/>
        </p:nvSpPr>
        <p:spPr>
          <a:xfrm>
            <a:off x="3666744" y="1417320"/>
            <a:ext cx="91" cy="3291840"/>
          </a:xfrm>
          <a:prstGeom prst="line">
            <a:avLst/>
          </a:prstGeom>
          <a:noFill/>
          <a:ln w="6350">
            <a:solidFill>
              <a:srgbClr val="E6EBF4"/>
            </a:solidFill>
            <a:prstDash val="solid"/>
          </a:ln>
        </p:spPr>
      </p:sp>
      <p:sp>
        <p:nvSpPr>
          <p:cNvPr id="28" name="Shape 26"/>
          <p:cNvSpPr/>
          <p:nvPr/>
        </p:nvSpPr>
        <p:spPr>
          <a:xfrm>
            <a:off x="3813048" y="1417320"/>
            <a:ext cx="91" cy="3291840"/>
          </a:xfrm>
          <a:prstGeom prst="line">
            <a:avLst/>
          </a:prstGeom>
          <a:noFill/>
          <a:ln w="6350">
            <a:solidFill>
              <a:srgbClr val="E6EBF4"/>
            </a:solidFill>
            <a:prstDash val="solid"/>
          </a:ln>
        </p:spPr>
      </p:sp>
      <p:sp>
        <p:nvSpPr>
          <p:cNvPr id="29" name="Shape 27"/>
          <p:cNvSpPr/>
          <p:nvPr/>
        </p:nvSpPr>
        <p:spPr>
          <a:xfrm>
            <a:off x="3959352" y="1417320"/>
            <a:ext cx="91" cy="3291840"/>
          </a:xfrm>
          <a:prstGeom prst="line">
            <a:avLst/>
          </a:prstGeom>
          <a:noFill/>
          <a:ln w="6350">
            <a:solidFill>
              <a:srgbClr val="E6EBF4"/>
            </a:solidFill>
            <a:prstDash val="solid"/>
          </a:ln>
        </p:spPr>
      </p:sp>
      <p:sp>
        <p:nvSpPr>
          <p:cNvPr id="30" name="Shape 28"/>
          <p:cNvSpPr/>
          <p:nvPr/>
        </p:nvSpPr>
        <p:spPr>
          <a:xfrm>
            <a:off x="4105656" y="1417320"/>
            <a:ext cx="91" cy="3291840"/>
          </a:xfrm>
          <a:prstGeom prst="line">
            <a:avLst/>
          </a:prstGeom>
          <a:noFill/>
          <a:ln w="6350">
            <a:solidFill>
              <a:srgbClr val="E6EBF4"/>
            </a:solidFill>
            <a:prstDash val="solid"/>
          </a:ln>
        </p:spPr>
      </p:sp>
      <p:sp>
        <p:nvSpPr>
          <p:cNvPr id="31" name="Shape 29"/>
          <p:cNvSpPr/>
          <p:nvPr/>
        </p:nvSpPr>
        <p:spPr>
          <a:xfrm>
            <a:off x="4251960" y="1417320"/>
            <a:ext cx="91" cy="3291840"/>
          </a:xfrm>
          <a:prstGeom prst="line">
            <a:avLst/>
          </a:prstGeom>
          <a:noFill/>
          <a:ln w="6350">
            <a:solidFill>
              <a:srgbClr val="C9D3E6"/>
            </a:solidFill>
            <a:prstDash val="solid"/>
          </a:ln>
        </p:spPr>
      </p:sp>
      <p:sp>
        <p:nvSpPr>
          <p:cNvPr id="32" name="Shape 30"/>
          <p:cNvSpPr/>
          <p:nvPr/>
        </p:nvSpPr>
        <p:spPr>
          <a:xfrm>
            <a:off x="4398264" y="1417320"/>
            <a:ext cx="91" cy="3291840"/>
          </a:xfrm>
          <a:prstGeom prst="line">
            <a:avLst/>
          </a:prstGeom>
          <a:noFill/>
          <a:ln w="6350">
            <a:solidFill>
              <a:srgbClr val="E6EBF4"/>
            </a:solidFill>
            <a:prstDash val="solid"/>
          </a:ln>
        </p:spPr>
      </p:sp>
      <p:sp>
        <p:nvSpPr>
          <p:cNvPr id="33" name="Shape 31"/>
          <p:cNvSpPr/>
          <p:nvPr/>
        </p:nvSpPr>
        <p:spPr>
          <a:xfrm>
            <a:off x="4544568" y="1417320"/>
            <a:ext cx="91" cy="3291840"/>
          </a:xfrm>
          <a:prstGeom prst="line">
            <a:avLst/>
          </a:prstGeom>
          <a:noFill/>
          <a:ln w="6350">
            <a:solidFill>
              <a:srgbClr val="E6EBF4"/>
            </a:solidFill>
            <a:prstDash val="solid"/>
          </a:ln>
        </p:spPr>
      </p:sp>
      <p:sp>
        <p:nvSpPr>
          <p:cNvPr id="34" name="Shape 32"/>
          <p:cNvSpPr/>
          <p:nvPr/>
        </p:nvSpPr>
        <p:spPr>
          <a:xfrm>
            <a:off x="4690872" y="1417320"/>
            <a:ext cx="91" cy="3291840"/>
          </a:xfrm>
          <a:prstGeom prst="line">
            <a:avLst/>
          </a:prstGeom>
          <a:noFill/>
          <a:ln w="6350">
            <a:solidFill>
              <a:srgbClr val="E6EBF4"/>
            </a:solidFill>
            <a:prstDash val="solid"/>
          </a:ln>
        </p:spPr>
      </p:sp>
      <p:sp>
        <p:nvSpPr>
          <p:cNvPr id="35" name="Shape 33"/>
          <p:cNvSpPr/>
          <p:nvPr/>
        </p:nvSpPr>
        <p:spPr>
          <a:xfrm>
            <a:off x="4837176" y="1417320"/>
            <a:ext cx="91" cy="3291840"/>
          </a:xfrm>
          <a:prstGeom prst="line">
            <a:avLst/>
          </a:prstGeom>
          <a:noFill/>
          <a:ln w="6350">
            <a:solidFill>
              <a:srgbClr val="E6EBF4"/>
            </a:solidFill>
            <a:prstDash val="solid"/>
          </a:ln>
        </p:spPr>
      </p:sp>
      <p:sp>
        <p:nvSpPr>
          <p:cNvPr id="36" name="Shape 34"/>
          <p:cNvSpPr/>
          <p:nvPr/>
        </p:nvSpPr>
        <p:spPr>
          <a:xfrm>
            <a:off x="4983480" y="1417320"/>
            <a:ext cx="91" cy="3291840"/>
          </a:xfrm>
          <a:prstGeom prst="line">
            <a:avLst/>
          </a:prstGeom>
          <a:noFill/>
          <a:ln w="6350">
            <a:solidFill>
              <a:srgbClr val="C9D3E6"/>
            </a:solidFill>
            <a:prstDash val="solid"/>
          </a:ln>
        </p:spPr>
      </p:sp>
      <p:sp>
        <p:nvSpPr>
          <p:cNvPr id="37" name="Shape 35"/>
          <p:cNvSpPr/>
          <p:nvPr/>
        </p:nvSpPr>
        <p:spPr>
          <a:xfrm>
            <a:off x="5129784" y="1417320"/>
            <a:ext cx="91" cy="3291840"/>
          </a:xfrm>
          <a:prstGeom prst="line">
            <a:avLst/>
          </a:prstGeom>
          <a:noFill/>
          <a:ln w="6350">
            <a:solidFill>
              <a:srgbClr val="E6EBF4"/>
            </a:solidFill>
            <a:prstDash val="solid"/>
          </a:ln>
        </p:spPr>
      </p:sp>
      <p:sp>
        <p:nvSpPr>
          <p:cNvPr id="38" name="Shape 36"/>
          <p:cNvSpPr/>
          <p:nvPr/>
        </p:nvSpPr>
        <p:spPr>
          <a:xfrm>
            <a:off x="5276088" y="1417320"/>
            <a:ext cx="91" cy="3291840"/>
          </a:xfrm>
          <a:prstGeom prst="line">
            <a:avLst/>
          </a:prstGeom>
          <a:noFill/>
          <a:ln w="6350">
            <a:solidFill>
              <a:srgbClr val="E6EBF4"/>
            </a:solidFill>
            <a:prstDash val="solid"/>
          </a:ln>
        </p:spPr>
      </p:sp>
      <p:sp>
        <p:nvSpPr>
          <p:cNvPr id="39" name="Shape 37"/>
          <p:cNvSpPr/>
          <p:nvPr/>
        </p:nvSpPr>
        <p:spPr>
          <a:xfrm>
            <a:off x="5422392" y="1417320"/>
            <a:ext cx="91" cy="3291840"/>
          </a:xfrm>
          <a:prstGeom prst="line">
            <a:avLst/>
          </a:prstGeom>
          <a:noFill/>
          <a:ln w="6350">
            <a:solidFill>
              <a:srgbClr val="E6EBF4"/>
            </a:solidFill>
            <a:prstDash val="solid"/>
          </a:ln>
        </p:spPr>
      </p:sp>
      <p:sp>
        <p:nvSpPr>
          <p:cNvPr id="40" name="Shape 38"/>
          <p:cNvSpPr/>
          <p:nvPr/>
        </p:nvSpPr>
        <p:spPr>
          <a:xfrm>
            <a:off x="5568696" y="1417320"/>
            <a:ext cx="91" cy="3291840"/>
          </a:xfrm>
          <a:prstGeom prst="line">
            <a:avLst/>
          </a:prstGeom>
          <a:noFill/>
          <a:ln w="6350">
            <a:solidFill>
              <a:srgbClr val="E6EBF4"/>
            </a:solidFill>
            <a:prstDash val="solid"/>
          </a:ln>
        </p:spPr>
      </p:sp>
      <p:sp>
        <p:nvSpPr>
          <p:cNvPr id="41" name="Shape 39"/>
          <p:cNvSpPr/>
          <p:nvPr/>
        </p:nvSpPr>
        <p:spPr>
          <a:xfrm>
            <a:off x="5715000" y="1417320"/>
            <a:ext cx="91" cy="3291840"/>
          </a:xfrm>
          <a:prstGeom prst="line">
            <a:avLst/>
          </a:prstGeom>
          <a:noFill/>
          <a:ln w="6350">
            <a:solidFill>
              <a:srgbClr val="C9D3E6"/>
            </a:solidFill>
            <a:prstDash val="solid"/>
          </a:ln>
        </p:spPr>
      </p:sp>
      <p:sp>
        <p:nvSpPr>
          <p:cNvPr id="42" name="Shape 40"/>
          <p:cNvSpPr/>
          <p:nvPr/>
        </p:nvSpPr>
        <p:spPr>
          <a:xfrm>
            <a:off x="1325880" y="4709160"/>
            <a:ext cx="4389120" cy="91"/>
          </a:xfrm>
          <a:prstGeom prst="line">
            <a:avLst/>
          </a:prstGeom>
          <a:noFill/>
          <a:ln w="6350">
            <a:solidFill>
              <a:srgbClr val="C9D3E6"/>
            </a:solidFill>
            <a:prstDash val="solid"/>
          </a:ln>
        </p:spPr>
      </p:sp>
      <p:sp>
        <p:nvSpPr>
          <p:cNvPr id="43" name="Shape 41"/>
          <p:cNvSpPr/>
          <p:nvPr/>
        </p:nvSpPr>
        <p:spPr>
          <a:xfrm>
            <a:off x="1325880" y="4636008"/>
            <a:ext cx="4389120" cy="91"/>
          </a:xfrm>
          <a:prstGeom prst="line">
            <a:avLst/>
          </a:prstGeom>
          <a:noFill/>
          <a:ln w="6350">
            <a:solidFill>
              <a:srgbClr val="E6EBF4"/>
            </a:solidFill>
            <a:prstDash val="solid"/>
          </a:ln>
        </p:spPr>
      </p:sp>
      <p:sp>
        <p:nvSpPr>
          <p:cNvPr id="44" name="Shape 42"/>
          <p:cNvSpPr/>
          <p:nvPr/>
        </p:nvSpPr>
        <p:spPr>
          <a:xfrm>
            <a:off x="1325880" y="4562856"/>
            <a:ext cx="4389120" cy="91"/>
          </a:xfrm>
          <a:prstGeom prst="line">
            <a:avLst/>
          </a:prstGeom>
          <a:noFill/>
          <a:ln w="6350">
            <a:solidFill>
              <a:srgbClr val="E6EBF4"/>
            </a:solidFill>
            <a:prstDash val="solid"/>
          </a:ln>
        </p:spPr>
      </p:sp>
      <p:sp>
        <p:nvSpPr>
          <p:cNvPr id="45" name="Shape 43"/>
          <p:cNvSpPr/>
          <p:nvPr/>
        </p:nvSpPr>
        <p:spPr>
          <a:xfrm>
            <a:off x="1325880" y="4489704"/>
            <a:ext cx="4389120" cy="91"/>
          </a:xfrm>
          <a:prstGeom prst="line">
            <a:avLst/>
          </a:prstGeom>
          <a:noFill/>
          <a:ln w="6350">
            <a:solidFill>
              <a:srgbClr val="E6EBF4"/>
            </a:solidFill>
            <a:prstDash val="solid"/>
          </a:ln>
        </p:spPr>
      </p:sp>
      <p:sp>
        <p:nvSpPr>
          <p:cNvPr id="46" name="Shape 44"/>
          <p:cNvSpPr/>
          <p:nvPr/>
        </p:nvSpPr>
        <p:spPr>
          <a:xfrm>
            <a:off x="1325880" y="4416552"/>
            <a:ext cx="4389120" cy="91"/>
          </a:xfrm>
          <a:prstGeom prst="line">
            <a:avLst/>
          </a:prstGeom>
          <a:noFill/>
          <a:ln w="6350">
            <a:solidFill>
              <a:srgbClr val="E6EBF4"/>
            </a:solidFill>
            <a:prstDash val="solid"/>
          </a:ln>
        </p:spPr>
      </p:sp>
      <p:sp>
        <p:nvSpPr>
          <p:cNvPr id="47" name="Shape 45"/>
          <p:cNvSpPr/>
          <p:nvPr/>
        </p:nvSpPr>
        <p:spPr>
          <a:xfrm>
            <a:off x="1325880" y="4343400"/>
            <a:ext cx="4389120" cy="91"/>
          </a:xfrm>
          <a:prstGeom prst="line">
            <a:avLst/>
          </a:prstGeom>
          <a:noFill/>
          <a:ln w="6350">
            <a:solidFill>
              <a:srgbClr val="C9D3E6"/>
            </a:solidFill>
            <a:prstDash val="solid"/>
          </a:ln>
        </p:spPr>
      </p:sp>
      <p:sp>
        <p:nvSpPr>
          <p:cNvPr id="48" name="Shape 46"/>
          <p:cNvSpPr/>
          <p:nvPr/>
        </p:nvSpPr>
        <p:spPr>
          <a:xfrm>
            <a:off x="1325880" y="4270248"/>
            <a:ext cx="4389120" cy="91"/>
          </a:xfrm>
          <a:prstGeom prst="line">
            <a:avLst/>
          </a:prstGeom>
          <a:noFill/>
          <a:ln w="6350">
            <a:solidFill>
              <a:srgbClr val="E6EBF4"/>
            </a:solidFill>
            <a:prstDash val="solid"/>
          </a:ln>
        </p:spPr>
      </p:sp>
      <p:sp>
        <p:nvSpPr>
          <p:cNvPr id="49" name="Shape 47"/>
          <p:cNvSpPr/>
          <p:nvPr/>
        </p:nvSpPr>
        <p:spPr>
          <a:xfrm>
            <a:off x="1325880" y="4197096"/>
            <a:ext cx="4389120" cy="91"/>
          </a:xfrm>
          <a:prstGeom prst="line">
            <a:avLst/>
          </a:prstGeom>
          <a:noFill/>
          <a:ln w="6350">
            <a:solidFill>
              <a:srgbClr val="E6EBF4"/>
            </a:solidFill>
            <a:prstDash val="solid"/>
          </a:ln>
        </p:spPr>
      </p:sp>
      <p:sp>
        <p:nvSpPr>
          <p:cNvPr id="50" name="Shape 48"/>
          <p:cNvSpPr/>
          <p:nvPr/>
        </p:nvSpPr>
        <p:spPr>
          <a:xfrm>
            <a:off x="1325880" y="4123944"/>
            <a:ext cx="4389120" cy="91"/>
          </a:xfrm>
          <a:prstGeom prst="line">
            <a:avLst/>
          </a:prstGeom>
          <a:noFill/>
          <a:ln w="6350">
            <a:solidFill>
              <a:srgbClr val="E6EBF4"/>
            </a:solidFill>
            <a:prstDash val="solid"/>
          </a:ln>
        </p:spPr>
      </p:sp>
      <p:sp>
        <p:nvSpPr>
          <p:cNvPr id="51" name="Shape 49"/>
          <p:cNvSpPr/>
          <p:nvPr/>
        </p:nvSpPr>
        <p:spPr>
          <a:xfrm>
            <a:off x="1325880" y="4050792"/>
            <a:ext cx="4389120" cy="91"/>
          </a:xfrm>
          <a:prstGeom prst="line">
            <a:avLst/>
          </a:prstGeom>
          <a:noFill/>
          <a:ln w="6350">
            <a:solidFill>
              <a:srgbClr val="E6EBF4"/>
            </a:solidFill>
            <a:prstDash val="solid"/>
          </a:ln>
        </p:spPr>
      </p:sp>
      <p:sp>
        <p:nvSpPr>
          <p:cNvPr id="52" name="Shape 50"/>
          <p:cNvSpPr/>
          <p:nvPr/>
        </p:nvSpPr>
        <p:spPr>
          <a:xfrm>
            <a:off x="1325880" y="3977640"/>
            <a:ext cx="4389120" cy="91"/>
          </a:xfrm>
          <a:prstGeom prst="line">
            <a:avLst/>
          </a:prstGeom>
          <a:noFill/>
          <a:ln w="6350">
            <a:solidFill>
              <a:srgbClr val="C9D3E6"/>
            </a:solidFill>
            <a:prstDash val="solid"/>
          </a:ln>
        </p:spPr>
      </p:sp>
      <p:sp>
        <p:nvSpPr>
          <p:cNvPr id="53" name="Shape 51"/>
          <p:cNvSpPr/>
          <p:nvPr/>
        </p:nvSpPr>
        <p:spPr>
          <a:xfrm>
            <a:off x="1325880" y="3904488"/>
            <a:ext cx="4389120" cy="91"/>
          </a:xfrm>
          <a:prstGeom prst="line">
            <a:avLst/>
          </a:prstGeom>
          <a:noFill/>
          <a:ln w="6350">
            <a:solidFill>
              <a:srgbClr val="E6EBF4"/>
            </a:solidFill>
            <a:prstDash val="solid"/>
          </a:ln>
        </p:spPr>
      </p:sp>
      <p:sp>
        <p:nvSpPr>
          <p:cNvPr id="54" name="Shape 52"/>
          <p:cNvSpPr/>
          <p:nvPr/>
        </p:nvSpPr>
        <p:spPr>
          <a:xfrm>
            <a:off x="1325880" y="3831336"/>
            <a:ext cx="4389120" cy="91"/>
          </a:xfrm>
          <a:prstGeom prst="line">
            <a:avLst/>
          </a:prstGeom>
          <a:noFill/>
          <a:ln w="6350">
            <a:solidFill>
              <a:srgbClr val="E6EBF4"/>
            </a:solidFill>
            <a:prstDash val="solid"/>
          </a:ln>
        </p:spPr>
      </p:sp>
      <p:sp>
        <p:nvSpPr>
          <p:cNvPr id="55" name="Shape 53"/>
          <p:cNvSpPr/>
          <p:nvPr/>
        </p:nvSpPr>
        <p:spPr>
          <a:xfrm>
            <a:off x="1325880" y="3758184"/>
            <a:ext cx="4389120" cy="91"/>
          </a:xfrm>
          <a:prstGeom prst="line">
            <a:avLst/>
          </a:prstGeom>
          <a:noFill/>
          <a:ln w="6350">
            <a:solidFill>
              <a:srgbClr val="E6EBF4"/>
            </a:solidFill>
            <a:prstDash val="solid"/>
          </a:ln>
        </p:spPr>
      </p:sp>
      <p:sp>
        <p:nvSpPr>
          <p:cNvPr id="56" name="Shape 54"/>
          <p:cNvSpPr/>
          <p:nvPr/>
        </p:nvSpPr>
        <p:spPr>
          <a:xfrm>
            <a:off x="1325880" y="3685032"/>
            <a:ext cx="4389120" cy="91"/>
          </a:xfrm>
          <a:prstGeom prst="line">
            <a:avLst/>
          </a:prstGeom>
          <a:noFill/>
          <a:ln w="6350">
            <a:solidFill>
              <a:srgbClr val="E6EBF4"/>
            </a:solidFill>
            <a:prstDash val="solid"/>
          </a:ln>
        </p:spPr>
      </p:sp>
      <p:sp>
        <p:nvSpPr>
          <p:cNvPr id="57" name="Shape 55"/>
          <p:cNvSpPr/>
          <p:nvPr/>
        </p:nvSpPr>
        <p:spPr>
          <a:xfrm>
            <a:off x="1325880" y="3611880"/>
            <a:ext cx="4389120" cy="91"/>
          </a:xfrm>
          <a:prstGeom prst="line">
            <a:avLst/>
          </a:prstGeom>
          <a:noFill/>
          <a:ln w="6350">
            <a:solidFill>
              <a:srgbClr val="C9D3E6"/>
            </a:solidFill>
            <a:prstDash val="solid"/>
          </a:ln>
        </p:spPr>
      </p:sp>
      <p:sp>
        <p:nvSpPr>
          <p:cNvPr id="58" name="Shape 56"/>
          <p:cNvSpPr/>
          <p:nvPr/>
        </p:nvSpPr>
        <p:spPr>
          <a:xfrm>
            <a:off x="1325880" y="3538728"/>
            <a:ext cx="4389120" cy="91"/>
          </a:xfrm>
          <a:prstGeom prst="line">
            <a:avLst/>
          </a:prstGeom>
          <a:noFill/>
          <a:ln w="6350">
            <a:solidFill>
              <a:srgbClr val="E6EBF4"/>
            </a:solidFill>
            <a:prstDash val="solid"/>
          </a:ln>
        </p:spPr>
      </p:sp>
      <p:sp>
        <p:nvSpPr>
          <p:cNvPr id="59" name="Shape 57"/>
          <p:cNvSpPr/>
          <p:nvPr/>
        </p:nvSpPr>
        <p:spPr>
          <a:xfrm>
            <a:off x="1325880" y="3465576"/>
            <a:ext cx="4389120" cy="91"/>
          </a:xfrm>
          <a:prstGeom prst="line">
            <a:avLst/>
          </a:prstGeom>
          <a:noFill/>
          <a:ln w="6350">
            <a:solidFill>
              <a:srgbClr val="E6EBF4"/>
            </a:solidFill>
            <a:prstDash val="solid"/>
          </a:ln>
        </p:spPr>
      </p:sp>
      <p:sp>
        <p:nvSpPr>
          <p:cNvPr id="60" name="Shape 58"/>
          <p:cNvSpPr/>
          <p:nvPr/>
        </p:nvSpPr>
        <p:spPr>
          <a:xfrm>
            <a:off x="1325880" y="3392424"/>
            <a:ext cx="4389120" cy="91"/>
          </a:xfrm>
          <a:prstGeom prst="line">
            <a:avLst/>
          </a:prstGeom>
          <a:noFill/>
          <a:ln w="6350">
            <a:solidFill>
              <a:srgbClr val="E6EBF4"/>
            </a:solidFill>
            <a:prstDash val="solid"/>
          </a:ln>
        </p:spPr>
      </p:sp>
      <p:sp>
        <p:nvSpPr>
          <p:cNvPr id="61" name="Shape 59"/>
          <p:cNvSpPr/>
          <p:nvPr/>
        </p:nvSpPr>
        <p:spPr>
          <a:xfrm>
            <a:off x="1325880" y="3319272"/>
            <a:ext cx="4389120" cy="91"/>
          </a:xfrm>
          <a:prstGeom prst="line">
            <a:avLst/>
          </a:prstGeom>
          <a:noFill/>
          <a:ln w="6350">
            <a:solidFill>
              <a:srgbClr val="E6EBF4"/>
            </a:solidFill>
            <a:prstDash val="solid"/>
          </a:ln>
        </p:spPr>
      </p:sp>
      <p:sp>
        <p:nvSpPr>
          <p:cNvPr id="62" name="Shape 60"/>
          <p:cNvSpPr/>
          <p:nvPr/>
        </p:nvSpPr>
        <p:spPr>
          <a:xfrm>
            <a:off x="1325880" y="3246120"/>
            <a:ext cx="4389120" cy="91"/>
          </a:xfrm>
          <a:prstGeom prst="line">
            <a:avLst/>
          </a:prstGeom>
          <a:noFill/>
          <a:ln w="6350">
            <a:solidFill>
              <a:srgbClr val="C9D3E6"/>
            </a:solidFill>
            <a:prstDash val="solid"/>
          </a:ln>
        </p:spPr>
      </p:sp>
      <p:sp>
        <p:nvSpPr>
          <p:cNvPr id="63" name="Shape 61"/>
          <p:cNvSpPr/>
          <p:nvPr/>
        </p:nvSpPr>
        <p:spPr>
          <a:xfrm>
            <a:off x="1325880" y="3172968"/>
            <a:ext cx="4389120" cy="91"/>
          </a:xfrm>
          <a:prstGeom prst="line">
            <a:avLst/>
          </a:prstGeom>
          <a:noFill/>
          <a:ln w="6350">
            <a:solidFill>
              <a:srgbClr val="E6EBF4"/>
            </a:solidFill>
            <a:prstDash val="solid"/>
          </a:ln>
        </p:spPr>
      </p:sp>
      <p:sp>
        <p:nvSpPr>
          <p:cNvPr id="64" name="Shape 62"/>
          <p:cNvSpPr/>
          <p:nvPr/>
        </p:nvSpPr>
        <p:spPr>
          <a:xfrm>
            <a:off x="1325880" y="3099816"/>
            <a:ext cx="4389120" cy="91"/>
          </a:xfrm>
          <a:prstGeom prst="line">
            <a:avLst/>
          </a:prstGeom>
          <a:noFill/>
          <a:ln w="6350">
            <a:solidFill>
              <a:srgbClr val="E6EBF4"/>
            </a:solidFill>
            <a:prstDash val="solid"/>
          </a:ln>
        </p:spPr>
      </p:sp>
      <p:sp>
        <p:nvSpPr>
          <p:cNvPr id="65" name="Shape 63"/>
          <p:cNvSpPr/>
          <p:nvPr/>
        </p:nvSpPr>
        <p:spPr>
          <a:xfrm>
            <a:off x="1325880" y="3026664"/>
            <a:ext cx="4389120" cy="91"/>
          </a:xfrm>
          <a:prstGeom prst="line">
            <a:avLst/>
          </a:prstGeom>
          <a:noFill/>
          <a:ln w="6350">
            <a:solidFill>
              <a:srgbClr val="E6EBF4"/>
            </a:solidFill>
            <a:prstDash val="solid"/>
          </a:ln>
        </p:spPr>
      </p:sp>
      <p:sp>
        <p:nvSpPr>
          <p:cNvPr id="66" name="Shape 64"/>
          <p:cNvSpPr/>
          <p:nvPr/>
        </p:nvSpPr>
        <p:spPr>
          <a:xfrm>
            <a:off x="1325880" y="2953512"/>
            <a:ext cx="4389120" cy="91"/>
          </a:xfrm>
          <a:prstGeom prst="line">
            <a:avLst/>
          </a:prstGeom>
          <a:noFill/>
          <a:ln w="6350">
            <a:solidFill>
              <a:srgbClr val="E6EBF4"/>
            </a:solidFill>
            <a:prstDash val="solid"/>
          </a:ln>
        </p:spPr>
      </p:sp>
      <p:sp>
        <p:nvSpPr>
          <p:cNvPr id="67" name="Shape 65"/>
          <p:cNvSpPr/>
          <p:nvPr/>
        </p:nvSpPr>
        <p:spPr>
          <a:xfrm>
            <a:off x="1325880" y="2880360"/>
            <a:ext cx="4389120" cy="91"/>
          </a:xfrm>
          <a:prstGeom prst="line">
            <a:avLst/>
          </a:prstGeom>
          <a:noFill/>
          <a:ln w="6350">
            <a:solidFill>
              <a:srgbClr val="C9D3E6"/>
            </a:solidFill>
            <a:prstDash val="solid"/>
          </a:ln>
        </p:spPr>
      </p:sp>
      <p:sp>
        <p:nvSpPr>
          <p:cNvPr id="68" name="Shape 66"/>
          <p:cNvSpPr/>
          <p:nvPr/>
        </p:nvSpPr>
        <p:spPr>
          <a:xfrm>
            <a:off x="1325880" y="2807208"/>
            <a:ext cx="4389120" cy="91"/>
          </a:xfrm>
          <a:prstGeom prst="line">
            <a:avLst/>
          </a:prstGeom>
          <a:noFill/>
          <a:ln w="6350">
            <a:solidFill>
              <a:srgbClr val="E6EBF4"/>
            </a:solidFill>
            <a:prstDash val="solid"/>
          </a:ln>
        </p:spPr>
      </p:sp>
      <p:sp>
        <p:nvSpPr>
          <p:cNvPr id="69" name="Shape 67"/>
          <p:cNvSpPr/>
          <p:nvPr/>
        </p:nvSpPr>
        <p:spPr>
          <a:xfrm>
            <a:off x="1325880" y="2734056"/>
            <a:ext cx="4389120" cy="91"/>
          </a:xfrm>
          <a:prstGeom prst="line">
            <a:avLst/>
          </a:prstGeom>
          <a:noFill/>
          <a:ln w="6350">
            <a:solidFill>
              <a:srgbClr val="E6EBF4"/>
            </a:solidFill>
            <a:prstDash val="solid"/>
          </a:ln>
        </p:spPr>
      </p:sp>
      <p:sp>
        <p:nvSpPr>
          <p:cNvPr id="70" name="Shape 68"/>
          <p:cNvSpPr/>
          <p:nvPr/>
        </p:nvSpPr>
        <p:spPr>
          <a:xfrm>
            <a:off x="1325880" y="2660904"/>
            <a:ext cx="4389120" cy="91"/>
          </a:xfrm>
          <a:prstGeom prst="line">
            <a:avLst/>
          </a:prstGeom>
          <a:noFill/>
          <a:ln w="6350">
            <a:solidFill>
              <a:srgbClr val="E6EBF4"/>
            </a:solidFill>
            <a:prstDash val="solid"/>
          </a:ln>
        </p:spPr>
      </p:sp>
      <p:sp>
        <p:nvSpPr>
          <p:cNvPr id="71" name="Shape 69"/>
          <p:cNvSpPr/>
          <p:nvPr/>
        </p:nvSpPr>
        <p:spPr>
          <a:xfrm>
            <a:off x="1325880" y="2587752"/>
            <a:ext cx="4389120" cy="91"/>
          </a:xfrm>
          <a:prstGeom prst="line">
            <a:avLst/>
          </a:prstGeom>
          <a:noFill/>
          <a:ln w="6350">
            <a:solidFill>
              <a:srgbClr val="E6EBF4"/>
            </a:solidFill>
            <a:prstDash val="solid"/>
          </a:ln>
        </p:spPr>
      </p:sp>
      <p:sp>
        <p:nvSpPr>
          <p:cNvPr id="72" name="Shape 70"/>
          <p:cNvSpPr/>
          <p:nvPr/>
        </p:nvSpPr>
        <p:spPr>
          <a:xfrm>
            <a:off x="1325880" y="2514600"/>
            <a:ext cx="4389120" cy="91"/>
          </a:xfrm>
          <a:prstGeom prst="line">
            <a:avLst/>
          </a:prstGeom>
          <a:noFill/>
          <a:ln w="6350">
            <a:solidFill>
              <a:srgbClr val="C9D3E6"/>
            </a:solidFill>
            <a:prstDash val="solid"/>
          </a:ln>
        </p:spPr>
      </p:sp>
      <p:sp>
        <p:nvSpPr>
          <p:cNvPr id="73" name="Shape 71"/>
          <p:cNvSpPr/>
          <p:nvPr/>
        </p:nvSpPr>
        <p:spPr>
          <a:xfrm>
            <a:off x="1325880" y="2441448"/>
            <a:ext cx="4389120" cy="91"/>
          </a:xfrm>
          <a:prstGeom prst="line">
            <a:avLst/>
          </a:prstGeom>
          <a:noFill/>
          <a:ln w="6350">
            <a:solidFill>
              <a:srgbClr val="E6EBF4"/>
            </a:solidFill>
            <a:prstDash val="solid"/>
          </a:ln>
        </p:spPr>
      </p:sp>
      <p:sp>
        <p:nvSpPr>
          <p:cNvPr id="74" name="Shape 72"/>
          <p:cNvSpPr/>
          <p:nvPr/>
        </p:nvSpPr>
        <p:spPr>
          <a:xfrm>
            <a:off x="1325880" y="2368296"/>
            <a:ext cx="4389120" cy="91"/>
          </a:xfrm>
          <a:prstGeom prst="line">
            <a:avLst/>
          </a:prstGeom>
          <a:noFill/>
          <a:ln w="6350">
            <a:solidFill>
              <a:srgbClr val="E6EBF4"/>
            </a:solidFill>
            <a:prstDash val="solid"/>
          </a:ln>
        </p:spPr>
      </p:sp>
      <p:sp>
        <p:nvSpPr>
          <p:cNvPr id="75" name="Shape 73"/>
          <p:cNvSpPr/>
          <p:nvPr/>
        </p:nvSpPr>
        <p:spPr>
          <a:xfrm>
            <a:off x="1325880" y="2295144"/>
            <a:ext cx="4389120" cy="91"/>
          </a:xfrm>
          <a:prstGeom prst="line">
            <a:avLst/>
          </a:prstGeom>
          <a:noFill/>
          <a:ln w="6350">
            <a:solidFill>
              <a:srgbClr val="E6EBF4"/>
            </a:solidFill>
            <a:prstDash val="solid"/>
          </a:ln>
        </p:spPr>
      </p:sp>
      <p:sp>
        <p:nvSpPr>
          <p:cNvPr id="76" name="Shape 74"/>
          <p:cNvSpPr/>
          <p:nvPr/>
        </p:nvSpPr>
        <p:spPr>
          <a:xfrm>
            <a:off x="1325880" y="2221992"/>
            <a:ext cx="4389120" cy="91"/>
          </a:xfrm>
          <a:prstGeom prst="line">
            <a:avLst/>
          </a:prstGeom>
          <a:noFill/>
          <a:ln w="6350">
            <a:solidFill>
              <a:srgbClr val="E6EBF4"/>
            </a:solidFill>
            <a:prstDash val="solid"/>
          </a:ln>
        </p:spPr>
      </p:sp>
      <p:sp>
        <p:nvSpPr>
          <p:cNvPr id="77" name="Shape 75"/>
          <p:cNvSpPr/>
          <p:nvPr/>
        </p:nvSpPr>
        <p:spPr>
          <a:xfrm>
            <a:off x="1325880" y="2148840"/>
            <a:ext cx="4389120" cy="91"/>
          </a:xfrm>
          <a:prstGeom prst="line">
            <a:avLst/>
          </a:prstGeom>
          <a:noFill/>
          <a:ln w="6350">
            <a:solidFill>
              <a:srgbClr val="C9D3E6"/>
            </a:solidFill>
            <a:prstDash val="solid"/>
          </a:ln>
        </p:spPr>
      </p:sp>
      <p:sp>
        <p:nvSpPr>
          <p:cNvPr id="78" name="Shape 76"/>
          <p:cNvSpPr/>
          <p:nvPr/>
        </p:nvSpPr>
        <p:spPr>
          <a:xfrm>
            <a:off x="1325880" y="2075688"/>
            <a:ext cx="4389120" cy="91"/>
          </a:xfrm>
          <a:prstGeom prst="line">
            <a:avLst/>
          </a:prstGeom>
          <a:noFill/>
          <a:ln w="6350">
            <a:solidFill>
              <a:srgbClr val="E6EBF4"/>
            </a:solidFill>
            <a:prstDash val="solid"/>
          </a:ln>
        </p:spPr>
      </p:sp>
      <p:sp>
        <p:nvSpPr>
          <p:cNvPr id="79" name="Shape 77"/>
          <p:cNvSpPr/>
          <p:nvPr/>
        </p:nvSpPr>
        <p:spPr>
          <a:xfrm>
            <a:off x="1325880" y="2002536"/>
            <a:ext cx="4389120" cy="91"/>
          </a:xfrm>
          <a:prstGeom prst="line">
            <a:avLst/>
          </a:prstGeom>
          <a:noFill/>
          <a:ln w="6350">
            <a:solidFill>
              <a:srgbClr val="E6EBF4"/>
            </a:solidFill>
            <a:prstDash val="solid"/>
          </a:ln>
        </p:spPr>
      </p:sp>
      <p:sp>
        <p:nvSpPr>
          <p:cNvPr id="80" name="Shape 78"/>
          <p:cNvSpPr/>
          <p:nvPr/>
        </p:nvSpPr>
        <p:spPr>
          <a:xfrm>
            <a:off x="1325880" y="1929384"/>
            <a:ext cx="4389120" cy="91"/>
          </a:xfrm>
          <a:prstGeom prst="line">
            <a:avLst/>
          </a:prstGeom>
          <a:noFill/>
          <a:ln w="6350">
            <a:solidFill>
              <a:srgbClr val="E6EBF4"/>
            </a:solidFill>
            <a:prstDash val="solid"/>
          </a:ln>
        </p:spPr>
      </p:sp>
      <p:sp>
        <p:nvSpPr>
          <p:cNvPr id="81" name="Shape 79"/>
          <p:cNvSpPr/>
          <p:nvPr/>
        </p:nvSpPr>
        <p:spPr>
          <a:xfrm>
            <a:off x="1325880" y="1856232"/>
            <a:ext cx="4389120" cy="91"/>
          </a:xfrm>
          <a:prstGeom prst="line">
            <a:avLst/>
          </a:prstGeom>
          <a:noFill/>
          <a:ln w="6350">
            <a:solidFill>
              <a:srgbClr val="E6EBF4"/>
            </a:solidFill>
            <a:prstDash val="solid"/>
          </a:ln>
        </p:spPr>
      </p:sp>
      <p:sp>
        <p:nvSpPr>
          <p:cNvPr id="82" name="Shape 80"/>
          <p:cNvSpPr/>
          <p:nvPr/>
        </p:nvSpPr>
        <p:spPr>
          <a:xfrm>
            <a:off x="1325880" y="1783080"/>
            <a:ext cx="4389120" cy="91"/>
          </a:xfrm>
          <a:prstGeom prst="line">
            <a:avLst/>
          </a:prstGeom>
          <a:noFill/>
          <a:ln w="6350">
            <a:solidFill>
              <a:srgbClr val="C9D3E6"/>
            </a:solidFill>
            <a:prstDash val="solid"/>
          </a:ln>
        </p:spPr>
      </p:sp>
      <p:sp>
        <p:nvSpPr>
          <p:cNvPr id="83" name="Shape 81"/>
          <p:cNvSpPr/>
          <p:nvPr/>
        </p:nvSpPr>
        <p:spPr>
          <a:xfrm>
            <a:off x="1325880" y="1709928"/>
            <a:ext cx="4389120" cy="91"/>
          </a:xfrm>
          <a:prstGeom prst="line">
            <a:avLst/>
          </a:prstGeom>
          <a:noFill/>
          <a:ln w="6350">
            <a:solidFill>
              <a:srgbClr val="E6EBF4"/>
            </a:solidFill>
            <a:prstDash val="solid"/>
          </a:ln>
        </p:spPr>
      </p:sp>
      <p:sp>
        <p:nvSpPr>
          <p:cNvPr id="84" name="Shape 82"/>
          <p:cNvSpPr/>
          <p:nvPr/>
        </p:nvSpPr>
        <p:spPr>
          <a:xfrm>
            <a:off x="1325880" y="1636776"/>
            <a:ext cx="4389120" cy="91"/>
          </a:xfrm>
          <a:prstGeom prst="line">
            <a:avLst/>
          </a:prstGeom>
          <a:noFill/>
          <a:ln w="6350">
            <a:solidFill>
              <a:srgbClr val="E6EBF4"/>
            </a:solidFill>
            <a:prstDash val="solid"/>
          </a:ln>
        </p:spPr>
      </p:sp>
      <p:sp>
        <p:nvSpPr>
          <p:cNvPr id="85" name="Shape 83"/>
          <p:cNvSpPr/>
          <p:nvPr/>
        </p:nvSpPr>
        <p:spPr>
          <a:xfrm>
            <a:off x="1325880" y="1563624"/>
            <a:ext cx="4389120" cy="91"/>
          </a:xfrm>
          <a:prstGeom prst="line">
            <a:avLst/>
          </a:prstGeom>
          <a:noFill/>
          <a:ln w="6350">
            <a:solidFill>
              <a:srgbClr val="E6EBF4"/>
            </a:solidFill>
            <a:prstDash val="solid"/>
          </a:ln>
        </p:spPr>
      </p:sp>
      <p:sp>
        <p:nvSpPr>
          <p:cNvPr id="86" name="Shape 84"/>
          <p:cNvSpPr/>
          <p:nvPr/>
        </p:nvSpPr>
        <p:spPr>
          <a:xfrm>
            <a:off x="1325880" y="1490472"/>
            <a:ext cx="4389120" cy="91"/>
          </a:xfrm>
          <a:prstGeom prst="line">
            <a:avLst/>
          </a:prstGeom>
          <a:noFill/>
          <a:ln w="6350">
            <a:solidFill>
              <a:srgbClr val="E6EBF4"/>
            </a:solidFill>
            <a:prstDash val="solid"/>
          </a:ln>
        </p:spPr>
      </p:sp>
      <p:sp>
        <p:nvSpPr>
          <p:cNvPr id="87" name="Shape 85"/>
          <p:cNvSpPr/>
          <p:nvPr/>
        </p:nvSpPr>
        <p:spPr>
          <a:xfrm>
            <a:off x="1325880" y="1417320"/>
            <a:ext cx="4389120" cy="91"/>
          </a:xfrm>
          <a:prstGeom prst="line">
            <a:avLst/>
          </a:prstGeom>
          <a:noFill/>
          <a:ln w="6350">
            <a:solidFill>
              <a:srgbClr val="C9D3E6"/>
            </a:solidFill>
            <a:prstDash val="solid"/>
          </a:ln>
        </p:spPr>
      </p:sp>
      <p:sp>
        <p:nvSpPr>
          <p:cNvPr id="88" name="Shape 86"/>
          <p:cNvSpPr/>
          <p:nvPr/>
        </p:nvSpPr>
        <p:spPr>
          <a:xfrm>
            <a:off x="1325880" y="4709160"/>
            <a:ext cx="4389120" cy="91"/>
          </a:xfrm>
          <a:prstGeom prst="line">
            <a:avLst/>
          </a:prstGeom>
          <a:noFill/>
          <a:ln w="19050">
            <a:solidFill>
              <a:srgbClr val="1A2340"/>
            </a:solidFill>
            <a:prstDash val="solid"/>
          </a:ln>
        </p:spPr>
      </p:sp>
      <p:sp>
        <p:nvSpPr>
          <p:cNvPr id="89" name="Shape 87"/>
          <p:cNvSpPr/>
          <p:nvPr/>
        </p:nvSpPr>
        <p:spPr>
          <a:xfrm flipV="1">
            <a:off x="1325880" y="1417320"/>
            <a:ext cx="91" cy="3291840"/>
          </a:xfrm>
          <a:prstGeom prst="line">
            <a:avLst/>
          </a:prstGeom>
          <a:noFill/>
          <a:ln w="19050">
            <a:solidFill>
              <a:srgbClr val="1A2340"/>
            </a:solidFill>
            <a:prstDash val="solid"/>
          </a:ln>
        </p:spPr>
      </p:sp>
      <p:sp>
        <p:nvSpPr>
          <p:cNvPr id="90" name="Shape 88"/>
          <p:cNvSpPr/>
          <p:nvPr/>
        </p:nvSpPr>
        <p:spPr>
          <a:xfrm>
            <a:off x="1325880" y="4709160"/>
            <a:ext cx="91" cy="54864"/>
          </a:xfrm>
          <a:prstGeom prst="line">
            <a:avLst/>
          </a:prstGeom>
          <a:noFill/>
          <a:ln w="12700">
            <a:solidFill>
              <a:srgbClr val="1A2340"/>
            </a:solidFill>
            <a:prstDash val="solid"/>
          </a:ln>
        </p:spPr>
      </p:sp>
      <p:sp>
        <p:nvSpPr>
          <p:cNvPr id="91" name="Text 89"/>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92" name="Shape 90"/>
          <p:cNvSpPr/>
          <p:nvPr/>
        </p:nvSpPr>
        <p:spPr>
          <a:xfrm>
            <a:off x="2057400" y="4709160"/>
            <a:ext cx="91" cy="54864"/>
          </a:xfrm>
          <a:prstGeom prst="line">
            <a:avLst/>
          </a:prstGeom>
          <a:noFill/>
          <a:ln w="12700">
            <a:solidFill>
              <a:srgbClr val="1A2340"/>
            </a:solidFill>
            <a:prstDash val="solid"/>
          </a:ln>
        </p:spPr>
      </p:sp>
      <p:sp>
        <p:nvSpPr>
          <p:cNvPr id="93" name="Text 91"/>
          <p:cNvSpPr/>
          <p:nvPr/>
        </p:nvSpPr>
        <p:spPr>
          <a:xfrm>
            <a:off x="17830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94" name="Shape 92"/>
          <p:cNvSpPr/>
          <p:nvPr/>
        </p:nvSpPr>
        <p:spPr>
          <a:xfrm>
            <a:off x="2788920" y="4709160"/>
            <a:ext cx="91" cy="54864"/>
          </a:xfrm>
          <a:prstGeom prst="line">
            <a:avLst/>
          </a:prstGeom>
          <a:noFill/>
          <a:ln w="12700">
            <a:solidFill>
              <a:srgbClr val="1A2340"/>
            </a:solidFill>
            <a:prstDash val="solid"/>
          </a:ln>
        </p:spPr>
      </p:sp>
      <p:sp>
        <p:nvSpPr>
          <p:cNvPr id="95" name="Text 93"/>
          <p:cNvSpPr/>
          <p:nvPr/>
        </p:nvSpPr>
        <p:spPr>
          <a:xfrm>
            <a:off x="25146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96" name="Shape 94"/>
          <p:cNvSpPr/>
          <p:nvPr/>
        </p:nvSpPr>
        <p:spPr>
          <a:xfrm>
            <a:off x="3520440" y="4709160"/>
            <a:ext cx="91" cy="54864"/>
          </a:xfrm>
          <a:prstGeom prst="line">
            <a:avLst/>
          </a:prstGeom>
          <a:noFill/>
          <a:ln w="12700">
            <a:solidFill>
              <a:srgbClr val="1A2340"/>
            </a:solidFill>
            <a:prstDash val="solid"/>
          </a:ln>
        </p:spPr>
      </p:sp>
      <p:sp>
        <p:nvSpPr>
          <p:cNvPr id="97" name="Text 95"/>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98" name="Shape 96"/>
          <p:cNvSpPr/>
          <p:nvPr/>
        </p:nvSpPr>
        <p:spPr>
          <a:xfrm>
            <a:off x="4251960" y="4709160"/>
            <a:ext cx="91" cy="54864"/>
          </a:xfrm>
          <a:prstGeom prst="line">
            <a:avLst/>
          </a:prstGeom>
          <a:noFill/>
          <a:ln w="12700">
            <a:solidFill>
              <a:srgbClr val="1A2340"/>
            </a:solidFill>
            <a:prstDash val="solid"/>
          </a:ln>
        </p:spPr>
      </p:sp>
      <p:sp>
        <p:nvSpPr>
          <p:cNvPr id="99" name="Text 97"/>
          <p:cNvSpPr/>
          <p:nvPr/>
        </p:nvSpPr>
        <p:spPr>
          <a:xfrm>
            <a:off x="39776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100" name="Shape 98"/>
          <p:cNvSpPr/>
          <p:nvPr/>
        </p:nvSpPr>
        <p:spPr>
          <a:xfrm>
            <a:off x="4983480" y="4709160"/>
            <a:ext cx="91" cy="54864"/>
          </a:xfrm>
          <a:prstGeom prst="line">
            <a:avLst/>
          </a:prstGeom>
          <a:noFill/>
          <a:ln w="12700">
            <a:solidFill>
              <a:srgbClr val="1A2340"/>
            </a:solidFill>
            <a:prstDash val="solid"/>
          </a:ln>
        </p:spPr>
      </p:sp>
      <p:sp>
        <p:nvSpPr>
          <p:cNvPr id="101" name="Text 99"/>
          <p:cNvSpPr/>
          <p:nvPr/>
        </p:nvSpPr>
        <p:spPr>
          <a:xfrm>
            <a:off x="47091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0.25</a:t>
            </a:r>
            <a:endParaRPr lang="en-US" sz="1000" dirty="0"/>
          </a:p>
        </p:txBody>
      </p:sp>
      <p:sp>
        <p:nvSpPr>
          <p:cNvPr id="102" name="Shape 100"/>
          <p:cNvSpPr/>
          <p:nvPr/>
        </p:nvSpPr>
        <p:spPr>
          <a:xfrm>
            <a:off x="5715000" y="4709160"/>
            <a:ext cx="91" cy="54864"/>
          </a:xfrm>
          <a:prstGeom prst="line">
            <a:avLst/>
          </a:prstGeom>
          <a:noFill/>
          <a:ln w="12700">
            <a:solidFill>
              <a:srgbClr val="1A2340"/>
            </a:solidFill>
            <a:prstDash val="solid"/>
          </a:ln>
        </p:spPr>
      </p:sp>
      <p:sp>
        <p:nvSpPr>
          <p:cNvPr id="103" name="Text 101"/>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0.30</a:t>
            </a:r>
            <a:endParaRPr lang="en-US" sz="1000" dirty="0"/>
          </a:p>
        </p:txBody>
      </p:sp>
      <p:sp>
        <p:nvSpPr>
          <p:cNvPr id="104" name="Shape 102"/>
          <p:cNvSpPr/>
          <p:nvPr/>
        </p:nvSpPr>
        <p:spPr>
          <a:xfrm>
            <a:off x="1271016" y="4709160"/>
            <a:ext cx="54864" cy="91"/>
          </a:xfrm>
          <a:prstGeom prst="line">
            <a:avLst/>
          </a:prstGeom>
          <a:noFill/>
          <a:ln w="12700">
            <a:solidFill>
              <a:srgbClr val="1A2340"/>
            </a:solidFill>
            <a:prstDash val="solid"/>
          </a:ln>
        </p:spPr>
      </p:sp>
      <p:sp>
        <p:nvSpPr>
          <p:cNvPr id="105" name="Text 103"/>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06" name="Shape 104"/>
          <p:cNvSpPr/>
          <p:nvPr/>
        </p:nvSpPr>
        <p:spPr>
          <a:xfrm>
            <a:off x="1271016" y="4343400"/>
            <a:ext cx="54864" cy="91"/>
          </a:xfrm>
          <a:prstGeom prst="line">
            <a:avLst/>
          </a:prstGeom>
          <a:noFill/>
          <a:ln w="12700">
            <a:solidFill>
              <a:srgbClr val="1A2340"/>
            </a:solidFill>
            <a:prstDash val="solid"/>
          </a:ln>
        </p:spPr>
      </p:sp>
      <p:sp>
        <p:nvSpPr>
          <p:cNvPr id="107" name="Text 105"/>
          <p:cNvSpPr/>
          <p:nvPr/>
        </p:nvSpPr>
        <p:spPr>
          <a:xfrm>
            <a:off x="886968" y="42519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108" name="Shape 106"/>
          <p:cNvSpPr/>
          <p:nvPr/>
        </p:nvSpPr>
        <p:spPr>
          <a:xfrm>
            <a:off x="1271016" y="3977640"/>
            <a:ext cx="54864" cy="91"/>
          </a:xfrm>
          <a:prstGeom prst="line">
            <a:avLst/>
          </a:prstGeom>
          <a:noFill/>
          <a:ln w="12700">
            <a:solidFill>
              <a:srgbClr val="1A2340"/>
            </a:solidFill>
            <a:prstDash val="solid"/>
          </a:ln>
        </p:spPr>
      </p:sp>
      <p:sp>
        <p:nvSpPr>
          <p:cNvPr id="109" name="Text 107"/>
          <p:cNvSpPr/>
          <p:nvPr/>
        </p:nvSpPr>
        <p:spPr>
          <a:xfrm>
            <a:off x="886968" y="3886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10" name="Shape 108"/>
          <p:cNvSpPr/>
          <p:nvPr/>
        </p:nvSpPr>
        <p:spPr>
          <a:xfrm>
            <a:off x="1271016" y="3611880"/>
            <a:ext cx="54864" cy="91"/>
          </a:xfrm>
          <a:prstGeom prst="line">
            <a:avLst/>
          </a:prstGeom>
          <a:noFill/>
          <a:ln w="12700">
            <a:solidFill>
              <a:srgbClr val="1A2340"/>
            </a:solidFill>
            <a:prstDash val="solid"/>
          </a:ln>
        </p:spPr>
      </p:sp>
      <p:sp>
        <p:nvSpPr>
          <p:cNvPr id="111" name="Text 109"/>
          <p:cNvSpPr/>
          <p:nvPr/>
        </p:nvSpPr>
        <p:spPr>
          <a:xfrm>
            <a:off x="886968" y="3520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112" name="Shape 110"/>
          <p:cNvSpPr/>
          <p:nvPr/>
        </p:nvSpPr>
        <p:spPr>
          <a:xfrm>
            <a:off x="1271016" y="3246120"/>
            <a:ext cx="54864" cy="91"/>
          </a:xfrm>
          <a:prstGeom prst="line">
            <a:avLst/>
          </a:prstGeom>
          <a:noFill/>
          <a:ln w="12700">
            <a:solidFill>
              <a:srgbClr val="1A2340"/>
            </a:solidFill>
            <a:prstDash val="solid"/>
          </a:ln>
        </p:spPr>
      </p:sp>
      <p:sp>
        <p:nvSpPr>
          <p:cNvPr id="113" name="Text 111"/>
          <p:cNvSpPr/>
          <p:nvPr/>
        </p:nvSpPr>
        <p:spPr>
          <a:xfrm>
            <a:off x="886968" y="3154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14" name="Shape 112"/>
          <p:cNvSpPr/>
          <p:nvPr/>
        </p:nvSpPr>
        <p:spPr>
          <a:xfrm>
            <a:off x="1271016" y="2880360"/>
            <a:ext cx="54864" cy="91"/>
          </a:xfrm>
          <a:prstGeom prst="line">
            <a:avLst/>
          </a:prstGeom>
          <a:noFill/>
          <a:ln w="12700">
            <a:solidFill>
              <a:srgbClr val="1A2340"/>
            </a:solidFill>
            <a:prstDash val="solid"/>
          </a:ln>
        </p:spPr>
      </p:sp>
      <p:sp>
        <p:nvSpPr>
          <p:cNvPr id="115" name="Text 113"/>
          <p:cNvSpPr/>
          <p:nvPr/>
        </p:nvSpPr>
        <p:spPr>
          <a:xfrm>
            <a:off x="886968" y="2788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116" name="Shape 114"/>
          <p:cNvSpPr/>
          <p:nvPr/>
        </p:nvSpPr>
        <p:spPr>
          <a:xfrm>
            <a:off x="1271016" y="2514600"/>
            <a:ext cx="54864" cy="91"/>
          </a:xfrm>
          <a:prstGeom prst="line">
            <a:avLst/>
          </a:prstGeom>
          <a:noFill/>
          <a:ln w="12700">
            <a:solidFill>
              <a:srgbClr val="1A2340"/>
            </a:solidFill>
            <a:prstDash val="solid"/>
          </a:ln>
        </p:spPr>
      </p:sp>
      <p:sp>
        <p:nvSpPr>
          <p:cNvPr id="117" name="Text 115"/>
          <p:cNvSpPr/>
          <p:nvPr/>
        </p:nvSpPr>
        <p:spPr>
          <a:xfrm>
            <a:off x="88696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18" name="Shape 116"/>
          <p:cNvSpPr/>
          <p:nvPr/>
        </p:nvSpPr>
        <p:spPr>
          <a:xfrm>
            <a:off x="1271016" y="2148840"/>
            <a:ext cx="54864" cy="91"/>
          </a:xfrm>
          <a:prstGeom prst="line">
            <a:avLst/>
          </a:prstGeom>
          <a:noFill/>
          <a:ln w="12700">
            <a:solidFill>
              <a:srgbClr val="1A2340"/>
            </a:solidFill>
            <a:prstDash val="solid"/>
          </a:ln>
        </p:spPr>
      </p:sp>
      <p:sp>
        <p:nvSpPr>
          <p:cNvPr id="119" name="Text 117"/>
          <p:cNvSpPr/>
          <p:nvPr/>
        </p:nvSpPr>
        <p:spPr>
          <a:xfrm>
            <a:off x="886968" y="2057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120" name="Shape 118"/>
          <p:cNvSpPr/>
          <p:nvPr/>
        </p:nvSpPr>
        <p:spPr>
          <a:xfrm>
            <a:off x="1271016" y="1783080"/>
            <a:ext cx="54864" cy="91"/>
          </a:xfrm>
          <a:prstGeom prst="line">
            <a:avLst/>
          </a:prstGeom>
          <a:noFill/>
          <a:ln w="12700">
            <a:solidFill>
              <a:srgbClr val="1A2340"/>
            </a:solidFill>
            <a:prstDash val="solid"/>
          </a:ln>
        </p:spPr>
      </p:sp>
      <p:sp>
        <p:nvSpPr>
          <p:cNvPr id="121" name="Text 119"/>
          <p:cNvSpPr/>
          <p:nvPr/>
        </p:nvSpPr>
        <p:spPr>
          <a:xfrm>
            <a:off x="886968" y="16916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22" name="Shape 120"/>
          <p:cNvSpPr/>
          <p:nvPr/>
        </p:nvSpPr>
        <p:spPr>
          <a:xfrm>
            <a:off x="1271016" y="1417320"/>
            <a:ext cx="54864" cy="91"/>
          </a:xfrm>
          <a:prstGeom prst="line">
            <a:avLst/>
          </a:prstGeom>
          <a:noFill/>
          <a:ln w="12700">
            <a:solidFill>
              <a:srgbClr val="1A2340"/>
            </a:solidFill>
            <a:prstDash val="solid"/>
          </a:ln>
        </p:spPr>
      </p:sp>
      <p:sp>
        <p:nvSpPr>
          <p:cNvPr id="123" name="Text 121"/>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p>
        </p:txBody>
      </p:sp>
      <p:sp>
        <p:nvSpPr>
          <p:cNvPr id="124" name="Text 122"/>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extension / m</a:t>
            </a:r>
            <a:endParaRPr lang="en-US" sz="1050" dirty="0"/>
          </a:p>
        </p:txBody>
      </p:sp>
      <p:sp>
        <p:nvSpPr>
          <p:cNvPr id="125" name="Text 123"/>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force / N</a:t>
            </a:r>
            <a:endParaRPr lang="en-US" sz="1050" dirty="0"/>
          </a:p>
        </p:txBody>
      </p:sp>
      <p:sp>
        <p:nvSpPr>
          <p:cNvPr id="126" name="Shape 124"/>
          <p:cNvSpPr/>
          <p:nvPr/>
        </p:nvSpPr>
        <p:spPr>
          <a:xfrm flipV="1">
            <a:off x="1325880" y="4705502"/>
            <a:ext cx="146304" cy="3658"/>
          </a:xfrm>
          <a:prstGeom prst="line">
            <a:avLst/>
          </a:prstGeom>
          <a:noFill/>
          <a:ln w="25400">
            <a:solidFill>
              <a:srgbClr val="2E8B57"/>
            </a:solidFill>
            <a:prstDash val="solid"/>
          </a:ln>
        </p:spPr>
      </p:sp>
      <p:sp>
        <p:nvSpPr>
          <p:cNvPr id="127" name="Shape 125"/>
          <p:cNvSpPr/>
          <p:nvPr/>
        </p:nvSpPr>
        <p:spPr>
          <a:xfrm flipV="1">
            <a:off x="1472184" y="4694530"/>
            <a:ext cx="146304" cy="10973"/>
          </a:xfrm>
          <a:prstGeom prst="line">
            <a:avLst/>
          </a:prstGeom>
          <a:noFill/>
          <a:ln w="25400">
            <a:solidFill>
              <a:srgbClr val="2E8B57"/>
            </a:solidFill>
            <a:prstDash val="solid"/>
          </a:ln>
        </p:spPr>
      </p:sp>
      <p:sp>
        <p:nvSpPr>
          <p:cNvPr id="128" name="Shape 126"/>
          <p:cNvSpPr/>
          <p:nvPr/>
        </p:nvSpPr>
        <p:spPr>
          <a:xfrm flipV="1">
            <a:off x="1618488" y="4676242"/>
            <a:ext cx="146304" cy="18288"/>
          </a:xfrm>
          <a:prstGeom prst="line">
            <a:avLst/>
          </a:prstGeom>
          <a:noFill/>
          <a:ln w="25400">
            <a:solidFill>
              <a:srgbClr val="2E8B57"/>
            </a:solidFill>
            <a:prstDash val="solid"/>
          </a:ln>
        </p:spPr>
      </p:sp>
      <p:sp>
        <p:nvSpPr>
          <p:cNvPr id="129" name="Shape 127"/>
          <p:cNvSpPr/>
          <p:nvPr/>
        </p:nvSpPr>
        <p:spPr>
          <a:xfrm flipV="1">
            <a:off x="1764792" y="4650638"/>
            <a:ext cx="146304" cy="25603"/>
          </a:xfrm>
          <a:prstGeom prst="line">
            <a:avLst/>
          </a:prstGeom>
          <a:noFill/>
          <a:ln w="25400">
            <a:solidFill>
              <a:srgbClr val="2E8B57"/>
            </a:solidFill>
            <a:prstDash val="solid"/>
          </a:ln>
        </p:spPr>
      </p:sp>
      <p:sp>
        <p:nvSpPr>
          <p:cNvPr id="130" name="Shape 128"/>
          <p:cNvSpPr/>
          <p:nvPr/>
        </p:nvSpPr>
        <p:spPr>
          <a:xfrm flipV="1">
            <a:off x="1911096" y="4617720"/>
            <a:ext cx="146304" cy="32918"/>
          </a:xfrm>
          <a:prstGeom prst="line">
            <a:avLst/>
          </a:prstGeom>
          <a:noFill/>
          <a:ln w="25400">
            <a:solidFill>
              <a:srgbClr val="2E8B57"/>
            </a:solidFill>
            <a:prstDash val="solid"/>
          </a:ln>
        </p:spPr>
      </p:sp>
      <p:sp>
        <p:nvSpPr>
          <p:cNvPr id="131" name="Shape 129"/>
          <p:cNvSpPr/>
          <p:nvPr/>
        </p:nvSpPr>
        <p:spPr>
          <a:xfrm flipV="1">
            <a:off x="2057400" y="4577486"/>
            <a:ext cx="146304" cy="40234"/>
          </a:xfrm>
          <a:prstGeom prst="line">
            <a:avLst/>
          </a:prstGeom>
          <a:noFill/>
          <a:ln w="25400">
            <a:solidFill>
              <a:srgbClr val="2E8B57"/>
            </a:solidFill>
            <a:prstDash val="solid"/>
          </a:ln>
        </p:spPr>
      </p:sp>
      <p:sp>
        <p:nvSpPr>
          <p:cNvPr id="132" name="Shape 130"/>
          <p:cNvSpPr/>
          <p:nvPr/>
        </p:nvSpPr>
        <p:spPr>
          <a:xfrm flipV="1">
            <a:off x="2203704" y="4529938"/>
            <a:ext cx="146304" cy="47549"/>
          </a:xfrm>
          <a:prstGeom prst="line">
            <a:avLst/>
          </a:prstGeom>
          <a:noFill/>
          <a:ln w="25400">
            <a:solidFill>
              <a:srgbClr val="2E8B57"/>
            </a:solidFill>
            <a:prstDash val="solid"/>
          </a:ln>
        </p:spPr>
      </p:sp>
      <p:sp>
        <p:nvSpPr>
          <p:cNvPr id="133" name="Shape 131"/>
          <p:cNvSpPr/>
          <p:nvPr/>
        </p:nvSpPr>
        <p:spPr>
          <a:xfrm flipV="1">
            <a:off x="2350008" y="4475074"/>
            <a:ext cx="146304" cy="54864"/>
          </a:xfrm>
          <a:prstGeom prst="line">
            <a:avLst/>
          </a:prstGeom>
          <a:noFill/>
          <a:ln w="25400">
            <a:solidFill>
              <a:srgbClr val="2E8B57"/>
            </a:solidFill>
            <a:prstDash val="solid"/>
          </a:ln>
        </p:spPr>
      </p:sp>
      <p:sp>
        <p:nvSpPr>
          <p:cNvPr id="134" name="Shape 132"/>
          <p:cNvSpPr/>
          <p:nvPr/>
        </p:nvSpPr>
        <p:spPr>
          <a:xfrm flipV="1">
            <a:off x="2496312" y="4412894"/>
            <a:ext cx="146304" cy="62179"/>
          </a:xfrm>
          <a:prstGeom prst="line">
            <a:avLst/>
          </a:prstGeom>
          <a:noFill/>
          <a:ln w="25400">
            <a:solidFill>
              <a:srgbClr val="2E8B57"/>
            </a:solidFill>
            <a:prstDash val="solid"/>
          </a:ln>
        </p:spPr>
      </p:sp>
      <p:sp>
        <p:nvSpPr>
          <p:cNvPr id="135" name="Shape 133"/>
          <p:cNvSpPr/>
          <p:nvPr/>
        </p:nvSpPr>
        <p:spPr>
          <a:xfrm flipV="1">
            <a:off x="2642616" y="4343400"/>
            <a:ext cx="146304" cy="69494"/>
          </a:xfrm>
          <a:prstGeom prst="line">
            <a:avLst/>
          </a:prstGeom>
          <a:noFill/>
          <a:ln w="25400">
            <a:solidFill>
              <a:srgbClr val="2E8B57"/>
            </a:solidFill>
            <a:prstDash val="solid"/>
          </a:ln>
        </p:spPr>
      </p:sp>
      <p:sp>
        <p:nvSpPr>
          <p:cNvPr id="136" name="Shape 134"/>
          <p:cNvSpPr/>
          <p:nvPr/>
        </p:nvSpPr>
        <p:spPr>
          <a:xfrm flipV="1">
            <a:off x="2788920" y="4266590"/>
            <a:ext cx="146304" cy="76810"/>
          </a:xfrm>
          <a:prstGeom prst="line">
            <a:avLst/>
          </a:prstGeom>
          <a:noFill/>
          <a:ln w="25400">
            <a:solidFill>
              <a:srgbClr val="2E8B57"/>
            </a:solidFill>
            <a:prstDash val="solid"/>
          </a:ln>
        </p:spPr>
      </p:sp>
      <p:sp>
        <p:nvSpPr>
          <p:cNvPr id="137" name="Shape 135"/>
          <p:cNvSpPr/>
          <p:nvPr/>
        </p:nvSpPr>
        <p:spPr>
          <a:xfrm flipV="1">
            <a:off x="2935224" y="4182466"/>
            <a:ext cx="146304" cy="84125"/>
          </a:xfrm>
          <a:prstGeom prst="line">
            <a:avLst/>
          </a:prstGeom>
          <a:noFill/>
          <a:ln w="25400">
            <a:solidFill>
              <a:srgbClr val="2E8B57"/>
            </a:solidFill>
            <a:prstDash val="solid"/>
          </a:ln>
        </p:spPr>
      </p:sp>
      <p:sp>
        <p:nvSpPr>
          <p:cNvPr id="138" name="Shape 136"/>
          <p:cNvSpPr/>
          <p:nvPr/>
        </p:nvSpPr>
        <p:spPr>
          <a:xfrm flipV="1">
            <a:off x="3081528" y="4091026"/>
            <a:ext cx="146304" cy="91440"/>
          </a:xfrm>
          <a:prstGeom prst="line">
            <a:avLst/>
          </a:prstGeom>
          <a:noFill/>
          <a:ln w="25400">
            <a:solidFill>
              <a:srgbClr val="2E8B57"/>
            </a:solidFill>
            <a:prstDash val="solid"/>
          </a:ln>
        </p:spPr>
      </p:sp>
      <p:sp>
        <p:nvSpPr>
          <p:cNvPr id="139" name="Shape 137"/>
          <p:cNvSpPr/>
          <p:nvPr/>
        </p:nvSpPr>
        <p:spPr>
          <a:xfrm flipV="1">
            <a:off x="3227832" y="3992270"/>
            <a:ext cx="146304" cy="98755"/>
          </a:xfrm>
          <a:prstGeom prst="line">
            <a:avLst/>
          </a:prstGeom>
          <a:noFill/>
          <a:ln w="25400">
            <a:solidFill>
              <a:srgbClr val="2E8B57"/>
            </a:solidFill>
            <a:prstDash val="solid"/>
          </a:ln>
        </p:spPr>
      </p:sp>
      <p:sp>
        <p:nvSpPr>
          <p:cNvPr id="140" name="Shape 138"/>
          <p:cNvSpPr/>
          <p:nvPr/>
        </p:nvSpPr>
        <p:spPr>
          <a:xfrm flipV="1">
            <a:off x="3374136" y="3886200"/>
            <a:ext cx="146304" cy="106070"/>
          </a:xfrm>
          <a:prstGeom prst="line">
            <a:avLst/>
          </a:prstGeom>
          <a:noFill/>
          <a:ln w="25400">
            <a:solidFill>
              <a:srgbClr val="2E8B57"/>
            </a:solidFill>
            <a:prstDash val="solid"/>
          </a:ln>
        </p:spPr>
      </p:sp>
      <p:sp>
        <p:nvSpPr>
          <p:cNvPr id="141" name="Shape 139"/>
          <p:cNvSpPr/>
          <p:nvPr/>
        </p:nvSpPr>
        <p:spPr>
          <a:xfrm flipV="1">
            <a:off x="3520440" y="3772814"/>
            <a:ext cx="146304" cy="113386"/>
          </a:xfrm>
          <a:prstGeom prst="line">
            <a:avLst/>
          </a:prstGeom>
          <a:noFill/>
          <a:ln w="25400">
            <a:solidFill>
              <a:srgbClr val="2E8B57"/>
            </a:solidFill>
            <a:prstDash val="solid"/>
          </a:ln>
        </p:spPr>
      </p:sp>
      <p:sp>
        <p:nvSpPr>
          <p:cNvPr id="142" name="Shape 140"/>
          <p:cNvSpPr/>
          <p:nvPr/>
        </p:nvSpPr>
        <p:spPr>
          <a:xfrm flipV="1">
            <a:off x="3666744" y="3652114"/>
            <a:ext cx="146304" cy="120701"/>
          </a:xfrm>
          <a:prstGeom prst="line">
            <a:avLst/>
          </a:prstGeom>
          <a:noFill/>
          <a:ln w="25400">
            <a:solidFill>
              <a:srgbClr val="2E8B57"/>
            </a:solidFill>
            <a:prstDash val="solid"/>
          </a:ln>
        </p:spPr>
      </p:sp>
      <p:sp>
        <p:nvSpPr>
          <p:cNvPr id="143" name="Shape 141"/>
          <p:cNvSpPr/>
          <p:nvPr/>
        </p:nvSpPr>
        <p:spPr>
          <a:xfrm flipV="1">
            <a:off x="3813048" y="3524098"/>
            <a:ext cx="146304" cy="128016"/>
          </a:xfrm>
          <a:prstGeom prst="line">
            <a:avLst/>
          </a:prstGeom>
          <a:noFill/>
          <a:ln w="25400">
            <a:solidFill>
              <a:srgbClr val="2E8B57"/>
            </a:solidFill>
            <a:prstDash val="solid"/>
          </a:ln>
        </p:spPr>
      </p:sp>
      <p:sp>
        <p:nvSpPr>
          <p:cNvPr id="144" name="Shape 142"/>
          <p:cNvSpPr/>
          <p:nvPr/>
        </p:nvSpPr>
        <p:spPr>
          <a:xfrm flipV="1">
            <a:off x="3959352" y="3388766"/>
            <a:ext cx="146304" cy="135331"/>
          </a:xfrm>
          <a:prstGeom prst="line">
            <a:avLst/>
          </a:prstGeom>
          <a:noFill/>
          <a:ln w="25400">
            <a:solidFill>
              <a:srgbClr val="2E8B57"/>
            </a:solidFill>
            <a:prstDash val="solid"/>
          </a:ln>
        </p:spPr>
      </p:sp>
      <p:sp>
        <p:nvSpPr>
          <p:cNvPr id="145" name="Shape 143"/>
          <p:cNvSpPr/>
          <p:nvPr/>
        </p:nvSpPr>
        <p:spPr>
          <a:xfrm flipV="1">
            <a:off x="4105656" y="3246120"/>
            <a:ext cx="146304" cy="142646"/>
          </a:xfrm>
          <a:prstGeom prst="line">
            <a:avLst/>
          </a:prstGeom>
          <a:noFill/>
          <a:ln w="25400">
            <a:solidFill>
              <a:srgbClr val="2E8B57"/>
            </a:solidFill>
            <a:prstDash val="solid"/>
          </a:ln>
        </p:spPr>
      </p:sp>
      <p:sp>
        <p:nvSpPr>
          <p:cNvPr id="146" name="Shape 144"/>
          <p:cNvSpPr/>
          <p:nvPr/>
        </p:nvSpPr>
        <p:spPr>
          <a:xfrm flipV="1">
            <a:off x="4251960" y="3096158"/>
            <a:ext cx="146304" cy="149962"/>
          </a:xfrm>
          <a:prstGeom prst="line">
            <a:avLst/>
          </a:prstGeom>
          <a:noFill/>
          <a:ln w="25400">
            <a:solidFill>
              <a:srgbClr val="2E8B57"/>
            </a:solidFill>
            <a:prstDash val="solid"/>
          </a:ln>
        </p:spPr>
      </p:sp>
      <p:sp>
        <p:nvSpPr>
          <p:cNvPr id="147" name="Shape 145"/>
          <p:cNvSpPr/>
          <p:nvPr/>
        </p:nvSpPr>
        <p:spPr>
          <a:xfrm flipV="1">
            <a:off x="4398264" y="2938882"/>
            <a:ext cx="146304" cy="157277"/>
          </a:xfrm>
          <a:prstGeom prst="line">
            <a:avLst/>
          </a:prstGeom>
          <a:noFill/>
          <a:ln w="25400">
            <a:solidFill>
              <a:srgbClr val="2E8B57"/>
            </a:solidFill>
            <a:prstDash val="solid"/>
          </a:ln>
        </p:spPr>
      </p:sp>
      <p:sp>
        <p:nvSpPr>
          <p:cNvPr id="148" name="Shape 146"/>
          <p:cNvSpPr/>
          <p:nvPr/>
        </p:nvSpPr>
        <p:spPr>
          <a:xfrm flipV="1">
            <a:off x="4544568" y="2774290"/>
            <a:ext cx="146304" cy="164592"/>
          </a:xfrm>
          <a:prstGeom prst="line">
            <a:avLst/>
          </a:prstGeom>
          <a:noFill/>
          <a:ln w="25400">
            <a:solidFill>
              <a:srgbClr val="2E8B57"/>
            </a:solidFill>
            <a:prstDash val="solid"/>
          </a:ln>
        </p:spPr>
      </p:sp>
      <p:sp>
        <p:nvSpPr>
          <p:cNvPr id="149" name="Shape 147"/>
          <p:cNvSpPr/>
          <p:nvPr/>
        </p:nvSpPr>
        <p:spPr>
          <a:xfrm flipV="1">
            <a:off x="4690872" y="2602382"/>
            <a:ext cx="146304" cy="171907"/>
          </a:xfrm>
          <a:prstGeom prst="line">
            <a:avLst/>
          </a:prstGeom>
          <a:noFill/>
          <a:ln w="25400">
            <a:solidFill>
              <a:srgbClr val="2E8B57"/>
            </a:solidFill>
            <a:prstDash val="solid"/>
          </a:ln>
        </p:spPr>
      </p:sp>
      <p:sp>
        <p:nvSpPr>
          <p:cNvPr id="150" name="Shape 148"/>
          <p:cNvSpPr/>
          <p:nvPr/>
        </p:nvSpPr>
        <p:spPr>
          <a:xfrm flipV="1">
            <a:off x="4837176" y="2423160"/>
            <a:ext cx="146304" cy="179222"/>
          </a:xfrm>
          <a:prstGeom prst="line">
            <a:avLst/>
          </a:prstGeom>
          <a:noFill/>
          <a:ln w="25400">
            <a:solidFill>
              <a:srgbClr val="2E8B57"/>
            </a:solidFill>
            <a:prstDash val="solid"/>
          </a:ln>
        </p:spPr>
      </p:sp>
      <p:sp>
        <p:nvSpPr>
          <p:cNvPr id="151" name="Shape 149"/>
          <p:cNvSpPr/>
          <p:nvPr/>
        </p:nvSpPr>
        <p:spPr>
          <a:xfrm flipV="1">
            <a:off x="4983480" y="2236622"/>
            <a:ext cx="146304" cy="186538"/>
          </a:xfrm>
          <a:prstGeom prst="line">
            <a:avLst/>
          </a:prstGeom>
          <a:noFill/>
          <a:ln w="25400">
            <a:solidFill>
              <a:srgbClr val="2E8B57"/>
            </a:solidFill>
            <a:prstDash val="solid"/>
          </a:ln>
        </p:spPr>
      </p:sp>
      <p:sp>
        <p:nvSpPr>
          <p:cNvPr id="152" name="Shape 150"/>
          <p:cNvSpPr/>
          <p:nvPr/>
        </p:nvSpPr>
        <p:spPr>
          <a:xfrm flipV="1">
            <a:off x="5129784" y="2042770"/>
            <a:ext cx="146304" cy="193853"/>
          </a:xfrm>
          <a:prstGeom prst="line">
            <a:avLst/>
          </a:prstGeom>
          <a:noFill/>
          <a:ln w="25400">
            <a:solidFill>
              <a:srgbClr val="2E8B57"/>
            </a:solidFill>
            <a:prstDash val="solid"/>
          </a:ln>
        </p:spPr>
      </p:sp>
      <p:sp>
        <p:nvSpPr>
          <p:cNvPr id="153" name="Shape 151"/>
          <p:cNvSpPr/>
          <p:nvPr/>
        </p:nvSpPr>
        <p:spPr>
          <a:xfrm flipV="1">
            <a:off x="1325880" y="4343400"/>
            <a:ext cx="365760" cy="365760"/>
          </a:xfrm>
          <a:prstGeom prst="line">
            <a:avLst/>
          </a:prstGeom>
          <a:noFill/>
          <a:ln w="31750">
            <a:solidFill>
              <a:srgbClr val="2E5BD8"/>
            </a:solidFill>
            <a:prstDash val="solid"/>
          </a:ln>
        </p:spPr>
      </p:sp>
      <p:sp>
        <p:nvSpPr>
          <p:cNvPr id="154" name="Shape 152"/>
          <p:cNvSpPr/>
          <p:nvPr/>
        </p:nvSpPr>
        <p:spPr>
          <a:xfrm flipV="1">
            <a:off x="1691640" y="3977640"/>
            <a:ext cx="365760" cy="365760"/>
          </a:xfrm>
          <a:prstGeom prst="line">
            <a:avLst/>
          </a:prstGeom>
          <a:noFill/>
          <a:ln w="31750">
            <a:solidFill>
              <a:srgbClr val="2E5BD8"/>
            </a:solidFill>
            <a:prstDash val="solid"/>
          </a:ln>
        </p:spPr>
      </p:sp>
      <p:sp>
        <p:nvSpPr>
          <p:cNvPr id="155" name="Shape 153"/>
          <p:cNvSpPr/>
          <p:nvPr/>
        </p:nvSpPr>
        <p:spPr>
          <a:xfrm flipV="1">
            <a:off x="2057400" y="3611880"/>
            <a:ext cx="365760" cy="365760"/>
          </a:xfrm>
          <a:prstGeom prst="line">
            <a:avLst/>
          </a:prstGeom>
          <a:noFill/>
          <a:ln w="31750">
            <a:solidFill>
              <a:srgbClr val="2E5BD8"/>
            </a:solidFill>
            <a:prstDash val="solid"/>
          </a:ln>
        </p:spPr>
      </p:sp>
      <p:sp>
        <p:nvSpPr>
          <p:cNvPr id="156" name="Shape 154"/>
          <p:cNvSpPr/>
          <p:nvPr/>
        </p:nvSpPr>
        <p:spPr>
          <a:xfrm flipV="1">
            <a:off x="2423160" y="3246120"/>
            <a:ext cx="365760" cy="365760"/>
          </a:xfrm>
          <a:prstGeom prst="line">
            <a:avLst/>
          </a:prstGeom>
          <a:noFill/>
          <a:ln w="31750">
            <a:solidFill>
              <a:srgbClr val="2E5BD8"/>
            </a:solidFill>
            <a:prstDash val="solid"/>
          </a:ln>
        </p:spPr>
      </p:sp>
      <p:sp>
        <p:nvSpPr>
          <p:cNvPr id="157" name="Shape 155"/>
          <p:cNvSpPr/>
          <p:nvPr/>
        </p:nvSpPr>
        <p:spPr>
          <a:xfrm flipV="1">
            <a:off x="2788920" y="2880360"/>
            <a:ext cx="365760" cy="365760"/>
          </a:xfrm>
          <a:prstGeom prst="line">
            <a:avLst/>
          </a:prstGeom>
          <a:noFill/>
          <a:ln w="31750">
            <a:solidFill>
              <a:srgbClr val="2E5BD8"/>
            </a:solidFill>
            <a:prstDash val="solid"/>
          </a:ln>
        </p:spPr>
      </p:sp>
      <p:sp>
        <p:nvSpPr>
          <p:cNvPr id="158" name="Shape 156"/>
          <p:cNvSpPr/>
          <p:nvPr/>
        </p:nvSpPr>
        <p:spPr>
          <a:xfrm flipV="1">
            <a:off x="3154680" y="2514600"/>
            <a:ext cx="365760" cy="365760"/>
          </a:xfrm>
          <a:prstGeom prst="line">
            <a:avLst/>
          </a:prstGeom>
          <a:noFill/>
          <a:ln w="31750">
            <a:solidFill>
              <a:srgbClr val="2E5BD8"/>
            </a:solidFill>
            <a:prstDash val="solid"/>
          </a:ln>
        </p:spPr>
      </p:sp>
      <p:sp>
        <p:nvSpPr>
          <p:cNvPr id="159" name="Shape 157"/>
          <p:cNvSpPr/>
          <p:nvPr/>
        </p:nvSpPr>
        <p:spPr>
          <a:xfrm flipV="1">
            <a:off x="3520440" y="2444413"/>
            <a:ext cx="73152" cy="70187"/>
          </a:xfrm>
          <a:prstGeom prst="line">
            <a:avLst/>
          </a:prstGeom>
          <a:noFill/>
          <a:ln w="31750">
            <a:solidFill>
              <a:srgbClr val="C8414C"/>
            </a:solidFill>
            <a:prstDash val="solid"/>
          </a:ln>
        </p:spPr>
      </p:sp>
      <p:sp>
        <p:nvSpPr>
          <p:cNvPr id="160" name="Shape 158"/>
          <p:cNvSpPr/>
          <p:nvPr/>
        </p:nvSpPr>
        <p:spPr>
          <a:xfrm flipV="1">
            <a:off x="3593592" y="2379838"/>
            <a:ext cx="73152" cy="64575"/>
          </a:xfrm>
          <a:prstGeom prst="line">
            <a:avLst/>
          </a:prstGeom>
          <a:noFill/>
          <a:ln w="31750">
            <a:solidFill>
              <a:srgbClr val="C8414C"/>
            </a:solidFill>
            <a:prstDash val="solid"/>
          </a:ln>
        </p:spPr>
      </p:sp>
      <p:sp>
        <p:nvSpPr>
          <p:cNvPr id="161" name="Shape 159"/>
          <p:cNvSpPr/>
          <p:nvPr/>
        </p:nvSpPr>
        <p:spPr>
          <a:xfrm flipV="1">
            <a:off x="3666744" y="2320426"/>
            <a:ext cx="73152" cy="59412"/>
          </a:xfrm>
          <a:prstGeom prst="line">
            <a:avLst/>
          </a:prstGeom>
          <a:noFill/>
          <a:ln w="31750">
            <a:solidFill>
              <a:srgbClr val="C8414C"/>
            </a:solidFill>
            <a:prstDash val="solid"/>
          </a:ln>
        </p:spPr>
      </p:sp>
      <p:sp>
        <p:nvSpPr>
          <p:cNvPr id="162" name="Shape 160"/>
          <p:cNvSpPr/>
          <p:nvPr/>
        </p:nvSpPr>
        <p:spPr>
          <a:xfrm flipV="1">
            <a:off x="3739896" y="2265764"/>
            <a:ext cx="73152" cy="54662"/>
          </a:xfrm>
          <a:prstGeom prst="line">
            <a:avLst/>
          </a:prstGeom>
          <a:noFill/>
          <a:ln w="31750">
            <a:solidFill>
              <a:srgbClr val="C8414C"/>
            </a:solidFill>
            <a:prstDash val="solid"/>
          </a:ln>
        </p:spPr>
      </p:sp>
      <p:sp>
        <p:nvSpPr>
          <p:cNvPr id="163" name="Shape 161"/>
          <p:cNvSpPr/>
          <p:nvPr/>
        </p:nvSpPr>
        <p:spPr>
          <a:xfrm flipV="1">
            <a:off x="3813048" y="2215473"/>
            <a:ext cx="73152" cy="50291"/>
          </a:xfrm>
          <a:prstGeom prst="line">
            <a:avLst/>
          </a:prstGeom>
          <a:noFill/>
          <a:ln w="31750">
            <a:solidFill>
              <a:srgbClr val="C8414C"/>
            </a:solidFill>
            <a:prstDash val="solid"/>
          </a:ln>
        </p:spPr>
      </p:sp>
      <p:sp>
        <p:nvSpPr>
          <p:cNvPr id="164" name="Shape 162"/>
          <p:cNvSpPr/>
          <p:nvPr/>
        </p:nvSpPr>
        <p:spPr>
          <a:xfrm flipV="1">
            <a:off x="3886200" y="2169203"/>
            <a:ext cx="73152" cy="46270"/>
          </a:xfrm>
          <a:prstGeom prst="line">
            <a:avLst/>
          </a:prstGeom>
          <a:noFill/>
          <a:ln w="31750">
            <a:solidFill>
              <a:srgbClr val="C8414C"/>
            </a:solidFill>
            <a:prstDash val="solid"/>
          </a:ln>
        </p:spPr>
      </p:sp>
      <p:sp>
        <p:nvSpPr>
          <p:cNvPr id="165" name="Shape 163"/>
          <p:cNvSpPr/>
          <p:nvPr/>
        </p:nvSpPr>
        <p:spPr>
          <a:xfrm flipV="1">
            <a:off x="3959352" y="2126633"/>
            <a:ext cx="73152" cy="42571"/>
          </a:xfrm>
          <a:prstGeom prst="line">
            <a:avLst/>
          </a:prstGeom>
          <a:noFill/>
          <a:ln w="31750">
            <a:solidFill>
              <a:srgbClr val="C8414C"/>
            </a:solidFill>
            <a:prstDash val="solid"/>
          </a:ln>
        </p:spPr>
      </p:sp>
      <p:sp>
        <p:nvSpPr>
          <p:cNvPr id="166" name="Shape 164"/>
          <p:cNvSpPr/>
          <p:nvPr/>
        </p:nvSpPr>
        <p:spPr>
          <a:xfrm flipV="1">
            <a:off x="4032504" y="2087466"/>
            <a:ext cx="73152" cy="39167"/>
          </a:xfrm>
          <a:prstGeom prst="line">
            <a:avLst/>
          </a:prstGeom>
          <a:noFill/>
          <a:ln w="31750">
            <a:solidFill>
              <a:srgbClr val="C8414C"/>
            </a:solidFill>
            <a:prstDash val="solid"/>
          </a:ln>
        </p:spPr>
      </p:sp>
      <p:sp>
        <p:nvSpPr>
          <p:cNvPr id="167" name="Shape 165"/>
          <p:cNvSpPr/>
          <p:nvPr/>
        </p:nvSpPr>
        <p:spPr>
          <a:xfrm flipV="1">
            <a:off x="4105656" y="2051431"/>
            <a:ext cx="73152" cy="36035"/>
          </a:xfrm>
          <a:prstGeom prst="line">
            <a:avLst/>
          </a:prstGeom>
          <a:noFill/>
          <a:ln w="31750">
            <a:solidFill>
              <a:srgbClr val="C8414C"/>
            </a:solidFill>
            <a:prstDash val="solid"/>
          </a:ln>
        </p:spPr>
      </p:sp>
      <p:sp>
        <p:nvSpPr>
          <p:cNvPr id="168" name="Shape 166"/>
          <p:cNvSpPr/>
          <p:nvPr/>
        </p:nvSpPr>
        <p:spPr>
          <a:xfrm flipV="1">
            <a:off x="4178808" y="2018277"/>
            <a:ext cx="73152" cy="33154"/>
          </a:xfrm>
          <a:prstGeom prst="line">
            <a:avLst/>
          </a:prstGeom>
          <a:noFill/>
          <a:ln w="31750">
            <a:solidFill>
              <a:srgbClr val="C8414C"/>
            </a:solidFill>
            <a:prstDash val="solid"/>
          </a:ln>
        </p:spPr>
      </p:sp>
      <p:sp>
        <p:nvSpPr>
          <p:cNvPr id="169" name="Shape 167"/>
          <p:cNvSpPr/>
          <p:nvPr/>
        </p:nvSpPr>
        <p:spPr>
          <a:xfrm flipV="1">
            <a:off x="4251960" y="1987774"/>
            <a:ext cx="73152" cy="30503"/>
          </a:xfrm>
          <a:prstGeom prst="line">
            <a:avLst/>
          </a:prstGeom>
          <a:noFill/>
          <a:ln w="31750">
            <a:solidFill>
              <a:srgbClr val="C8414C"/>
            </a:solidFill>
            <a:prstDash val="solid"/>
          </a:ln>
        </p:spPr>
      </p:sp>
      <p:sp>
        <p:nvSpPr>
          <p:cNvPr id="170" name="Shape 168"/>
          <p:cNvSpPr/>
          <p:nvPr/>
        </p:nvSpPr>
        <p:spPr>
          <a:xfrm flipV="1">
            <a:off x="4325112" y="1959709"/>
            <a:ext cx="73152" cy="28064"/>
          </a:xfrm>
          <a:prstGeom prst="line">
            <a:avLst/>
          </a:prstGeom>
          <a:noFill/>
          <a:ln w="31750">
            <a:solidFill>
              <a:srgbClr val="C8414C"/>
            </a:solidFill>
            <a:prstDash val="solid"/>
          </a:ln>
        </p:spPr>
      </p:sp>
      <p:sp>
        <p:nvSpPr>
          <p:cNvPr id="171" name="Shape 169"/>
          <p:cNvSpPr/>
          <p:nvPr/>
        </p:nvSpPr>
        <p:spPr>
          <a:xfrm flipV="1">
            <a:off x="4398264" y="1933889"/>
            <a:ext cx="73152" cy="25820"/>
          </a:xfrm>
          <a:prstGeom prst="line">
            <a:avLst/>
          </a:prstGeom>
          <a:noFill/>
          <a:ln w="31750">
            <a:solidFill>
              <a:srgbClr val="C8414C"/>
            </a:solidFill>
            <a:prstDash val="solid"/>
          </a:ln>
        </p:spPr>
      </p:sp>
      <p:sp>
        <p:nvSpPr>
          <p:cNvPr id="172" name="Shape 170"/>
          <p:cNvSpPr/>
          <p:nvPr/>
        </p:nvSpPr>
        <p:spPr>
          <a:xfrm flipV="1">
            <a:off x="4471416" y="1910133"/>
            <a:ext cx="73152" cy="23756"/>
          </a:xfrm>
          <a:prstGeom prst="line">
            <a:avLst/>
          </a:prstGeom>
          <a:noFill/>
          <a:ln w="31750">
            <a:solidFill>
              <a:srgbClr val="C8414C"/>
            </a:solidFill>
            <a:prstDash val="solid"/>
          </a:ln>
        </p:spPr>
      </p:sp>
      <p:sp>
        <p:nvSpPr>
          <p:cNvPr id="173" name="Shape 171"/>
          <p:cNvSpPr/>
          <p:nvPr/>
        </p:nvSpPr>
        <p:spPr>
          <a:xfrm flipV="1">
            <a:off x="4544568" y="1888277"/>
            <a:ext cx="73152" cy="21856"/>
          </a:xfrm>
          <a:prstGeom prst="line">
            <a:avLst/>
          </a:prstGeom>
          <a:noFill/>
          <a:ln w="31750">
            <a:solidFill>
              <a:srgbClr val="C8414C"/>
            </a:solidFill>
            <a:prstDash val="solid"/>
          </a:ln>
        </p:spPr>
      </p:sp>
      <p:sp>
        <p:nvSpPr>
          <p:cNvPr id="174" name="Shape 172"/>
          <p:cNvSpPr/>
          <p:nvPr/>
        </p:nvSpPr>
        <p:spPr>
          <a:xfrm flipV="1">
            <a:off x="4617720" y="1868168"/>
            <a:ext cx="73152" cy="20109"/>
          </a:xfrm>
          <a:prstGeom prst="line">
            <a:avLst/>
          </a:prstGeom>
          <a:noFill/>
          <a:ln w="31750">
            <a:solidFill>
              <a:srgbClr val="C8414C"/>
            </a:solidFill>
            <a:prstDash val="solid"/>
          </a:ln>
        </p:spPr>
      </p:sp>
      <p:sp>
        <p:nvSpPr>
          <p:cNvPr id="175" name="Shape 173"/>
          <p:cNvSpPr/>
          <p:nvPr/>
        </p:nvSpPr>
        <p:spPr>
          <a:xfrm flipV="1">
            <a:off x="4690872" y="1849667"/>
            <a:ext cx="73152" cy="18501"/>
          </a:xfrm>
          <a:prstGeom prst="line">
            <a:avLst/>
          </a:prstGeom>
          <a:noFill/>
          <a:ln w="31750">
            <a:solidFill>
              <a:srgbClr val="C8414C"/>
            </a:solidFill>
            <a:prstDash val="solid"/>
          </a:ln>
        </p:spPr>
      </p:sp>
      <p:sp>
        <p:nvSpPr>
          <p:cNvPr id="176" name="Shape 174"/>
          <p:cNvSpPr/>
          <p:nvPr/>
        </p:nvSpPr>
        <p:spPr>
          <a:xfrm flipV="1">
            <a:off x="4764024" y="1832645"/>
            <a:ext cx="73152" cy="17022"/>
          </a:xfrm>
          <a:prstGeom prst="line">
            <a:avLst/>
          </a:prstGeom>
          <a:noFill/>
          <a:ln w="31750">
            <a:solidFill>
              <a:srgbClr val="C8414C"/>
            </a:solidFill>
            <a:prstDash val="solid"/>
          </a:ln>
        </p:spPr>
      </p:sp>
      <p:sp>
        <p:nvSpPr>
          <p:cNvPr id="177" name="Shape 175"/>
          <p:cNvSpPr/>
          <p:nvPr/>
        </p:nvSpPr>
        <p:spPr>
          <a:xfrm flipV="1">
            <a:off x="4837176" y="1816984"/>
            <a:ext cx="73152" cy="15661"/>
          </a:xfrm>
          <a:prstGeom prst="line">
            <a:avLst/>
          </a:prstGeom>
          <a:noFill/>
          <a:ln w="31750">
            <a:solidFill>
              <a:srgbClr val="C8414C"/>
            </a:solidFill>
            <a:prstDash val="solid"/>
          </a:ln>
        </p:spPr>
      </p:sp>
      <p:sp>
        <p:nvSpPr>
          <p:cNvPr id="178" name="Shape 176"/>
          <p:cNvSpPr/>
          <p:nvPr/>
        </p:nvSpPr>
        <p:spPr>
          <a:xfrm flipV="1">
            <a:off x="4910328" y="1802576"/>
            <a:ext cx="73152" cy="14409"/>
          </a:xfrm>
          <a:prstGeom prst="line">
            <a:avLst/>
          </a:prstGeom>
          <a:noFill/>
          <a:ln w="31750">
            <a:solidFill>
              <a:srgbClr val="C8414C"/>
            </a:solidFill>
            <a:prstDash val="solid"/>
          </a:ln>
        </p:spPr>
      </p:sp>
      <p:sp>
        <p:nvSpPr>
          <p:cNvPr id="179" name="Shape 177"/>
          <p:cNvSpPr/>
          <p:nvPr/>
        </p:nvSpPr>
        <p:spPr>
          <a:xfrm flipV="1">
            <a:off x="4983480" y="1789319"/>
            <a:ext cx="73152" cy="13257"/>
          </a:xfrm>
          <a:prstGeom prst="line">
            <a:avLst/>
          </a:prstGeom>
          <a:noFill/>
          <a:ln w="31750">
            <a:solidFill>
              <a:srgbClr val="C8414C"/>
            </a:solidFill>
            <a:prstDash val="solid"/>
          </a:ln>
        </p:spPr>
      </p:sp>
      <p:sp>
        <p:nvSpPr>
          <p:cNvPr id="180" name="Shape 178"/>
          <p:cNvSpPr/>
          <p:nvPr/>
        </p:nvSpPr>
        <p:spPr>
          <a:xfrm flipV="1">
            <a:off x="5056632" y="1777122"/>
            <a:ext cx="73152" cy="12197"/>
          </a:xfrm>
          <a:prstGeom prst="line">
            <a:avLst/>
          </a:prstGeom>
          <a:noFill/>
          <a:ln w="31750">
            <a:solidFill>
              <a:srgbClr val="C8414C"/>
            </a:solidFill>
            <a:prstDash val="solid"/>
          </a:ln>
        </p:spPr>
      </p:sp>
      <p:sp>
        <p:nvSpPr>
          <p:cNvPr id="181" name="Shape 179"/>
          <p:cNvSpPr/>
          <p:nvPr/>
        </p:nvSpPr>
        <p:spPr>
          <a:xfrm flipV="1">
            <a:off x="5129784" y="1765901"/>
            <a:ext cx="73152" cy="11221"/>
          </a:xfrm>
          <a:prstGeom prst="line">
            <a:avLst/>
          </a:prstGeom>
          <a:noFill/>
          <a:ln w="31750">
            <a:solidFill>
              <a:srgbClr val="C8414C"/>
            </a:solidFill>
            <a:prstDash val="solid"/>
          </a:ln>
        </p:spPr>
      </p:sp>
      <p:sp>
        <p:nvSpPr>
          <p:cNvPr id="182" name="Shape 180"/>
          <p:cNvSpPr/>
          <p:nvPr/>
        </p:nvSpPr>
        <p:spPr>
          <a:xfrm flipV="1">
            <a:off x="5202936" y="1755577"/>
            <a:ext cx="73152" cy="10324"/>
          </a:xfrm>
          <a:prstGeom prst="line">
            <a:avLst/>
          </a:prstGeom>
          <a:noFill/>
          <a:ln w="31750">
            <a:solidFill>
              <a:srgbClr val="C8414C"/>
            </a:solidFill>
            <a:prstDash val="solid"/>
          </a:ln>
        </p:spPr>
      </p:sp>
      <p:sp>
        <p:nvSpPr>
          <p:cNvPr id="183" name="Shape 181"/>
          <p:cNvSpPr/>
          <p:nvPr/>
        </p:nvSpPr>
        <p:spPr>
          <a:xfrm flipV="1">
            <a:off x="5276088" y="1746078"/>
            <a:ext cx="73152" cy="9499"/>
          </a:xfrm>
          <a:prstGeom prst="line">
            <a:avLst/>
          </a:prstGeom>
          <a:noFill/>
          <a:ln w="31750">
            <a:solidFill>
              <a:srgbClr val="C8414C"/>
            </a:solidFill>
            <a:prstDash val="solid"/>
          </a:ln>
        </p:spPr>
      </p:sp>
      <p:sp>
        <p:nvSpPr>
          <p:cNvPr id="184" name="Shape 182"/>
          <p:cNvSpPr/>
          <p:nvPr/>
        </p:nvSpPr>
        <p:spPr>
          <a:xfrm flipV="1">
            <a:off x="5349240" y="1737339"/>
            <a:ext cx="73152" cy="8739"/>
          </a:xfrm>
          <a:prstGeom prst="line">
            <a:avLst/>
          </a:prstGeom>
          <a:noFill/>
          <a:ln w="31750">
            <a:solidFill>
              <a:srgbClr val="C8414C"/>
            </a:solidFill>
            <a:prstDash val="solid"/>
          </a:ln>
        </p:spPr>
      </p:sp>
      <p:sp>
        <p:nvSpPr>
          <p:cNvPr id="185" name="Shape 183"/>
          <p:cNvSpPr/>
          <p:nvPr/>
        </p:nvSpPr>
        <p:spPr>
          <a:xfrm flipV="1">
            <a:off x="5422392" y="1729298"/>
            <a:ext cx="73152" cy="8041"/>
          </a:xfrm>
          <a:prstGeom prst="line">
            <a:avLst/>
          </a:prstGeom>
          <a:noFill/>
          <a:ln w="31750">
            <a:solidFill>
              <a:srgbClr val="C8414C"/>
            </a:solidFill>
            <a:prstDash val="solid"/>
          </a:ln>
        </p:spPr>
      </p:sp>
      <p:sp>
        <p:nvSpPr>
          <p:cNvPr id="186" name="Shape 184"/>
          <p:cNvSpPr/>
          <p:nvPr/>
        </p:nvSpPr>
        <p:spPr>
          <a:xfrm flipV="1">
            <a:off x="5495544" y="1721900"/>
            <a:ext cx="73152" cy="7398"/>
          </a:xfrm>
          <a:prstGeom prst="line">
            <a:avLst/>
          </a:prstGeom>
          <a:noFill/>
          <a:ln w="31750">
            <a:solidFill>
              <a:srgbClr val="C8414C"/>
            </a:solidFill>
            <a:prstDash val="solid"/>
          </a:ln>
        </p:spPr>
      </p:sp>
      <p:sp>
        <p:nvSpPr>
          <p:cNvPr id="187" name="Shape 185"/>
          <p:cNvSpPr/>
          <p:nvPr/>
        </p:nvSpPr>
        <p:spPr>
          <a:xfrm flipV="1">
            <a:off x="5568696" y="1715094"/>
            <a:ext cx="73152" cy="6806"/>
          </a:xfrm>
          <a:prstGeom prst="line">
            <a:avLst/>
          </a:prstGeom>
          <a:noFill/>
          <a:ln w="31750">
            <a:solidFill>
              <a:srgbClr val="C8414C"/>
            </a:solidFill>
            <a:prstDash val="solid"/>
          </a:ln>
        </p:spPr>
      </p:sp>
      <p:sp>
        <p:nvSpPr>
          <p:cNvPr id="188" name="Shape 186"/>
          <p:cNvSpPr/>
          <p:nvPr/>
        </p:nvSpPr>
        <p:spPr>
          <a:xfrm flipV="1">
            <a:off x="5641848" y="1708832"/>
            <a:ext cx="73152" cy="6262"/>
          </a:xfrm>
          <a:prstGeom prst="line">
            <a:avLst/>
          </a:prstGeom>
          <a:noFill/>
          <a:ln w="31750">
            <a:solidFill>
              <a:srgbClr val="C8414C"/>
            </a:solidFill>
            <a:prstDash val="solid"/>
          </a:ln>
        </p:spPr>
      </p:sp>
      <p:sp>
        <p:nvSpPr>
          <p:cNvPr id="189" name="Shape 187"/>
          <p:cNvSpPr/>
          <p:nvPr/>
        </p:nvSpPr>
        <p:spPr>
          <a:xfrm>
            <a:off x="3438144" y="2432304"/>
            <a:ext cx="164592" cy="164592"/>
          </a:xfrm>
          <a:prstGeom prst="ellipse">
            <a:avLst/>
          </a:prstGeom>
          <a:solidFill>
            <a:srgbClr val="FFFFFF"/>
          </a:solidFill>
          <a:ln w="25400">
            <a:solidFill>
              <a:srgbClr val="1A2340"/>
            </a:solidFill>
            <a:prstDash val="solid"/>
          </a:ln>
        </p:spPr>
      </p:sp>
      <p:sp>
        <p:nvSpPr>
          <p:cNvPr id="190" name="Shape 188"/>
          <p:cNvSpPr/>
          <p:nvPr/>
        </p:nvSpPr>
        <p:spPr>
          <a:xfrm>
            <a:off x="2834640" y="1947672"/>
            <a:ext cx="576072" cy="475488"/>
          </a:xfrm>
          <a:prstGeom prst="line">
            <a:avLst/>
          </a:prstGeom>
          <a:noFill/>
          <a:ln w="15875">
            <a:solidFill>
              <a:srgbClr val="1A2340"/>
            </a:solidFill>
            <a:prstDash val="solid"/>
            <a:tailEnd type="triangle"/>
          </a:ln>
        </p:spPr>
      </p:sp>
      <p:sp>
        <p:nvSpPr>
          <p:cNvPr id="191" name="Text 189"/>
          <p:cNvSpPr/>
          <p:nvPr/>
        </p:nvSpPr>
        <p:spPr>
          <a:xfrm>
            <a:off x="1508760" y="1673352"/>
            <a:ext cx="17830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limit of proportionality</a:t>
            </a:r>
            <a:endParaRPr lang="en-US" sz="1050" dirty="0"/>
          </a:p>
        </p:txBody>
      </p:sp>
      <p:sp>
        <p:nvSpPr>
          <p:cNvPr id="192" name="Text 190"/>
          <p:cNvSpPr/>
          <p:nvPr/>
        </p:nvSpPr>
        <p:spPr>
          <a:xfrm>
            <a:off x="2423160" y="3977640"/>
            <a:ext cx="109728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linear</a:t>
            </a:r>
            <a:endParaRPr lang="en-US" sz="1100" dirty="0"/>
          </a:p>
        </p:txBody>
      </p:sp>
      <p:sp>
        <p:nvSpPr>
          <p:cNvPr id="193" name="Text 191"/>
          <p:cNvSpPr/>
          <p:nvPr/>
        </p:nvSpPr>
        <p:spPr>
          <a:xfrm>
            <a:off x="4398264" y="1911096"/>
            <a:ext cx="10972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spring: curves</a:t>
            </a:r>
            <a:endParaRPr lang="en-US" sz="1050" dirty="0"/>
          </a:p>
        </p:txBody>
      </p:sp>
      <p:sp>
        <p:nvSpPr>
          <p:cNvPr id="194" name="Text 192"/>
          <p:cNvSpPr/>
          <p:nvPr/>
        </p:nvSpPr>
        <p:spPr>
          <a:xfrm>
            <a:off x="4325112" y="3392424"/>
            <a:ext cx="100584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rubber band</a:t>
            </a:r>
            <a:endParaRPr lang="en-US" sz="1050" dirty="0"/>
          </a:p>
        </p:txBody>
      </p:sp>
      <p:sp>
        <p:nvSpPr>
          <p:cNvPr id="195" name="Shape 19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96" name="Text 19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Reading the graph</a:t>
            </a:r>
            <a:endParaRPr lang="en-US" sz="1300" dirty="0"/>
          </a:p>
        </p:txBody>
      </p:sp>
      <p:sp>
        <p:nvSpPr>
          <p:cNvPr id="197" name="Text 19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Linear:</a:t>
            </a:r>
            <a:r>
              <a:rPr lang="en-US" sz="1100" dirty="0">
                <a:solidFill>
                  <a:srgbClr val="262B3A"/>
                </a:solidFill>
                <a:latin typeface="Calibri" pitchFamily="34" charset="0"/>
                <a:ea typeface="Calibri" pitchFamily="34" charset="-122"/>
                <a:cs typeface="Calibri" pitchFamily="34" charset="-120"/>
              </a:rPr>
              <a:t> a straight line through the origin, so </a:t>
            </a:r>
            <a:r>
              <a:rPr lang="en-US" sz="1100" b="1" dirty="0">
                <a:solidFill>
                  <a:srgbClr val="262B3A"/>
                </a:solidFill>
                <a:latin typeface="Calibri" pitchFamily="34" charset="0"/>
                <a:ea typeface="Calibri" pitchFamily="34" charset="-122"/>
                <a:cs typeface="Calibri" pitchFamily="34" charset="-120"/>
              </a:rPr>
              <a:t>F ∝ x</a:t>
            </a:r>
            <a:r>
              <a:rPr lang="en-US" sz="1100" dirty="0">
                <a:solidFill>
                  <a:srgbClr val="262B3A"/>
                </a:solidFill>
                <a:latin typeface="Calibri" pitchFamily="34" charset="0"/>
                <a:ea typeface="Calibri" pitchFamily="34" charset="-122"/>
                <a:cs typeface="Calibri" pitchFamily="34" charset="-120"/>
              </a:rPr>
              <a:t>. Double the force → double the extension.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With force on the y-axis, the </a:t>
            </a:r>
            <a:r>
              <a:rPr lang="en-US" sz="1100" b="1" dirty="0">
                <a:solidFill>
                  <a:srgbClr val="262B3A"/>
                </a:solidFill>
                <a:latin typeface="Calibri" pitchFamily="34" charset="0"/>
                <a:ea typeface="Calibri" pitchFamily="34" charset="-122"/>
                <a:cs typeface="Calibri" pitchFamily="34" charset="-120"/>
              </a:rPr>
              <a:t>gradient = spring constant k</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Limit of proportionality:</a:t>
            </a:r>
            <a:r>
              <a:rPr lang="en-US" sz="1100" dirty="0">
                <a:solidFill>
                  <a:srgbClr val="262B3A"/>
                </a:solidFill>
                <a:latin typeface="Calibri" pitchFamily="34" charset="0"/>
                <a:ea typeface="Calibri" pitchFamily="34" charset="-122"/>
                <a:cs typeface="Calibri" pitchFamily="34" charset="-120"/>
              </a:rPr>
              <a:t> the point beyond which F and x are no longer proportional; the line curves.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Non-linear:</a:t>
            </a:r>
            <a:r>
              <a:rPr lang="en-US" sz="1100" dirty="0">
                <a:solidFill>
                  <a:srgbClr val="262B3A"/>
                </a:solidFill>
                <a:latin typeface="Calibri" pitchFamily="34" charset="0"/>
                <a:ea typeface="Calibri" pitchFamily="34" charset="-122"/>
                <a:cs typeface="Calibri" pitchFamily="34" charset="-120"/>
              </a:rPr>
              <a:t> equal force steps do not give equal extensions, so F = k × x does not apply. A rubber band is </a:t>
            </a:r>
            <a:r>
              <a:rPr lang="en-US" sz="1100" b="1" dirty="0">
                <a:solidFill>
                  <a:srgbClr val="262B3A"/>
                </a:solidFill>
                <a:latin typeface="Calibri" pitchFamily="34" charset="0"/>
                <a:ea typeface="Calibri" pitchFamily="34" charset="-122"/>
                <a:cs typeface="Calibri" pitchFamily="34" charset="-120"/>
              </a:rPr>
              <a:t>elastic but non-linear</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198" name="Shape 19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99" name="Text 19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k from the graph</a:t>
            </a:r>
            <a:endParaRPr lang="en-US" sz="1300" dirty="0"/>
          </a:p>
        </p:txBody>
      </p:sp>
      <p:sp>
        <p:nvSpPr>
          <p:cNvPr id="200" name="Text 19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Use the straight part of the spring line.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Read   </a:t>
            </a:r>
            <a:r>
              <a:rPr lang="en-US" sz="1100" dirty="0">
                <a:solidFill>
                  <a:srgbClr val="262B3A"/>
                </a:solidFill>
                <a:latin typeface="Calibri" pitchFamily="34" charset="0"/>
                <a:ea typeface="Calibri" pitchFamily="34" charset="-122"/>
                <a:cs typeface="Calibri" pitchFamily="34" charset="-120"/>
              </a:rPr>
              <a:t>at x = 0.10 m, F = 4.0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Equation   </a:t>
            </a:r>
            <a:r>
              <a:rPr lang="en-US" sz="1100" dirty="0">
                <a:solidFill>
                  <a:srgbClr val="262B3A"/>
                </a:solidFill>
                <a:latin typeface="Calibri" pitchFamily="34" charset="0"/>
                <a:ea typeface="Calibri" pitchFamily="34" charset="-122"/>
                <a:cs typeface="Calibri" pitchFamily="34" charset="-120"/>
              </a:rPr>
              <a:t>k = F ÷ x (= gradient)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k = 4.0 N ÷ 0.10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k = 40 N/m</a:t>
            </a:r>
            <a:endParaRPr lang="en-US" sz="1100" dirty="0"/>
          </a:p>
        </p:txBody>
      </p:sp>
      <p:sp>
        <p:nvSpPr>
          <p:cNvPr id="201" name="Shape 199"/>
          <p:cNvSpPr/>
          <p:nvPr/>
        </p:nvSpPr>
        <p:spPr>
          <a:xfrm>
            <a:off x="411480" y="5833872"/>
            <a:ext cx="11368735" cy="530352"/>
          </a:xfrm>
          <a:prstGeom prst="rect">
            <a:avLst/>
          </a:prstGeom>
          <a:solidFill>
            <a:srgbClr val="FFF4E0"/>
          </a:solidFill>
          <a:ln w="6350">
            <a:solidFill>
              <a:srgbClr val="F1D9A8"/>
            </a:solidFill>
            <a:prstDash val="solid"/>
          </a:ln>
        </p:spPr>
      </p:sp>
      <p:sp>
        <p:nvSpPr>
          <p:cNvPr id="202" name="Shape 200"/>
          <p:cNvSpPr/>
          <p:nvPr/>
        </p:nvSpPr>
        <p:spPr>
          <a:xfrm>
            <a:off x="411480" y="5833872"/>
            <a:ext cx="82296" cy="530352"/>
          </a:xfrm>
          <a:prstGeom prst="rect">
            <a:avLst/>
          </a:prstGeom>
          <a:solidFill>
            <a:srgbClr val="E39A2F"/>
          </a:solidFill>
          <a:ln w="12700">
            <a:solidFill>
              <a:srgbClr val="E39A2F"/>
            </a:solidFill>
            <a:prstDash val="solid"/>
          </a:ln>
        </p:spPr>
      </p:sp>
      <p:sp>
        <p:nvSpPr>
          <p:cNvPr id="203" name="Text 20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what force gives an extension of 0.05 m on the spring? What is the force at its limit of proportionality?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P6.3.3–P6.3.5 • F = k × x and force–extension graphs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force of </a:t>
            </a:r>
            <a:r>
              <a:rPr lang="en-US" sz="1250" b="1" dirty="0">
                <a:solidFill>
                  <a:srgbClr val="262B3A"/>
                </a:solidFill>
                <a:latin typeface="Calibri" pitchFamily="34" charset="0"/>
                <a:ea typeface="Calibri" pitchFamily="34" charset="-122"/>
                <a:cs typeface="Calibri" pitchFamily="34" charset="-120"/>
              </a:rPr>
              <a:t>6.0 N</a:t>
            </a:r>
            <a:r>
              <a:rPr lang="en-US" sz="1250" dirty="0">
                <a:solidFill>
                  <a:srgbClr val="262B3A"/>
                </a:solidFill>
                <a:latin typeface="Calibri" pitchFamily="34" charset="0"/>
                <a:ea typeface="Calibri" pitchFamily="34" charset="-122"/>
                <a:cs typeface="Calibri" pitchFamily="34" charset="-120"/>
              </a:rPr>
              <a:t> stretches a spring by </a:t>
            </a:r>
            <a:r>
              <a:rPr lang="en-US" sz="1250" b="1" dirty="0">
                <a:solidFill>
                  <a:srgbClr val="262B3A"/>
                </a:solidFill>
                <a:latin typeface="Calibri" pitchFamily="34" charset="0"/>
                <a:ea typeface="Calibri" pitchFamily="34" charset="-122"/>
                <a:cs typeface="Calibri" pitchFamily="34" charset="-120"/>
              </a:rPr>
              <a:t>15 cm</a:t>
            </a:r>
            <a:r>
              <a:rPr lang="en-US" sz="1250" dirty="0">
                <a:solidFill>
                  <a:srgbClr val="262B3A"/>
                </a:solidFill>
                <a:latin typeface="Calibri" pitchFamily="34" charset="0"/>
                <a:ea typeface="Calibri" pitchFamily="34" charset="-122"/>
                <a:cs typeface="Calibri" pitchFamily="34" charset="-120"/>
              </a:rPr>
              <a:t>. Calculate the spring constant. Give the unit.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a force–extension graph shows that a spring is </a:t>
            </a:r>
            <a:r>
              <a:rPr lang="en-US" sz="1250" b="1" dirty="0">
                <a:solidFill>
                  <a:srgbClr val="262B3A"/>
                </a:solidFill>
                <a:latin typeface="Calibri" pitchFamily="34" charset="0"/>
                <a:ea typeface="Calibri" pitchFamily="34" charset="-122"/>
                <a:cs typeface="Calibri" pitchFamily="34" charset="-120"/>
              </a:rPr>
              <a:t>linear</a:t>
            </a:r>
            <a:r>
              <a:rPr lang="en-US" sz="1250" dirty="0">
                <a:solidFill>
                  <a:srgbClr val="262B3A"/>
                </a:solidFill>
                <a:latin typeface="Calibri" pitchFamily="34" charset="0"/>
                <a:ea typeface="Calibri" pitchFamily="34" charset="-122"/>
                <a:cs typeface="Calibri" pitchFamily="34" charset="-120"/>
              </a:rPr>
              <a:t>, and how you would find the </a:t>
            </a:r>
            <a:r>
              <a:rPr lang="en-US" sz="1250" b="1" dirty="0">
                <a:solidFill>
                  <a:srgbClr val="262B3A"/>
                </a:solidFill>
                <a:latin typeface="Calibri" pitchFamily="34" charset="0"/>
                <a:ea typeface="Calibri" pitchFamily="34" charset="-122"/>
                <a:cs typeface="Calibri" pitchFamily="34" charset="-120"/>
              </a:rPr>
              <a:t>limit of proportionality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spring has a spring constant of </a:t>
            </a:r>
            <a:r>
              <a:rPr lang="en-US" sz="1250" b="1" dirty="0">
                <a:solidFill>
                  <a:srgbClr val="262B3A"/>
                </a:solidFill>
                <a:latin typeface="Calibri" pitchFamily="34" charset="0"/>
                <a:ea typeface="Calibri" pitchFamily="34" charset="-122"/>
                <a:cs typeface="Calibri" pitchFamily="34" charset="-120"/>
              </a:rPr>
              <a:t>50 N/m</a:t>
            </a:r>
            <a:r>
              <a:rPr lang="en-US" sz="1250" dirty="0">
                <a:solidFill>
                  <a:srgbClr val="262B3A"/>
                </a:solidFill>
                <a:latin typeface="Calibri" pitchFamily="34" charset="0"/>
                <a:ea typeface="Calibri" pitchFamily="34" charset="-122"/>
                <a:cs typeface="Calibri" pitchFamily="34" charset="-120"/>
              </a:rPr>
              <a:t>. Calculate its extension when a </a:t>
            </a:r>
            <a:r>
              <a:rPr lang="en-US" sz="1250" b="1" dirty="0">
                <a:solidFill>
                  <a:srgbClr val="262B3A"/>
                </a:solidFill>
                <a:latin typeface="Calibri" pitchFamily="34" charset="0"/>
                <a:ea typeface="Calibri" pitchFamily="34" charset="-122"/>
                <a:cs typeface="Calibri" pitchFamily="34" charset="-120"/>
              </a:rPr>
              <a:t>2.0 N</a:t>
            </a:r>
            <a:r>
              <a:rPr lang="en-US" sz="1250" dirty="0">
                <a:solidFill>
                  <a:srgbClr val="262B3A"/>
                </a:solidFill>
                <a:latin typeface="Calibri" pitchFamily="34" charset="0"/>
                <a:ea typeface="Calibri" pitchFamily="34" charset="-122"/>
                <a:cs typeface="Calibri" pitchFamily="34" charset="-120"/>
              </a:rPr>
              <a:t> force is applied. Give your answer in cm.</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Work done in stretching a spring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P6.3.6, P6.3.7 • energy stored = area under the force–extension graph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P6.3.6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shaded area = work done = energy stored (k = 40 N/m)</a:t>
            </a:r>
            <a:endParaRPr lang="en-US" sz="1000" dirty="0"/>
          </a:p>
        </p:txBody>
      </p:sp>
      <p:sp>
        <p:nvSpPr>
          <p:cNvPr id="10" name="Shape 8"/>
          <p:cNvSpPr/>
          <p:nvPr/>
        </p:nvSpPr>
        <p:spPr>
          <a:xfrm>
            <a:off x="1325880" y="1417320"/>
            <a:ext cx="4389120" cy="3291840"/>
          </a:xfrm>
          <a:prstGeom prst="rect">
            <a:avLst/>
          </a:prstGeom>
          <a:solidFill>
            <a:srgbClr val="FFFFFF"/>
          </a:solidFill>
          <a:ln/>
        </p:spPr>
      </p:sp>
      <p:sp>
        <p:nvSpPr>
          <p:cNvPr id="11" name="Shape 9"/>
          <p:cNvSpPr/>
          <p:nvPr/>
        </p:nvSpPr>
        <p:spPr>
          <a:xfrm>
            <a:off x="1325880" y="1417320"/>
            <a:ext cx="91" cy="3291840"/>
          </a:xfrm>
          <a:prstGeom prst="line">
            <a:avLst/>
          </a:prstGeom>
          <a:noFill/>
          <a:ln w="6350">
            <a:solidFill>
              <a:srgbClr val="C9D3E6"/>
            </a:solidFill>
            <a:prstDash val="solid"/>
          </a:ln>
        </p:spPr>
      </p:sp>
      <p:sp>
        <p:nvSpPr>
          <p:cNvPr id="12" name="Shape 10"/>
          <p:cNvSpPr/>
          <p:nvPr/>
        </p:nvSpPr>
        <p:spPr>
          <a:xfrm>
            <a:off x="1545336" y="1417320"/>
            <a:ext cx="91" cy="3291840"/>
          </a:xfrm>
          <a:prstGeom prst="line">
            <a:avLst/>
          </a:prstGeom>
          <a:noFill/>
          <a:ln w="6350">
            <a:solidFill>
              <a:srgbClr val="E6EBF4"/>
            </a:solidFill>
            <a:prstDash val="solid"/>
          </a:ln>
        </p:spPr>
      </p:sp>
      <p:sp>
        <p:nvSpPr>
          <p:cNvPr id="13" name="Shape 11"/>
          <p:cNvSpPr/>
          <p:nvPr/>
        </p:nvSpPr>
        <p:spPr>
          <a:xfrm>
            <a:off x="1764792" y="1417320"/>
            <a:ext cx="91" cy="3291840"/>
          </a:xfrm>
          <a:prstGeom prst="line">
            <a:avLst/>
          </a:prstGeom>
          <a:noFill/>
          <a:ln w="6350">
            <a:solidFill>
              <a:srgbClr val="E6EBF4"/>
            </a:solidFill>
            <a:prstDash val="solid"/>
          </a:ln>
        </p:spPr>
      </p:sp>
      <p:sp>
        <p:nvSpPr>
          <p:cNvPr id="14" name="Shape 12"/>
          <p:cNvSpPr/>
          <p:nvPr/>
        </p:nvSpPr>
        <p:spPr>
          <a:xfrm>
            <a:off x="1984248" y="1417320"/>
            <a:ext cx="91" cy="3291840"/>
          </a:xfrm>
          <a:prstGeom prst="line">
            <a:avLst/>
          </a:prstGeom>
          <a:noFill/>
          <a:ln w="6350">
            <a:solidFill>
              <a:srgbClr val="E6EBF4"/>
            </a:solidFill>
            <a:prstDash val="solid"/>
          </a:ln>
        </p:spPr>
      </p:sp>
      <p:sp>
        <p:nvSpPr>
          <p:cNvPr id="15" name="Shape 13"/>
          <p:cNvSpPr/>
          <p:nvPr/>
        </p:nvSpPr>
        <p:spPr>
          <a:xfrm>
            <a:off x="2203704" y="1417320"/>
            <a:ext cx="91" cy="3291840"/>
          </a:xfrm>
          <a:prstGeom prst="line">
            <a:avLst/>
          </a:prstGeom>
          <a:noFill/>
          <a:ln w="6350">
            <a:solidFill>
              <a:srgbClr val="E6EBF4"/>
            </a:solidFill>
            <a:prstDash val="solid"/>
          </a:ln>
        </p:spPr>
      </p:sp>
      <p:sp>
        <p:nvSpPr>
          <p:cNvPr id="16" name="Shape 14"/>
          <p:cNvSpPr/>
          <p:nvPr/>
        </p:nvSpPr>
        <p:spPr>
          <a:xfrm>
            <a:off x="2423160" y="1417320"/>
            <a:ext cx="91" cy="3291840"/>
          </a:xfrm>
          <a:prstGeom prst="line">
            <a:avLst/>
          </a:prstGeom>
          <a:noFill/>
          <a:ln w="6350">
            <a:solidFill>
              <a:srgbClr val="C9D3E6"/>
            </a:solidFill>
            <a:prstDash val="solid"/>
          </a:ln>
        </p:spPr>
      </p:sp>
      <p:sp>
        <p:nvSpPr>
          <p:cNvPr id="17" name="Shape 15"/>
          <p:cNvSpPr/>
          <p:nvPr/>
        </p:nvSpPr>
        <p:spPr>
          <a:xfrm>
            <a:off x="2642616" y="1417320"/>
            <a:ext cx="91" cy="3291840"/>
          </a:xfrm>
          <a:prstGeom prst="line">
            <a:avLst/>
          </a:prstGeom>
          <a:noFill/>
          <a:ln w="6350">
            <a:solidFill>
              <a:srgbClr val="E6EBF4"/>
            </a:solidFill>
            <a:prstDash val="solid"/>
          </a:ln>
        </p:spPr>
      </p:sp>
      <p:sp>
        <p:nvSpPr>
          <p:cNvPr id="18" name="Shape 16"/>
          <p:cNvSpPr/>
          <p:nvPr/>
        </p:nvSpPr>
        <p:spPr>
          <a:xfrm>
            <a:off x="2862072" y="1417320"/>
            <a:ext cx="91" cy="3291840"/>
          </a:xfrm>
          <a:prstGeom prst="line">
            <a:avLst/>
          </a:prstGeom>
          <a:noFill/>
          <a:ln w="6350">
            <a:solidFill>
              <a:srgbClr val="E6EBF4"/>
            </a:solidFill>
            <a:prstDash val="solid"/>
          </a:ln>
        </p:spPr>
      </p:sp>
      <p:sp>
        <p:nvSpPr>
          <p:cNvPr id="19" name="Shape 17"/>
          <p:cNvSpPr/>
          <p:nvPr/>
        </p:nvSpPr>
        <p:spPr>
          <a:xfrm>
            <a:off x="3081528" y="1417320"/>
            <a:ext cx="91" cy="3291840"/>
          </a:xfrm>
          <a:prstGeom prst="line">
            <a:avLst/>
          </a:prstGeom>
          <a:noFill/>
          <a:ln w="6350">
            <a:solidFill>
              <a:srgbClr val="E6EBF4"/>
            </a:solidFill>
            <a:prstDash val="solid"/>
          </a:ln>
        </p:spPr>
      </p:sp>
      <p:sp>
        <p:nvSpPr>
          <p:cNvPr id="20" name="Shape 18"/>
          <p:cNvSpPr/>
          <p:nvPr/>
        </p:nvSpPr>
        <p:spPr>
          <a:xfrm>
            <a:off x="3300984" y="1417320"/>
            <a:ext cx="91" cy="3291840"/>
          </a:xfrm>
          <a:prstGeom prst="line">
            <a:avLst/>
          </a:prstGeom>
          <a:noFill/>
          <a:ln w="6350">
            <a:solidFill>
              <a:srgbClr val="E6EBF4"/>
            </a:solidFill>
            <a:prstDash val="solid"/>
          </a:ln>
        </p:spPr>
      </p:sp>
      <p:sp>
        <p:nvSpPr>
          <p:cNvPr id="21" name="Shape 19"/>
          <p:cNvSpPr/>
          <p:nvPr/>
        </p:nvSpPr>
        <p:spPr>
          <a:xfrm>
            <a:off x="3520440" y="1417320"/>
            <a:ext cx="91" cy="3291840"/>
          </a:xfrm>
          <a:prstGeom prst="line">
            <a:avLst/>
          </a:prstGeom>
          <a:noFill/>
          <a:ln w="6350">
            <a:solidFill>
              <a:srgbClr val="C9D3E6"/>
            </a:solidFill>
            <a:prstDash val="solid"/>
          </a:ln>
        </p:spPr>
      </p:sp>
      <p:sp>
        <p:nvSpPr>
          <p:cNvPr id="22" name="Shape 20"/>
          <p:cNvSpPr/>
          <p:nvPr/>
        </p:nvSpPr>
        <p:spPr>
          <a:xfrm>
            <a:off x="3739896" y="1417320"/>
            <a:ext cx="91" cy="3291840"/>
          </a:xfrm>
          <a:prstGeom prst="line">
            <a:avLst/>
          </a:prstGeom>
          <a:noFill/>
          <a:ln w="6350">
            <a:solidFill>
              <a:srgbClr val="E6EBF4"/>
            </a:solidFill>
            <a:prstDash val="solid"/>
          </a:ln>
        </p:spPr>
      </p:sp>
      <p:sp>
        <p:nvSpPr>
          <p:cNvPr id="23" name="Shape 21"/>
          <p:cNvSpPr/>
          <p:nvPr/>
        </p:nvSpPr>
        <p:spPr>
          <a:xfrm>
            <a:off x="3959352" y="1417320"/>
            <a:ext cx="91" cy="3291840"/>
          </a:xfrm>
          <a:prstGeom prst="line">
            <a:avLst/>
          </a:prstGeom>
          <a:noFill/>
          <a:ln w="6350">
            <a:solidFill>
              <a:srgbClr val="E6EBF4"/>
            </a:solidFill>
            <a:prstDash val="solid"/>
          </a:ln>
        </p:spPr>
      </p:sp>
      <p:sp>
        <p:nvSpPr>
          <p:cNvPr id="24" name="Shape 22"/>
          <p:cNvSpPr/>
          <p:nvPr/>
        </p:nvSpPr>
        <p:spPr>
          <a:xfrm>
            <a:off x="4178808" y="1417320"/>
            <a:ext cx="91" cy="3291840"/>
          </a:xfrm>
          <a:prstGeom prst="line">
            <a:avLst/>
          </a:prstGeom>
          <a:noFill/>
          <a:ln w="6350">
            <a:solidFill>
              <a:srgbClr val="E6EBF4"/>
            </a:solidFill>
            <a:prstDash val="solid"/>
          </a:ln>
        </p:spPr>
      </p:sp>
      <p:sp>
        <p:nvSpPr>
          <p:cNvPr id="25" name="Shape 23"/>
          <p:cNvSpPr/>
          <p:nvPr/>
        </p:nvSpPr>
        <p:spPr>
          <a:xfrm>
            <a:off x="4398264" y="1417320"/>
            <a:ext cx="91" cy="3291840"/>
          </a:xfrm>
          <a:prstGeom prst="line">
            <a:avLst/>
          </a:prstGeom>
          <a:noFill/>
          <a:ln w="6350">
            <a:solidFill>
              <a:srgbClr val="E6EBF4"/>
            </a:solidFill>
            <a:prstDash val="solid"/>
          </a:ln>
        </p:spPr>
      </p:sp>
      <p:sp>
        <p:nvSpPr>
          <p:cNvPr id="26" name="Shape 24"/>
          <p:cNvSpPr/>
          <p:nvPr/>
        </p:nvSpPr>
        <p:spPr>
          <a:xfrm>
            <a:off x="4617720" y="1417320"/>
            <a:ext cx="91" cy="3291840"/>
          </a:xfrm>
          <a:prstGeom prst="line">
            <a:avLst/>
          </a:prstGeom>
          <a:noFill/>
          <a:ln w="6350">
            <a:solidFill>
              <a:srgbClr val="C9D3E6"/>
            </a:solidFill>
            <a:prstDash val="solid"/>
          </a:ln>
        </p:spPr>
      </p:sp>
      <p:sp>
        <p:nvSpPr>
          <p:cNvPr id="27" name="Shape 25"/>
          <p:cNvSpPr/>
          <p:nvPr/>
        </p:nvSpPr>
        <p:spPr>
          <a:xfrm>
            <a:off x="4837176" y="1417320"/>
            <a:ext cx="91" cy="3291840"/>
          </a:xfrm>
          <a:prstGeom prst="line">
            <a:avLst/>
          </a:prstGeom>
          <a:noFill/>
          <a:ln w="6350">
            <a:solidFill>
              <a:srgbClr val="E6EBF4"/>
            </a:solidFill>
            <a:prstDash val="solid"/>
          </a:ln>
        </p:spPr>
      </p:sp>
      <p:sp>
        <p:nvSpPr>
          <p:cNvPr id="28" name="Shape 26"/>
          <p:cNvSpPr/>
          <p:nvPr/>
        </p:nvSpPr>
        <p:spPr>
          <a:xfrm>
            <a:off x="5056632" y="1417320"/>
            <a:ext cx="91" cy="3291840"/>
          </a:xfrm>
          <a:prstGeom prst="line">
            <a:avLst/>
          </a:prstGeom>
          <a:noFill/>
          <a:ln w="6350">
            <a:solidFill>
              <a:srgbClr val="E6EBF4"/>
            </a:solidFill>
            <a:prstDash val="solid"/>
          </a:ln>
        </p:spPr>
      </p:sp>
      <p:sp>
        <p:nvSpPr>
          <p:cNvPr id="29" name="Shape 27"/>
          <p:cNvSpPr/>
          <p:nvPr/>
        </p:nvSpPr>
        <p:spPr>
          <a:xfrm>
            <a:off x="5276088" y="1417320"/>
            <a:ext cx="91" cy="3291840"/>
          </a:xfrm>
          <a:prstGeom prst="line">
            <a:avLst/>
          </a:prstGeom>
          <a:noFill/>
          <a:ln w="6350">
            <a:solidFill>
              <a:srgbClr val="E6EBF4"/>
            </a:solidFill>
            <a:prstDash val="solid"/>
          </a:ln>
        </p:spPr>
      </p:sp>
      <p:sp>
        <p:nvSpPr>
          <p:cNvPr id="30" name="Shape 28"/>
          <p:cNvSpPr/>
          <p:nvPr/>
        </p:nvSpPr>
        <p:spPr>
          <a:xfrm>
            <a:off x="5495544" y="1417320"/>
            <a:ext cx="91" cy="3291840"/>
          </a:xfrm>
          <a:prstGeom prst="line">
            <a:avLst/>
          </a:prstGeom>
          <a:noFill/>
          <a:ln w="6350">
            <a:solidFill>
              <a:srgbClr val="E6EBF4"/>
            </a:solidFill>
            <a:prstDash val="solid"/>
          </a:ln>
        </p:spPr>
      </p:sp>
      <p:sp>
        <p:nvSpPr>
          <p:cNvPr id="31" name="Shape 29"/>
          <p:cNvSpPr/>
          <p:nvPr/>
        </p:nvSpPr>
        <p:spPr>
          <a:xfrm>
            <a:off x="5715000" y="1417320"/>
            <a:ext cx="91" cy="3291840"/>
          </a:xfrm>
          <a:prstGeom prst="line">
            <a:avLst/>
          </a:prstGeom>
          <a:noFill/>
          <a:ln w="6350">
            <a:solidFill>
              <a:srgbClr val="C9D3E6"/>
            </a:solidFill>
            <a:prstDash val="solid"/>
          </a:ln>
        </p:spPr>
      </p:sp>
      <p:sp>
        <p:nvSpPr>
          <p:cNvPr id="32" name="Shape 30"/>
          <p:cNvSpPr/>
          <p:nvPr/>
        </p:nvSpPr>
        <p:spPr>
          <a:xfrm>
            <a:off x="1325880" y="4709160"/>
            <a:ext cx="4389120" cy="91"/>
          </a:xfrm>
          <a:prstGeom prst="line">
            <a:avLst/>
          </a:prstGeom>
          <a:noFill/>
          <a:ln w="6350">
            <a:solidFill>
              <a:srgbClr val="C9D3E6"/>
            </a:solidFill>
            <a:prstDash val="solid"/>
          </a:ln>
        </p:spPr>
      </p:sp>
      <p:sp>
        <p:nvSpPr>
          <p:cNvPr id="33" name="Shape 31"/>
          <p:cNvSpPr/>
          <p:nvPr/>
        </p:nvSpPr>
        <p:spPr>
          <a:xfrm>
            <a:off x="1325880" y="4626864"/>
            <a:ext cx="4389120" cy="91"/>
          </a:xfrm>
          <a:prstGeom prst="line">
            <a:avLst/>
          </a:prstGeom>
          <a:noFill/>
          <a:ln w="6350">
            <a:solidFill>
              <a:srgbClr val="E6EBF4"/>
            </a:solidFill>
            <a:prstDash val="solid"/>
          </a:ln>
        </p:spPr>
      </p:sp>
      <p:sp>
        <p:nvSpPr>
          <p:cNvPr id="34" name="Shape 32"/>
          <p:cNvSpPr/>
          <p:nvPr/>
        </p:nvSpPr>
        <p:spPr>
          <a:xfrm>
            <a:off x="1325880" y="4544568"/>
            <a:ext cx="4389120" cy="91"/>
          </a:xfrm>
          <a:prstGeom prst="line">
            <a:avLst/>
          </a:prstGeom>
          <a:noFill/>
          <a:ln w="6350">
            <a:solidFill>
              <a:srgbClr val="E6EBF4"/>
            </a:solidFill>
            <a:prstDash val="solid"/>
          </a:ln>
        </p:spPr>
      </p:sp>
      <p:sp>
        <p:nvSpPr>
          <p:cNvPr id="35" name="Shape 33"/>
          <p:cNvSpPr/>
          <p:nvPr/>
        </p:nvSpPr>
        <p:spPr>
          <a:xfrm>
            <a:off x="1325880" y="4462272"/>
            <a:ext cx="4389120" cy="91"/>
          </a:xfrm>
          <a:prstGeom prst="line">
            <a:avLst/>
          </a:prstGeom>
          <a:noFill/>
          <a:ln w="6350">
            <a:solidFill>
              <a:srgbClr val="E6EBF4"/>
            </a:solidFill>
            <a:prstDash val="solid"/>
          </a:ln>
        </p:spPr>
      </p:sp>
      <p:sp>
        <p:nvSpPr>
          <p:cNvPr id="36" name="Shape 34"/>
          <p:cNvSpPr/>
          <p:nvPr/>
        </p:nvSpPr>
        <p:spPr>
          <a:xfrm>
            <a:off x="1325880" y="4379976"/>
            <a:ext cx="4389120" cy="91"/>
          </a:xfrm>
          <a:prstGeom prst="line">
            <a:avLst/>
          </a:prstGeom>
          <a:noFill/>
          <a:ln w="6350">
            <a:solidFill>
              <a:srgbClr val="E6EBF4"/>
            </a:solidFill>
            <a:prstDash val="solid"/>
          </a:ln>
        </p:spPr>
      </p:sp>
      <p:sp>
        <p:nvSpPr>
          <p:cNvPr id="37" name="Shape 35"/>
          <p:cNvSpPr/>
          <p:nvPr/>
        </p:nvSpPr>
        <p:spPr>
          <a:xfrm>
            <a:off x="1325880" y="4297680"/>
            <a:ext cx="4389120" cy="91"/>
          </a:xfrm>
          <a:prstGeom prst="line">
            <a:avLst/>
          </a:prstGeom>
          <a:noFill/>
          <a:ln w="6350">
            <a:solidFill>
              <a:srgbClr val="C9D3E6"/>
            </a:solidFill>
            <a:prstDash val="solid"/>
          </a:ln>
        </p:spPr>
      </p:sp>
      <p:sp>
        <p:nvSpPr>
          <p:cNvPr id="38" name="Shape 36"/>
          <p:cNvSpPr/>
          <p:nvPr/>
        </p:nvSpPr>
        <p:spPr>
          <a:xfrm>
            <a:off x="1325880" y="4215384"/>
            <a:ext cx="4389120" cy="91"/>
          </a:xfrm>
          <a:prstGeom prst="line">
            <a:avLst/>
          </a:prstGeom>
          <a:noFill/>
          <a:ln w="6350">
            <a:solidFill>
              <a:srgbClr val="E6EBF4"/>
            </a:solidFill>
            <a:prstDash val="solid"/>
          </a:ln>
        </p:spPr>
      </p:sp>
      <p:sp>
        <p:nvSpPr>
          <p:cNvPr id="39" name="Shape 37"/>
          <p:cNvSpPr/>
          <p:nvPr/>
        </p:nvSpPr>
        <p:spPr>
          <a:xfrm>
            <a:off x="1325880" y="4133088"/>
            <a:ext cx="4389120" cy="91"/>
          </a:xfrm>
          <a:prstGeom prst="line">
            <a:avLst/>
          </a:prstGeom>
          <a:noFill/>
          <a:ln w="6350">
            <a:solidFill>
              <a:srgbClr val="E6EBF4"/>
            </a:solidFill>
            <a:prstDash val="solid"/>
          </a:ln>
        </p:spPr>
      </p:sp>
      <p:sp>
        <p:nvSpPr>
          <p:cNvPr id="40" name="Shape 38"/>
          <p:cNvSpPr/>
          <p:nvPr/>
        </p:nvSpPr>
        <p:spPr>
          <a:xfrm>
            <a:off x="1325880" y="4050792"/>
            <a:ext cx="4389120" cy="91"/>
          </a:xfrm>
          <a:prstGeom prst="line">
            <a:avLst/>
          </a:prstGeom>
          <a:noFill/>
          <a:ln w="6350">
            <a:solidFill>
              <a:srgbClr val="E6EBF4"/>
            </a:solidFill>
            <a:prstDash val="solid"/>
          </a:ln>
        </p:spPr>
      </p:sp>
      <p:sp>
        <p:nvSpPr>
          <p:cNvPr id="41" name="Shape 39"/>
          <p:cNvSpPr/>
          <p:nvPr/>
        </p:nvSpPr>
        <p:spPr>
          <a:xfrm>
            <a:off x="1325880" y="3968496"/>
            <a:ext cx="4389120" cy="91"/>
          </a:xfrm>
          <a:prstGeom prst="line">
            <a:avLst/>
          </a:prstGeom>
          <a:noFill/>
          <a:ln w="6350">
            <a:solidFill>
              <a:srgbClr val="E6EBF4"/>
            </a:solidFill>
            <a:prstDash val="solid"/>
          </a:ln>
        </p:spPr>
      </p:sp>
      <p:sp>
        <p:nvSpPr>
          <p:cNvPr id="42" name="Shape 40"/>
          <p:cNvSpPr/>
          <p:nvPr/>
        </p:nvSpPr>
        <p:spPr>
          <a:xfrm>
            <a:off x="1325880" y="3886200"/>
            <a:ext cx="4389120" cy="91"/>
          </a:xfrm>
          <a:prstGeom prst="line">
            <a:avLst/>
          </a:prstGeom>
          <a:noFill/>
          <a:ln w="6350">
            <a:solidFill>
              <a:srgbClr val="C9D3E6"/>
            </a:solidFill>
            <a:prstDash val="solid"/>
          </a:ln>
        </p:spPr>
      </p:sp>
      <p:sp>
        <p:nvSpPr>
          <p:cNvPr id="43" name="Shape 41"/>
          <p:cNvSpPr/>
          <p:nvPr/>
        </p:nvSpPr>
        <p:spPr>
          <a:xfrm>
            <a:off x="1325880" y="3803904"/>
            <a:ext cx="4389120" cy="91"/>
          </a:xfrm>
          <a:prstGeom prst="line">
            <a:avLst/>
          </a:prstGeom>
          <a:noFill/>
          <a:ln w="6350">
            <a:solidFill>
              <a:srgbClr val="E6EBF4"/>
            </a:solidFill>
            <a:prstDash val="solid"/>
          </a:ln>
        </p:spPr>
      </p:sp>
      <p:sp>
        <p:nvSpPr>
          <p:cNvPr id="44" name="Shape 42"/>
          <p:cNvSpPr/>
          <p:nvPr/>
        </p:nvSpPr>
        <p:spPr>
          <a:xfrm>
            <a:off x="1325880" y="3721608"/>
            <a:ext cx="4389120" cy="91"/>
          </a:xfrm>
          <a:prstGeom prst="line">
            <a:avLst/>
          </a:prstGeom>
          <a:noFill/>
          <a:ln w="6350">
            <a:solidFill>
              <a:srgbClr val="E6EBF4"/>
            </a:solidFill>
            <a:prstDash val="solid"/>
          </a:ln>
        </p:spPr>
      </p:sp>
      <p:sp>
        <p:nvSpPr>
          <p:cNvPr id="45" name="Shape 43"/>
          <p:cNvSpPr/>
          <p:nvPr/>
        </p:nvSpPr>
        <p:spPr>
          <a:xfrm>
            <a:off x="1325880" y="3639312"/>
            <a:ext cx="4389120" cy="91"/>
          </a:xfrm>
          <a:prstGeom prst="line">
            <a:avLst/>
          </a:prstGeom>
          <a:noFill/>
          <a:ln w="6350">
            <a:solidFill>
              <a:srgbClr val="E6EBF4"/>
            </a:solidFill>
            <a:prstDash val="solid"/>
          </a:ln>
        </p:spPr>
      </p:sp>
      <p:sp>
        <p:nvSpPr>
          <p:cNvPr id="46" name="Shape 44"/>
          <p:cNvSpPr/>
          <p:nvPr/>
        </p:nvSpPr>
        <p:spPr>
          <a:xfrm>
            <a:off x="1325880" y="3557016"/>
            <a:ext cx="4389120" cy="91"/>
          </a:xfrm>
          <a:prstGeom prst="line">
            <a:avLst/>
          </a:prstGeom>
          <a:noFill/>
          <a:ln w="6350">
            <a:solidFill>
              <a:srgbClr val="E6EBF4"/>
            </a:solidFill>
            <a:prstDash val="solid"/>
          </a:ln>
        </p:spPr>
      </p:sp>
      <p:sp>
        <p:nvSpPr>
          <p:cNvPr id="47" name="Shape 45"/>
          <p:cNvSpPr/>
          <p:nvPr/>
        </p:nvSpPr>
        <p:spPr>
          <a:xfrm>
            <a:off x="1325880" y="3474720"/>
            <a:ext cx="4389120" cy="91"/>
          </a:xfrm>
          <a:prstGeom prst="line">
            <a:avLst/>
          </a:prstGeom>
          <a:noFill/>
          <a:ln w="6350">
            <a:solidFill>
              <a:srgbClr val="C9D3E6"/>
            </a:solidFill>
            <a:prstDash val="solid"/>
          </a:ln>
        </p:spPr>
      </p:sp>
      <p:sp>
        <p:nvSpPr>
          <p:cNvPr id="48" name="Shape 46"/>
          <p:cNvSpPr/>
          <p:nvPr/>
        </p:nvSpPr>
        <p:spPr>
          <a:xfrm>
            <a:off x="1325880" y="3392424"/>
            <a:ext cx="4389120" cy="91"/>
          </a:xfrm>
          <a:prstGeom prst="line">
            <a:avLst/>
          </a:prstGeom>
          <a:noFill/>
          <a:ln w="6350">
            <a:solidFill>
              <a:srgbClr val="E6EBF4"/>
            </a:solidFill>
            <a:prstDash val="solid"/>
          </a:ln>
        </p:spPr>
      </p:sp>
      <p:sp>
        <p:nvSpPr>
          <p:cNvPr id="49" name="Shape 47"/>
          <p:cNvSpPr/>
          <p:nvPr/>
        </p:nvSpPr>
        <p:spPr>
          <a:xfrm>
            <a:off x="1325880" y="3310128"/>
            <a:ext cx="4389120" cy="91"/>
          </a:xfrm>
          <a:prstGeom prst="line">
            <a:avLst/>
          </a:prstGeom>
          <a:noFill/>
          <a:ln w="6350">
            <a:solidFill>
              <a:srgbClr val="E6EBF4"/>
            </a:solidFill>
            <a:prstDash val="solid"/>
          </a:ln>
        </p:spPr>
      </p:sp>
      <p:sp>
        <p:nvSpPr>
          <p:cNvPr id="50" name="Shape 48"/>
          <p:cNvSpPr/>
          <p:nvPr/>
        </p:nvSpPr>
        <p:spPr>
          <a:xfrm>
            <a:off x="1325880" y="3227832"/>
            <a:ext cx="4389120" cy="91"/>
          </a:xfrm>
          <a:prstGeom prst="line">
            <a:avLst/>
          </a:prstGeom>
          <a:noFill/>
          <a:ln w="6350">
            <a:solidFill>
              <a:srgbClr val="E6EBF4"/>
            </a:solidFill>
            <a:prstDash val="solid"/>
          </a:ln>
        </p:spPr>
      </p:sp>
      <p:sp>
        <p:nvSpPr>
          <p:cNvPr id="51" name="Shape 49"/>
          <p:cNvSpPr/>
          <p:nvPr/>
        </p:nvSpPr>
        <p:spPr>
          <a:xfrm>
            <a:off x="1325880" y="3145536"/>
            <a:ext cx="4389120" cy="91"/>
          </a:xfrm>
          <a:prstGeom prst="line">
            <a:avLst/>
          </a:prstGeom>
          <a:noFill/>
          <a:ln w="6350">
            <a:solidFill>
              <a:srgbClr val="E6EBF4"/>
            </a:solidFill>
            <a:prstDash val="solid"/>
          </a:ln>
        </p:spPr>
      </p:sp>
      <p:sp>
        <p:nvSpPr>
          <p:cNvPr id="52" name="Shape 50"/>
          <p:cNvSpPr/>
          <p:nvPr/>
        </p:nvSpPr>
        <p:spPr>
          <a:xfrm>
            <a:off x="1325880" y="3063240"/>
            <a:ext cx="4389120" cy="91"/>
          </a:xfrm>
          <a:prstGeom prst="line">
            <a:avLst/>
          </a:prstGeom>
          <a:noFill/>
          <a:ln w="6350">
            <a:solidFill>
              <a:srgbClr val="C9D3E6"/>
            </a:solidFill>
            <a:prstDash val="solid"/>
          </a:ln>
        </p:spPr>
      </p:sp>
      <p:sp>
        <p:nvSpPr>
          <p:cNvPr id="53" name="Shape 51"/>
          <p:cNvSpPr/>
          <p:nvPr/>
        </p:nvSpPr>
        <p:spPr>
          <a:xfrm>
            <a:off x="1325880" y="2980944"/>
            <a:ext cx="4389120" cy="91"/>
          </a:xfrm>
          <a:prstGeom prst="line">
            <a:avLst/>
          </a:prstGeom>
          <a:noFill/>
          <a:ln w="6350">
            <a:solidFill>
              <a:srgbClr val="E6EBF4"/>
            </a:solidFill>
            <a:prstDash val="solid"/>
          </a:ln>
        </p:spPr>
      </p:sp>
      <p:sp>
        <p:nvSpPr>
          <p:cNvPr id="54" name="Shape 52"/>
          <p:cNvSpPr/>
          <p:nvPr/>
        </p:nvSpPr>
        <p:spPr>
          <a:xfrm>
            <a:off x="1325880" y="2898648"/>
            <a:ext cx="4389120" cy="91"/>
          </a:xfrm>
          <a:prstGeom prst="line">
            <a:avLst/>
          </a:prstGeom>
          <a:noFill/>
          <a:ln w="6350">
            <a:solidFill>
              <a:srgbClr val="E6EBF4"/>
            </a:solidFill>
            <a:prstDash val="solid"/>
          </a:ln>
        </p:spPr>
      </p:sp>
      <p:sp>
        <p:nvSpPr>
          <p:cNvPr id="55" name="Shape 53"/>
          <p:cNvSpPr/>
          <p:nvPr/>
        </p:nvSpPr>
        <p:spPr>
          <a:xfrm>
            <a:off x="1325880" y="2816352"/>
            <a:ext cx="4389120" cy="91"/>
          </a:xfrm>
          <a:prstGeom prst="line">
            <a:avLst/>
          </a:prstGeom>
          <a:noFill/>
          <a:ln w="6350">
            <a:solidFill>
              <a:srgbClr val="E6EBF4"/>
            </a:solidFill>
            <a:prstDash val="solid"/>
          </a:ln>
        </p:spPr>
      </p:sp>
      <p:sp>
        <p:nvSpPr>
          <p:cNvPr id="56" name="Shape 54"/>
          <p:cNvSpPr/>
          <p:nvPr/>
        </p:nvSpPr>
        <p:spPr>
          <a:xfrm>
            <a:off x="1325880" y="2734056"/>
            <a:ext cx="4389120" cy="91"/>
          </a:xfrm>
          <a:prstGeom prst="line">
            <a:avLst/>
          </a:prstGeom>
          <a:noFill/>
          <a:ln w="6350">
            <a:solidFill>
              <a:srgbClr val="E6EBF4"/>
            </a:solidFill>
            <a:prstDash val="solid"/>
          </a:ln>
        </p:spPr>
      </p:sp>
      <p:sp>
        <p:nvSpPr>
          <p:cNvPr id="57" name="Shape 55"/>
          <p:cNvSpPr/>
          <p:nvPr/>
        </p:nvSpPr>
        <p:spPr>
          <a:xfrm>
            <a:off x="1325880" y="2651760"/>
            <a:ext cx="4389120" cy="91"/>
          </a:xfrm>
          <a:prstGeom prst="line">
            <a:avLst/>
          </a:prstGeom>
          <a:noFill/>
          <a:ln w="6350">
            <a:solidFill>
              <a:srgbClr val="C9D3E6"/>
            </a:solidFill>
            <a:prstDash val="solid"/>
          </a:ln>
        </p:spPr>
      </p:sp>
      <p:sp>
        <p:nvSpPr>
          <p:cNvPr id="58" name="Shape 56"/>
          <p:cNvSpPr/>
          <p:nvPr/>
        </p:nvSpPr>
        <p:spPr>
          <a:xfrm>
            <a:off x="1325880" y="2569464"/>
            <a:ext cx="4389120" cy="91"/>
          </a:xfrm>
          <a:prstGeom prst="line">
            <a:avLst/>
          </a:prstGeom>
          <a:noFill/>
          <a:ln w="6350">
            <a:solidFill>
              <a:srgbClr val="E6EBF4"/>
            </a:solidFill>
            <a:prstDash val="solid"/>
          </a:ln>
        </p:spPr>
      </p:sp>
      <p:sp>
        <p:nvSpPr>
          <p:cNvPr id="59" name="Shape 57"/>
          <p:cNvSpPr/>
          <p:nvPr/>
        </p:nvSpPr>
        <p:spPr>
          <a:xfrm>
            <a:off x="1325880" y="2487168"/>
            <a:ext cx="4389120" cy="91"/>
          </a:xfrm>
          <a:prstGeom prst="line">
            <a:avLst/>
          </a:prstGeom>
          <a:noFill/>
          <a:ln w="6350">
            <a:solidFill>
              <a:srgbClr val="E6EBF4"/>
            </a:solidFill>
            <a:prstDash val="solid"/>
          </a:ln>
        </p:spPr>
      </p:sp>
      <p:sp>
        <p:nvSpPr>
          <p:cNvPr id="60" name="Shape 58"/>
          <p:cNvSpPr/>
          <p:nvPr/>
        </p:nvSpPr>
        <p:spPr>
          <a:xfrm>
            <a:off x="1325880" y="2404872"/>
            <a:ext cx="4389120" cy="91"/>
          </a:xfrm>
          <a:prstGeom prst="line">
            <a:avLst/>
          </a:prstGeom>
          <a:noFill/>
          <a:ln w="6350">
            <a:solidFill>
              <a:srgbClr val="E6EBF4"/>
            </a:solidFill>
            <a:prstDash val="solid"/>
          </a:ln>
        </p:spPr>
      </p:sp>
      <p:sp>
        <p:nvSpPr>
          <p:cNvPr id="61" name="Shape 59"/>
          <p:cNvSpPr/>
          <p:nvPr/>
        </p:nvSpPr>
        <p:spPr>
          <a:xfrm>
            <a:off x="1325880" y="2322576"/>
            <a:ext cx="4389120" cy="91"/>
          </a:xfrm>
          <a:prstGeom prst="line">
            <a:avLst/>
          </a:prstGeom>
          <a:noFill/>
          <a:ln w="6350">
            <a:solidFill>
              <a:srgbClr val="E6EBF4"/>
            </a:solidFill>
            <a:prstDash val="solid"/>
          </a:ln>
        </p:spPr>
      </p:sp>
      <p:sp>
        <p:nvSpPr>
          <p:cNvPr id="62" name="Shape 60"/>
          <p:cNvSpPr/>
          <p:nvPr/>
        </p:nvSpPr>
        <p:spPr>
          <a:xfrm>
            <a:off x="1325880" y="2240280"/>
            <a:ext cx="4389120" cy="91"/>
          </a:xfrm>
          <a:prstGeom prst="line">
            <a:avLst/>
          </a:prstGeom>
          <a:noFill/>
          <a:ln w="6350">
            <a:solidFill>
              <a:srgbClr val="C9D3E6"/>
            </a:solidFill>
            <a:prstDash val="solid"/>
          </a:ln>
        </p:spPr>
      </p:sp>
      <p:sp>
        <p:nvSpPr>
          <p:cNvPr id="63" name="Shape 61"/>
          <p:cNvSpPr/>
          <p:nvPr/>
        </p:nvSpPr>
        <p:spPr>
          <a:xfrm>
            <a:off x="1325880" y="2157984"/>
            <a:ext cx="4389120" cy="91"/>
          </a:xfrm>
          <a:prstGeom prst="line">
            <a:avLst/>
          </a:prstGeom>
          <a:noFill/>
          <a:ln w="6350">
            <a:solidFill>
              <a:srgbClr val="E6EBF4"/>
            </a:solidFill>
            <a:prstDash val="solid"/>
          </a:ln>
        </p:spPr>
      </p:sp>
      <p:sp>
        <p:nvSpPr>
          <p:cNvPr id="64" name="Shape 62"/>
          <p:cNvSpPr/>
          <p:nvPr/>
        </p:nvSpPr>
        <p:spPr>
          <a:xfrm>
            <a:off x="1325880" y="2075688"/>
            <a:ext cx="4389120" cy="91"/>
          </a:xfrm>
          <a:prstGeom prst="line">
            <a:avLst/>
          </a:prstGeom>
          <a:noFill/>
          <a:ln w="6350">
            <a:solidFill>
              <a:srgbClr val="E6EBF4"/>
            </a:solidFill>
            <a:prstDash val="solid"/>
          </a:ln>
        </p:spPr>
      </p:sp>
      <p:sp>
        <p:nvSpPr>
          <p:cNvPr id="65" name="Shape 63"/>
          <p:cNvSpPr/>
          <p:nvPr/>
        </p:nvSpPr>
        <p:spPr>
          <a:xfrm>
            <a:off x="1325880" y="1993392"/>
            <a:ext cx="4389120" cy="91"/>
          </a:xfrm>
          <a:prstGeom prst="line">
            <a:avLst/>
          </a:prstGeom>
          <a:noFill/>
          <a:ln w="6350">
            <a:solidFill>
              <a:srgbClr val="E6EBF4"/>
            </a:solidFill>
            <a:prstDash val="solid"/>
          </a:ln>
        </p:spPr>
      </p:sp>
      <p:sp>
        <p:nvSpPr>
          <p:cNvPr id="66" name="Shape 64"/>
          <p:cNvSpPr/>
          <p:nvPr/>
        </p:nvSpPr>
        <p:spPr>
          <a:xfrm>
            <a:off x="1325880" y="1911096"/>
            <a:ext cx="4389120" cy="91"/>
          </a:xfrm>
          <a:prstGeom prst="line">
            <a:avLst/>
          </a:prstGeom>
          <a:noFill/>
          <a:ln w="6350">
            <a:solidFill>
              <a:srgbClr val="E6EBF4"/>
            </a:solidFill>
            <a:prstDash val="solid"/>
          </a:ln>
        </p:spPr>
      </p:sp>
      <p:sp>
        <p:nvSpPr>
          <p:cNvPr id="67" name="Shape 65"/>
          <p:cNvSpPr/>
          <p:nvPr/>
        </p:nvSpPr>
        <p:spPr>
          <a:xfrm>
            <a:off x="1325880" y="1828800"/>
            <a:ext cx="4389120" cy="91"/>
          </a:xfrm>
          <a:prstGeom prst="line">
            <a:avLst/>
          </a:prstGeom>
          <a:noFill/>
          <a:ln w="6350">
            <a:solidFill>
              <a:srgbClr val="C9D3E6"/>
            </a:solidFill>
            <a:prstDash val="solid"/>
          </a:ln>
        </p:spPr>
      </p:sp>
      <p:sp>
        <p:nvSpPr>
          <p:cNvPr id="68" name="Shape 66"/>
          <p:cNvSpPr/>
          <p:nvPr/>
        </p:nvSpPr>
        <p:spPr>
          <a:xfrm>
            <a:off x="1325880" y="1746504"/>
            <a:ext cx="4389120" cy="91"/>
          </a:xfrm>
          <a:prstGeom prst="line">
            <a:avLst/>
          </a:prstGeom>
          <a:noFill/>
          <a:ln w="6350">
            <a:solidFill>
              <a:srgbClr val="E6EBF4"/>
            </a:solidFill>
            <a:prstDash val="solid"/>
          </a:ln>
        </p:spPr>
      </p:sp>
      <p:sp>
        <p:nvSpPr>
          <p:cNvPr id="69" name="Shape 67"/>
          <p:cNvSpPr/>
          <p:nvPr/>
        </p:nvSpPr>
        <p:spPr>
          <a:xfrm>
            <a:off x="1325880" y="1664208"/>
            <a:ext cx="4389120" cy="91"/>
          </a:xfrm>
          <a:prstGeom prst="line">
            <a:avLst/>
          </a:prstGeom>
          <a:noFill/>
          <a:ln w="6350">
            <a:solidFill>
              <a:srgbClr val="E6EBF4"/>
            </a:solidFill>
            <a:prstDash val="solid"/>
          </a:ln>
        </p:spPr>
      </p:sp>
      <p:sp>
        <p:nvSpPr>
          <p:cNvPr id="70" name="Shape 68"/>
          <p:cNvSpPr/>
          <p:nvPr/>
        </p:nvSpPr>
        <p:spPr>
          <a:xfrm>
            <a:off x="1325880" y="1581912"/>
            <a:ext cx="4389120" cy="91"/>
          </a:xfrm>
          <a:prstGeom prst="line">
            <a:avLst/>
          </a:prstGeom>
          <a:noFill/>
          <a:ln w="6350">
            <a:solidFill>
              <a:srgbClr val="E6EBF4"/>
            </a:solidFill>
            <a:prstDash val="solid"/>
          </a:ln>
        </p:spPr>
      </p:sp>
      <p:sp>
        <p:nvSpPr>
          <p:cNvPr id="71" name="Shape 69"/>
          <p:cNvSpPr/>
          <p:nvPr/>
        </p:nvSpPr>
        <p:spPr>
          <a:xfrm>
            <a:off x="1325880" y="1499616"/>
            <a:ext cx="4389120" cy="91"/>
          </a:xfrm>
          <a:prstGeom prst="line">
            <a:avLst/>
          </a:prstGeom>
          <a:noFill/>
          <a:ln w="6350">
            <a:solidFill>
              <a:srgbClr val="E6EBF4"/>
            </a:solidFill>
            <a:prstDash val="solid"/>
          </a:ln>
        </p:spPr>
      </p:sp>
      <p:sp>
        <p:nvSpPr>
          <p:cNvPr id="72" name="Shape 70"/>
          <p:cNvSpPr/>
          <p:nvPr/>
        </p:nvSpPr>
        <p:spPr>
          <a:xfrm>
            <a:off x="1325880" y="1417320"/>
            <a:ext cx="4389120" cy="91"/>
          </a:xfrm>
          <a:prstGeom prst="line">
            <a:avLst/>
          </a:prstGeom>
          <a:noFill/>
          <a:ln w="6350">
            <a:solidFill>
              <a:srgbClr val="C9D3E6"/>
            </a:solidFill>
            <a:prstDash val="solid"/>
          </a:ln>
        </p:spPr>
      </p:sp>
      <p:sp>
        <p:nvSpPr>
          <p:cNvPr id="73" name="Shape 71"/>
          <p:cNvSpPr/>
          <p:nvPr/>
        </p:nvSpPr>
        <p:spPr>
          <a:xfrm>
            <a:off x="1325880" y="4709160"/>
            <a:ext cx="4389120" cy="91"/>
          </a:xfrm>
          <a:prstGeom prst="line">
            <a:avLst/>
          </a:prstGeom>
          <a:noFill/>
          <a:ln w="19050">
            <a:solidFill>
              <a:srgbClr val="1A2340"/>
            </a:solidFill>
            <a:prstDash val="solid"/>
          </a:ln>
        </p:spPr>
      </p:sp>
      <p:sp>
        <p:nvSpPr>
          <p:cNvPr id="74" name="Shape 72"/>
          <p:cNvSpPr/>
          <p:nvPr/>
        </p:nvSpPr>
        <p:spPr>
          <a:xfrm flipV="1">
            <a:off x="1325880" y="1417320"/>
            <a:ext cx="91" cy="3291840"/>
          </a:xfrm>
          <a:prstGeom prst="line">
            <a:avLst/>
          </a:prstGeom>
          <a:noFill/>
          <a:ln w="19050">
            <a:solidFill>
              <a:srgbClr val="1A2340"/>
            </a:solidFill>
            <a:prstDash val="solid"/>
          </a:ln>
        </p:spPr>
      </p:sp>
      <p:sp>
        <p:nvSpPr>
          <p:cNvPr id="75" name="Shape 73"/>
          <p:cNvSpPr/>
          <p:nvPr/>
        </p:nvSpPr>
        <p:spPr>
          <a:xfrm>
            <a:off x="1325880" y="4709160"/>
            <a:ext cx="91" cy="54864"/>
          </a:xfrm>
          <a:prstGeom prst="line">
            <a:avLst/>
          </a:prstGeom>
          <a:noFill/>
          <a:ln w="12700">
            <a:solidFill>
              <a:srgbClr val="1A2340"/>
            </a:solidFill>
            <a:prstDash val="solid"/>
          </a:ln>
        </p:spPr>
      </p:sp>
      <p:sp>
        <p:nvSpPr>
          <p:cNvPr id="76" name="Text 74"/>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77" name="Shape 75"/>
          <p:cNvSpPr/>
          <p:nvPr/>
        </p:nvSpPr>
        <p:spPr>
          <a:xfrm>
            <a:off x="2423160" y="4709160"/>
            <a:ext cx="91" cy="54864"/>
          </a:xfrm>
          <a:prstGeom prst="line">
            <a:avLst/>
          </a:prstGeom>
          <a:noFill/>
          <a:ln w="12700">
            <a:solidFill>
              <a:srgbClr val="1A2340"/>
            </a:solidFill>
            <a:prstDash val="solid"/>
          </a:ln>
        </p:spPr>
      </p:sp>
      <p:sp>
        <p:nvSpPr>
          <p:cNvPr id="78" name="Text 76"/>
          <p:cNvSpPr/>
          <p:nvPr/>
        </p:nvSpPr>
        <p:spPr>
          <a:xfrm>
            <a:off x="2148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79" name="Shape 77"/>
          <p:cNvSpPr/>
          <p:nvPr/>
        </p:nvSpPr>
        <p:spPr>
          <a:xfrm>
            <a:off x="3520440" y="4709160"/>
            <a:ext cx="91" cy="54864"/>
          </a:xfrm>
          <a:prstGeom prst="line">
            <a:avLst/>
          </a:prstGeom>
          <a:noFill/>
          <a:ln w="12700">
            <a:solidFill>
              <a:srgbClr val="1A2340"/>
            </a:solidFill>
            <a:prstDash val="solid"/>
          </a:ln>
        </p:spPr>
      </p:sp>
      <p:sp>
        <p:nvSpPr>
          <p:cNvPr id="80" name="Text 78"/>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81" name="Shape 79"/>
          <p:cNvSpPr/>
          <p:nvPr/>
        </p:nvSpPr>
        <p:spPr>
          <a:xfrm>
            <a:off x="4617720" y="4709160"/>
            <a:ext cx="91" cy="54864"/>
          </a:xfrm>
          <a:prstGeom prst="line">
            <a:avLst/>
          </a:prstGeom>
          <a:noFill/>
          <a:ln w="12700">
            <a:solidFill>
              <a:srgbClr val="1A2340"/>
            </a:solidFill>
            <a:prstDash val="solid"/>
          </a:ln>
        </p:spPr>
      </p:sp>
      <p:sp>
        <p:nvSpPr>
          <p:cNvPr id="82" name="Text 80"/>
          <p:cNvSpPr/>
          <p:nvPr/>
        </p:nvSpPr>
        <p:spPr>
          <a:xfrm>
            <a:off x="43434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83" name="Shape 81"/>
          <p:cNvSpPr/>
          <p:nvPr/>
        </p:nvSpPr>
        <p:spPr>
          <a:xfrm>
            <a:off x="5715000" y="4709160"/>
            <a:ext cx="91" cy="54864"/>
          </a:xfrm>
          <a:prstGeom prst="line">
            <a:avLst/>
          </a:prstGeom>
          <a:noFill/>
          <a:ln w="12700">
            <a:solidFill>
              <a:srgbClr val="1A2340"/>
            </a:solidFill>
            <a:prstDash val="solid"/>
          </a:ln>
        </p:spPr>
      </p:sp>
      <p:sp>
        <p:nvSpPr>
          <p:cNvPr id="84" name="Text 82"/>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85" name="Shape 83"/>
          <p:cNvSpPr/>
          <p:nvPr/>
        </p:nvSpPr>
        <p:spPr>
          <a:xfrm>
            <a:off x="1271016" y="4709160"/>
            <a:ext cx="54864" cy="91"/>
          </a:xfrm>
          <a:prstGeom prst="line">
            <a:avLst/>
          </a:prstGeom>
          <a:noFill/>
          <a:ln w="12700">
            <a:solidFill>
              <a:srgbClr val="1A2340"/>
            </a:solidFill>
            <a:prstDash val="solid"/>
          </a:ln>
        </p:spPr>
      </p:sp>
      <p:sp>
        <p:nvSpPr>
          <p:cNvPr id="86" name="Text 84"/>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87" name="Shape 85"/>
          <p:cNvSpPr/>
          <p:nvPr/>
        </p:nvSpPr>
        <p:spPr>
          <a:xfrm>
            <a:off x="1271016" y="4297680"/>
            <a:ext cx="54864" cy="91"/>
          </a:xfrm>
          <a:prstGeom prst="line">
            <a:avLst/>
          </a:prstGeom>
          <a:noFill/>
          <a:ln w="12700">
            <a:solidFill>
              <a:srgbClr val="1A2340"/>
            </a:solidFill>
            <a:prstDash val="solid"/>
          </a:ln>
        </p:spPr>
      </p:sp>
      <p:sp>
        <p:nvSpPr>
          <p:cNvPr id="88" name="Text 86"/>
          <p:cNvSpPr/>
          <p:nvPr/>
        </p:nvSpPr>
        <p:spPr>
          <a:xfrm>
            <a:off x="88696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89" name="Shape 87"/>
          <p:cNvSpPr/>
          <p:nvPr/>
        </p:nvSpPr>
        <p:spPr>
          <a:xfrm>
            <a:off x="1271016" y="3886200"/>
            <a:ext cx="54864" cy="91"/>
          </a:xfrm>
          <a:prstGeom prst="line">
            <a:avLst/>
          </a:prstGeom>
          <a:noFill/>
          <a:ln w="12700">
            <a:solidFill>
              <a:srgbClr val="1A2340"/>
            </a:solidFill>
            <a:prstDash val="solid"/>
          </a:ln>
        </p:spPr>
      </p:sp>
      <p:sp>
        <p:nvSpPr>
          <p:cNvPr id="90" name="Text 88"/>
          <p:cNvSpPr/>
          <p:nvPr/>
        </p:nvSpPr>
        <p:spPr>
          <a:xfrm>
            <a:off x="88696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91" name="Shape 89"/>
          <p:cNvSpPr/>
          <p:nvPr/>
        </p:nvSpPr>
        <p:spPr>
          <a:xfrm>
            <a:off x="1271016" y="3474720"/>
            <a:ext cx="54864" cy="91"/>
          </a:xfrm>
          <a:prstGeom prst="line">
            <a:avLst/>
          </a:prstGeom>
          <a:noFill/>
          <a:ln w="12700">
            <a:solidFill>
              <a:srgbClr val="1A2340"/>
            </a:solidFill>
            <a:prstDash val="solid"/>
          </a:ln>
        </p:spPr>
      </p:sp>
      <p:sp>
        <p:nvSpPr>
          <p:cNvPr id="92" name="Text 90"/>
          <p:cNvSpPr/>
          <p:nvPr/>
        </p:nvSpPr>
        <p:spPr>
          <a:xfrm>
            <a:off x="88696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93" name="Shape 91"/>
          <p:cNvSpPr/>
          <p:nvPr/>
        </p:nvSpPr>
        <p:spPr>
          <a:xfrm>
            <a:off x="1271016" y="3063240"/>
            <a:ext cx="54864" cy="91"/>
          </a:xfrm>
          <a:prstGeom prst="line">
            <a:avLst/>
          </a:prstGeom>
          <a:noFill/>
          <a:ln w="12700">
            <a:solidFill>
              <a:srgbClr val="1A2340"/>
            </a:solidFill>
            <a:prstDash val="solid"/>
          </a:ln>
        </p:spPr>
      </p:sp>
      <p:sp>
        <p:nvSpPr>
          <p:cNvPr id="94" name="Text 92"/>
          <p:cNvSpPr/>
          <p:nvPr/>
        </p:nvSpPr>
        <p:spPr>
          <a:xfrm>
            <a:off x="88696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95" name="Shape 93"/>
          <p:cNvSpPr/>
          <p:nvPr/>
        </p:nvSpPr>
        <p:spPr>
          <a:xfrm>
            <a:off x="1271016" y="2651760"/>
            <a:ext cx="54864" cy="91"/>
          </a:xfrm>
          <a:prstGeom prst="line">
            <a:avLst/>
          </a:prstGeom>
          <a:noFill/>
          <a:ln w="12700">
            <a:solidFill>
              <a:srgbClr val="1A2340"/>
            </a:solidFill>
            <a:prstDash val="solid"/>
          </a:ln>
        </p:spPr>
      </p:sp>
      <p:sp>
        <p:nvSpPr>
          <p:cNvPr id="96" name="Text 94"/>
          <p:cNvSpPr/>
          <p:nvPr/>
        </p:nvSpPr>
        <p:spPr>
          <a:xfrm>
            <a:off x="88696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97" name="Shape 95"/>
          <p:cNvSpPr/>
          <p:nvPr/>
        </p:nvSpPr>
        <p:spPr>
          <a:xfrm>
            <a:off x="1271016" y="2240280"/>
            <a:ext cx="54864" cy="91"/>
          </a:xfrm>
          <a:prstGeom prst="line">
            <a:avLst/>
          </a:prstGeom>
          <a:noFill/>
          <a:ln w="12700">
            <a:solidFill>
              <a:srgbClr val="1A2340"/>
            </a:solidFill>
            <a:prstDash val="solid"/>
          </a:ln>
        </p:spPr>
      </p:sp>
      <p:sp>
        <p:nvSpPr>
          <p:cNvPr id="98" name="Text 96"/>
          <p:cNvSpPr/>
          <p:nvPr/>
        </p:nvSpPr>
        <p:spPr>
          <a:xfrm>
            <a:off x="88696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99" name="Shape 97"/>
          <p:cNvSpPr/>
          <p:nvPr/>
        </p:nvSpPr>
        <p:spPr>
          <a:xfrm>
            <a:off x="1271016" y="1828800"/>
            <a:ext cx="54864" cy="91"/>
          </a:xfrm>
          <a:prstGeom prst="line">
            <a:avLst/>
          </a:prstGeom>
          <a:noFill/>
          <a:ln w="12700">
            <a:solidFill>
              <a:srgbClr val="1A2340"/>
            </a:solidFill>
            <a:prstDash val="solid"/>
          </a:ln>
        </p:spPr>
      </p:sp>
      <p:sp>
        <p:nvSpPr>
          <p:cNvPr id="100" name="Text 98"/>
          <p:cNvSpPr/>
          <p:nvPr/>
        </p:nvSpPr>
        <p:spPr>
          <a:xfrm>
            <a:off x="88696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101" name="Shape 99"/>
          <p:cNvSpPr/>
          <p:nvPr/>
        </p:nvSpPr>
        <p:spPr>
          <a:xfrm>
            <a:off x="1271016" y="1417320"/>
            <a:ext cx="54864" cy="91"/>
          </a:xfrm>
          <a:prstGeom prst="line">
            <a:avLst/>
          </a:prstGeom>
          <a:noFill/>
          <a:ln w="12700">
            <a:solidFill>
              <a:srgbClr val="1A2340"/>
            </a:solidFill>
            <a:prstDash val="solid"/>
          </a:ln>
        </p:spPr>
      </p:sp>
      <p:sp>
        <p:nvSpPr>
          <p:cNvPr id="102" name="Text 10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03" name="Text 101"/>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extension / m</a:t>
            </a:r>
            <a:endParaRPr lang="en-US" sz="1050" dirty="0"/>
          </a:p>
        </p:txBody>
      </p:sp>
      <p:sp>
        <p:nvSpPr>
          <p:cNvPr id="104" name="Text 102"/>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force / N</a:t>
            </a:r>
            <a:endParaRPr lang="en-US" sz="1050" dirty="0"/>
          </a:p>
        </p:txBody>
      </p:sp>
      <p:sp>
        <p:nvSpPr>
          <p:cNvPr id="105" name="Shape 103"/>
          <p:cNvSpPr/>
          <p:nvPr/>
        </p:nvSpPr>
        <p:spPr>
          <a:xfrm flipH="1">
            <a:off x="1325880" y="2240280"/>
            <a:ext cx="3291840" cy="2468880"/>
          </a:xfrm>
          <a:prstGeom prst="rtTriangle">
            <a:avLst/>
          </a:prstGeom>
          <a:solidFill>
            <a:srgbClr val="F5A742">
              <a:alpha val="45000"/>
            </a:srgbClr>
          </a:solidFill>
          <a:ln/>
        </p:spPr>
      </p:sp>
      <p:sp>
        <p:nvSpPr>
          <p:cNvPr id="106" name="Shape 104"/>
          <p:cNvSpPr/>
          <p:nvPr/>
        </p:nvSpPr>
        <p:spPr>
          <a:xfrm flipV="1">
            <a:off x="1325880" y="2240280"/>
            <a:ext cx="3291840" cy="2468880"/>
          </a:xfrm>
          <a:prstGeom prst="line">
            <a:avLst/>
          </a:prstGeom>
          <a:noFill/>
          <a:ln w="31750">
            <a:solidFill>
              <a:srgbClr val="2E5BD8"/>
            </a:solidFill>
            <a:prstDash val="solid"/>
          </a:ln>
        </p:spPr>
      </p:sp>
      <p:sp>
        <p:nvSpPr>
          <p:cNvPr id="107" name="Shape 105"/>
          <p:cNvSpPr/>
          <p:nvPr/>
        </p:nvSpPr>
        <p:spPr>
          <a:xfrm>
            <a:off x="4617720" y="2240280"/>
            <a:ext cx="91" cy="2468880"/>
          </a:xfrm>
          <a:prstGeom prst="line">
            <a:avLst/>
          </a:prstGeom>
          <a:noFill/>
          <a:ln w="12700">
            <a:solidFill>
              <a:srgbClr val="1A2340"/>
            </a:solidFill>
            <a:prstDash val="dash"/>
          </a:ln>
        </p:spPr>
      </p:sp>
      <p:sp>
        <p:nvSpPr>
          <p:cNvPr id="108" name="Text 106"/>
          <p:cNvSpPr/>
          <p:nvPr/>
        </p:nvSpPr>
        <p:spPr>
          <a:xfrm>
            <a:off x="3191256" y="4050792"/>
            <a:ext cx="1188720" cy="256032"/>
          </a:xfrm>
          <a:prstGeom prst="rect">
            <a:avLst/>
          </a:prstGeom>
          <a:noFill/>
          <a:ln/>
        </p:spPr>
        <p:txBody>
          <a:bodyPr wrap="square" lIns="0" tIns="0" rIns="0" bIns="0" rtlCol="0" anchor="ctr"/>
          <a:lstStyle/>
          <a:p>
            <a:pPr algn="l" indent="0" marL="0">
              <a:buNone/>
            </a:pPr>
            <a:r>
              <a:rPr lang="en-US" sz="1100" b="1" dirty="0">
                <a:solidFill>
                  <a:srgbClr val="B8730A"/>
                </a:solidFill>
                <a:latin typeface="Calibri" pitchFamily="34" charset="0"/>
                <a:ea typeface="Calibri" pitchFamily="34" charset="-122"/>
                <a:cs typeface="Calibri" pitchFamily="34" charset="-120"/>
              </a:rPr>
              <a:t>area = ½ × F × x</a:t>
            </a:r>
            <a:endParaRPr lang="en-US" sz="1100" dirty="0"/>
          </a:p>
        </p:txBody>
      </p:sp>
      <p:sp>
        <p:nvSpPr>
          <p:cNvPr id="109" name="Text 107"/>
          <p:cNvSpPr/>
          <p:nvPr/>
        </p:nvSpPr>
        <p:spPr>
          <a:xfrm>
            <a:off x="4663440" y="2116836"/>
            <a:ext cx="128016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(0.15 m, 6.0 N)</a:t>
            </a:r>
            <a:endParaRPr lang="en-US" sz="1050" dirty="0"/>
          </a:p>
        </p:txBody>
      </p:sp>
      <p:sp>
        <p:nvSpPr>
          <p:cNvPr id="110" name="Shape 10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11" name="Text 10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Energy stored in a stretched spring</a:t>
            </a:r>
            <a:endParaRPr lang="en-US" sz="1300" dirty="0"/>
          </a:p>
        </p:txBody>
      </p:sp>
      <p:sp>
        <p:nvSpPr>
          <p:cNvPr id="112" name="Text 11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You do </a:t>
            </a:r>
            <a:r>
              <a:rPr lang="en-US" sz="1100" b="1" dirty="0">
                <a:solidFill>
                  <a:srgbClr val="262B3A"/>
                </a:solidFill>
                <a:latin typeface="Calibri" pitchFamily="34" charset="0"/>
                <a:ea typeface="Calibri" pitchFamily="34" charset="-122"/>
                <a:cs typeface="Calibri" pitchFamily="34" charset="-120"/>
              </a:rPr>
              <a:t>work</a:t>
            </a:r>
            <a:r>
              <a:rPr lang="en-US" sz="1100" dirty="0">
                <a:solidFill>
                  <a:srgbClr val="262B3A"/>
                </a:solidFill>
                <a:latin typeface="Calibri" pitchFamily="34" charset="0"/>
                <a:ea typeface="Calibri" pitchFamily="34" charset="-122"/>
                <a:cs typeface="Calibri" pitchFamily="34" charset="-120"/>
              </a:rPr>
              <a:t> to stretch a spring. If the deformation is </a:t>
            </a:r>
            <a:r>
              <a:rPr lang="en-US" sz="1100" b="1" dirty="0">
                <a:solidFill>
                  <a:srgbClr val="262B3A"/>
                </a:solidFill>
                <a:latin typeface="Calibri" pitchFamily="34" charset="0"/>
                <a:ea typeface="Calibri" pitchFamily="34" charset="-122"/>
                <a:cs typeface="Calibri" pitchFamily="34" charset="-120"/>
              </a:rPr>
              <a:t>elastic</a:t>
            </a:r>
            <a:r>
              <a:rPr lang="en-US" sz="1100" dirty="0">
                <a:solidFill>
                  <a:srgbClr val="262B3A"/>
                </a:solidFill>
                <a:latin typeface="Calibri" pitchFamily="34" charset="0"/>
                <a:ea typeface="Calibri" pitchFamily="34" charset="-122"/>
                <a:cs typeface="Calibri" pitchFamily="34" charset="-120"/>
              </a:rPr>
              <a:t>, the energy is stored in its </a:t>
            </a:r>
            <a:r>
              <a:rPr lang="en-US" sz="1100" b="1" dirty="0">
                <a:solidFill>
                  <a:srgbClr val="262B3A"/>
                </a:solidFill>
                <a:latin typeface="Calibri" pitchFamily="34" charset="0"/>
                <a:ea typeface="Calibri" pitchFamily="34" charset="-122"/>
                <a:cs typeface="Calibri" pitchFamily="34" charset="-120"/>
              </a:rPr>
              <a:t>elastic energy store</a:t>
            </a:r>
            <a:r>
              <a:rPr lang="en-US" sz="1100" dirty="0">
                <a:solidFill>
                  <a:srgbClr val="262B3A"/>
                </a:solidFill>
                <a:latin typeface="Calibri" pitchFamily="34" charset="0"/>
                <a:ea typeface="Calibri" pitchFamily="34" charset="-122"/>
                <a:cs typeface="Calibri" pitchFamily="34" charset="-120"/>
              </a:rPr>
              <a:t>, and is given back when it is released.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 = ½ × k × x²</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GIVEN</a:t>
            </a:r>
            <a:r>
              <a:rPr lang="en-US" sz="1100" dirty="0">
                <a:solidFill>
                  <a:srgbClr val="262B3A"/>
                </a:solidFill>
                <a:latin typeface="Calibri" pitchFamily="34" charset="0"/>
                <a:ea typeface="Calibri" pitchFamily="34" charset="-122"/>
                <a:cs typeface="Calibri" pitchFamily="34" charset="-120"/>
              </a:rPr>
              <a:t> on the equation sheet).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Work done = </a:t>
            </a:r>
            <a:r>
              <a:rPr lang="en-US" sz="1100" b="1" dirty="0">
                <a:solidFill>
                  <a:srgbClr val="262B3A"/>
                </a:solidFill>
                <a:latin typeface="Calibri" pitchFamily="34" charset="0"/>
                <a:ea typeface="Calibri" pitchFamily="34" charset="-122"/>
                <a:cs typeface="Calibri" pitchFamily="34" charset="-120"/>
              </a:rPr>
              <a:t>area under the force–extension graph</a:t>
            </a:r>
            <a:r>
              <a:rPr lang="en-US" sz="1100" dirty="0">
                <a:solidFill>
                  <a:srgbClr val="262B3A"/>
                </a:solidFill>
                <a:latin typeface="Calibri" pitchFamily="34" charset="0"/>
                <a:ea typeface="Calibri" pitchFamily="34" charset="-122"/>
                <a:cs typeface="Calibri" pitchFamily="34" charset="-120"/>
              </a:rPr>
              <a:t>. In the linear part this is a </a:t>
            </a:r>
            <a:r>
              <a:rPr lang="en-US" sz="1100" b="1" dirty="0">
                <a:solidFill>
                  <a:srgbClr val="262B3A"/>
                </a:solidFill>
                <a:latin typeface="Calibri" pitchFamily="34" charset="0"/>
                <a:ea typeface="Calibri" pitchFamily="34" charset="-122"/>
                <a:cs typeface="Calibri" pitchFamily="34" charset="-120"/>
              </a:rPr>
              <a:t>triangle</a:t>
            </a:r>
            <a:r>
              <a:rPr lang="en-US" sz="1100" dirty="0">
                <a:solidFill>
                  <a:srgbClr val="262B3A"/>
                </a:solidFill>
                <a:latin typeface="Calibri" pitchFamily="34" charset="0"/>
                <a:ea typeface="Calibri" pitchFamily="34" charset="-122"/>
                <a:cs typeface="Calibri" pitchFamily="34" charset="-120"/>
              </a:rPr>
              <a:t>: ½ × F × x.</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Why ½? The force rises from 0 to F, so the </a:t>
            </a:r>
            <a:r>
              <a:rPr lang="en-US" sz="1100" b="1" dirty="0">
                <a:solidFill>
                  <a:srgbClr val="262B3A"/>
                </a:solidFill>
                <a:latin typeface="Calibri" pitchFamily="34" charset="0"/>
                <a:ea typeface="Calibri" pitchFamily="34" charset="-122"/>
                <a:cs typeface="Calibri" pitchFamily="34" charset="-120"/>
              </a:rPr>
              <a:t>average force</a:t>
            </a:r>
            <a:r>
              <a:rPr lang="en-US" sz="1100" dirty="0">
                <a:solidFill>
                  <a:srgbClr val="262B3A"/>
                </a:solidFill>
                <a:latin typeface="Calibri" pitchFamily="34" charset="0"/>
                <a:ea typeface="Calibri" pitchFamily="34" charset="-122"/>
                <a:cs typeface="Calibri" pitchFamily="34" charset="-120"/>
              </a:rPr>
              <a:t> is ½F.</a:t>
            </a:r>
            <a:endParaRPr lang="en-US" sz="1100" dirty="0"/>
          </a:p>
        </p:txBody>
      </p:sp>
      <p:sp>
        <p:nvSpPr>
          <p:cNvPr id="113" name="Shape 11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4" name="Text 11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15" name="Text 11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The spring (k = 40 N/m) is stretched by 0.15 m. Calculate the energy stored.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E = ½ × k × x²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E = 0.5 × 40 × 0.15²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area = ½ × 6.0 N × 0.15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 = 0.45 J</a:t>
            </a:r>
            <a:endParaRPr lang="en-US" sz="1100" dirty="0"/>
          </a:p>
        </p:txBody>
      </p:sp>
      <p:sp>
        <p:nvSpPr>
          <p:cNvPr id="116" name="Shape 114"/>
          <p:cNvSpPr/>
          <p:nvPr/>
        </p:nvSpPr>
        <p:spPr>
          <a:xfrm>
            <a:off x="411480" y="5833872"/>
            <a:ext cx="11368735" cy="530352"/>
          </a:xfrm>
          <a:prstGeom prst="rect">
            <a:avLst/>
          </a:prstGeom>
          <a:solidFill>
            <a:srgbClr val="FFF4E0"/>
          </a:solidFill>
          <a:ln w="6350">
            <a:solidFill>
              <a:srgbClr val="F1D9A8"/>
            </a:solidFill>
            <a:prstDash val="solid"/>
          </a:ln>
        </p:spPr>
      </p:sp>
      <p:sp>
        <p:nvSpPr>
          <p:cNvPr id="117" name="Shape 115"/>
          <p:cNvSpPr/>
          <p:nvPr/>
        </p:nvSpPr>
        <p:spPr>
          <a:xfrm>
            <a:off x="411480" y="5833872"/>
            <a:ext cx="82296" cy="530352"/>
          </a:xfrm>
          <a:prstGeom prst="rect">
            <a:avLst/>
          </a:prstGeom>
          <a:solidFill>
            <a:srgbClr val="E39A2F"/>
          </a:solidFill>
          <a:ln w="12700">
            <a:solidFill>
              <a:srgbClr val="E39A2F"/>
            </a:solidFill>
            <a:prstDash val="solid"/>
          </a:ln>
        </p:spPr>
      </p:sp>
      <p:sp>
        <p:nvSpPr>
          <p:cNvPr id="118" name="Text 11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spring with k = 200 N/m is stretched by 5.0 cm. Calculate the energy stored.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Energy beyond the limit of proportionality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P6.3.6, P6.3.7 • rearranging E = ½kx² and counting squares</a:t>
            </a:r>
            <a:endParaRPr lang="en-US" sz="1100" dirty="0"/>
          </a:p>
        </p:txBody>
      </p:sp>
      <p:sp>
        <p:nvSpPr>
          <p:cNvPr id="6" name="Shape 4"/>
          <p:cNvSpPr/>
          <p:nvPr/>
        </p:nvSpPr>
        <p:spPr>
          <a:xfrm>
            <a:off x="10180015" y="292608"/>
            <a:ext cx="1600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P6.3.6 stretch  |  13</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area under the whole curve, estimated by counting squares</a:t>
            </a:r>
            <a:endParaRPr lang="en-US" sz="1000" dirty="0"/>
          </a:p>
        </p:txBody>
      </p:sp>
      <p:sp>
        <p:nvSpPr>
          <p:cNvPr id="12" name="Shape 10"/>
          <p:cNvSpPr/>
          <p:nvPr/>
        </p:nvSpPr>
        <p:spPr>
          <a:xfrm>
            <a:off x="1325880" y="1417320"/>
            <a:ext cx="4389120" cy="3291840"/>
          </a:xfrm>
          <a:prstGeom prst="rect">
            <a:avLst/>
          </a:prstGeom>
          <a:solidFill>
            <a:srgbClr val="FFFFFF"/>
          </a:solidFill>
          <a:ln/>
        </p:spPr>
      </p:sp>
      <p:sp>
        <p:nvSpPr>
          <p:cNvPr id="13" name="Shape 11"/>
          <p:cNvSpPr/>
          <p:nvPr/>
        </p:nvSpPr>
        <p:spPr>
          <a:xfrm>
            <a:off x="1325880" y="1417320"/>
            <a:ext cx="91" cy="3291840"/>
          </a:xfrm>
          <a:prstGeom prst="line">
            <a:avLst/>
          </a:prstGeom>
          <a:noFill/>
          <a:ln w="6350">
            <a:solidFill>
              <a:srgbClr val="C9D3E6"/>
            </a:solidFill>
            <a:prstDash val="solid"/>
          </a:ln>
        </p:spPr>
      </p:sp>
      <p:sp>
        <p:nvSpPr>
          <p:cNvPr id="14" name="Shape 12"/>
          <p:cNvSpPr/>
          <p:nvPr/>
        </p:nvSpPr>
        <p:spPr>
          <a:xfrm>
            <a:off x="1472184" y="1417320"/>
            <a:ext cx="91" cy="3291840"/>
          </a:xfrm>
          <a:prstGeom prst="line">
            <a:avLst/>
          </a:prstGeom>
          <a:noFill/>
          <a:ln w="6350">
            <a:solidFill>
              <a:srgbClr val="E6EBF4"/>
            </a:solidFill>
            <a:prstDash val="solid"/>
          </a:ln>
        </p:spPr>
      </p:sp>
      <p:sp>
        <p:nvSpPr>
          <p:cNvPr id="15" name="Shape 13"/>
          <p:cNvSpPr/>
          <p:nvPr/>
        </p:nvSpPr>
        <p:spPr>
          <a:xfrm>
            <a:off x="1618488" y="1417320"/>
            <a:ext cx="91" cy="3291840"/>
          </a:xfrm>
          <a:prstGeom prst="line">
            <a:avLst/>
          </a:prstGeom>
          <a:noFill/>
          <a:ln w="6350">
            <a:solidFill>
              <a:srgbClr val="E6EBF4"/>
            </a:solidFill>
            <a:prstDash val="solid"/>
          </a:ln>
        </p:spPr>
      </p:sp>
      <p:sp>
        <p:nvSpPr>
          <p:cNvPr id="16" name="Shape 14"/>
          <p:cNvSpPr/>
          <p:nvPr/>
        </p:nvSpPr>
        <p:spPr>
          <a:xfrm>
            <a:off x="1764792" y="1417320"/>
            <a:ext cx="91" cy="3291840"/>
          </a:xfrm>
          <a:prstGeom prst="line">
            <a:avLst/>
          </a:prstGeom>
          <a:noFill/>
          <a:ln w="6350">
            <a:solidFill>
              <a:srgbClr val="E6EBF4"/>
            </a:solidFill>
            <a:prstDash val="solid"/>
          </a:ln>
        </p:spPr>
      </p:sp>
      <p:sp>
        <p:nvSpPr>
          <p:cNvPr id="17" name="Shape 15"/>
          <p:cNvSpPr/>
          <p:nvPr/>
        </p:nvSpPr>
        <p:spPr>
          <a:xfrm>
            <a:off x="1911096" y="1417320"/>
            <a:ext cx="91" cy="3291840"/>
          </a:xfrm>
          <a:prstGeom prst="line">
            <a:avLst/>
          </a:prstGeom>
          <a:noFill/>
          <a:ln w="6350">
            <a:solidFill>
              <a:srgbClr val="E6EBF4"/>
            </a:solidFill>
            <a:prstDash val="solid"/>
          </a:ln>
        </p:spPr>
      </p:sp>
      <p:sp>
        <p:nvSpPr>
          <p:cNvPr id="18" name="Shape 16"/>
          <p:cNvSpPr/>
          <p:nvPr/>
        </p:nvSpPr>
        <p:spPr>
          <a:xfrm>
            <a:off x="2057400" y="1417320"/>
            <a:ext cx="91" cy="3291840"/>
          </a:xfrm>
          <a:prstGeom prst="line">
            <a:avLst/>
          </a:prstGeom>
          <a:noFill/>
          <a:ln w="6350">
            <a:solidFill>
              <a:srgbClr val="C9D3E6"/>
            </a:solidFill>
            <a:prstDash val="solid"/>
          </a:ln>
        </p:spPr>
      </p:sp>
      <p:sp>
        <p:nvSpPr>
          <p:cNvPr id="19" name="Shape 17"/>
          <p:cNvSpPr/>
          <p:nvPr/>
        </p:nvSpPr>
        <p:spPr>
          <a:xfrm>
            <a:off x="2203704" y="1417320"/>
            <a:ext cx="91" cy="3291840"/>
          </a:xfrm>
          <a:prstGeom prst="line">
            <a:avLst/>
          </a:prstGeom>
          <a:noFill/>
          <a:ln w="6350">
            <a:solidFill>
              <a:srgbClr val="E6EBF4"/>
            </a:solidFill>
            <a:prstDash val="solid"/>
          </a:ln>
        </p:spPr>
      </p:sp>
      <p:sp>
        <p:nvSpPr>
          <p:cNvPr id="20" name="Shape 18"/>
          <p:cNvSpPr/>
          <p:nvPr/>
        </p:nvSpPr>
        <p:spPr>
          <a:xfrm>
            <a:off x="2350008" y="1417320"/>
            <a:ext cx="91" cy="3291840"/>
          </a:xfrm>
          <a:prstGeom prst="line">
            <a:avLst/>
          </a:prstGeom>
          <a:noFill/>
          <a:ln w="6350">
            <a:solidFill>
              <a:srgbClr val="E6EBF4"/>
            </a:solidFill>
            <a:prstDash val="solid"/>
          </a:ln>
        </p:spPr>
      </p:sp>
      <p:sp>
        <p:nvSpPr>
          <p:cNvPr id="21" name="Shape 19"/>
          <p:cNvSpPr/>
          <p:nvPr/>
        </p:nvSpPr>
        <p:spPr>
          <a:xfrm>
            <a:off x="2496312" y="1417320"/>
            <a:ext cx="91" cy="3291840"/>
          </a:xfrm>
          <a:prstGeom prst="line">
            <a:avLst/>
          </a:prstGeom>
          <a:noFill/>
          <a:ln w="6350">
            <a:solidFill>
              <a:srgbClr val="E6EBF4"/>
            </a:solidFill>
            <a:prstDash val="solid"/>
          </a:ln>
        </p:spPr>
      </p:sp>
      <p:sp>
        <p:nvSpPr>
          <p:cNvPr id="22" name="Shape 20"/>
          <p:cNvSpPr/>
          <p:nvPr/>
        </p:nvSpPr>
        <p:spPr>
          <a:xfrm>
            <a:off x="2642616" y="1417320"/>
            <a:ext cx="91" cy="3291840"/>
          </a:xfrm>
          <a:prstGeom prst="line">
            <a:avLst/>
          </a:prstGeom>
          <a:noFill/>
          <a:ln w="6350">
            <a:solidFill>
              <a:srgbClr val="E6EBF4"/>
            </a:solidFill>
            <a:prstDash val="solid"/>
          </a:ln>
        </p:spPr>
      </p:sp>
      <p:sp>
        <p:nvSpPr>
          <p:cNvPr id="23" name="Shape 21"/>
          <p:cNvSpPr/>
          <p:nvPr/>
        </p:nvSpPr>
        <p:spPr>
          <a:xfrm>
            <a:off x="2788920" y="1417320"/>
            <a:ext cx="91" cy="3291840"/>
          </a:xfrm>
          <a:prstGeom prst="line">
            <a:avLst/>
          </a:prstGeom>
          <a:noFill/>
          <a:ln w="6350">
            <a:solidFill>
              <a:srgbClr val="C9D3E6"/>
            </a:solidFill>
            <a:prstDash val="solid"/>
          </a:ln>
        </p:spPr>
      </p:sp>
      <p:sp>
        <p:nvSpPr>
          <p:cNvPr id="24" name="Shape 22"/>
          <p:cNvSpPr/>
          <p:nvPr/>
        </p:nvSpPr>
        <p:spPr>
          <a:xfrm>
            <a:off x="2935224" y="1417320"/>
            <a:ext cx="91" cy="3291840"/>
          </a:xfrm>
          <a:prstGeom prst="line">
            <a:avLst/>
          </a:prstGeom>
          <a:noFill/>
          <a:ln w="6350">
            <a:solidFill>
              <a:srgbClr val="E6EBF4"/>
            </a:solidFill>
            <a:prstDash val="solid"/>
          </a:ln>
        </p:spPr>
      </p:sp>
      <p:sp>
        <p:nvSpPr>
          <p:cNvPr id="25" name="Shape 23"/>
          <p:cNvSpPr/>
          <p:nvPr/>
        </p:nvSpPr>
        <p:spPr>
          <a:xfrm>
            <a:off x="3081528" y="1417320"/>
            <a:ext cx="91" cy="3291840"/>
          </a:xfrm>
          <a:prstGeom prst="line">
            <a:avLst/>
          </a:prstGeom>
          <a:noFill/>
          <a:ln w="6350">
            <a:solidFill>
              <a:srgbClr val="E6EBF4"/>
            </a:solidFill>
            <a:prstDash val="solid"/>
          </a:ln>
        </p:spPr>
      </p:sp>
      <p:sp>
        <p:nvSpPr>
          <p:cNvPr id="26" name="Shape 24"/>
          <p:cNvSpPr/>
          <p:nvPr/>
        </p:nvSpPr>
        <p:spPr>
          <a:xfrm>
            <a:off x="3227832" y="1417320"/>
            <a:ext cx="91" cy="3291840"/>
          </a:xfrm>
          <a:prstGeom prst="line">
            <a:avLst/>
          </a:prstGeom>
          <a:noFill/>
          <a:ln w="6350">
            <a:solidFill>
              <a:srgbClr val="E6EBF4"/>
            </a:solidFill>
            <a:prstDash val="solid"/>
          </a:ln>
        </p:spPr>
      </p:sp>
      <p:sp>
        <p:nvSpPr>
          <p:cNvPr id="27" name="Shape 25"/>
          <p:cNvSpPr/>
          <p:nvPr/>
        </p:nvSpPr>
        <p:spPr>
          <a:xfrm>
            <a:off x="3374136" y="1417320"/>
            <a:ext cx="91" cy="3291840"/>
          </a:xfrm>
          <a:prstGeom prst="line">
            <a:avLst/>
          </a:prstGeom>
          <a:noFill/>
          <a:ln w="6350">
            <a:solidFill>
              <a:srgbClr val="E6EBF4"/>
            </a:solidFill>
            <a:prstDash val="solid"/>
          </a:ln>
        </p:spPr>
      </p:sp>
      <p:sp>
        <p:nvSpPr>
          <p:cNvPr id="28" name="Shape 26"/>
          <p:cNvSpPr/>
          <p:nvPr/>
        </p:nvSpPr>
        <p:spPr>
          <a:xfrm>
            <a:off x="3520440" y="1417320"/>
            <a:ext cx="91" cy="3291840"/>
          </a:xfrm>
          <a:prstGeom prst="line">
            <a:avLst/>
          </a:prstGeom>
          <a:noFill/>
          <a:ln w="6350">
            <a:solidFill>
              <a:srgbClr val="C9D3E6"/>
            </a:solidFill>
            <a:prstDash val="solid"/>
          </a:ln>
        </p:spPr>
      </p:sp>
      <p:sp>
        <p:nvSpPr>
          <p:cNvPr id="29" name="Shape 27"/>
          <p:cNvSpPr/>
          <p:nvPr/>
        </p:nvSpPr>
        <p:spPr>
          <a:xfrm>
            <a:off x="3666744" y="1417320"/>
            <a:ext cx="91" cy="3291840"/>
          </a:xfrm>
          <a:prstGeom prst="line">
            <a:avLst/>
          </a:prstGeom>
          <a:noFill/>
          <a:ln w="6350">
            <a:solidFill>
              <a:srgbClr val="E6EBF4"/>
            </a:solidFill>
            <a:prstDash val="solid"/>
          </a:ln>
        </p:spPr>
      </p:sp>
      <p:sp>
        <p:nvSpPr>
          <p:cNvPr id="30" name="Shape 28"/>
          <p:cNvSpPr/>
          <p:nvPr/>
        </p:nvSpPr>
        <p:spPr>
          <a:xfrm>
            <a:off x="3813048" y="1417320"/>
            <a:ext cx="91" cy="3291840"/>
          </a:xfrm>
          <a:prstGeom prst="line">
            <a:avLst/>
          </a:prstGeom>
          <a:noFill/>
          <a:ln w="6350">
            <a:solidFill>
              <a:srgbClr val="E6EBF4"/>
            </a:solidFill>
            <a:prstDash val="solid"/>
          </a:ln>
        </p:spPr>
      </p:sp>
      <p:sp>
        <p:nvSpPr>
          <p:cNvPr id="31" name="Shape 29"/>
          <p:cNvSpPr/>
          <p:nvPr/>
        </p:nvSpPr>
        <p:spPr>
          <a:xfrm>
            <a:off x="3959352" y="1417320"/>
            <a:ext cx="91" cy="3291840"/>
          </a:xfrm>
          <a:prstGeom prst="line">
            <a:avLst/>
          </a:prstGeom>
          <a:noFill/>
          <a:ln w="6350">
            <a:solidFill>
              <a:srgbClr val="E6EBF4"/>
            </a:solidFill>
            <a:prstDash val="solid"/>
          </a:ln>
        </p:spPr>
      </p:sp>
      <p:sp>
        <p:nvSpPr>
          <p:cNvPr id="32" name="Shape 30"/>
          <p:cNvSpPr/>
          <p:nvPr/>
        </p:nvSpPr>
        <p:spPr>
          <a:xfrm>
            <a:off x="4105656" y="1417320"/>
            <a:ext cx="91" cy="3291840"/>
          </a:xfrm>
          <a:prstGeom prst="line">
            <a:avLst/>
          </a:prstGeom>
          <a:noFill/>
          <a:ln w="6350">
            <a:solidFill>
              <a:srgbClr val="E6EBF4"/>
            </a:solidFill>
            <a:prstDash val="solid"/>
          </a:ln>
        </p:spPr>
      </p:sp>
      <p:sp>
        <p:nvSpPr>
          <p:cNvPr id="33" name="Shape 31"/>
          <p:cNvSpPr/>
          <p:nvPr/>
        </p:nvSpPr>
        <p:spPr>
          <a:xfrm>
            <a:off x="4251960" y="1417320"/>
            <a:ext cx="91" cy="3291840"/>
          </a:xfrm>
          <a:prstGeom prst="line">
            <a:avLst/>
          </a:prstGeom>
          <a:noFill/>
          <a:ln w="6350">
            <a:solidFill>
              <a:srgbClr val="C9D3E6"/>
            </a:solidFill>
            <a:prstDash val="solid"/>
          </a:ln>
        </p:spPr>
      </p:sp>
      <p:sp>
        <p:nvSpPr>
          <p:cNvPr id="34" name="Shape 32"/>
          <p:cNvSpPr/>
          <p:nvPr/>
        </p:nvSpPr>
        <p:spPr>
          <a:xfrm>
            <a:off x="4398264" y="1417320"/>
            <a:ext cx="91" cy="3291840"/>
          </a:xfrm>
          <a:prstGeom prst="line">
            <a:avLst/>
          </a:prstGeom>
          <a:noFill/>
          <a:ln w="6350">
            <a:solidFill>
              <a:srgbClr val="E6EBF4"/>
            </a:solidFill>
            <a:prstDash val="solid"/>
          </a:ln>
        </p:spPr>
      </p:sp>
      <p:sp>
        <p:nvSpPr>
          <p:cNvPr id="35" name="Shape 33"/>
          <p:cNvSpPr/>
          <p:nvPr/>
        </p:nvSpPr>
        <p:spPr>
          <a:xfrm>
            <a:off x="4544568" y="1417320"/>
            <a:ext cx="91" cy="3291840"/>
          </a:xfrm>
          <a:prstGeom prst="line">
            <a:avLst/>
          </a:prstGeom>
          <a:noFill/>
          <a:ln w="6350">
            <a:solidFill>
              <a:srgbClr val="E6EBF4"/>
            </a:solidFill>
            <a:prstDash val="solid"/>
          </a:ln>
        </p:spPr>
      </p:sp>
      <p:sp>
        <p:nvSpPr>
          <p:cNvPr id="36" name="Shape 34"/>
          <p:cNvSpPr/>
          <p:nvPr/>
        </p:nvSpPr>
        <p:spPr>
          <a:xfrm>
            <a:off x="4690872" y="1417320"/>
            <a:ext cx="91" cy="3291840"/>
          </a:xfrm>
          <a:prstGeom prst="line">
            <a:avLst/>
          </a:prstGeom>
          <a:noFill/>
          <a:ln w="6350">
            <a:solidFill>
              <a:srgbClr val="E6EBF4"/>
            </a:solidFill>
            <a:prstDash val="solid"/>
          </a:ln>
        </p:spPr>
      </p:sp>
      <p:sp>
        <p:nvSpPr>
          <p:cNvPr id="37" name="Shape 35"/>
          <p:cNvSpPr/>
          <p:nvPr/>
        </p:nvSpPr>
        <p:spPr>
          <a:xfrm>
            <a:off x="4837176" y="1417320"/>
            <a:ext cx="91" cy="3291840"/>
          </a:xfrm>
          <a:prstGeom prst="line">
            <a:avLst/>
          </a:prstGeom>
          <a:noFill/>
          <a:ln w="6350">
            <a:solidFill>
              <a:srgbClr val="E6EBF4"/>
            </a:solidFill>
            <a:prstDash val="solid"/>
          </a:ln>
        </p:spPr>
      </p:sp>
      <p:sp>
        <p:nvSpPr>
          <p:cNvPr id="38" name="Shape 36"/>
          <p:cNvSpPr/>
          <p:nvPr/>
        </p:nvSpPr>
        <p:spPr>
          <a:xfrm>
            <a:off x="4983480" y="1417320"/>
            <a:ext cx="91" cy="3291840"/>
          </a:xfrm>
          <a:prstGeom prst="line">
            <a:avLst/>
          </a:prstGeom>
          <a:noFill/>
          <a:ln w="6350">
            <a:solidFill>
              <a:srgbClr val="C9D3E6"/>
            </a:solidFill>
            <a:prstDash val="solid"/>
          </a:ln>
        </p:spPr>
      </p:sp>
      <p:sp>
        <p:nvSpPr>
          <p:cNvPr id="39" name="Shape 37"/>
          <p:cNvSpPr/>
          <p:nvPr/>
        </p:nvSpPr>
        <p:spPr>
          <a:xfrm>
            <a:off x="5129784" y="1417320"/>
            <a:ext cx="91" cy="3291840"/>
          </a:xfrm>
          <a:prstGeom prst="line">
            <a:avLst/>
          </a:prstGeom>
          <a:noFill/>
          <a:ln w="6350">
            <a:solidFill>
              <a:srgbClr val="E6EBF4"/>
            </a:solidFill>
            <a:prstDash val="solid"/>
          </a:ln>
        </p:spPr>
      </p:sp>
      <p:sp>
        <p:nvSpPr>
          <p:cNvPr id="40" name="Shape 38"/>
          <p:cNvSpPr/>
          <p:nvPr/>
        </p:nvSpPr>
        <p:spPr>
          <a:xfrm>
            <a:off x="5276088" y="1417320"/>
            <a:ext cx="91" cy="3291840"/>
          </a:xfrm>
          <a:prstGeom prst="line">
            <a:avLst/>
          </a:prstGeom>
          <a:noFill/>
          <a:ln w="6350">
            <a:solidFill>
              <a:srgbClr val="E6EBF4"/>
            </a:solidFill>
            <a:prstDash val="solid"/>
          </a:ln>
        </p:spPr>
      </p:sp>
      <p:sp>
        <p:nvSpPr>
          <p:cNvPr id="41" name="Shape 39"/>
          <p:cNvSpPr/>
          <p:nvPr/>
        </p:nvSpPr>
        <p:spPr>
          <a:xfrm>
            <a:off x="5422392" y="1417320"/>
            <a:ext cx="91" cy="3291840"/>
          </a:xfrm>
          <a:prstGeom prst="line">
            <a:avLst/>
          </a:prstGeom>
          <a:noFill/>
          <a:ln w="6350">
            <a:solidFill>
              <a:srgbClr val="E6EBF4"/>
            </a:solidFill>
            <a:prstDash val="solid"/>
          </a:ln>
        </p:spPr>
      </p:sp>
      <p:sp>
        <p:nvSpPr>
          <p:cNvPr id="42" name="Shape 40"/>
          <p:cNvSpPr/>
          <p:nvPr/>
        </p:nvSpPr>
        <p:spPr>
          <a:xfrm>
            <a:off x="5568696" y="1417320"/>
            <a:ext cx="91" cy="3291840"/>
          </a:xfrm>
          <a:prstGeom prst="line">
            <a:avLst/>
          </a:prstGeom>
          <a:noFill/>
          <a:ln w="6350">
            <a:solidFill>
              <a:srgbClr val="E6EBF4"/>
            </a:solidFill>
            <a:prstDash val="solid"/>
          </a:ln>
        </p:spPr>
      </p:sp>
      <p:sp>
        <p:nvSpPr>
          <p:cNvPr id="43" name="Shape 41"/>
          <p:cNvSpPr/>
          <p:nvPr/>
        </p:nvSpPr>
        <p:spPr>
          <a:xfrm>
            <a:off x="5715000" y="1417320"/>
            <a:ext cx="91" cy="3291840"/>
          </a:xfrm>
          <a:prstGeom prst="line">
            <a:avLst/>
          </a:prstGeom>
          <a:noFill/>
          <a:ln w="6350">
            <a:solidFill>
              <a:srgbClr val="C9D3E6"/>
            </a:solidFill>
            <a:prstDash val="solid"/>
          </a:ln>
        </p:spPr>
      </p:sp>
      <p:sp>
        <p:nvSpPr>
          <p:cNvPr id="44" name="Shape 42"/>
          <p:cNvSpPr/>
          <p:nvPr/>
        </p:nvSpPr>
        <p:spPr>
          <a:xfrm>
            <a:off x="1325880" y="4709160"/>
            <a:ext cx="4389120" cy="91"/>
          </a:xfrm>
          <a:prstGeom prst="line">
            <a:avLst/>
          </a:prstGeom>
          <a:noFill/>
          <a:ln w="6350">
            <a:solidFill>
              <a:srgbClr val="C9D3E6"/>
            </a:solidFill>
            <a:prstDash val="solid"/>
          </a:ln>
        </p:spPr>
      </p:sp>
      <p:sp>
        <p:nvSpPr>
          <p:cNvPr id="45" name="Shape 43"/>
          <p:cNvSpPr/>
          <p:nvPr/>
        </p:nvSpPr>
        <p:spPr>
          <a:xfrm>
            <a:off x="1325880" y="4636008"/>
            <a:ext cx="4389120" cy="91"/>
          </a:xfrm>
          <a:prstGeom prst="line">
            <a:avLst/>
          </a:prstGeom>
          <a:noFill/>
          <a:ln w="6350">
            <a:solidFill>
              <a:srgbClr val="E6EBF4"/>
            </a:solidFill>
            <a:prstDash val="solid"/>
          </a:ln>
        </p:spPr>
      </p:sp>
      <p:sp>
        <p:nvSpPr>
          <p:cNvPr id="46" name="Shape 44"/>
          <p:cNvSpPr/>
          <p:nvPr/>
        </p:nvSpPr>
        <p:spPr>
          <a:xfrm>
            <a:off x="1325880" y="4562856"/>
            <a:ext cx="4389120" cy="91"/>
          </a:xfrm>
          <a:prstGeom prst="line">
            <a:avLst/>
          </a:prstGeom>
          <a:noFill/>
          <a:ln w="6350">
            <a:solidFill>
              <a:srgbClr val="E6EBF4"/>
            </a:solidFill>
            <a:prstDash val="solid"/>
          </a:ln>
        </p:spPr>
      </p:sp>
      <p:sp>
        <p:nvSpPr>
          <p:cNvPr id="47" name="Shape 45"/>
          <p:cNvSpPr/>
          <p:nvPr/>
        </p:nvSpPr>
        <p:spPr>
          <a:xfrm>
            <a:off x="1325880" y="4489704"/>
            <a:ext cx="4389120" cy="91"/>
          </a:xfrm>
          <a:prstGeom prst="line">
            <a:avLst/>
          </a:prstGeom>
          <a:noFill/>
          <a:ln w="6350">
            <a:solidFill>
              <a:srgbClr val="E6EBF4"/>
            </a:solidFill>
            <a:prstDash val="solid"/>
          </a:ln>
        </p:spPr>
      </p:sp>
      <p:sp>
        <p:nvSpPr>
          <p:cNvPr id="48" name="Shape 46"/>
          <p:cNvSpPr/>
          <p:nvPr/>
        </p:nvSpPr>
        <p:spPr>
          <a:xfrm>
            <a:off x="1325880" y="4416552"/>
            <a:ext cx="4389120" cy="91"/>
          </a:xfrm>
          <a:prstGeom prst="line">
            <a:avLst/>
          </a:prstGeom>
          <a:noFill/>
          <a:ln w="6350">
            <a:solidFill>
              <a:srgbClr val="E6EBF4"/>
            </a:solidFill>
            <a:prstDash val="solid"/>
          </a:ln>
        </p:spPr>
      </p:sp>
      <p:sp>
        <p:nvSpPr>
          <p:cNvPr id="49" name="Shape 47"/>
          <p:cNvSpPr/>
          <p:nvPr/>
        </p:nvSpPr>
        <p:spPr>
          <a:xfrm>
            <a:off x="1325880" y="4343400"/>
            <a:ext cx="4389120" cy="91"/>
          </a:xfrm>
          <a:prstGeom prst="line">
            <a:avLst/>
          </a:prstGeom>
          <a:noFill/>
          <a:ln w="6350">
            <a:solidFill>
              <a:srgbClr val="C9D3E6"/>
            </a:solidFill>
            <a:prstDash val="solid"/>
          </a:ln>
        </p:spPr>
      </p:sp>
      <p:sp>
        <p:nvSpPr>
          <p:cNvPr id="50" name="Shape 48"/>
          <p:cNvSpPr/>
          <p:nvPr/>
        </p:nvSpPr>
        <p:spPr>
          <a:xfrm>
            <a:off x="1325880" y="4270248"/>
            <a:ext cx="4389120" cy="91"/>
          </a:xfrm>
          <a:prstGeom prst="line">
            <a:avLst/>
          </a:prstGeom>
          <a:noFill/>
          <a:ln w="6350">
            <a:solidFill>
              <a:srgbClr val="E6EBF4"/>
            </a:solidFill>
            <a:prstDash val="solid"/>
          </a:ln>
        </p:spPr>
      </p:sp>
      <p:sp>
        <p:nvSpPr>
          <p:cNvPr id="51" name="Shape 49"/>
          <p:cNvSpPr/>
          <p:nvPr/>
        </p:nvSpPr>
        <p:spPr>
          <a:xfrm>
            <a:off x="1325880" y="4197096"/>
            <a:ext cx="4389120" cy="91"/>
          </a:xfrm>
          <a:prstGeom prst="line">
            <a:avLst/>
          </a:prstGeom>
          <a:noFill/>
          <a:ln w="6350">
            <a:solidFill>
              <a:srgbClr val="E6EBF4"/>
            </a:solidFill>
            <a:prstDash val="solid"/>
          </a:ln>
        </p:spPr>
      </p:sp>
      <p:sp>
        <p:nvSpPr>
          <p:cNvPr id="52" name="Shape 50"/>
          <p:cNvSpPr/>
          <p:nvPr/>
        </p:nvSpPr>
        <p:spPr>
          <a:xfrm>
            <a:off x="1325880" y="4123944"/>
            <a:ext cx="4389120" cy="91"/>
          </a:xfrm>
          <a:prstGeom prst="line">
            <a:avLst/>
          </a:prstGeom>
          <a:noFill/>
          <a:ln w="6350">
            <a:solidFill>
              <a:srgbClr val="E6EBF4"/>
            </a:solidFill>
            <a:prstDash val="solid"/>
          </a:ln>
        </p:spPr>
      </p:sp>
      <p:sp>
        <p:nvSpPr>
          <p:cNvPr id="53" name="Shape 51"/>
          <p:cNvSpPr/>
          <p:nvPr/>
        </p:nvSpPr>
        <p:spPr>
          <a:xfrm>
            <a:off x="1325880" y="4050792"/>
            <a:ext cx="4389120" cy="91"/>
          </a:xfrm>
          <a:prstGeom prst="line">
            <a:avLst/>
          </a:prstGeom>
          <a:noFill/>
          <a:ln w="6350">
            <a:solidFill>
              <a:srgbClr val="E6EBF4"/>
            </a:solidFill>
            <a:prstDash val="solid"/>
          </a:ln>
        </p:spPr>
      </p:sp>
      <p:sp>
        <p:nvSpPr>
          <p:cNvPr id="54" name="Shape 52"/>
          <p:cNvSpPr/>
          <p:nvPr/>
        </p:nvSpPr>
        <p:spPr>
          <a:xfrm>
            <a:off x="1325880" y="3977640"/>
            <a:ext cx="4389120" cy="91"/>
          </a:xfrm>
          <a:prstGeom prst="line">
            <a:avLst/>
          </a:prstGeom>
          <a:noFill/>
          <a:ln w="6350">
            <a:solidFill>
              <a:srgbClr val="C9D3E6"/>
            </a:solidFill>
            <a:prstDash val="solid"/>
          </a:ln>
        </p:spPr>
      </p:sp>
      <p:sp>
        <p:nvSpPr>
          <p:cNvPr id="55" name="Shape 53"/>
          <p:cNvSpPr/>
          <p:nvPr/>
        </p:nvSpPr>
        <p:spPr>
          <a:xfrm>
            <a:off x="1325880" y="3904488"/>
            <a:ext cx="4389120" cy="91"/>
          </a:xfrm>
          <a:prstGeom prst="line">
            <a:avLst/>
          </a:prstGeom>
          <a:noFill/>
          <a:ln w="6350">
            <a:solidFill>
              <a:srgbClr val="E6EBF4"/>
            </a:solidFill>
            <a:prstDash val="solid"/>
          </a:ln>
        </p:spPr>
      </p:sp>
      <p:sp>
        <p:nvSpPr>
          <p:cNvPr id="56" name="Shape 54"/>
          <p:cNvSpPr/>
          <p:nvPr/>
        </p:nvSpPr>
        <p:spPr>
          <a:xfrm>
            <a:off x="1325880" y="3831336"/>
            <a:ext cx="4389120" cy="91"/>
          </a:xfrm>
          <a:prstGeom prst="line">
            <a:avLst/>
          </a:prstGeom>
          <a:noFill/>
          <a:ln w="6350">
            <a:solidFill>
              <a:srgbClr val="E6EBF4"/>
            </a:solidFill>
            <a:prstDash val="solid"/>
          </a:ln>
        </p:spPr>
      </p:sp>
      <p:sp>
        <p:nvSpPr>
          <p:cNvPr id="57" name="Shape 55"/>
          <p:cNvSpPr/>
          <p:nvPr/>
        </p:nvSpPr>
        <p:spPr>
          <a:xfrm>
            <a:off x="1325880" y="3758184"/>
            <a:ext cx="4389120" cy="91"/>
          </a:xfrm>
          <a:prstGeom prst="line">
            <a:avLst/>
          </a:prstGeom>
          <a:noFill/>
          <a:ln w="6350">
            <a:solidFill>
              <a:srgbClr val="E6EBF4"/>
            </a:solidFill>
            <a:prstDash val="solid"/>
          </a:ln>
        </p:spPr>
      </p:sp>
      <p:sp>
        <p:nvSpPr>
          <p:cNvPr id="58" name="Shape 56"/>
          <p:cNvSpPr/>
          <p:nvPr/>
        </p:nvSpPr>
        <p:spPr>
          <a:xfrm>
            <a:off x="1325880" y="3685032"/>
            <a:ext cx="4389120" cy="91"/>
          </a:xfrm>
          <a:prstGeom prst="line">
            <a:avLst/>
          </a:prstGeom>
          <a:noFill/>
          <a:ln w="6350">
            <a:solidFill>
              <a:srgbClr val="E6EBF4"/>
            </a:solidFill>
            <a:prstDash val="solid"/>
          </a:ln>
        </p:spPr>
      </p:sp>
      <p:sp>
        <p:nvSpPr>
          <p:cNvPr id="59" name="Shape 57"/>
          <p:cNvSpPr/>
          <p:nvPr/>
        </p:nvSpPr>
        <p:spPr>
          <a:xfrm>
            <a:off x="1325880" y="3611880"/>
            <a:ext cx="4389120" cy="91"/>
          </a:xfrm>
          <a:prstGeom prst="line">
            <a:avLst/>
          </a:prstGeom>
          <a:noFill/>
          <a:ln w="6350">
            <a:solidFill>
              <a:srgbClr val="C9D3E6"/>
            </a:solidFill>
            <a:prstDash val="solid"/>
          </a:ln>
        </p:spPr>
      </p:sp>
      <p:sp>
        <p:nvSpPr>
          <p:cNvPr id="60" name="Shape 58"/>
          <p:cNvSpPr/>
          <p:nvPr/>
        </p:nvSpPr>
        <p:spPr>
          <a:xfrm>
            <a:off x="1325880" y="3538728"/>
            <a:ext cx="4389120" cy="91"/>
          </a:xfrm>
          <a:prstGeom prst="line">
            <a:avLst/>
          </a:prstGeom>
          <a:noFill/>
          <a:ln w="6350">
            <a:solidFill>
              <a:srgbClr val="E6EBF4"/>
            </a:solidFill>
            <a:prstDash val="solid"/>
          </a:ln>
        </p:spPr>
      </p:sp>
      <p:sp>
        <p:nvSpPr>
          <p:cNvPr id="61" name="Shape 59"/>
          <p:cNvSpPr/>
          <p:nvPr/>
        </p:nvSpPr>
        <p:spPr>
          <a:xfrm>
            <a:off x="1325880" y="3465576"/>
            <a:ext cx="4389120" cy="91"/>
          </a:xfrm>
          <a:prstGeom prst="line">
            <a:avLst/>
          </a:prstGeom>
          <a:noFill/>
          <a:ln w="6350">
            <a:solidFill>
              <a:srgbClr val="E6EBF4"/>
            </a:solidFill>
            <a:prstDash val="solid"/>
          </a:ln>
        </p:spPr>
      </p:sp>
      <p:sp>
        <p:nvSpPr>
          <p:cNvPr id="62" name="Shape 60"/>
          <p:cNvSpPr/>
          <p:nvPr/>
        </p:nvSpPr>
        <p:spPr>
          <a:xfrm>
            <a:off x="1325880" y="3392424"/>
            <a:ext cx="4389120" cy="91"/>
          </a:xfrm>
          <a:prstGeom prst="line">
            <a:avLst/>
          </a:prstGeom>
          <a:noFill/>
          <a:ln w="6350">
            <a:solidFill>
              <a:srgbClr val="E6EBF4"/>
            </a:solidFill>
            <a:prstDash val="solid"/>
          </a:ln>
        </p:spPr>
      </p:sp>
      <p:sp>
        <p:nvSpPr>
          <p:cNvPr id="63" name="Shape 61"/>
          <p:cNvSpPr/>
          <p:nvPr/>
        </p:nvSpPr>
        <p:spPr>
          <a:xfrm>
            <a:off x="1325880" y="3319272"/>
            <a:ext cx="4389120" cy="91"/>
          </a:xfrm>
          <a:prstGeom prst="line">
            <a:avLst/>
          </a:prstGeom>
          <a:noFill/>
          <a:ln w="6350">
            <a:solidFill>
              <a:srgbClr val="E6EBF4"/>
            </a:solidFill>
            <a:prstDash val="solid"/>
          </a:ln>
        </p:spPr>
      </p:sp>
      <p:sp>
        <p:nvSpPr>
          <p:cNvPr id="64" name="Shape 62"/>
          <p:cNvSpPr/>
          <p:nvPr/>
        </p:nvSpPr>
        <p:spPr>
          <a:xfrm>
            <a:off x="1325880" y="3246120"/>
            <a:ext cx="4389120" cy="91"/>
          </a:xfrm>
          <a:prstGeom prst="line">
            <a:avLst/>
          </a:prstGeom>
          <a:noFill/>
          <a:ln w="6350">
            <a:solidFill>
              <a:srgbClr val="C9D3E6"/>
            </a:solidFill>
            <a:prstDash val="solid"/>
          </a:ln>
        </p:spPr>
      </p:sp>
      <p:sp>
        <p:nvSpPr>
          <p:cNvPr id="65" name="Shape 63"/>
          <p:cNvSpPr/>
          <p:nvPr/>
        </p:nvSpPr>
        <p:spPr>
          <a:xfrm>
            <a:off x="1325880" y="3172968"/>
            <a:ext cx="4389120" cy="91"/>
          </a:xfrm>
          <a:prstGeom prst="line">
            <a:avLst/>
          </a:prstGeom>
          <a:noFill/>
          <a:ln w="6350">
            <a:solidFill>
              <a:srgbClr val="E6EBF4"/>
            </a:solidFill>
            <a:prstDash val="solid"/>
          </a:ln>
        </p:spPr>
      </p:sp>
      <p:sp>
        <p:nvSpPr>
          <p:cNvPr id="66" name="Shape 64"/>
          <p:cNvSpPr/>
          <p:nvPr/>
        </p:nvSpPr>
        <p:spPr>
          <a:xfrm>
            <a:off x="1325880" y="3099816"/>
            <a:ext cx="4389120" cy="91"/>
          </a:xfrm>
          <a:prstGeom prst="line">
            <a:avLst/>
          </a:prstGeom>
          <a:noFill/>
          <a:ln w="6350">
            <a:solidFill>
              <a:srgbClr val="E6EBF4"/>
            </a:solidFill>
            <a:prstDash val="solid"/>
          </a:ln>
        </p:spPr>
      </p:sp>
      <p:sp>
        <p:nvSpPr>
          <p:cNvPr id="67" name="Shape 65"/>
          <p:cNvSpPr/>
          <p:nvPr/>
        </p:nvSpPr>
        <p:spPr>
          <a:xfrm>
            <a:off x="1325880" y="3026664"/>
            <a:ext cx="4389120" cy="91"/>
          </a:xfrm>
          <a:prstGeom prst="line">
            <a:avLst/>
          </a:prstGeom>
          <a:noFill/>
          <a:ln w="6350">
            <a:solidFill>
              <a:srgbClr val="E6EBF4"/>
            </a:solidFill>
            <a:prstDash val="solid"/>
          </a:ln>
        </p:spPr>
      </p:sp>
      <p:sp>
        <p:nvSpPr>
          <p:cNvPr id="68" name="Shape 66"/>
          <p:cNvSpPr/>
          <p:nvPr/>
        </p:nvSpPr>
        <p:spPr>
          <a:xfrm>
            <a:off x="1325880" y="2953512"/>
            <a:ext cx="4389120" cy="91"/>
          </a:xfrm>
          <a:prstGeom prst="line">
            <a:avLst/>
          </a:prstGeom>
          <a:noFill/>
          <a:ln w="6350">
            <a:solidFill>
              <a:srgbClr val="E6EBF4"/>
            </a:solidFill>
            <a:prstDash val="solid"/>
          </a:ln>
        </p:spPr>
      </p:sp>
      <p:sp>
        <p:nvSpPr>
          <p:cNvPr id="69" name="Shape 67"/>
          <p:cNvSpPr/>
          <p:nvPr/>
        </p:nvSpPr>
        <p:spPr>
          <a:xfrm>
            <a:off x="1325880" y="2880360"/>
            <a:ext cx="4389120" cy="91"/>
          </a:xfrm>
          <a:prstGeom prst="line">
            <a:avLst/>
          </a:prstGeom>
          <a:noFill/>
          <a:ln w="6350">
            <a:solidFill>
              <a:srgbClr val="C9D3E6"/>
            </a:solidFill>
            <a:prstDash val="solid"/>
          </a:ln>
        </p:spPr>
      </p:sp>
      <p:sp>
        <p:nvSpPr>
          <p:cNvPr id="70" name="Shape 68"/>
          <p:cNvSpPr/>
          <p:nvPr/>
        </p:nvSpPr>
        <p:spPr>
          <a:xfrm>
            <a:off x="1325880" y="2807208"/>
            <a:ext cx="4389120" cy="91"/>
          </a:xfrm>
          <a:prstGeom prst="line">
            <a:avLst/>
          </a:prstGeom>
          <a:noFill/>
          <a:ln w="6350">
            <a:solidFill>
              <a:srgbClr val="E6EBF4"/>
            </a:solidFill>
            <a:prstDash val="solid"/>
          </a:ln>
        </p:spPr>
      </p:sp>
      <p:sp>
        <p:nvSpPr>
          <p:cNvPr id="71" name="Shape 69"/>
          <p:cNvSpPr/>
          <p:nvPr/>
        </p:nvSpPr>
        <p:spPr>
          <a:xfrm>
            <a:off x="1325880" y="2734056"/>
            <a:ext cx="4389120" cy="91"/>
          </a:xfrm>
          <a:prstGeom prst="line">
            <a:avLst/>
          </a:prstGeom>
          <a:noFill/>
          <a:ln w="6350">
            <a:solidFill>
              <a:srgbClr val="E6EBF4"/>
            </a:solidFill>
            <a:prstDash val="solid"/>
          </a:ln>
        </p:spPr>
      </p:sp>
      <p:sp>
        <p:nvSpPr>
          <p:cNvPr id="72" name="Shape 70"/>
          <p:cNvSpPr/>
          <p:nvPr/>
        </p:nvSpPr>
        <p:spPr>
          <a:xfrm>
            <a:off x="1325880" y="2660904"/>
            <a:ext cx="4389120" cy="91"/>
          </a:xfrm>
          <a:prstGeom prst="line">
            <a:avLst/>
          </a:prstGeom>
          <a:noFill/>
          <a:ln w="6350">
            <a:solidFill>
              <a:srgbClr val="E6EBF4"/>
            </a:solidFill>
            <a:prstDash val="solid"/>
          </a:ln>
        </p:spPr>
      </p:sp>
      <p:sp>
        <p:nvSpPr>
          <p:cNvPr id="73" name="Shape 71"/>
          <p:cNvSpPr/>
          <p:nvPr/>
        </p:nvSpPr>
        <p:spPr>
          <a:xfrm>
            <a:off x="1325880" y="2587752"/>
            <a:ext cx="4389120" cy="91"/>
          </a:xfrm>
          <a:prstGeom prst="line">
            <a:avLst/>
          </a:prstGeom>
          <a:noFill/>
          <a:ln w="6350">
            <a:solidFill>
              <a:srgbClr val="E6EBF4"/>
            </a:solidFill>
            <a:prstDash val="solid"/>
          </a:ln>
        </p:spPr>
      </p:sp>
      <p:sp>
        <p:nvSpPr>
          <p:cNvPr id="74" name="Shape 72"/>
          <p:cNvSpPr/>
          <p:nvPr/>
        </p:nvSpPr>
        <p:spPr>
          <a:xfrm>
            <a:off x="1325880" y="2514600"/>
            <a:ext cx="4389120" cy="91"/>
          </a:xfrm>
          <a:prstGeom prst="line">
            <a:avLst/>
          </a:prstGeom>
          <a:noFill/>
          <a:ln w="6350">
            <a:solidFill>
              <a:srgbClr val="C9D3E6"/>
            </a:solidFill>
            <a:prstDash val="solid"/>
          </a:ln>
        </p:spPr>
      </p:sp>
      <p:sp>
        <p:nvSpPr>
          <p:cNvPr id="75" name="Shape 73"/>
          <p:cNvSpPr/>
          <p:nvPr/>
        </p:nvSpPr>
        <p:spPr>
          <a:xfrm>
            <a:off x="1325880" y="2441448"/>
            <a:ext cx="4389120" cy="91"/>
          </a:xfrm>
          <a:prstGeom prst="line">
            <a:avLst/>
          </a:prstGeom>
          <a:noFill/>
          <a:ln w="6350">
            <a:solidFill>
              <a:srgbClr val="E6EBF4"/>
            </a:solidFill>
            <a:prstDash val="solid"/>
          </a:ln>
        </p:spPr>
      </p:sp>
      <p:sp>
        <p:nvSpPr>
          <p:cNvPr id="76" name="Shape 74"/>
          <p:cNvSpPr/>
          <p:nvPr/>
        </p:nvSpPr>
        <p:spPr>
          <a:xfrm>
            <a:off x="1325880" y="2368296"/>
            <a:ext cx="4389120" cy="91"/>
          </a:xfrm>
          <a:prstGeom prst="line">
            <a:avLst/>
          </a:prstGeom>
          <a:noFill/>
          <a:ln w="6350">
            <a:solidFill>
              <a:srgbClr val="E6EBF4"/>
            </a:solidFill>
            <a:prstDash val="solid"/>
          </a:ln>
        </p:spPr>
      </p:sp>
      <p:sp>
        <p:nvSpPr>
          <p:cNvPr id="77" name="Shape 75"/>
          <p:cNvSpPr/>
          <p:nvPr/>
        </p:nvSpPr>
        <p:spPr>
          <a:xfrm>
            <a:off x="1325880" y="2295144"/>
            <a:ext cx="4389120" cy="91"/>
          </a:xfrm>
          <a:prstGeom prst="line">
            <a:avLst/>
          </a:prstGeom>
          <a:noFill/>
          <a:ln w="6350">
            <a:solidFill>
              <a:srgbClr val="E6EBF4"/>
            </a:solidFill>
            <a:prstDash val="solid"/>
          </a:ln>
        </p:spPr>
      </p:sp>
      <p:sp>
        <p:nvSpPr>
          <p:cNvPr id="78" name="Shape 76"/>
          <p:cNvSpPr/>
          <p:nvPr/>
        </p:nvSpPr>
        <p:spPr>
          <a:xfrm>
            <a:off x="1325880" y="2221992"/>
            <a:ext cx="4389120" cy="91"/>
          </a:xfrm>
          <a:prstGeom prst="line">
            <a:avLst/>
          </a:prstGeom>
          <a:noFill/>
          <a:ln w="6350">
            <a:solidFill>
              <a:srgbClr val="E6EBF4"/>
            </a:solidFill>
            <a:prstDash val="solid"/>
          </a:ln>
        </p:spPr>
      </p:sp>
      <p:sp>
        <p:nvSpPr>
          <p:cNvPr id="79" name="Shape 77"/>
          <p:cNvSpPr/>
          <p:nvPr/>
        </p:nvSpPr>
        <p:spPr>
          <a:xfrm>
            <a:off x="1325880" y="2148840"/>
            <a:ext cx="4389120" cy="91"/>
          </a:xfrm>
          <a:prstGeom prst="line">
            <a:avLst/>
          </a:prstGeom>
          <a:noFill/>
          <a:ln w="6350">
            <a:solidFill>
              <a:srgbClr val="C9D3E6"/>
            </a:solidFill>
            <a:prstDash val="solid"/>
          </a:ln>
        </p:spPr>
      </p:sp>
      <p:sp>
        <p:nvSpPr>
          <p:cNvPr id="80" name="Shape 78"/>
          <p:cNvSpPr/>
          <p:nvPr/>
        </p:nvSpPr>
        <p:spPr>
          <a:xfrm>
            <a:off x="1325880" y="2075688"/>
            <a:ext cx="4389120" cy="91"/>
          </a:xfrm>
          <a:prstGeom prst="line">
            <a:avLst/>
          </a:prstGeom>
          <a:noFill/>
          <a:ln w="6350">
            <a:solidFill>
              <a:srgbClr val="E6EBF4"/>
            </a:solidFill>
            <a:prstDash val="solid"/>
          </a:ln>
        </p:spPr>
      </p:sp>
      <p:sp>
        <p:nvSpPr>
          <p:cNvPr id="81" name="Shape 79"/>
          <p:cNvSpPr/>
          <p:nvPr/>
        </p:nvSpPr>
        <p:spPr>
          <a:xfrm>
            <a:off x="1325880" y="2002536"/>
            <a:ext cx="4389120" cy="91"/>
          </a:xfrm>
          <a:prstGeom prst="line">
            <a:avLst/>
          </a:prstGeom>
          <a:noFill/>
          <a:ln w="6350">
            <a:solidFill>
              <a:srgbClr val="E6EBF4"/>
            </a:solidFill>
            <a:prstDash val="solid"/>
          </a:ln>
        </p:spPr>
      </p:sp>
      <p:sp>
        <p:nvSpPr>
          <p:cNvPr id="82" name="Shape 80"/>
          <p:cNvSpPr/>
          <p:nvPr/>
        </p:nvSpPr>
        <p:spPr>
          <a:xfrm>
            <a:off x="1325880" y="1929384"/>
            <a:ext cx="4389120" cy="91"/>
          </a:xfrm>
          <a:prstGeom prst="line">
            <a:avLst/>
          </a:prstGeom>
          <a:noFill/>
          <a:ln w="6350">
            <a:solidFill>
              <a:srgbClr val="E6EBF4"/>
            </a:solidFill>
            <a:prstDash val="solid"/>
          </a:ln>
        </p:spPr>
      </p:sp>
      <p:sp>
        <p:nvSpPr>
          <p:cNvPr id="83" name="Shape 81"/>
          <p:cNvSpPr/>
          <p:nvPr/>
        </p:nvSpPr>
        <p:spPr>
          <a:xfrm>
            <a:off x="1325880" y="1856232"/>
            <a:ext cx="4389120" cy="91"/>
          </a:xfrm>
          <a:prstGeom prst="line">
            <a:avLst/>
          </a:prstGeom>
          <a:noFill/>
          <a:ln w="6350">
            <a:solidFill>
              <a:srgbClr val="E6EBF4"/>
            </a:solidFill>
            <a:prstDash val="solid"/>
          </a:ln>
        </p:spPr>
      </p:sp>
      <p:sp>
        <p:nvSpPr>
          <p:cNvPr id="84" name="Shape 82"/>
          <p:cNvSpPr/>
          <p:nvPr/>
        </p:nvSpPr>
        <p:spPr>
          <a:xfrm>
            <a:off x="1325880" y="1783080"/>
            <a:ext cx="4389120" cy="91"/>
          </a:xfrm>
          <a:prstGeom prst="line">
            <a:avLst/>
          </a:prstGeom>
          <a:noFill/>
          <a:ln w="6350">
            <a:solidFill>
              <a:srgbClr val="C9D3E6"/>
            </a:solidFill>
            <a:prstDash val="solid"/>
          </a:ln>
        </p:spPr>
      </p:sp>
      <p:sp>
        <p:nvSpPr>
          <p:cNvPr id="85" name="Shape 83"/>
          <p:cNvSpPr/>
          <p:nvPr/>
        </p:nvSpPr>
        <p:spPr>
          <a:xfrm>
            <a:off x="1325880" y="1709928"/>
            <a:ext cx="4389120" cy="91"/>
          </a:xfrm>
          <a:prstGeom prst="line">
            <a:avLst/>
          </a:prstGeom>
          <a:noFill/>
          <a:ln w="6350">
            <a:solidFill>
              <a:srgbClr val="E6EBF4"/>
            </a:solidFill>
            <a:prstDash val="solid"/>
          </a:ln>
        </p:spPr>
      </p:sp>
      <p:sp>
        <p:nvSpPr>
          <p:cNvPr id="86" name="Shape 84"/>
          <p:cNvSpPr/>
          <p:nvPr/>
        </p:nvSpPr>
        <p:spPr>
          <a:xfrm>
            <a:off x="1325880" y="1636776"/>
            <a:ext cx="4389120" cy="91"/>
          </a:xfrm>
          <a:prstGeom prst="line">
            <a:avLst/>
          </a:prstGeom>
          <a:noFill/>
          <a:ln w="6350">
            <a:solidFill>
              <a:srgbClr val="E6EBF4"/>
            </a:solidFill>
            <a:prstDash val="solid"/>
          </a:ln>
        </p:spPr>
      </p:sp>
      <p:sp>
        <p:nvSpPr>
          <p:cNvPr id="87" name="Shape 85"/>
          <p:cNvSpPr/>
          <p:nvPr/>
        </p:nvSpPr>
        <p:spPr>
          <a:xfrm>
            <a:off x="1325880" y="1563624"/>
            <a:ext cx="4389120" cy="91"/>
          </a:xfrm>
          <a:prstGeom prst="line">
            <a:avLst/>
          </a:prstGeom>
          <a:noFill/>
          <a:ln w="6350">
            <a:solidFill>
              <a:srgbClr val="E6EBF4"/>
            </a:solidFill>
            <a:prstDash val="solid"/>
          </a:ln>
        </p:spPr>
      </p:sp>
      <p:sp>
        <p:nvSpPr>
          <p:cNvPr id="88" name="Shape 86"/>
          <p:cNvSpPr/>
          <p:nvPr/>
        </p:nvSpPr>
        <p:spPr>
          <a:xfrm>
            <a:off x="1325880" y="1490472"/>
            <a:ext cx="4389120" cy="91"/>
          </a:xfrm>
          <a:prstGeom prst="line">
            <a:avLst/>
          </a:prstGeom>
          <a:noFill/>
          <a:ln w="6350">
            <a:solidFill>
              <a:srgbClr val="E6EBF4"/>
            </a:solidFill>
            <a:prstDash val="solid"/>
          </a:ln>
        </p:spPr>
      </p:sp>
      <p:sp>
        <p:nvSpPr>
          <p:cNvPr id="89" name="Shape 87"/>
          <p:cNvSpPr/>
          <p:nvPr/>
        </p:nvSpPr>
        <p:spPr>
          <a:xfrm>
            <a:off x="1325880" y="1417320"/>
            <a:ext cx="4389120" cy="91"/>
          </a:xfrm>
          <a:prstGeom prst="line">
            <a:avLst/>
          </a:prstGeom>
          <a:noFill/>
          <a:ln w="6350">
            <a:solidFill>
              <a:srgbClr val="C9D3E6"/>
            </a:solidFill>
            <a:prstDash val="solid"/>
          </a:ln>
        </p:spPr>
      </p:sp>
      <p:sp>
        <p:nvSpPr>
          <p:cNvPr id="90" name="Shape 88"/>
          <p:cNvSpPr/>
          <p:nvPr/>
        </p:nvSpPr>
        <p:spPr>
          <a:xfrm>
            <a:off x="1325880" y="4709160"/>
            <a:ext cx="4389120" cy="91"/>
          </a:xfrm>
          <a:prstGeom prst="line">
            <a:avLst/>
          </a:prstGeom>
          <a:noFill/>
          <a:ln w="19050">
            <a:solidFill>
              <a:srgbClr val="1A2340"/>
            </a:solidFill>
            <a:prstDash val="solid"/>
          </a:ln>
        </p:spPr>
      </p:sp>
      <p:sp>
        <p:nvSpPr>
          <p:cNvPr id="91" name="Shape 89"/>
          <p:cNvSpPr/>
          <p:nvPr/>
        </p:nvSpPr>
        <p:spPr>
          <a:xfrm flipV="1">
            <a:off x="1325880" y="1417320"/>
            <a:ext cx="91" cy="3291840"/>
          </a:xfrm>
          <a:prstGeom prst="line">
            <a:avLst/>
          </a:prstGeom>
          <a:noFill/>
          <a:ln w="19050">
            <a:solidFill>
              <a:srgbClr val="1A2340"/>
            </a:solidFill>
            <a:prstDash val="solid"/>
          </a:ln>
        </p:spPr>
      </p:sp>
      <p:sp>
        <p:nvSpPr>
          <p:cNvPr id="92" name="Shape 90"/>
          <p:cNvSpPr/>
          <p:nvPr/>
        </p:nvSpPr>
        <p:spPr>
          <a:xfrm>
            <a:off x="1325880" y="4709160"/>
            <a:ext cx="91" cy="54864"/>
          </a:xfrm>
          <a:prstGeom prst="line">
            <a:avLst/>
          </a:prstGeom>
          <a:noFill/>
          <a:ln w="12700">
            <a:solidFill>
              <a:srgbClr val="1A2340"/>
            </a:solidFill>
            <a:prstDash val="solid"/>
          </a:ln>
        </p:spPr>
      </p:sp>
      <p:sp>
        <p:nvSpPr>
          <p:cNvPr id="93" name="Text 91"/>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94" name="Shape 92"/>
          <p:cNvSpPr/>
          <p:nvPr/>
        </p:nvSpPr>
        <p:spPr>
          <a:xfrm>
            <a:off x="2057400" y="4709160"/>
            <a:ext cx="91" cy="54864"/>
          </a:xfrm>
          <a:prstGeom prst="line">
            <a:avLst/>
          </a:prstGeom>
          <a:noFill/>
          <a:ln w="12700">
            <a:solidFill>
              <a:srgbClr val="1A2340"/>
            </a:solidFill>
            <a:prstDash val="solid"/>
          </a:ln>
        </p:spPr>
      </p:sp>
      <p:sp>
        <p:nvSpPr>
          <p:cNvPr id="95" name="Text 93"/>
          <p:cNvSpPr/>
          <p:nvPr/>
        </p:nvSpPr>
        <p:spPr>
          <a:xfrm>
            <a:off x="17830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96" name="Shape 94"/>
          <p:cNvSpPr/>
          <p:nvPr/>
        </p:nvSpPr>
        <p:spPr>
          <a:xfrm>
            <a:off x="2788920" y="4709160"/>
            <a:ext cx="91" cy="54864"/>
          </a:xfrm>
          <a:prstGeom prst="line">
            <a:avLst/>
          </a:prstGeom>
          <a:noFill/>
          <a:ln w="12700">
            <a:solidFill>
              <a:srgbClr val="1A2340"/>
            </a:solidFill>
            <a:prstDash val="solid"/>
          </a:ln>
        </p:spPr>
      </p:sp>
      <p:sp>
        <p:nvSpPr>
          <p:cNvPr id="97" name="Text 95"/>
          <p:cNvSpPr/>
          <p:nvPr/>
        </p:nvSpPr>
        <p:spPr>
          <a:xfrm>
            <a:off x="25146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98" name="Shape 96"/>
          <p:cNvSpPr/>
          <p:nvPr/>
        </p:nvSpPr>
        <p:spPr>
          <a:xfrm>
            <a:off x="3520440" y="4709160"/>
            <a:ext cx="91" cy="54864"/>
          </a:xfrm>
          <a:prstGeom prst="line">
            <a:avLst/>
          </a:prstGeom>
          <a:noFill/>
          <a:ln w="12700">
            <a:solidFill>
              <a:srgbClr val="1A2340"/>
            </a:solidFill>
            <a:prstDash val="solid"/>
          </a:ln>
        </p:spPr>
      </p:sp>
      <p:sp>
        <p:nvSpPr>
          <p:cNvPr id="99" name="Text 97"/>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100" name="Shape 98"/>
          <p:cNvSpPr/>
          <p:nvPr/>
        </p:nvSpPr>
        <p:spPr>
          <a:xfrm>
            <a:off x="4251960" y="4709160"/>
            <a:ext cx="91" cy="54864"/>
          </a:xfrm>
          <a:prstGeom prst="line">
            <a:avLst/>
          </a:prstGeom>
          <a:noFill/>
          <a:ln w="12700">
            <a:solidFill>
              <a:srgbClr val="1A2340"/>
            </a:solidFill>
            <a:prstDash val="solid"/>
          </a:ln>
        </p:spPr>
      </p:sp>
      <p:sp>
        <p:nvSpPr>
          <p:cNvPr id="101" name="Text 99"/>
          <p:cNvSpPr/>
          <p:nvPr/>
        </p:nvSpPr>
        <p:spPr>
          <a:xfrm>
            <a:off x="39776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102" name="Shape 100"/>
          <p:cNvSpPr/>
          <p:nvPr/>
        </p:nvSpPr>
        <p:spPr>
          <a:xfrm>
            <a:off x="4983480" y="4709160"/>
            <a:ext cx="91" cy="54864"/>
          </a:xfrm>
          <a:prstGeom prst="line">
            <a:avLst/>
          </a:prstGeom>
          <a:noFill/>
          <a:ln w="12700">
            <a:solidFill>
              <a:srgbClr val="1A2340"/>
            </a:solidFill>
            <a:prstDash val="solid"/>
          </a:ln>
        </p:spPr>
      </p:sp>
      <p:sp>
        <p:nvSpPr>
          <p:cNvPr id="103" name="Text 101"/>
          <p:cNvSpPr/>
          <p:nvPr/>
        </p:nvSpPr>
        <p:spPr>
          <a:xfrm>
            <a:off x="47091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0.25</a:t>
            </a:r>
            <a:endParaRPr lang="en-US" sz="1000" dirty="0"/>
          </a:p>
        </p:txBody>
      </p:sp>
      <p:sp>
        <p:nvSpPr>
          <p:cNvPr id="104" name="Shape 102"/>
          <p:cNvSpPr/>
          <p:nvPr/>
        </p:nvSpPr>
        <p:spPr>
          <a:xfrm>
            <a:off x="5715000" y="4709160"/>
            <a:ext cx="91" cy="54864"/>
          </a:xfrm>
          <a:prstGeom prst="line">
            <a:avLst/>
          </a:prstGeom>
          <a:noFill/>
          <a:ln w="12700">
            <a:solidFill>
              <a:srgbClr val="1A2340"/>
            </a:solidFill>
            <a:prstDash val="solid"/>
          </a:ln>
        </p:spPr>
      </p:sp>
      <p:sp>
        <p:nvSpPr>
          <p:cNvPr id="105" name="Text 103"/>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0.30</a:t>
            </a:r>
            <a:endParaRPr lang="en-US" sz="1000" dirty="0"/>
          </a:p>
        </p:txBody>
      </p:sp>
      <p:sp>
        <p:nvSpPr>
          <p:cNvPr id="106" name="Shape 104"/>
          <p:cNvSpPr/>
          <p:nvPr/>
        </p:nvSpPr>
        <p:spPr>
          <a:xfrm>
            <a:off x="1271016" y="4709160"/>
            <a:ext cx="54864" cy="91"/>
          </a:xfrm>
          <a:prstGeom prst="line">
            <a:avLst/>
          </a:prstGeom>
          <a:noFill/>
          <a:ln w="12700">
            <a:solidFill>
              <a:srgbClr val="1A2340"/>
            </a:solidFill>
            <a:prstDash val="solid"/>
          </a:ln>
        </p:spPr>
      </p:sp>
      <p:sp>
        <p:nvSpPr>
          <p:cNvPr id="107" name="Text 105"/>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08" name="Shape 106"/>
          <p:cNvSpPr/>
          <p:nvPr/>
        </p:nvSpPr>
        <p:spPr>
          <a:xfrm>
            <a:off x="1271016" y="4343400"/>
            <a:ext cx="54864" cy="91"/>
          </a:xfrm>
          <a:prstGeom prst="line">
            <a:avLst/>
          </a:prstGeom>
          <a:noFill/>
          <a:ln w="12700">
            <a:solidFill>
              <a:srgbClr val="1A2340"/>
            </a:solidFill>
            <a:prstDash val="solid"/>
          </a:ln>
        </p:spPr>
      </p:sp>
      <p:sp>
        <p:nvSpPr>
          <p:cNvPr id="109" name="Text 107"/>
          <p:cNvSpPr/>
          <p:nvPr/>
        </p:nvSpPr>
        <p:spPr>
          <a:xfrm>
            <a:off x="886968" y="42519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110" name="Shape 108"/>
          <p:cNvSpPr/>
          <p:nvPr/>
        </p:nvSpPr>
        <p:spPr>
          <a:xfrm>
            <a:off x="1271016" y="3977640"/>
            <a:ext cx="54864" cy="91"/>
          </a:xfrm>
          <a:prstGeom prst="line">
            <a:avLst/>
          </a:prstGeom>
          <a:noFill/>
          <a:ln w="12700">
            <a:solidFill>
              <a:srgbClr val="1A2340"/>
            </a:solidFill>
            <a:prstDash val="solid"/>
          </a:ln>
        </p:spPr>
      </p:sp>
      <p:sp>
        <p:nvSpPr>
          <p:cNvPr id="111" name="Text 109"/>
          <p:cNvSpPr/>
          <p:nvPr/>
        </p:nvSpPr>
        <p:spPr>
          <a:xfrm>
            <a:off x="886968" y="3886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12" name="Shape 110"/>
          <p:cNvSpPr/>
          <p:nvPr/>
        </p:nvSpPr>
        <p:spPr>
          <a:xfrm>
            <a:off x="1271016" y="3611880"/>
            <a:ext cx="54864" cy="91"/>
          </a:xfrm>
          <a:prstGeom prst="line">
            <a:avLst/>
          </a:prstGeom>
          <a:noFill/>
          <a:ln w="12700">
            <a:solidFill>
              <a:srgbClr val="1A2340"/>
            </a:solidFill>
            <a:prstDash val="solid"/>
          </a:ln>
        </p:spPr>
      </p:sp>
      <p:sp>
        <p:nvSpPr>
          <p:cNvPr id="113" name="Text 111"/>
          <p:cNvSpPr/>
          <p:nvPr/>
        </p:nvSpPr>
        <p:spPr>
          <a:xfrm>
            <a:off x="886968" y="3520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114" name="Shape 112"/>
          <p:cNvSpPr/>
          <p:nvPr/>
        </p:nvSpPr>
        <p:spPr>
          <a:xfrm>
            <a:off x="1271016" y="3246120"/>
            <a:ext cx="54864" cy="91"/>
          </a:xfrm>
          <a:prstGeom prst="line">
            <a:avLst/>
          </a:prstGeom>
          <a:noFill/>
          <a:ln w="12700">
            <a:solidFill>
              <a:srgbClr val="1A2340"/>
            </a:solidFill>
            <a:prstDash val="solid"/>
          </a:ln>
        </p:spPr>
      </p:sp>
      <p:sp>
        <p:nvSpPr>
          <p:cNvPr id="115" name="Text 113"/>
          <p:cNvSpPr/>
          <p:nvPr/>
        </p:nvSpPr>
        <p:spPr>
          <a:xfrm>
            <a:off x="886968" y="3154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16" name="Shape 114"/>
          <p:cNvSpPr/>
          <p:nvPr/>
        </p:nvSpPr>
        <p:spPr>
          <a:xfrm>
            <a:off x="1271016" y="2880360"/>
            <a:ext cx="54864" cy="91"/>
          </a:xfrm>
          <a:prstGeom prst="line">
            <a:avLst/>
          </a:prstGeom>
          <a:noFill/>
          <a:ln w="12700">
            <a:solidFill>
              <a:srgbClr val="1A2340"/>
            </a:solidFill>
            <a:prstDash val="solid"/>
          </a:ln>
        </p:spPr>
      </p:sp>
      <p:sp>
        <p:nvSpPr>
          <p:cNvPr id="117" name="Text 115"/>
          <p:cNvSpPr/>
          <p:nvPr/>
        </p:nvSpPr>
        <p:spPr>
          <a:xfrm>
            <a:off x="886968" y="2788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118" name="Shape 116"/>
          <p:cNvSpPr/>
          <p:nvPr/>
        </p:nvSpPr>
        <p:spPr>
          <a:xfrm>
            <a:off x="1271016" y="2514600"/>
            <a:ext cx="54864" cy="91"/>
          </a:xfrm>
          <a:prstGeom prst="line">
            <a:avLst/>
          </a:prstGeom>
          <a:noFill/>
          <a:ln w="12700">
            <a:solidFill>
              <a:srgbClr val="1A2340"/>
            </a:solidFill>
            <a:prstDash val="solid"/>
          </a:ln>
        </p:spPr>
      </p:sp>
      <p:sp>
        <p:nvSpPr>
          <p:cNvPr id="119" name="Text 117"/>
          <p:cNvSpPr/>
          <p:nvPr/>
        </p:nvSpPr>
        <p:spPr>
          <a:xfrm>
            <a:off x="88696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20" name="Shape 118"/>
          <p:cNvSpPr/>
          <p:nvPr/>
        </p:nvSpPr>
        <p:spPr>
          <a:xfrm>
            <a:off x="1271016" y="2148840"/>
            <a:ext cx="54864" cy="91"/>
          </a:xfrm>
          <a:prstGeom prst="line">
            <a:avLst/>
          </a:prstGeom>
          <a:noFill/>
          <a:ln w="12700">
            <a:solidFill>
              <a:srgbClr val="1A2340"/>
            </a:solidFill>
            <a:prstDash val="solid"/>
          </a:ln>
        </p:spPr>
      </p:sp>
      <p:sp>
        <p:nvSpPr>
          <p:cNvPr id="121" name="Text 119"/>
          <p:cNvSpPr/>
          <p:nvPr/>
        </p:nvSpPr>
        <p:spPr>
          <a:xfrm>
            <a:off x="886968" y="2057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122" name="Shape 120"/>
          <p:cNvSpPr/>
          <p:nvPr/>
        </p:nvSpPr>
        <p:spPr>
          <a:xfrm>
            <a:off x="1271016" y="1783080"/>
            <a:ext cx="54864" cy="91"/>
          </a:xfrm>
          <a:prstGeom prst="line">
            <a:avLst/>
          </a:prstGeom>
          <a:noFill/>
          <a:ln w="12700">
            <a:solidFill>
              <a:srgbClr val="1A2340"/>
            </a:solidFill>
            <a:prstDash val="solid"/>
          </a:ln>
        </p:spPr>
      </p:sp>
      <p:sp>
        <p:nvSpPr>
          <p:cNvPr id="123" name="Text 121"/>
          <p:cNvSpPr/>
          <p:nvPr/>
        </p:nvSpPr>
        <p:spPr>
          <a:xfrm>
            <a:off x="886968" y="16916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24" name="Shape 122"/>
          <p:cNvSpPr/>
          <p:nvPr/>
        </p:nvSpPr>
        <p:spPr>
          <a:xfrm>
            <a:off x="1271016" y="1417320"/>
            <a:ext cx="54864" cy="91"/>
          </a:xfrm>
          <a:prstGeom prst="line">
            <a:avLst/>
          </a:prstGeom>
          <a:noFill/>
          <a:ln w="12700">
            <a:solidFill>
              <a:srgbClr val="1A2340"/>
            </a:solidFill>
            <a:prstDash val="solid"/>
          </a:ln>
        </p:spPr>
      </p:sp>
      <p:sp>
        <p:nvSpPr>
          <p:cNvPr id="125" name="Text 123"/>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p>
        </p:txBody>
      </p:sp>
      <p:sp>
        <p:nvSpPr>
          <p:cNvPr id="126" name="Text 124"/>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extension / m</a:t>
            </a:r>
            <a:endParaRPr lang="en-US" sz="1050" dirty="0"/>
          </a:p>
        </p:txBody>
      </p:sp>
      <p:sp>
        <p:nvSpPr>
          <p:cNvPr id="127" name="Text 125"/>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force / N</a:t>
            </a:r>
            <a:endParaRPr lang="en-US" sz="1050" dirty="0"/>
          </a:p>
        </p:txBody>
      </p:sp>
      <p:sp>
        <p:nvSpPr>
          <p:cNvPr id="128" name="Shape 126"/>
          <p:cNvSpPr/>
          <p:nvPr/>
        </p:nvSpPr>
        <p:spPr>
          <a:xfrm>
            <a:off x="1325880" y="4636008"/>
            <a:ext cx="146304" cy="73152"/>
          </a:xfrm>
          <a:prstGeom prst="rect">
            <a:avLst/>
          </a:prstGeom>
          <a:solidFill>
            <a:srgbClr val="F5A742">
              <a:alpha val="40000"/>
            </a:srgbClr>
          </a:solidFill>
          <a:ln/>
        </p:spPr>
      </p:sp>
      <p:sp>
        <p:nvSpPr>
          <p:cNvPr id="129" name="Shape 127"/>
          <p:cNvSpPr/>
          <p:nvPr/>
        </p:nvSpPr>
        <p:spPr>
          <a:xfrm>
            <a:off x="1472184" y="4489704"/>
            <a:ext cx="146304" cy="219456"/>
          </a:xfrm>
          <a:prstGeom prst="rect">
            <a:avLst/>
          </a:prstGeom>
          <a:solidFill>
            <a:srgbClr val="F5A742">
              <a:alpha val="40000"/>
            </a:srgbClr>
          </a:solidFill>
          <a:ln/>
        </p:spPr>
      </p:sp>
      <p:sp>
        <p:nvSpPr>
          <p:cNvPr id="130" name="Shape 128"/>
          <p:cNvSpPr/>
          <p:nvPr/>
        </p:nvSpPr>
        <p:spPr>
          <a:xfrm>
            <a:off x="1618488" y="4343400"/>
            <a:ext cx="146304" cy="365760"/>
          </a:xfrm>
          <a:prstGeom prst="rect">
            <a:avLst/>
          </a:prstGeom>
          <a:solidFill>
            <a:srgbClr val="F5A742">
              <a:alpha val="40000"/>
            </a:srgbClr>
          </a:solidFill>
          <a:ln/>
        </p:spPr>
      </p:sp>
      <p:sp>
        <p:nvSpPr>
          <p:cNvPr id="131" name="Shape 129"/>
          <p:cNvSpPr/>
          <p:nvPr/>
        </p:nvSpPr>
        <p:spPr>
          <a:xfrm>
            <a:off x="1764792" y="4197096"/>
            <a:ext cx="146304" cy="512064"/>
          </a:xfrm>
          <a:prstGeom prst="rect">
            <a:avLst/>
          </a:prstGeom>
          <a:solidFill>
            <a:srgbClr val="F5A742">
              <a:alpha val="40000"/>
            </a:srgbClr>
          </a:solidFill>
          <a:ln/>
        </p:spPr>
      </p:sp>
      <p:sp>
        <p:nvSpPr>
          <p:cNvPr id="132" name="Shape 130"/>
          <p:cNvSpPr/>
          <p:nvPr/>
        </p:nvSpPr>
        <p:spPr>
          <a:xfrm>
            <a:off x="1911096" y="4050792"/>
            <a:ext cx="146304" cy="658368"/>
          </a:xfrm>
          <a:prstGeom prst="rect">
            <a:avLst/>
          </a:prstGeom>
          <a:solidFill>
            <a:srgbClr val="F5A742">
              <a:alpha val="40000"/>
            </a:srgbClr>
          </a:solidFill>
          <a:ln/>
        </p:spPr>
      </p:sp>
      <p:sp>
        <p:nvSpPr>
          <p:cNvPr id="133" name="Shape 131"/>
          <p:cNvSpPr/>
          <p:nvPr/>
        </p:nvSpPr>
        <p:spPr>
          <a:xfrm>
            <a:off x="2057400" y="3904488"/>
            <a:ext cx="146304" cy="804672"/>
          </a:xfrm>
          <a:prstGeom prst="rect">
            <a:avLst/>
          </a:prstGeom>
          <a:solidFill>
            <a:srgbClr val="F5A742">
              <a:alpha val="40000"/>
            </a:srgbClr>
          </a:solidFill>
          <a:ln/>
        </p:spPr>
      </p:sp>
      <p:sp>
        <p:nvSpPr>
          <p:cNvPr id="134" name="Shape 132"/>
          <p:cNvSpPr/>
          <p:nvPr/>
        </p:nvSpPr>
        <p:spPr>
          <a:xfrm>
            <a:off x="2203704" y="3758184"/>
            <a:ext cx="146304" cy="950976"/>
          </a:xfrm>
          <a:prstGeom prst="rect">
            <a:avLst/>
          </a:prstGeom>
          <a:solidFill>
            <a:srgbClr val="F5A742">
              <a:alpha val="40000"/>
            </a:srgbClr>
          </a:solidFill>
          <a:ln/>
        </p:spPr>
      </p:sp>
      <p:sp>
        <p:nvSpPr>
          <p:cNvPr id="135" name="Shape 133"/>
          <p:cNvSpPr/>
          <p:nvPr/>
        </p:nvSpPr>
        <p:spPr>
          <a:xfrm>
            <a:off x="2350008" y="3611880"/>
            <a:ext cx="146304" cy="1097280"/>
          </a:xfrm>
          <a:prstGeom prst="rect">
            <a:avLst/>
          </a:prstGeom>
          <a:solidFill>
            <a:srgbClr val="F5A742">
              <a:alpha val="40000"/>
            </a:srgbClr>
          </a:solidFill>
          <a:ln/>
        </p:spPr>
      </p:sp>
      <p:sp>
        <p:nvSpPr>
          <p:cNvPr id="136" name="Shape 134"/>
          <p:cNvSpPr/>
          <p:nvPr/>
        </p:nvSpPr>
        <p:spPr>
          <a:xfrm>
            <a:off x="2496312" y="3465576"/>
            <a:ext cx="146304" cy="1243584"/>
          </a:xfrm>
          <a:prstGeom prst="rect">
            <a:avLst/>
          </a:prstGeom>
          <a:solidFill>
            <a:srgbClr val="F5A742">
              <a:alpha val="40000"/>
            </a:srgbClr>
          </a:solidFill>
          <a:ln/>
        </p:spPr>
      </p:sp>
      <p:sp>
        <p:nvSpPr>
          <p:cNvPr id="137" name="Shape 135"/>
          <p:cNvSpPr/>
          <p:nvPr/>
        </p:nvSpPr>
        <p:spPr>
          <a:xfrm>
            <a:off x="2642616" y="3319272"/>
            <a:ext cx="146304" cy="1389888"/>
          </a:xfrm>
          <a:prstGeom prst="rect">
            <a:avLst/>
          </a:prstGeom>
          <a:solidFill>
            <a:srgbClr val="F5A742">
              <a:alpha val="40000"/>
            </a:srgbClr>
          </a:solidFill>
          <a:ln/>
        </p:spPr>
      </p:sp>
      <p:sp>
        <p:nvSpPr>
          <p:cNvPr id="138" name="Shape 136"/>
          <p:cNvSpPr/>
          <p:nvPr/>
        </p:nvSpPr>
        <p:spPr>
          <a:xfrm>
            <a:off x="2788920" y="3172968"/>
            <a:ext cx="146304" cy="1536192"/>
          </a:xfrm>
          <a:prstGeom prst="rect">
            <a:avLst/>
          </a:prstGeom>
          <a:solidFill>
            <a:srgbClr val="F5A742">
              <a:alpha val="40000"/>
            </a:srgbClr>
          </a:solidFill>
          <a:ln/>
        </p:spPr>
      </p:sp>
      <p:sp>
        <p:nvSpPr>
          <p:cNvPr id="139" name="Shape 137"/>
          <p:cNvSpPr/>
          <p:nvPr/>
        </p:nvSpPr>
        <p:spPr>
          <a:xfrm>
            <a:off x="2935224" y="3026664"/>
            <a:ext cx="146304" cy="1682496"/>
          </a:xfrm>
          <a:prstGeom prst="rect">
            <a:avLst/>
          </a:prstGeom>
          <a:solidFill>
            <a:srgbClr val="F5A742">
              <a:alpha val="40000"/>
            </a:srgbClr>
          </a:solidFill>
          <a:ln/>
        </p:spPr>
      </p:sp>
      <p:sp>
        <p:nvSpPr>
          <p:cNvPr id="140" name="Shape 138"/>
          <p:cNvSpPr/>
          <p:nvPr/>
        </p:nvSpPr>
        <p:spPr>
          <a:xfrm>
            <a:off x="3081528" y="2880360"/>
            <a:ext cx="146304" cy="1828800"/>
          </a:xfrm>
          <a:prstGeom prst="rect">
            <a:avLst/>
          </a:prstGeom>
          <a:solidFill>
            <a:srgbClr val="F5A742">
              <a:alpha val="40000"/>
            </a:srgbClr>
          </a:solidFill>
          <a:ln/>
        </p:spPr>
      </p:sp>
      <p:sp>
        <p:nvSpPr>
          <p:cNvPr id="141" name="Shape 139"/>
          <p:cNvSpPr/>
          <p:nvPr/>
        </p:nvSpPr>
        <p:spPr>
          <a:xfrm>
            <a:off x="3227832" y="2734056"/>
            <a:ext cx="146304" cy="1975104"/>
          </a:xfrm>
          <a:prstGeom prst="rect">
            <a:avLst/>
          </a:prstGeom>
          <a:solidFill>
            <a:srgbClr val="F5A742">
              <a:alpha val="40000"/>
            </a:srgbClr>
          </a:solidFill>
          <a:ln/>
        </p:spPr>
      </p:sp>
      <p:sp>
        <p:nvSpPr>
          <p:cNvPr id="142" name="Shape 140"/>
          <p:cNvSpPr/>
          <p:nvPr/>
        </p:nvSpPr>
        <p:spPr>
          <a:xfrm>
            <a:off x="3374136" y="2587752"/>
            <a:ext cx="146304" cy="2121408"/>
          </a:xfrm>
          <a:prstGeom prst="rect">
            <a:avLst/>
          </a:prstGeom>
          <a:solidFill>
            <a:srgbClr val="F5A742">
              <a:alpha val="40000"/>
            </a:srgbClr>
          </a:solidFill>
          <a:ln/>
        </p:spPr>
      </p:sp>
      <p:sp>
        <p:nvSpPr>
          <p:cNvPr id="143" name="Shape 141"/>
          <p:cNvSpPr/>
          <p:nvPr/>
        </p:nvSpPr>
        <p:spPr>
          <a:xfrm>
            <a:off x="3520440" y="2444413"/>
            <a:ext cx="146304" cy="2264747"/>
          </a:xfrm>
          <a:prstGeom prst="rect">
            <a:avLst/>
          </a:prstGeom>
          <a:solidFill>
            <a:srgbClr val="F5A742">
              <a:alpha val="40000"/>
            </a:srgbClr>
          </a:solidFill>
          <a:ln/>
        </p:spPr>
      </p:sp>
      <p:sp>
        <p:nvSpPr>
          <p:cNvPr id="144" name="Shape 142"/>
          <p:cNvSpPr/>
          <p:nvPr/>
        </p:nvSpPr>
        <p:spPr>
          <a:xfrm>
            <a:off x="3666744" y="2320426"/>
            <a:ext cx="146304" cy="2388734"/>
          </a:xfrm>
          <a:prstGeom prst="rect">
            <a:avLst/>
          </a:prstGeom>
          <a:solidFill>
            <a:srgbClr val="F5A742">
              <a:alpha val="40000"/>
            </a:srgbClr>
          </a:solidFill>
          <a:ln/>
        </p:spPr>
      </p:sp>
      <p:sp>
        <p:nvSpPr>
          <p:cNvPr id="145" name="Shape 143"/>
          <p:cNvSpPr/>
          <p:nvPr/>
        </p:nvSpPr>
        <p:spPr>
          <a:xfrm>
            <a:off x="3813048" y="2215473"/>
            <a:ext cx="146304" cy="2493687"/>
          </a:xfrm>
          <a:prstGeom prst="rect">
            <a:avLst/>
          </a:prstGeom>
          <a:solidFill>
            <a:srgbClr val="F5A742">
              <a:alpha val="40000"/>
            </a:srgbClr>
          </a:solidFill>
          <a:ln/>
        </p:spPr>
      </p:sp>
      <p:sp>
        <p:nvSpPr>
          <p:cNvPr id="146" name="Shape 144"/>
          <p:cNvSpPr/>
          <p:nvPr/>
        </p:nvSpPr>
        <p:spPr>
          <a:xfrm>
            <a:off x="3959352" y="2126633"/>
            <a:ext cx="146304" cy="2582527"/>
          </a:xfrm>
          <a:prstGeom prst="rect">
            <a:avLst/>
          </a:prstGeom>
          <a:solidFill>
            <a:srgbClr val="F5A742">
              <a:alpha val="40000"/>
            </a:srgbClr>
          </a:solidFill>
          <a:ln/>
        </p:spPr>
      </p:sp>
      <p:sp>
        <p:nvSpPr>
          <p:cNvPr id="147" name="Shape 145"/>
          <p:cNvSpPr/>
          <p:nvPr/>
        </p:nvSpPr>
        <p:spPr>
          <a:xfrm>
            <a:off x="4105656" y="2051431"/>
            <a:ext cx="146304" cy="2657729"/>
          </a:xfrm>
          <a:prstGeom prst="rect">
            <a:avLst/>
          </a:prstGeom>
          <a:solidFill>
            <a:srgbClr val="F5A742">
              <a:alpha val="40000"/>
            </a:srgbClr>
          </a:solidFill>
          <a:ln/>
        </p:spPr>
      </p:sp>
      <p:sp>
        <p:nvSpPr>
          <p:cNvPr id="148" name="Shape 146"/>
          <p:cNvSpPr/>
          <p:nvPr/>
        </p:nvSpPr>
        <p:spPr>
          <a:xfrm>
            <a:off x="4251960" y="1987774"/>
            <a:ext cx="146304" cy="2721386"/>
          </a:xfrm>
          <a:prstGeom prst="rect">
            <a:avLst/>
          </a:prstGeom>
          <a:solidFill>
            <a:srgbClr val="F5A742">
              <a:alpha val="40000"/>
            </a:srgbClr>
          </a:solidFill>
          <a:ln/>
        </p:spPr>
      </p:sp>
      <p:sp>
        <p:nvSpPr>
          <p:cNvPr id="149" name="Shape 147"/>
          <p:cNvSpPr/>
          <p:nvPr/>
        </p:nvSpPr>
        <p:spPr>
          <a:xfrm>
            <a:off x="4398264" y="1933889"/>
            <a:ext cx="146304" cy="2775271"/>
          </a:xfrm>
          <a:prstGeom prst="rect">
            <a:avLst/>
          </a:prstGeom>
          <a:solidFill>
            <a:srgbClr val="F5A742">
              <a:alpha val="40000"/>
            </a:srgbClr>
          </a:solidFill>
          <a:ln/>
        </p:spPr>
      </p:sp>
      <p:sp>
        <p:nvSpPr>
          <p:cNvPr id="150" name="Shape 148"/>
          <p:cNvSpPr/>
          <p:nvPr/>
        </p:nvSpPr>
        <p:spPr>
          <a:xfrm>
            <a:off x="4544568" y="1888277"/>
            <a:ext cx="146304" cy="2820883"/>
          </a:xfrm>
          <a:prstGeom prst="rect">
            <a:avLst/>
          </a:prstGeom>
          <a:solidFill>
            <a:srgbClr val="F5A742">
              <a:alpha val="40000"/>
            </a:srgbClr>
          </a:solidFill>
          <a:ln/>
        </p:spPr>
      </p:sp>
      <p:sp>
        <p:nvSpPr>
          <p:cNvPr id="151" name="Shape 149"/>
          <p:cNvSpPr/>
          <p:nvPr/>
        </p:nvSpPr>
        <p:spPr>
          <a:xfrm>
            <a:off x="4690872" y="1849667"/>
            <a:ext cx="146304" cy="2859493"/>
          </a:xfrm>
          <a:prstGeom prst="rect">
            <a:avLst/>
          </a:prstGeom>
          <a:solidFill>
            <a:srgbClr val="F5A742">
              <a:alpha val="40000"/>
            </a:srgbClr>
          </a:solidFill>
          <a:ln/>
        </p:spPr>
      </p:sp>
      <p:sp>
        <p:nvSpPr>
          <p:cNvPr id="152" name="Shape 150"/>
          <p:cNvSpPr/>
          <p:nvPr/>
        </p:nvSpPr>
        <p:spPr>
          <a:xfrm>
            <a:off x="4837176" y="1816984"/>
            <a:ext cx="146304" cy="2892176"/>
          </a:xfrm>
          <a:prstGeom prst="rect">
            <a:avLst/>
          </a:prstGeom>
          <a:solidFill>
            <a:srgbClr val="F5A742">
              <a:alpha val="40000"/>
            </a:srgbClr>
          </a:solidFill>
          <a:ln/>
        </p:spPr>
      </p:sp>
      <p:sp>
        <p:nvSpPr>
          <p:cNvPr id="153" name="Shape 151"/>
          <p:cNvSpPr/>
          <p:nvPr/>
        </p:nvSpPr>
        <p:spPr>
          <a:xfrm>
            <a:off x="4983480" y="1789319"/>
            <a:ext cx="146304" cy="2919841"/>
          </a:xfrm>
          <a:prstGeom prst="rect">
            <a:avLst/>
          </a:prstGeom>
          <a:solidFill>
            <a:srgbClr val="F5A742">
              <a:alpha val="40000"/>
            </a:srgbClr>
          </a:solidFill>
          <a:ln/>
        </p:spPr>
      </p:sp>
      <p:sp>
        <p:nvSpPr>
          <p:cNvPr id="154" name="Shape 152"/>
          <p:cNvSpPr/>
          <p:nvPr/>
        </p:nvSpPr>
        <p:spPr>
          <a:xfrm>
            <a:off x="5129784" y="1765901"/>
            <a:ext cx="146304" cy="2943259"/>
          </a:xfrm>
          <a:prstGeom prst="rect">
            <a:avLst/>
          </a:prstGeom>
          <a:solidFill>
            <a:srgbClr val="F5A742">
              <a:alpha val="40000"/>
            </a:srgbClr>
          </a:solidFill>
          <a:ln/>
        </p:spPr>
      </p:sp>
      <p:sp>
        <p:nvSpPr>
          <p:cNvPr id="155" name="Shape 153"/>
          <p:cNvSpPr/>
          <p:nvPr/>
        </p:nvSpPr>
        <p:spPr>
          <a:xfrm>
            <a:off x="5276088" y="1746078"/>
            <a:ext cx="146304" cy="2963082"/>
          </a:xfrm>
          <a:prstGeom prst="rect">
            <a:avLst/>
          </a:prstGeom>
          <a:solidFill>
            <a:srgbClr val="F5A742">
              <a:alpha val="40000"/>
            </a:srgbClr>
          </a:solidFill>
          <a:ln/>
        </p:spPr>
      </p:sp>
      <p:sp>
        <p:nvSpPr>
          <p:cNvPr id="156" name="Shape 154"/>
          <p:cNvSpPr/>
          <p:nvPr/>
        </p:nvSpPr>
        <p:spPr>
          <a:xfrm>
            <a:off x="5422392" y="1729298"/>
            <a:ext cx="146304" cy="2979862"/>
          </a:xfrm>
          <a:prstGeom prst="rect">
            <a:avLst/>
          </a:prstGeom>
          <a:solidFill>
            <a:srgbClr val="F5A742">
              <a:alpha val="40000"/>
            </a:srgbClr>
          </a:solidFill>
          <a:ln/>
        </p:spPr>
      </p:sp>
      <p:sp>
        <p:nvSpPr>
          <p:cNvPr id="157" name="Shape 155"/>
          <p:cNvSpPr/>
          <p:nvPr/>
        </p:nvSpPr>
        <p:spPr>
          <a:xfrm>
            <a:off x="5568696" y="1715094"/>
            <a:ext cx="146304" cy="2994066"/>
          </a:xfrm>
          <a:prstGeom prst="rect">
            <a:avLst/>
          </a:prstGeom>
          <a:solidFill>
            <a:srgbClr val="F5A742">
              <a:alpha val="40000"/>
            </a:srgbClr>
          </a:solidFill>
          <a:ln/>
        </p:spPr>
      </p:sp>
      <p:sp>
        <p:nvSpPr>
          <p:cNvPr id="158" name="Shape 156"/>
          <p:cNvSpPr/>
          <p:nvPr/>
        </p:nvSpPr>
        <p:spPr>
          <a:xfrm flipV="1">
            <a:off x="1325880" y="4343400"/>
            <a:ext cx="365760" cy="365760"/>
          </a:xfrm>
          <a:prstGeom prst="line">
            <a:avLst/>
          </a:prstGeom>
          <a:noFill/>
          <a:ln w="31750">
            <a:solidFill>
              <a:srgbClr val="2E5BD8"/>
            </a:solidFill>
            <a:prstDash val="solid"/>
          </a:ln>
        </p:spPr>
      </p:sp>
      <p:sp>
        <p:nvSpPr>
          <p:cNvPr id="159" name="Shape 157"/>
          <p:cNvSpPr/>
          <p:nvPr/>
        </p:nvSpPr>
        <p:spPr>
          <a:xfrm flipV="1">
            <a:off x="1691640" y="3977640"/>
            <a:ext cx="365760" cy="365760"/>
          </a:xfrm>
          <a:prstGeom prst="line">
            <a:avLst/>
          </a:prstGeom>
          <a:noFill/>
          <a:ln w="31750">
            <a:solidFill>
              <a:srgbClr val="2E5BD8"/>
            </a:solidFill>
            <a:prstDash val="solid"/>
          </a:ln>
        </p:spPr>
      </p:sp>
      <p:sp>
        <p:nvSpPr>
          <p:cNvPr id="160" name="Shape 158"/>
          <p:cNvSpPr/>
          <p:nvPr/>
        </p:nvSpPr>
        <p:spPr>
          <a:xfrm flipV="1">
            <a:off x="2057400" y="3611880"/>
            <a:ext cx="365760" cy="365760"/>
          </a:xfrm>
          <a:prstGeom prst="line">
            <a:avLst/>
          </a:prstGeom>
          <a:noFill/>
          <a:ln w="31750">
            <a:solidFill>
              <a:srgbClr val="2E5BD8"/>
            </a:solidFill>
            <a:prstDash val="solid"/>
          </a:ln>
        </p:spPr>
      </p:sp>
      <p:sp>
        <p:nvSpPr>
          <p:cNvPr id="161" name="Shape 159"/>
          <p:cNvSpPr/>
          <p:nvPr/>
        </p:nvSpPr>
        <p:spPr>
          <a:xfrm flipV="1">
            <a:off x="2423160" y="3246120"/>
            <a:ext cx="365760" cy="365760"/>
          </a:xfrm>
          <a:prstGeom prst="line">
            <a:avLst/>
          </a:prstGeom>
          <a:noFill/>
          <a:ln w="31750">
            <a:solidFill>
              <a:srgbClr val="2E5BD8"/>
            </a:solidFill>
            <a:prstDash val="solid"/>
          </a:ln>
        </p:spPr>
      </p:sp>
      <p:sp>
        <p:nvSpPr>
          <p:cNvPr id="162" name="Shape 160"/>
          <p:cNvSpPr/>
          <p:nvPr/>
        </p:nvSpPr>
        <p:spPr>
          <a:xfrm flipV="1">
            <a:off x="2788920" y="2880360"/>
            <a:ext cx="365760" cy="365760"/>
          </a:xfrm>
          <a:prstGeom prst="line">
            <a:avLst/>
          </a:prstGeom>
          <a:noFill/>
          <a:ln w="31750">
            <a:solidFill>
              <a:srgbClr val="2E5BD8"/>
            </a:solidFill>
            <a:prstDash val="solid"/>
          </a:ln>
        </p:spPr>
      </p:sp>
      <p:sp>
        <p:nvSpPr>
          <p:cNvPr id="163" name="Shape 161"/>
          <p:cNvSpPr/>
          <p:nvPr/>
        </p:nvSpPr>
        <p:spPr>
          <a:xfrm flipV="1">
            <a:off x="3154680" y="2514600"/>
            <a:ext cx="365760" cy="365760"/>
          </a:xfrm>
          <a:prstGeom prst="line">
            <a:avLst/>
          </a:prstGeom>
          <a:noFill/>
          <a:ln w="31750">
            <a:solidFill>
              <a:srgbClr val="2E5BD8"/>
            </a:solidFill>
            <a:prstDash val="solid"/>
          </a:ln>
        </p:spPr>
      </p:sp>
      <p:sp>
        <p:nvSpPr>
          <p:cNvPr id="164" name="Shape 162"/>
          <p:cNvSpPr/>
          <p:nvPr/>
        </p:nvSpPr>
        <p:spPr>
          <a:xfrm flipV="1">
            <a:off x="3520440" y="2444413"/>
            <a:ext cx="73152" cy="70187"/>
          </a:xfrm>
          <a:prstGeom prst="line">
            <a:avLst/>
          </a:prstGeom>
          <a:noFill/>
          <a:ln w="31750">
            <a:solidFill>
              <a:srgbClr val="C8414C"/>
            </a:solidFill>
            <a:prstDash val="solid"/>
          </a:ln>
        </p:spPr>
      </p:sp>
      <p:sp>
        <p:nvSpPr>
          <p:cNvPr id="165" name="Shape 163"/>
          <p:cNvSpPr/>
          <p:nvPr/>
        </p:nvSpPr>
        <p:spPr>
          <a:xfrm flipV="1">
            <a:off x="3593592" y="2379838"/>
            <a:ext cx="73152" cy="64575"/>
          </a:xfrm>
          <a:prstGeom prst="line">
            <a:avLst/>
          </a:prstGeom>
          <a:noFill/>
          <a:ln w="31750">
            <a:solidFill>
              <a:srgbClr val="C8414C"/>
            </a:solidFill>
            <a:prstDash val="solid"/>
          </a:ln>
        </p:spPr>
      </p:sp>
      <p:sp>
        <p:nvSpPr>
          <p:cNvPr id="166" name="Shape 164"/>
          <p:cNvSpPr/>
          <p:nvPr/>
        </p:nvSpPr>
        <p:spPr>
          <a:xfrm flipV="1">
            <a:off x="3666744" y="2320426"/>
            <a:ext cx="73152" cy="59412"/>
          </a:xfrm>
          <a:prstGeom prst="line">
            <a:avLst/>
          </a:prstGeom>
          <a:noFill/>
          <a:ln w="31750">
            <a:solidFill>
              <a:srgbClr val="C8414C"/>
            </a:solidFill>
            <a:prstDash val="solid"/>
          </a:ln>
        </p:spPr>
      </p:sp>
      <p:sp>
        <p:nvSpPr>
          <p:cNvPr id="167" name="Shape 165"/>
          <p:cNvSpPr/>
          <p:nvPr/>
        </p:nvSpPr>
        <p:spPr>
          <a:xfrm flipV="1">
            <a:off x="3739896" y="2265764"/>
            <a:ext cx="73152" cy="54662"/>
          </a:xfrm>
          <a:prstGeom prst="line">
            <a:avLst/>
          </a:prstGeom>
          <a:noFill/>
          <a:ln w="31750">
            <a:solidFill>
              <a:srgbClr val="C8414C"/>
            </a:solidFill>
            <a:prstDash val="solid"/>
          </a:ln>
        </p:spPr>
      </p:sp>
      <p:sp>
        <p:nvSpPr>
          <p:cNvPr id="168" name="Shape 166"/>
          <p:cNvSpPr/>
          <p:nvPr/>
        </p:nvSpPr>
        <p:spPr>
          <a:xfrm flipV="1">
            <a:off x="3813048" y="2215473"/>
            <a:ext cx="73152" cy="50291"/>
          </a:xfrm>
          <a:prstGeom prst="line">
            <a:avLst/>
          </a:prstGeom>
          <a:noFill/>
          <a:ln w="31750">
            <a:solidFill>
              <a:srgbClr val="C8414C"/>
            </a:solidFill>
            <a:prstDash val="solid"/>
          </a:ln>
        </p:spPr>
      </p:sp>
      <p:sp>
        <p:nvSpPr>
          <p:cNvPr id="169" name="Shape 167"/>
          <p:cNvSpPr/>
          <p:nvPr/>
        </p:nvSpPr>
        <p:spPr>
          <a:xfrm flipV="1">
            <a:off x="3886200" y="2169203"/>
            <a:ext cx="73152" cy="46270"/>
          </a:xfrm>
          <a:prstGeom prst="line">
            <a:avLst/>
          </a:prstGeom>
          <a:noFill/>
          <a:ln w="31750">
            <a:solidFill>
              <a:srgbClr val="C8414C"/>
            </a:solidFill>
            <a:prstDash val="solid"/>
          </a:ln>
        </p:spPr>
      </p:sp>
      <p:sp>
        <p:nvSpPr>
          <p:cNvPr id="170" name="Shape 168"/>
          <p:cNvSpPr/>
          <p:nvPr/>
        </p:nvSpPr>
        <p:spPr>
          <a:xfrm flipV="1">
            <a:off x="3959352" y="2126633"/>
            <a:ext cx="73152" cy="42571"/>
          </a:xfrm>
          <a:prstGeom prst="line">
            <a:avLst/>
          </a:prstGeom>
          <a:noFill/>
          <a:ln w="31750">
            <a:solidFill>
              <a:srgbClr val="C8414C"/>
            </a:solidFill>
            <a:prstDash val="solid"/>
          </a:ln>
        </p:spPr>
      </p:sp>
      <p:sp>
        <p:nvSpPr>
          <p:cNvPr id="171" name="Shape 169"/>
          <p:cNvSpPr/>
          <p:nvPr/>
        </p:nvSpPr>
        <p:spPr>
          <a:xfrm flipV="1">
            <a:off x="4032504" y="2087466"/>
            <a:ext cx="73152" cy="39167"/>
          </a:xfrm>
          <a:prstGeom prst="line">
            <a:avLst/>
          </a:prstGeom>
          <a:noFill/>
          <a:ln w="31750">
            <a:solidFill>
              <a:srgbClr val="C8414C"/>
            </a:solidFill>
            <a:prstDash val="solid"/>
          </a:ln>
        </p:spPr>
      </p:sp>
      <p:sp>
        <p:nvSpPr>
          <p:cNvPr id="172" name="Shape 170"/>
          <p:cNvSpPr/>
          <p:nvPr/>
        </p:nvSpPr>
        <p:spPr>
          <a:xfrm flipV="1">
            <a:off x="4105656" y="2051431"/>
            <a:ext cx="73152" cy="36035"/>
          </a:xfrm>
          <a:prstGeom prst="line">
            <a:avLst/>
          </a:prstGeom>
          <a:noFill/>
          <a:ln w="31750">
            <a:solidFill>
              <a:srgbClr val="C8414C"/>
            </a:solidFill>
            <a:prstDash val="solid"/>
          </a:ln>
        </p:spPr>
      </p:sp>
      <p:sp>
        <p:nvSpPr>
          <p:cNvPr id="173" name="Shape 171"/>
          <p:cNvSpPr/>
          <p:nvPr/>
        </p:nvSpPr>
        <p:spPr>
          <a:xfrm flipV="1">
            <a:off x="4178808" y="2018277"/>
            <a:ext cx="73152" cy="33154"/>
          </a:xfrm>
          <a:prstGeom prst="line">
            <a:avLst/>
          </a:prstGeom>
          <a:noFill/>
          <a:ln w="31750">
            <a:solidFill>
              <a:srgbClr val="C8414C"/>
            </a:solidFill>
            <a:prstDash val="solid"/>
          </a:ln>
        </p:spPr>
      </p:sp>
      <p:sp>
        <p:nvSpPr>
          <p:cNvPr id="174" name="Shape 172"/>
          <p:cNvSpPr/>
          <p:nvPr/>
        </p:nvSpPr>
        <p:spPr>
          <a:xfrm flipV="1">
            <a:off x="4251960" y="1987774"/>
            <a:ext cx="73152" cy="30503"/>
          </a:xfrm>
          <a:prstGeom prst="line">
            <a:avLst/>
          </a:prstGeom>
          <a:noFill/>
          <a:ln w="31750">
            <a:solidFill>
              <a:srgbClr val="C8414C"/>
            </a:solidFill>
            <a:prstDash val="solid"/>
          </a:ln>
        </p:spPr>
      </p:sp>
      <p:sp>
        <p:nvSpPr>
          <p:cNvPr id="175" name="Shape 173"/>
          <p:cNvSpPr/>
          <p:nvPr/>
        </p:nvSpPr>
        <p:spPr>
          <a:xfrm flipV="1">
            <a:off x="4325112" y="1959709"/>
            <a:ext cx="73152" cy="28064"/>
          </a:xfrm>
          <a:prstGeom prst="line">
            <a:avLst/>
          </a:prstGeom>
          <a:noFill/>
          <a:ln w="31750">
            <a:solidFill>
              <a:srgbClr val="C8414C"/>
            </a:solidFill>
            <a:prstDash val="solid"/>
          </a:ln>
        </p:spPr>
      </p:sp>
      <p:sp>
        <p:nvSpPr>
          <p:cNvPr id="176" name="Shape 174"/>
          <p:cNvSpPr/>
          <p:nvPr/>
        </p:nvSpPr>
        <p:spPr>
          <a:xfrm flipV="1">
            <a:off x="4398264" y="1933889"/>
            <a:ext cx="73152" cy="25820"/>
          </a:xfrm>
          <a:prstGeom prst="line">
            <a:avLst/>
          </a:prstGeom>
          <a:noFill/>
          <a:ln w="31750">
            <a:solidFill>
              <a:srgbClr val="C8414C"/>
            </a:solidFill>
            <a:prstDash val="solid"/>
          </a:ln>
        </p:spPr>
      </p:sp>
      <p:sp>
        <p:nvSpPr>
          <p:cNvPr id="177" name="Shape 175"/>
          <p:cNvSpPr/>
          <p:nvPr/>
        </p:nvSpPr>
        <p:spPr>
          <a:xfrm flipV="1">
            <a:off x="4471416" y="1910133"/>
            <a:ext cx="73152" cy="23756"/>
          </a:xfrm>
          <a:prstGeom prst="line">
            <a:avLst/>
          </a:prstGeom>
          <a:noFill/>
          <a:ln w="31750">
            <a:solidFill>
              <a:srgbClr val="C8414C"/>
            </a:solidFill>
            <a:prstDash val="solid"/>
          </a:ln>
        </p:spPr>
      </p:sp>
      <p:sp>
        <p:nvSpPr>
          <p:cNvPr id="178" name="Shape 176"/>
          <p:cNvSpPr/>
          <p:nvPr/>
        </p:nvSpPr>
        <p:spPr>
          <a:xfrm flipV="1">
            <a:off x="4544568" y="1888277"/>
            <a:ext cx="73152" cy="21856"/>
          </a:xfrm>
          <a:prstGeom prst="line">
            <a:avLst/>
          </a:prstGeom>
          <a:noFill/>
          <a:ln w="31750">
            <a:solidFill>
              <a:srgbClr val="C8414C"/>
            </a:solidFill>
            <a:prstDash val="solid"/>
          </a:ln>
        </p:spPr>
      </p:sp>
      <p:sp>
        <p:nvSpPr>
          <p:cNvPr id="179" name="Shape 177"/>
          <p:cNvSpPr/>
          <p:nvPr/>
        </p:nvSpPr>
        <p:spPr>
          <a:xfrm flipV="1">
            <a:off x="4617720" y="1868168"/>
            <a:ext cx="73152" cy="20109"/>
          </a:xfrm>
          <a:prstGeom prst="line">
            <a:avLst/>
          </a:prstGeom>
          <a:noFill/>
          <a:ln w="31750">
            <a:solidFill>
              <a:srgbClr val="C8414C"/>
            </a:solidFill>
            <a:prstDash val="solid"/>
          </a:ln>
        </p:spPr>
      </p:sp>
      <p:sp>
        <p:nvSpPr>
          <p:cNvPr id="180" name="Shape 178"/>
          <p:cNvSpPr/>
          <p:nvPr/>
        </p:nvSpPr>
        <p:spPr>
          <a:xfrm flipV="1">
            <a:off x="4690872" y="1849667"/>
            <a:ext cx="73152" cy="18501"/>
          </a:xfrm>
          <a:prstGeom prst="line">
            <a:avLst/>
          </a:prstGeom>
          <a:noFill/>
          <a:ln w="31750">
            <a:solidFill>
              <a:srgbClr val="C8414C"/>
            </a:solidFill>
            <a:prstDash val="solid"/>
          </a:ln>
        </p:spPr>
      </p:sp>
      <p:sp>
        <p:nvSpPr>
          <p:cNvPr id="181" name="Shape 179"/>
          <p:cNvSpPr/>
          <p:nvPr/>
        </p:nvSpPr>
        <p:spPr>
          <a:xfrm flipV="1">
            <a:off x="4764024" y="1832645"/>
            <a:ext cx="73152" cy="17022"/>
          </a:xfrm>
          <a:prstGeom prst="line">
            <a:avLst/>
          </a:prstGeom>
          <a:noFill/>
          <a:ln w="31750">
            <a:solidFill>
              <a:srgbClr val="C8414C"/>
            </a:solidFill>
            <a:prstDash val="solid"/>
          </a:ln>
        </p:spPr>
      </p:sp>
      <p:sp>
        <p:nvSpPr>
          <p:cNvPr id="182" name="Shape 180"/>
          <p:cNvSpPr/>
          <p:nvPr/>
        </p:nvSpPr>
        <p:spPr>
          <a:xfrm flipV="1">
            <a:off x="4837176" y="1816984"/>
            <a:ext cx="73152" cy="15661"/>
          </a:xfrm>
          <a:prstGeom prst="line">
            <a:avLst/>
          </a:prstGeom>
          <a:noFill/>
          <a:ln w="31750">
            <a:solidFill>
              <a:srgbClr val="C8414C"/>
            </a:solidFill>
            <a:prstDash val="solid"/>
          </a:ln>
        </p:spPr>
      </p:sp>
      <p:sp>
        <p:nvSpPr>
          <p:cNvPr id="183" name="Shape 181"/>
          <p:cNvSpPr/>
          <p:nvPr/>
        </p:nvSpPr>
        <p:spPr>
          <a:xfrm flipV="1">
            <a:off x="4910328" y="1802576"/>
            <a:ext cx="73152" cy="14409"/>
          </a:xfrm>
          <a:prstGeom prst="line">
            <a:avLst/>
          </a:prstGeom>
          <a:noFill/>
          <a:ln w="31750">
            <a:solidFill>
              <a:srgbClr val="C8414C"/>
            </a:solidFill>
            <a:prstDash val="solid"/>
          </a:ln>
        </p:spPr>
      </p:sp>
      <p:sp>
        <p:nvSpPr>
          <p:cNvPr id="184" name="Shape 182"/>
          <p:cNvSpPr/>
          <p:nvPr/>
        </p:nvSpPr>
        <p:spPr>
          <a:xfrm flipV="1">
            <a:off x="4983480" y="1789319"/>
            <a:ext cx="73152" cy="13257"/>
          </a:xfrm>
          <a:prstGeom prst="line">
            <a:avLst/>
          </a:prstGeom>
          <a:noFill/>
          <a:ln w="31750">
            <a:solidFill>
              <a:srgbClr val="C8414C"/>
            </a:solidFill>
            <a:prstDash val="solid"/>
          </a:ln>
        </p:spPr>
      </p:sp>
      <p:sp>
        <p:nvSpPr>
          <p:cNvPr id="185" name="Shape 183"/>
          <p:cNvSpPr/>
          <p:nvPr/>
        </p:nvSpPr>
        <p:spPr>
          <a:xfrm flipV="1">
            <a:off x="5056632" y="1777122"/>
            <a:ext cx="73152" cy="12197"/>
          </a:xfrm>
          <a:prstGeom prst="line">
            <a:avLst/>
          </a:prstGeom>
          <a:noFill/>
          <a:ln w="31750">
            <a:solidFill>
              <a:srgbClr val="C8414C"/>
            </a:solidFill>
            <a:prstDash val="solid"/>
          </a:ln>
        </p:spPr>
      </p:sp>
      <p:sp>
        <p:nvSpPr>
          <p:cNvPr id="186" name="Shape 184"/>
          <p:cNvSpPr/>
          <p:nvPr/>
        </p:nvSpPr>
        <p:spPr>
          <a:xfrm flipV="1">
            <a:off x="5129784" y="1765901"/>
            <a:ext cx="73152" cy="11221"/>
          </a:xfrm>
          <a:prstGeom prst="line">
            <a:avLst/>
          </a:prstGeom>
          <a:noFill/>
          <a:ln w="31750">
            <a:solidFill>
              <a:srgbClr val="C8414C"/>
            </a:solidFill>
            <a:prstDash val="solid"/>
          </a:ln>
        </p:spPr>
      </p:sp>
      <p:sp>
        <p:nvSpPr>
          <p:cNvPr id="187" name="Shape 185"/>
          <p:cNvSpPr/>
          <p:nvPr/>
        </p:nvSpPr>
        <p:spPr>
          <a:xfrm flipV="1">
            <a:off x="5202936" y="1755577"/>
            <a:ext cx="73152" cy="10324"/>
          </a:xfrm>
          <a:prstGeom prst="line">
            <a:avLst/>
          </a:prstGeom>
          <a:noFill/>
          <a:ln w="31750">
            <a:solidFill>
              <a:srgbClr val="C8414C"/>
            </a:solidFill>
            <a:prstDash val="solid"/>
          </a:ln>
        </p:spPr>
      </p:sp>
      <p:sp>
        <p:nvSpPr>
          <p:cNvPr id="188" name="Shape 186"/>
          <p:cNvSpPr/>
          <p:nvPr/>
        </p:nvSpPr>
        <p:spPr>
          <a:xfrm flipV="1">
            <a:off x="5276088" y="1746078"/>
            <a:ext cx="73152" cy="9499"/>
          </a:xfrm>
          <a:prstGeom prst="line">
            <a:avLst/>
          </a:prstGeom>
          <a:noFill/>
          <a:ln w="31750">
            <a:solidFill>
              <a:srgbClr val="C8414C"/>
            </a:solidFill>
            <a:prstDash val="solid"/>
          </a:ln>
        </p:spPr>
      </p:sp>
      <p:sp>
        <p:nvSpPr>
          <p:cNvPr id="189" name="Shape 187"/>
          <p:cNvSpPr/>
          <p:nvPr/>
        </p:nvSpPr>
        <p:spPr>
          <a:xfrm flipV="1">
            <a:off x="5349240" y="1737339"/>
            <a:ext cx="73152" cy="8739"/>
          </a:xfrm>
          <a:prstGeom prst="line">
            <a:avLst/>
          </a:prstGeom>
          <a:noFill/>
          <a:ln w="31750">
            <a:solidFill>
              <a:srgbClr val="C8414C"/>
            </a:solidFill>
            <a:prstDash val="solid"/>
          </a:ln>
        </p:spPr>
      </p:sp>
      <p:sp>
        <p:nvSpPr>
          <p:cNvPr id="190" name="Shape 188"/>
          <p:cNvSpPr/>
          <p:nvPr/>
        </p:nvSpPr>
        <p:spPr>
          <a:xfrm flipV="1">
            <a:off x="5422392" y="1729298"/>
            <a:ext cx="73152" cy="8041"/>
          </a:xfrm>
          <a:prstGeom prst="line">
            <a:avLst/>
          </a:prstGeom>
          <a:noFill/>
          <a:ln w="31750">
            <a:solidFill>
              <a:srgbClr val="C8414C"/>
            </a:solidFill>
            <a:prstDash val="solid"/>
          </a:ln>
        </p:spPr>
      </p:sp>
      <p:sp>
        <p:nvSpPr>
          <p:cNvPr id="191" name="Shape 189"/>
          <p:cNvSpPr/>
          <p:nvPr/>
        </p:nvSpPr>
        <p:spPr>
          <a:xfrm flipV="1">
            <a:off x="5495544" y="1721900"/>
            <a:ext cx="73152" cy="7398"/>
          </a:xfrm>
          <a:prstGeom prst="line">
            <a:avLst/>
          </a:prstGeom>
          <a:noFill/>
          <a:ln w="31750">
            <a:solidFill>
              <a:srgbClr val="C8414C"/>
            </a:solidFill>
            <a:prstDash val="solid"/>
          </a:ln>
        </p:spPr>
      </p:sp>
      <p:sp>
        <p:nvSpPr>
          <p:cNvPr id="192" name="Shape 190"/>
          <p:cNvSpPr/>
          <p:nvPr/>
        </p:nvSpPr>
        <p:spPr>
          <a:xfrm flipV="1">
            <a:off x="5568696" y="1715094"/>
            <a:ext cx="73152" cy="6806"/>
          </a:xfrm>
          <a:prstGeom prst="line">
            <a:avLst/>
          </a:prstGeom>
          <a:noFill/>
          <a:ln w="31750">
            <a:solidFill>
              <a:srgbClr val="C8414C"/>
            </a:solidFill>
            <a:prstDash val="solid"/>
          </a:ln>
        </p:spPr>
      </p:sp>
      <p:sp>
        <p:nvSpPr>
          <p:cNvPr id="193" name="Shape 191"/>
          <p:cNvSpPr/>
          <p:nvPr/>
        </p:nvSpPr>
        <p:spPr>
          <a:xfrm flipV="1">
            <a:off x="5641848" y="1708832"/>
            <a:ext cx="73152" cy="6262"/>
          </a:xfrm>
          <a:prstGeom prst="line">
            <a:avLst/>
          </a:prstGeom>
          <a:noFill/>
          <a:ln w="31750">
            <a:solidFill>
              <a:srgbClr val="C8414C"/>
            </a:solidFill>
            <a:prstDash val="solid"/>
          </a:ln>
        </p:spPr>
      </p:sp>
      <p:sp>
        <p:nvSpPr>
          <p:cNvPr id="194" name="Shape 192"/>
          <p:cNvSpPr/>
          <p:nvPr/>
        </p:nvSpPr>
        <p:spPr>
          <a:xfrm>
            <a:off x="1325880" y="1417320"/>
            <a:ext cx="731520" cy="365760"/>
          </a:xfrm>
          <a:prstGeom prst="rect">
            <a:avLst/>
          </a:prstGeom>
          <a:ln w="19050">
            <a:solidFill>
              <a:srgbClr val="1A2340"/>
            </a:solidFill>
            <a:prstDash val="solid"/>
          </a:ln>
        </p:spPr>
      </p:sp>
      <p:sp>
        <p:nvSpPr>
          <p:cNvPr id="195" name="Text 193"/>
          <p:cNvSpPr/>
          <p:nvPr/>
        </p:nvSpPr>
        <p:spPr>
          <a:xfrm>
            <a:off x="2103120" y="1389888"/>
            <a:ext cx="219456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1 square = 0.05 m × 1 N = 0.05 J</a:t>
            </a:r>
            <a:endParaRPr lang="en-US" sz="1050" dirty="0"/>
          </a:p>
        </p:txBody>
      </p:sp>
      <p:sp>
        <p:nvSpPr>
          <p:cNvPr id="196" name="Shape 19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97" name="Text 19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Grade 7–9 skills</a:t>
            </a:r>
            <a:endParaRPr lang="en-US" sz="1300" dirty="0"/>
          </a:p>
        </p:txBody>
      </p:sp>
      <p:sp>
        <p:nvSpPr>
          <p:cNvPr id="198" name="Text 19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Rearranging E = ½kx²:</a:t>
            </a:r>
            <a:r>
              <a:rPr lang="en-US" sz="1150" dirty="0">
                <a:solidFill>
                  <a:srgbClr val="262B3A"/>
                </a:solidFill>
                <a:latin typeface="Calibri" pitchFamily="34" charset="0"/>
                <a:ea typeface="Calibri" pitchFamily="34" charset="-122"/>
                <a:cs typeface="Calibri" pitchFamily="34" charset="-120"/>
              </a:rPr>
              <a:t> x² = 2E ÷ k, so </a:t>
            </a:r>
            <a:r>
              <a:rPr lang="en-US" sz="1150" b="1" dirty="0">
                <a:solidFill>
                  <a:srgbClr val="262B3A"/>
                </a:solidFill>
                <a:latin typeface="Calibri" pitchFamily="34" charset="0"/>
                <a:ea typeface="Calibri" pitchFamily="34" charset="-122"/>
                <a:cs typeface="Calibri" pitchFamily="34" charset="-120"/>
              </a:rPr>
              <a:t>x = √(2E ÷ k)</a:t>
            </a:r>
            <a:r>
              <a:rPr lang="en-US" sz="1150" dirty="0">
                <a:solidFill>
                  <a:srgbClr val="262B3A"/>
                </a:solidFill>
                <a:latin typeface="Calibri" pitchFamily="34" charset="0"/>
                <a:ea typeface="Calibri" pitchFamily="34" charset="-122"/>
                <a:cs typeface="Calibri" pitchFamily="34" charset="-120"/>
              </a:rPr>
              <a:t>. Take the square root last.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Beyond the limit of proportionality E = ½kx²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apply: use the </a:t>
            </a:r>
            <a:r>
              <a:rPr lang="en-US" sz="1150" b="1" dirty="0">
                <a:solidFill>
                  <a:srgbClr val="262B3A"/>
                </a:solidFill>
                <a:latin typeface="Calibri" pitchFamily="34" charset="0"/>
                <a:ea typeface="Calibri" pitchFamily="34" charset="-122"/>
                <a:cs typeface="Calibri" pitchFamily="34" charset="-120"/>
              </a:rPr>
              <a:t>area under the curve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Count squares: about </a:t>
            </a:r>
            <a:r>
              <a:rPr lang="en-US" sz="1150" b="1" dirty="0">
                <a:solidFill>
                  <a:srgbClr val="262B3A"/>
                </a:solidFill>
                <a:latin typeface="Calibri" pitchFamily="34" charset="0"/>
                <a:ea typeface="Calibri" pitchFamily="34" charset="-122"/>
                <a:cs typeface="Calibri" pitchFamily="34" charset="-120"/>
              </a:rPr>
              <a:t>32 squares</a:t>
            </a:r>
            <a:r>
              <a:rPr lang="en-US" sz="1150" dirty="0">
                <a:solidFill>
                  <a:srgbClr val="262B3A"/>
                </a:solidFill>
                <a:latin typeface="Calibri" pitchFamily="34" charset="0"/>
                <a:ea typeface="Calibri" pitchFamily="34" charset="-122"/>
                <a:cs typeface="Calibri" pitchFamily="34" charset="-120"/>
              </a:rPr>
              <a:t> × 0.05 J ≈ </a:t>
            </a:r>
            <a:r>
              <a:rPr lang="en-US" sz="1150" b="1" dirty="0">
                <a:solidFill>
                  <a:srgbClr val="262B3A"/>
                </a:solidFill>
                <a:latin typeface="Calibri" pitchFamily="34" charset="0"/>
                <a:ea typeface="Calibri" pitchFamily="34" charset="-122"/>
                <a:cs typeface="Calibri" pitchFamily="34" charset="-120"/>
              </a:rPr>
              <a:t>1.6 J</a:t>
            </a:r>
            <a:r>
              <a:rPr lang="en-US" sz="1150" dirty="0">
                <a:solidFill>
                  <a:srgbClr val="262B3A"/>
                </a:solidFill>
                <a:latin typeface="Calibri" pitchFamily="34" charset="0"/>
                <a:ea typeface="Calibri" pitchFamily="34" charset="-122"/>
                <a:cs typeface="Calibri" pitchFamily="34" charset="-120"/>
              </a:rPr>
              <a:t> up to 0.30 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Count part-squares as halves. State the value of one square first.</a:t>
            </a:r>
            <a:endParaRPr lang="en-US" sz="1150" dirty="0"/>
          </a:p>
        </p:txBody>
      </p:sp>
      <p:sp>
        <p:nvSpPr>
          <p:cNvPr id="199" name="Shape 19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00" name="Text 19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(rearranging)</a:t>
            </a:r>
            <a:endParaRPr lang="en-US" sz="1300" dirty="0"/>
          </a:p>
        </p:txBody>
      </p:sp>
      <p:sp>
        <p:nvSpPr>
          <p:cNvPr id="201" name="Text 199"/>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spring with k = 40 N/m stores 0.20 J. Calculate its extension.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E = ½ × k × x²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Rearrange   </a:t>
            </a:r>
            <a:r>
              <a:rPr lang="en-US" sz="1100" dirty="0">
                <a:solidFill>
                  <a:srgbClr val="262B3A"/>
                </a:solidFill>
                <a:latin typeface="Calibri" pitchFamily="34" charset="0"/>
                <a:ea typeface="Calibri" pitchFamily="34" charset="-122"/>
                <a:cs typeface="Calibri" pitchFamily="34" charset="-120"/>
              </a:rPr>
              <a:t>x = √(2E ÷ k)</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x = √(2 × 0.20 ÷ 40) = √0.010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x = 0.10 m (10 cm)</a:t>
            </a:r>
            <a:endParaRPr lang="en-US" sz="1100" dirty="0"/>
          </a:p>
        </p:txBody>
      </p:sp>
      <p:sp>
        <p:nvSpPr>
          <p:cNvPr id="202" name="Shape 200"/>
          <p:cNvSpPr/>
          <p:nvPr/>
        </p:nvSpPr>
        <p:spPr>
          <a:xfrm>
            <a:off x="411480" y="5833872"/>
            <a:ext cx="11368735" cy="530352"/>
          </a:xfrm>
          <a:prstGeom prst="rect">
            <a:avLst/>
          </a:prstGeom>
          <a:solidFill>
            <a:srgbClr val="FFF4E0"/>
          </a:solidFill>
          <a:ln w="6350">
            <a:solidFill>
              <a:srgbClr val="F1D9A8"/>
            </a:solidFill>
            <a:prstDash val="solid"/>
          </a:ln>
        </p:spPr>
      </p:sp>
      <p:sp>
        <p:nvSpPr>
          <p:cNvPr id="203" name="Shape 201"/>
          <p:cNvSpPr/>
          <p:nvPr/>
        </p:nvSpPr>
        <p:spPr>
          <a:xfrm>
            <a:off x="411480" y="5833872"/>
            <a:ext cx="82296" cy="530352"/>
          </a:xfrm>
          <a:prstGeom prst="rect">
            <a:avLst/>
          </a:prstGeom>
          <a:solidFill>
            <a:srgbClr val="E39A2F"/>
          </a:solidFill>
          <a:ln w="12700">
            <a:solidFill>
              <a:srgbClr val="E39A2F"/>
            </a:solidFill>
            <a:prstDash val="solid"/>
          </a:ln>
        </p:spPr>
      </p:sp>
      <p:sp>
        <p:nvSpPr>
          <p:cNvPr id="204" name="Text 20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spring with k = 50 N/m stores 1.0 J of energy. Calculate its extension.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P6.3.6–P6.3.7 • work done and energy stored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spring has a spring constant of </a:t>
            </a:r>
            <a:r>
              <a:rPr lang="en-US" sz="1250" b="1" dirty="0">
                <a:solidFill>
                  <a:srgbClr val="262B3A"/>
                </a:solidFill>
                <a:latin typeface="Calibri" pitchFamily="34" charset="0"/>
                <a:ea typeface="Calibri" pitchFamily="34" charset="-122"/>
                <a:cs typeface="Calibri" pitchFamily="34" charset="-120"/>
              </a:rPr>
              <a:t>30 N/m</a:t>
            </a:r>
            <a:r>
              <a:rPr lang="en-US" sz="1250" dirty="0">
                <a:solidFill>
                  <a:srgbClr val="262B3A"/>
                </a:solidFill>
                <a:latin typeface="Calibri" pitchFamily="34" charset="0"/>
                <a:ea typeface="Calibri" pitchFamily="34" charset="-122"/>
                <a:cs typeface="Calibri" pitchFamily="34" charset="-120"/>
              </a:rPr>
              <a:t>. It is stretched by </a:t>
            </a:r>
            <a:r>
              <a:rPr lang="en-US" sz="1250" b="1" dirty="0">
                <a:solidFill>
                  <a:srgbClr val="262B3A"/>
                </a:solidFill>
                <a:latin typeface="Calibri" pitchFamily="34" charset="0"/>
                <a:ea typeface="Calibri" pitchFamily="34" charset="-122"/>
                <a:cs typeface="Calibri" pitchFamily="34" charset="-120"/>
              </a:rPr>
              <a:t>0.20 m</a:t>
            </a:r>
            <a:r>
              <a:rPr lang="en-US" sz="1250" dirty="0">
                <a:solidFill>
                  <a:srgbClr val="262B3A"/>
                </a:solidFill>
                <a:latin typeface="Calibri" pitchFamily="34" charset="0"/>
                <a:ea typeface="Calibri" pitchFamily="34" charset="-122"/>
                <a:cs typeface="Calibri" pitchFamily="34" charset="-120"/>
              </a:rPr>
              <a:t>. Calculate the energy stored. Use E = ½ × k × x².</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force–extension graph is a straight line from the origin to </a:t>
            </a:r>
            <a:r>
              <a:rPr lang="en-US" sz="1250" b="1" dirty="0">
                <a:solidFill>
                  <a:srgbClr val="262B3A"/>
                </a:solidFill>
                <a:latin typeface="Calibri" pitchFamily="34" charset="0"/>
                <a:ea typeface="Calibri" pitchFamily="34" charset="-122"/>
                <a:cs typeface="Calibri" pitchFamily="34" charset="-120"/>
              </a:rPr>
              <a:t>4.0 N</a:t>
            </a:r>
            <a:r>
              <a:rPr lang="en-US" sz="1250" dirty="0">
                <a:solidFill>
                  <a:srgbClr val="262B3A"/>
                </a:solidFill>
                <a:latin typeface="Calibri" pitchFamily="34" charset="0"/>
                <a:ea typeface="Calibri" pitchFamily="34" charset="-122"/>
                <a:cs typeface="Calibri" pitchFamily="34" charset="-120"/>
              </a:rPr>
              <a:t> at </a:t>
            </a:r>
            <a:r>
              <a:rPr lang="en-US" sz="1250" b="1" dirty="0">
                <a:solidFill>
                  <a:srgbClr val="262B3A"/>
                </a:solidFill>
                <a:latin typeface="Calibri" pitchFamily="34" charset="0"/>
                <a:ea typeface="Calibri" pitchFamily="34" charset="-122"/>
                <a:cs typeface="Calibri" pitchFamily="34" charset="-120"/>
              </a:rPr>
              <a:t>0.080 m</a:t>
            </a:r>
            <a:r>
              <a:rPr lang="en-US" sz="1250" dirty="0">
                <a:solidFill>
                  <a:srgbClr val="262B3A"/>
                </a:solidFill>
                <a:latin typeface="Calibri" pitchFamily="34" charset="0"/>
                <a:ea typeface="Calibri" pitchFamily="34" charset="-122"/>
                <a:cs typeface="Calibri" pitchFamily="34" charset="-120"/>
              </a:rPr>
              <a:t>. Use the graph to calculate the work done stretching the spring.</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Stretch:</a:t>
            </a:r>
            <a:r>
              <a:rPr lang="en-US" sz="1250" dirty="0">
                <a:solidFill>
                  <a:srgbClr val="262B3A"/>
                </a:solidFill>
                <a:latin typeface="Calibri" pitchFamily="34" charset="0"/>
                <a:ea typeface="Calibri" pitchFamily="34" charset="-122"/>
                <a:cs typeface="Calibri" pitchFamily="34" charset="-120"/>
              </a:rPr>
              <a:t> a spring with spring constant </a:t>
            </a:r>
            <a:r>
              <a:rPr lang="en-US" sz="1250" b="1" dirty="0">
                <a:solidFill>
                  <a:srgbClr val="262B3A"/>
                </a:solidFill>
                <a:latin typeface="Calibri" pitchFamily="34" charset="0"/>
                <a:ea typeface="Calibri" pitchFamily="34" charset="-122"/>
                <a:cs typeface="Calibri" pitchFamily="34" charset="-120"/>
              </a:rPr>
              <a:t>50 N/m</a:t>
            </a:r>
            <a:r>
              <a:rPr lang="en-US" sz="1250" dirty="0">
                <a:solidFill>
                  <a:srgbClr val="262B3A"/>
                </a:solidFill>
                <a:latin typeface="Calibri" pitchFamily="34" charset="0"/>
                <a:ea typeface="Calibri" pitchFamily="34" charset="-122"/>
                <a:cs typeface="Calibri" pitchFamily="34" charset="-120"/>
              </a:rPr>
              <a:t> stores </a:t>
            </a:r>
            <a:r>
              <a:rPr lang="en-US" sz="1250" b="1" dirty="0">
                <a:solidFill>
                  <a:srgbClr val="262B3A"/>
                </a:solidFill>
                <a:latin typeface="Calibri" pitchFamily="34" charset="0"/>
                <a:ea typeface="Calibri" pitchFamily="34" charset="-122"/>
                <a:cs typeface="Calibri" pitchFamily="34" charset="-120"/>
              </a:rPr>
              <a:t>0.36 J</a:t>
            </a:r>
            <a:r>
              <a:rPr lang="en-US" sz="1250" dirty="0">
                <a:solidFill>
                  <a:srgbClr val="262B3A"/>
                </a:solidFill>
                <a:latin typeface="Calibri" pitchFamily="34" charset="0"/>
                <a:ea typeface="Calibri" pitchFamily="34" charset="-122"/>
                <a:cs typeface="Calibri" pitchFamily="34" charset="-120"/>
              </a:rPr>
              <a:t>. Calculate its extension.</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P2: force and extension of a spring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 • apparatus and method</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P2</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P2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clamp stand, spring, metre rule, pointer and slotted masses</a:t>
            </a:r>
            <a:endParaRPr lang="en-US" sz="1000" dirty="0"/>
          </a:p>
        </p:txBody>
      </p:sp>
      <p:sp>
        <p:nvSpPr>
          <p:cNvPr id="12" name="Shape 10"/>
          <p:cNvSpPr/>
          <p:nvPr/>
        </p:nvSpPr>
        <p:spPr>
          <a:xfrm>
            <a:off x="594360" y="5074920"/>
            <a:ext cx="5212080" cy="73152"/>
          </a:xfrm>
          <a:prstGeom prst="rect">
            <a:avLst/>
          </a:prstGeom>
          <a:solidFill>
            <a:srgbClr val="B0B7C6"/>
          </a:solidFill>
          <a:ln/>
        </p:spPr>
      </p:sp>
      <p:sp>
        <p:nvSpPr>
          <p:cNvPr id="13" name="Shape 11"/>
          <p:cNvSpPr/>
          <p:nvPr/>
        </p:nvSpPr>
        <p:spPr>
          <a:xfrm>
            <a:off x="731520" y="4965192"/>
            <a:ext cx="1371600" cy="109728"/>
          </a:xfrm>
          <a:prstGeom prst="rect">
            <a:avLst/>
          </a:prstGeom>
          <a:solidFill>
            <a:srgbClr val="5A6275"/>
          </a:solidFill>
          <a:ln w="12700">
            <a:solidFill>
              <a:srgbClr val="4A5262"/>
            </a:solidFill>
            <a:prstDash val="solid"/>
          </a:ln>
        </p:spPr>
      </p:sp>
      <p:sp>
        <p:nvSpPr>
          <p:cNvPr id="14" name="Shape 12"/>
          <p:cNvSpPr/>
          <p:nvPr/>
        </p:nvSpPr>
        <p:spPr>
          <a:xfrm>
            <a:off x="1243584" y="1417320"/>
            <a:ext cx="73152" cy="3547872"/>
          </a:xfrm>
          <a:prstGeom prst="rect">
            <a:avLst/>
          </a:prstGeom>
          <a:solidFill>
            <a:srgbClr val="8C96A8"/>
          </a:solidFill>
          <a:ln w="12700">
            <a:solidFill>
              <a:srgbClr val="6B7385"/>
            </a:solidFill>
            <a:prstDash val="solid"/>
          </a:ln>
        </p:spPr>
      </p:sp>
      <p:sp>
        <p:nvSpPr>
          <p:cNvPr id="15" name="Shape 13"/>
          <p:cNvSpPr/>
          <p:nvPr/>
        </p:nvSpPr>
        <p:spPr>
          <a:xfrm>
            <a:off x="1197864" y="1618488"/>
            <a:ext cx="164592" cy="146304"/>
          </a:xfrm>
          <a:prstGeom prst="rect">
            <a:avLst/>
          </a:prstGeom>
          <a:solidFill>
            <a:srgbClr val="4A5262"/>
          </a:solidFill>
          <a:ln w="12700">
            <a:solidFill>
              <a:srgbClr val="4A5262"/>
            </a:solidFill>
            <a:prstDash val="solid"/>
          </a:ln>
        </p:spPr>
      </p:sp>
      <p:sp>
        <p:nvSpPr>
          <p:cNvPr id="16" name="Shape 14"/>
          <p:cNvSpPr/>
          <p:nvPr/>
        </p:nvSpPr>
        <p:spPr>
          <a:xfrm>
            <a:off x="1280160" y="1664208"/>
            <a:ext cx="1965960" cy="54864"/>
          </a:xfrm>
          <a:prstGeom prst="rect">
            <a:avLst/>
          </a:prstGeom>
          <a:solidFill>
            <a:srgbClr val="8C96A8"/>
          </a:solidFill>
          <a:ln w="12700">
            <a:solidFill>
              <a:srgbClr val="6B7385"/>
            </a:solidFill>
            <a:prstDash val="solid"/>
          </a:ln>
        </p:spPr>
      </p:sp>
      <p:sp>
        <p:nvSpPr>
          <p:cNvPr id="17" name="Shape 15"/>
          <p:cNvSpPr/>
          <p:nvPr/>
        </p:nvSpPr>
        <p:spPr>
          <a:xfrm>
            <a:off x="1197864" y="4434840"/>
            <a:ext cx="164592" cy="146304"/>
          </a:xfrm>
          <a:prstGeom prst="rect">
            <a:avLst/>
          </a:prstGeom>
          <a:solidFill>
            <a:srgbClr val="4A5262"/>
          </a:solidFill>
          <a:ln w="12700">
            <a:solidFill>
              <a:srgbClr val="4A5262"/>
            </a:solidFill>
            <a:prstDash val="solid"/>
          </a:ln>
        </p:spPr>
      </p:sp>
      <p:sp>
        <p:nvSpPr>
          <p:cNvPr id="18" name="Shape 16"/>
          <p:cNvSpPr/>
          <p:nvPr/>
        </p:nvSpPr>
        <p:spPr>
          <a:xfrm>
            <a:off x="1280160" y="4480560"/>
            <a:ext cx="2377440" cy="54864"/>
          </a:xfrm>
          <a:prstGeom prst="rect">
            <a:avLst/>
          </a:prstGeom>
          <a:solidFill>
            <a:srgbClr val="8C96A8"/>
          </a:solidFill>
          <a:ln w="12700">
            <a:solidFill>
              <a:srgbClr val="6B7385"/>
            </a:solidFill>
            <a:prstDash val="solid"/>
          </a:ln>
        </p:spPr>
      </p:sp>
      <p:sp>
        <p:nvSpPr>
          <p:cNvPr id="19" name="Shape 17"/>
          <p:cNvSpPr/>
          <p:nvPr/>
        </p:nvSpPr>
        <p:spPr>
          <a:xfrm>
            <a:off x="3657600" y="1965960"/>
            <a:ext cx="292608" cy="2971800"/>
          </a:xfrm>
          <a:prstGeom prst="rect">
            <a:avLst/>
          </a:prstGeom>
          <a:solidFill>
            <a:srgbClr val="F6E7B8"/>
          </a:solidFill>
          <a:ln w="9525">
            <a:solidFill>
              <a:srgbClr val="B79B4A"/>
            </a:solidFill>
            <a:prstDash val="solid"/>
          </a:ln>
        </p:spPr>
      </p:sp>
      <p:sp>
        <p:nvSpPr>
          <p:cNvPr id="20" name="Shape 18"/>
          <p:cNvSpPr/>
          <p:nvPr/>
        </p:nvSpPr>
        <p:spPr>
          <a:xfrm>
            <a:off x="3657600" y="2011680"/>
            <a:ext cx="146304" cy="91"/>
          </a:xfrm>
          <a:prstGeom prst="line">
            <a:avLst/>
          </a:prstGeom>
          <a:noFill/>
          <a:ln w="9525">
            <a:solidFill>
              <a:srgbClr val="6B5A2A"/>
            </a:solidFill>
            <a:prstDash val="solid"/>
          </a:ln>
        </p:spPr>
      </p:sp>
      <p:sp>
        <p:nvSpPr>
          <p:cNvPr id="21" name="Shape 19"/>
          <p:cNvSpPr/>
          <p:nvPr/>
        </p:nvSpPr>
        <p:spPr>
          <a:xfrm>
            <a:off x="3657600" y="2107692"/>
            <a:ext cx="73152" cy="91"/>
          </a:xfrm>
          <a:prstGeom prst="line">
            <a:avLst/>
          </a:prstGeom>
          <a:noFill/>
          <a:ln w="9525">
            <a:solidFill>
              <a:srgbClr val="6B5A2A"/>
            </a:solidFill>
            <a:prstDash val="solid"/>
          </a:ln>
        </p:spPr>
      </p:sp>
      <p:sp>
        <p:nvSpPr>
          <p:cNvPr id="22" name="Shape 20"/>
          <p:cNvSpPr/>
          <p:nvPr/>
        </p:nvSpPr>
        <p:spPr>
          <a:xfrm>
            <a:off x="3657600" y="2203704"/>
            <a:ext cx="73152" cy="91"/>
          </a:xfrm>
          <a:prstGeom prst="line">
            <a:avLst/>
          </a:prstGeom>
          <a:noFill/>
          <a:ln w="9525">
            <a:solidFill>
              <a:srgbClr val="6B5A2A"/>
            </a:solidFill>
            <a:prstDash val="solid"/>
          </a:ln>
        </p:spPr>
      </p:sp>
      <p:sp>
        <p:nvSpPr>
          <p:cNvPr id="23" name="Shape 21"/>
          <p:cNvSpPr/>
          <p:nvPr/>
        </p:nvSpPr>
        <p:spPr>
          <a:xfrm>
            <a:off x="3657600" y="2299716"/>
            <a:ext cx="73152" cy="91"/>
          </a:xfrm>
          <a:prstGeom prst="line">
            <a:avLst/>
          </a:prstGeom>
          <a:noFill/>
          <a:ln w="9525">
            <a:solidFill>
              <a:srgbClr val="6B5A2A"/>
            </a:solidFill>
            <a:prstDash val="solid"/>
          </a:ln>
        </p:spPr>
      </p:sp>
      <p:sp>
        <p:nvSpPr>
          <p:cNvPr id="24" name="Shape 22"/>
          <p:cNvSpPr/>
          <p:nvPr/>
        </p:nvSpPr>
        <p:spPr>
          <a:xfrm>
            <a:off x="3657600" y="2395728"/>
            <a:ext cx="73152" cy="91"/>
          </a:xfrm>
          <a:prstGeom prst="line">
            <a:avLst/>
          </a:prstGeom>
          <a:noFill/>
          <a:ln w="9525">
            <a:solidFill>
              <a:srgbClr val="6B5A2A"/>
            </a:solidFill>
            <a:prstDash val="solid"/>
          </a:ln>
        </p:spPr>
      </p:sp>
      <p:sp>
        <p:nvSpPr>
          <p:cNvPr id="25" name="Shape 23"/>
          <p:cNvSpPr/>
          <p:nvPr/>
        </p:nvSpPr>
        <p:spPr>
          <a:xfrm>
            <a:off x="3657600" y="2491740"/>
            <a:ext cx="146304" cy="91"/>
          </a:xfrm>
          <a:prstGeom prst="line">
            <a:avLst/>
          </a:prstGeom>
          <a:noFill/>
          <a:ln w="9525">
            <a:solidFill>
              <a:srgbClr val="6B5A2A"/>
            </a:solidFill>
            <a:prstDash val="solid"/>
          </a:ln>
        </p:spPr>
      </p:sp>
      <p:sp>
        <p:nvSpPr>
          <p:cNvPr id="26" name="Shape 24"/>
          <p:cNvSpPr/>
          <p:nvPr/>
        </p:nvSpPr>
        <p:spPr>
          <a:xfrm>
            <a:off x="3657600" y="2587752"/>
            <a:ext cx="73152" cy="91"/>
          </a:xfrm>
          <a:prstGeom prst="line">
            <a:avLst/>
          </a:prstGeom>
          <a:noFill/>
          <a:ln w="9525">
            <a:solidFill>
              <a:srgbClr val="6B5A2A"/>
            </a:solidFill>
            <a:prstDash val="solid"/>
          </a:ln>
        </p:spPr>
      </p:sp>
      <p:sp>
        <p:nvSpPr>
          <p:cNvPr id="27" name="Shape 25"/>
          <p:cNvSpPr/>
          <p:nvPr/>
        </p:nvSpPr>
        <p:spPr>
          <a:xfrm>
            <a:off x="3657600" y="2683764"/>
            <a:ext cx="73152" cy="91"/>
          </a:xfrm>
          <a:prstGeom prst="line">
            <a:avLst/>
          </a:prstGeom>
          <a:noFill/>
          <a:ln w="9525">
            <a:solidFill>
              <a:srgbClr val="6B5A2A"/>
            </a:solidFill>
            <a:prstDash val="solid"/>
          </a:ln>
        </p:spPr>
      </p:sp>
      <p:sp>
        <p:nvSpPr>
          <p:cNvPr id="28" name="Shape 26"/>
          <p:cNvSpPr/>
          <p:nvPr/>
        </p:nvSpPr>
        <p:spPr>
          <a:xfrm>
            <a:off x="3657600" y="2779776"/>
            <a:ext cx="73152" cy="91"/>
          </a:xfrm>
          <a:prstGeom prst="line">
            <a:avLst/>
          </a:prstGeom>
          <a:noFill/>
          <a:ln w="9525">
            <a:solidFill>
              <a:srgbClr val="6B5A2A"/>
            </a:solidFill>
            <a:prstDash val="solid"/>
          </a:ln>
        </p:spPr>
      </p:sp>
      <p:sp>
        <p:nvSpPr>
          <p:cNvPr id="29" name="Shape 27"/>
          <p:cNvSpPr/>
          <p:nvPr/>
        </p:nvSpPr>
        <p:spPr>
          <a:xfrm>
            <a:off x="3657600" y="2875788"/>
            <a:ext cx="73152" cy="91"/>
          </a:xfrm>
          <a:prstGeom prst="line">
            <a:avLst/>
          </a:prstGeom>
          <a:noFill/>
          <a:ln w="9525">
            <a:solidFill>
              <a:srgbClr val="6B5A2A"/>
            </a:solidFill>
            <a:prstDash val="solid"/>
          </a:ln>
        </p:spPr>
      </p:sp>
      <p:sp>
        <p:nvSpPr>
          <p:cNvPr id="30" name="Shape 28"/>
          <p:cNvSpPr/>
          <p:nvPr/>
        </p:nvSpPr>
        <p:spPr>
          <a:xfrm>
            <a:off x="3657600" y="2971800"/>
            <a:ext cx="146304" cy="91"/>
          </a:xfrm>
          <a:prstGeom prst="line">
            <a:avLst/>
          </a:prstGeom>
          <a:noFill/>
          <a:ln w="9525">
            <a:solidFill>
              <a:srgbClr val="6B5A2A"/>
            </a:solidFill>
            <a:prstDash val="solid"/>
          </a:ln>
        </p:spPr>
      </p:sp>
      <p:sp>
        <p:nvSpPr>
          <p:cNvPr id="31" name="Shape 29"/>
          <p:cNvSpPr/>
          <p:nvPr/>
        </p:nvSpPr>
        <p:spPr>
          <a:xfrm>
            <a:off x="3657600" y="3067812"/>
            <a:ext cx="73152" cy="91"/>
          </a:xfrm>
          <a:prstGeom prst="line">
            <a:avLst/>
          </a:prstGeom>
          <a:noFill/>
          <a:ln w="9525">
            <a:solidFill>
              <a:srgbClr val="6B5A2A"/>
            </a:solidFill>
            <a:prstDash val="solid"/>
          </a:ln>
        </p:spPr>
      </p:sp>
      <p:sp>
        <p:nvSpPr>
          <p:cNvPr id="32" name="Shape 30"/>
          <p:cNvSpPr/>
          <p:nvPr/>
        </p:nvSpPr>
        <p:spPr>
          <a:xfrm>
            <a:off x="3657600" y="3163824"/>
            <a:ext cx="73152" cy="91"/>
          </a:xfrm>
          <a:prstGeom prst="line">
            <a:avLst/>
          </a:prstGeom>
          <a:noFill/>
          <a:ln w="9525">
            <a:solidFill>
              <a:srgbClr val="6B5A2A"/>
            </a:solidFill>
            <a:prstDash val="solid"/>
          </a:ln>
        </p:spPr>
      </p:sp>
      <p:sp>
        <p:nvSpPr>
          <p:cNvPr id="33" name="Shape 31"/>
          <p:cNvSpPr/>
          <p:nvPr/>
        </p:nvSpPr>
        <p:spPr>
          <a:xfrm>
            <a:off x="3657600" y="3259836"/>
            <a:ext cx="73152" cy="91"/>
          </a:xfrm>
          <a:prstGeom prst="line">
            <a:avLst/>
          </a:prstGeom>
          <a:noFill/>
          <a:ln w="9525">
            <a:solidFill>
              <a:srgbClr val="6B5A2A"/>
            </a:solidFill>
            <a:prstDash val="solid"/>
          </a:ln>
        </p:spPr>
      </p:sp>
      <p:sp>
        <p:nvSpPr>
          <p:cNvPr id="34" name="Shape 32"/>
          <p:cNvSpPr/>
          <p:nvPr/>
        </p:nvSpPr>
        <p:spPr>
          <a:xfrm>
            <a:off x="3657600" y="3355848"/>
            <a:ext cx="73152" cy="91"/>
          </a:xfrm>
          <a:prstGeom prst="line">
            <a:avLst/>
          </a:prstGeom>
          <a:noFill/>
          <a:ln w="9525">
            <a:solidFill>
              <a:srgbClr val="6B5A2A"/>
            </a:solidFill>
            <a:prstDash val="solid"/>
          </a:ln>
        </p:spPr>
      </p:sp>
      <p:sp>
        <p:nvSpPr>
          <p:cNvPr id="35" name="Shape 33"/>
          <p:cNvSpPr/>
          <p:nvPr/>
        </p:nvSpPr>
        <p:spPr>
          <a:xfrm>
            <a:off x="3657600" y="3451860"/>
            <a:ext cx="146304" cy="91"/>
          </a:xfrm>
          <a:prstGeom prst="line">
            <a:avLst/>
          </a:prstGeom>
          <a:noFill/>
          <a:ln w="9525">
            <a:solidFill>
              <a:srgbClr val="6B5A2A"/>
            </a:solidFill>
            <a:prstDash val="solid"/>
          </a:ln>
        </p:spPr>
      </p:sp>
      <p:sp>
        <p:nvSpPr>
          <p:cNvPr id="36" name="Shape 34"/>
          <p:cNvSpPr/>
          <p:nvPr/>
        </p:nvSpPr>
        <p:spPr>
          <a:xfrm>
            <a:off x="3657600" y="3547872"/>
            <a:ext cx="73152" cy="91"/>
          </a:xfrm>
          <a:prstGeom prst="line">
            <a:avLst/>
          </a:prstGeom>
          <a:noFill/>
          <a:ln w="9525">
            <a:solidFill>
              <a:srgbClr val="6B5A2A"/>
            </a:solidFill>
            <a:prstDash val="solid"/>
          </a:ln>
        </p:spPr>
      </p:sp>
      <p:sp>
        <p:nvSpPr>
          <p:cNvPr id="37" name="Shape 35"/>
          <p:cNvSpPr/>
          <p:nvPr/>
        </p:nvSpPr>
        <p:spPr>
          <a:xfrm>
            <a:off x="3657600" y="3643884"/>
            <a:ext cx="73152" cy="91"/>
          </a:xfrm>
          <a:prstGeom prst="line">
            <a:avLst/>
          </a:prstGeom>
          <a:noFill/>
          <a:ln w="9525">
            <a:solidFill>
              <a:srgbClr val="6B5A2A"/>
            </a:solidFill>
            <a:prstDash val="solid"/>
          </a:ln>
        </p:spPr>
      </p:sp>
      <p:sp>
        <p:nvSpPr>
          <p:cNvPr id="38" name="Shape 36"/>
          <p:cNvSpPr/>
          <p:nvPr/>
        </p:nvSpPr>
        <p:spPr>
          <a:xfrm>
            <a:off x="3657600" y="3739896"/>
            <a:ext cx="73152" cy="91"/>
          </a:xfrm>
          <a:prstGeom prst="line">
            <a:avLst/>
          </a:prstGeom>
          <a:noFill/>
          <a:ln w="9525">
            <a:solidFill>
              <a:srgbClr val="6B5A2A"/>
            </a:solidFill>
            <a:prstDash val="solid"/>
          </a:ln>
        </p:spPr>
      </p:sp>
      <p:sp>
        <p:nvSpPr>
          <p:cNvPr id="39" name="Shape 37"/>
          <p:cNvSpPr/>
          <p:nvPr/>
        </p:nvSpPr>
        <p:spPr>
          <a:xfrm>
            <a:off x="3657600" y="3835908"/>
            <a:ext cx="73152" cy="91"/>
          </a:xfrm>
          <a:prstGeom prst="line">
            <a:avLst/>
          </a:prstGeom>
          <a:noFill/>
          <a:ln w="9525">
            <a:solidFill>
              <a:srgbClr val="6B5A2A"/>
            </a:solidFill>
            <a:prstDash val="solid"/>
          </a:ln>
        </p:spPr>
      </p:sp>
      <p:sp>
        <p:nvSpPr>
          <p:cNvPr id="40" name="Shape 38"/>
          <p:cNvSpPr/>
          <p:nvPr/>
        </p:nvSpPr>
        <p:spPr>
          <a:xfrm>
            <a:off x="3657600" y="3931920"/>
            <a:ext cx="146304" cy="91"/>
          </a:xfrm>
          <a:prstGeom prst="line">
            <a:avLst/>
          </a:prstGeom>
          <a:noFill/>
          <a:ln w="9525">
            <a:solidFill>
              <a:srgbClr val="6B5A2A"/>
            </a:solidFill>
            <a:prstDash val="solid"/>
          </a:ln>
        </p:spPr>
      </p:sp>
      <p:sp>
        <p:nvSpPr>
          <p:cNvPr id="41" name="Shape 39"/>
          <p:cNvSpPr/>
          <p:nvPr/>
        </p:nvSpPr>
        <p:spPr>
          <a:xfrm>
            <a:off x="3657600" y="4027932"/>
            <a:ext cx="73152" cy="91"/>
          </a:xfrm>
          <a:prstGeom prst="line">
            <a:avLst/>
          </a:prstGeom>
          <a:noFill/>
          <a:ln w="9525">
            <a:solidFill>
              <a:srgbClr val="6B5A2A"/>
            </a:solidFill>
            <a:prstDash val="solid"/>
          </a:ln>
        </p:spPr>
      </p:sp>
      <p:sp>
        <p:nvSpPr>
          <p:cNvPr id="42" name="Shape 40"/>
          <p:cNvSpPr/>
          <p:nvPr/>
        </p:nvSpPr>
        <p:spPr>
          <a:xfrm>
            <a:off x="3657600" y="4123944"/>
            <a:ext cx="73152" cy="91"/>
          </a:xfrm>
          <a:prstGeom prst="line">
            <a:avLst/>
          </a:prstGeom>
          <a:noFill/>
          <a:ln w="9525">
            <a:solidFill>
              <a:srgbClr val="6B5A2A"/>
            </a:solidFill>
            <a:prstDash val="solid"/>
          </a:ln>
        </p:spPr>
      </p:sp>
      <p:sp>
        <p:nvSpPr>
          <p:cNvPr id="43" name="Shape 41"/>
          <p:cNvSpPr/>
          <p:nvPr/>
        </p:nvSpPr>
        <p:spPr>
          <a:xfrm>
            <a:off x="3657600" y="4219956"/>
            <a:ext cx="73152" cy="91"/>
          </a:xfrm>
          <a:prstGeom prst="line">
            <a:avLst/>
          </a:prstGeom>
          <a:noFill/>
          <a:ln w="9525">
            <a:solidFill>
              <a:srgbClr val="6B5A2A"/>
            </a:solidFill>
            <a:prstDash val="solid"/>
          </a:ln>
        </p:spPr>
      </p:sp>
      <p:sp>
        <p:nvSpPr>
          <p:cNvPr id="44" name="Shape 42"/>
          <p:cNvSpPr/>
          <p:nvPr/>
        </p:nvSpPr>
        <p:spPr>
          <a:xfrm>
            <a:off x="3657600" y="4315968"/>
            <a:ext cx="73152" cy="91"/>
          </a:xfrm>
          <a:prstGeom prst="line">
            <a:avLst/>
          </a:prstGeom>
          <a:noFill/>
          <a:ln w="9525">
            <a:solidFill>
              <a:srgbClr val="6B5A2A"/>
            </a:solidFill>
            <a:prstDash val="solid"/>
          </a:ln>
        </p:spPr>
      </p:sp>
      <p:sp>
        <p:nvSpPr>
          <p:cNvPr id="45" name="Shape 43"/>
          <p:cNvSpPr/>
          <p:nvPr/>
        </p:nvSpPr>
        <p:spPr>
          <a:xfrm>
            <a:off x="3657600" y="4411980"/>
            <a:ext cx="146304" cy="91"/>
          </a:xfrm>
          <a:prstGeom prst="line">
            <a:avLst/>
          </a:prstGeom>
          <a:noFill/>
          <a:ln w="9525">
            <a:solidFill>
              <a:srgbClr val="6B5A2A"/>
            </a:solidFill>
            <a:prstDash val="solid"/>
          </a:ln>
        </p:spPr>
      </p:sp>
      <p:sp>
        <p:nvSpPr>
          <p:cNvPr id="46" name="Shape 44"/>
          <p:cNvSpPr/>
          <p:nvPr/>
        </p:nvSpPr>
        <p:spPr>
          <a:xfrm>
            <a:off x="3657600" y="4507992"/>
            <a:ext cx="73152" cy="91"/>
          </a:xfrm>
          <a:prstGeom prst="line">
            <a:avLst/>
          </a:prstGeom>
          <a:noFill/>
          <a:ln w="9525">
            <a:solidFill>
              <a:srgbClr val="6B5A2A"/>
            </a:solidFill>
            <a:prstDash val="solid"/>
          </a:ln>
        </p:spPr>
      </p:sp>
      <p:sp>
        <p:nvSpPr>
          <p:cNvPr id="47" name="Shape 45"/>
          <p:cNvSpPr/>
          <p:nvPr/>
        </p:nvSpPr>
        <p:spPr>
          <a:xfrm>
            <a:off x="3657600" y="4604004"/>
            <a:ext cx="73152" cy="91"/>
          </a:xfrm>
          <a:prstGeom prst="line">
            <a:avLst/>
          </a:prstGeom>
          <a:noFill/>
          <a:ln w="9525">
            <a:solidFill>
              <a:srgbClr val="6B5A2A"/>
            </a:solidFill>
            <a:prstDash val="solid"/>
          </a:ln>
        </p:spPr>
      </p:sp>
      <p:sp>
        <p:nvSpPr>
          <p:cNvPr id="48" name="Shape 46"/>
          <p:cNvSpPr/>
          <p:nvPr/>
        </p:nvSpPr>
        <p:spPr>
          <a:xfrm>
            <a:off x="3657600" y="4700016"/>
            <a:ext cx="73152" cy="91"/>
          </a:xfrm>
          <a:prstGeom prst="line">
            <a:avLst/>
          </a:prstGeom>
          <a:noFill/>
          <a:ln w="9525">
            <a:solidFill>
              <a:srgbClr val="6B5A2A"/>
            </a:solidFill>
            <a:prstDash val="solid"/>
          </a:ln>
        </p:spPr>
      </p:sp>
      <p:sp>
        <p:nvSpPr>
          <p:cNvPr id="49" name="Shape 47"/>
          <p:cNvSpPr/>
          <p:nvPr/>
        </p:nvSpPr>
        <p:spPr>
          <a:xfrm>
            <a:off x="3657600" y="4796028"/>
            <a:ext cx="73152" cy="91"/>
          </a:xfrm>
          <a:prstGeom prst="line">
            <a:avLst/>
          </a:prstGeom>
          <a:noFill/>
          <a:ln w="9525">
            <a:solidFill>
              <a:srgbClr val="6B5A2A"/>
            </a:solidFill>
            <a:prstDash val="solid"/>
          </a:ln>
        </p:spPr>
      </p:sp>
      <p:sp>
        <p:nvSpPr>
          <p:cNvPr id="50" name="Shape 48"/>
          <p:cNvSpPr/>
          <p:nvPr/>
        </p:nvSpPr>
        <p:spPr>
          <a:xfrm>
            <a:off x="3657600" y="4892040"/>
            <a:ext cx="146304" cy="91"/>
          </a:xfrm>
          <a:prstGeom prst="line">
            <a:avLst/>
          </a:prstGeom>
          <a:noFill/>
          <a:ln w="9525">
            <a:solidFill>
              <a:srgbClr val="6B5A2A"/>
            </a:solidFill>
            <a:prstDash val="solid"/>
          </a:ln>
        </p:spPr>
      </p:sp>
      <p:sp>
        <p:nvSpPr>
          <p:cNvPr id="51" name="Shape 49"/>
          <p:cNvSpPr/>
          <p:nvPr/>
        </p:nvSpPr>
        <p:spPr>
          <a:xfrm>
            <a:off x="3246120" y="1719072"/>
            <a:ext cx="91" cy="98755"/>
          </a:xfrm>
          <a:prstGeom prst="line">
            <a:avLst/>
          </a:prstGeom>
          <a:noFill/>
          <a:ln w="22225">
            <a:solidFill>
              <a:srgbClr val="4A5568"/>
            </a:solidFill>
            <a:prstDash val="solid"/>
          </a:ln>
        </p:spPr>
      </p:sp>
      <p:sp>
        <p:nvSpPr>
          <p:cNvPr id="52" name="Shape 50"/>
          <p:cNvSpPr/>
          <p:nvPr/>
        </p:nvSpPr>
        <p:spPr>
          <a:xfrm>
            <a:off x="3246120" y="1817827"/>
            <a:ext cx="137160" cy="51846"/>
          </a:xfrm>
          <a:prstGeom prst="line">
            <a:avLst/>
          </a:prstGeom>
          <a:noFill/>
          <a:ln w="22225">
            <a:solidFill>
              <a:srgbClr val="4A5568"/>
            </a:solidFill>
            <a:prstDash val="solid"/>
          </a:ln>
        </p:spPr>
      </p:sp>
      <p:sp>
        <p:nvSpPr>
          <p:cNvPr id="53" name="Shape 51"/>
          <p:cNvSpPr/>
          <p:nvPr/>
        </p:nvSpPr>
        <p:spPr>
          <a:xfrm flipH="1">
            <a:off x="3108960" y="1869674"/>
            <a:ext cx="274320" cy="51846"/>
          </a:xfrm>
          <a:prstGeom prst="line">
            <a:avLst/>
          </a:prstGeom>
          <a:noFill/>
          <a:ln w="22225">
            <a:solidFill>
              <a:srgbClr val="4A5568"/>
            </a:solidFill>
            <a:prstDash val="solid"/>
          </a:ln>
        </p:spPr>
      </p:sp>
      <p:sp>
        <p:nvSpPr>
          <p:cNvPr id="54" name="Shape 52"/>
          <p:cNvSpPr/>
          <p:nvPr/>
        </p:nvSpPr>
        <p:spPr>
          <a:xfrm>
            <a:off x="3108960" y="1921520"/>
            <a:ext cx="274320" cy="51846"/>
          </a:xfrm>
          <a:prstGeom prst="line">
            <a:avLst/>
          </a:prstGeom>
          <a:noFill/>
          <a:ln w="22225">
            <a:solidFill>
              <a:srgbClr val="4A5568"/>
            </a:solidFill>
            <a:prstDash val="solid"/>
          </a:ln>
        </p:spPr>
      </p:sp>
      <p:sp>
        <p:nvSpPr>
          <p:cNvPr id="55" name="Shape 53"/>
          <p:cNvSpPr/>
          <p:nvPr/>
        </p:nvSpPr>
        <p:spPr>
          <a:xfrm flipH="1">
            <a:off x="3108960" y="1973367"/>
            <a:ext cx="274320" cy="51846"/>
          </a:xfrm>
          <a:prstGeom prst="line">
            <a:avLst/>
          </a:prstGeom>
          <a:noFill/>
          <a:ln w="22225">
            <a:solidFill>
              <a:srgbClr val="4A5568"/>
            </a:solidFill>
            <a:prstDash val="solid"/>
          </a:ln>
        </p:spPr>
      </p:sp>
      <p:sp>
        <p:nvSpPr>
          <p:cNvPr id="56" name="Shape 54"/>
          <p:cNvSpPr/>
          <p:nvPr/>
        </p:nvSpPr>
        <p:spPr>
          <a:xfrm>
            <a:off x="3108960" y="2025213"/>
            <a:ext cx="274320" cy="51846"/>
          </a:xfrm>
          <a:prstGeom prst="line">
            <a:avLst/>
          </a:prstGeom>
          <a:noFill/>
          <a:ln w="22225">
            <a:solidFill>
              <a:srgbClr val="4A5568"/>
            </a:solidFill>
            <a:prstDash val="solid"/>
          </a:ln>
        </p:spPr>
      </p:sp>
      <p:sp>
        <p:nvSpPr>
          <p:cNvPr id="57" name="Shape 55"/>
          <p:cNvSpPr/>
          <p:nvPr/>
        </p:nvSpPr>
        <p:spPr>
          <a:xfrm flipH="1">
            <a:off x="3108960" y="2077060"/>
            <a:ext cx="274320" cy="51846"/>
          </a:xfrm>
          <a:prstGeom prst="line">
            <a:avLst/>
          </a:prstGeom>
          <a:noFill/>
          <a:ln w="22225">
            <a:solidFill>
              <a:srgbClr val="4A5568"/>
            </a:solidFill>
            <a:prstDash val="solid"/>
          </a:ln>
        </p:spPr>
      </p:sp>
      <p:sp>
        <p:nvSpPr>
          <p:cNvPr id="58" name="Shape 56"/>
          <p:cNvSpPr/>
          <p:nvPr/>
        </p:nvSpPr>
        <p:spPr>
          <a:xfrm>
            <a:off x="3108960" y="2128906"/>
            <a:ext cx="274320" cy="51846"/>
          </a:xfrm>
          <a:prstGeom prst="line">
            <a:avLst/>
          </a:prstGeom>
          <a:noFill/>
          <a:ln w="22225">
            <a:solidFill>
              <a:srgbClr val="4A5568"/>
            </a:solidFill>
            <a:prstDash val="solid"/>
          </a:ln>
        </p:spPr>
      </p:sp>
      <p:sp>
        <p:nvSpPr>
          <p:cNvPr id="59" name="Shape 57"/>
          <p:cNvSpPr/>
          <p:nvPr/>
        </p:nvSpPr>
        <p:spPr>
          <a:xfrm flipH="1">
            <a:off x="3108960" y="2180753"/>
            <a:ext cx="274320" cy="51846"/>
          </a:xfrm>
          <a:prstGeom prst="line">
            <a:avLst/>
          </a:prstGeom>
          <a:noFill/>
          <a:ln w="22225">
            <a:solidFill>
              <a:srgbClr val="4A5568"/>
            </a:solidFill>
            <a:prstDash val="solid"/>
          </a:ln>
        </p:spPr>
      </p:sp>
      <p:sp>
        <p:nvSpPr>
          <p:cNvPr id="60" name="Shape 58"/>
          <p:cNvSpPr/>
          <p:nvPr/>
        </p:nvSpPr>
        <p:spPr>
          <a:xfrm>
            <a:off x="3108960" y="2232599"/>
            <a:ext cx="274320" cy="51846"/>
          </a:xfrm>
          <a:prstGeom prst="line">
            <a:avLst/>
          </a:prstGeom>
          <a:noFill/>
          <a:ln w="22225">
            <a:solidFill>
              <a:srgbClr val="4A5568"/>
            </a:solidFill>
            <a:prstDash val="solid"/>
          </a:ln>
        </p:spPr>
      </p:sp>
      <p:sp>
        <p:nvSpPr>
          <p:cNvPr id="61" name="Shape 59"/>
          <p:cNvSpPr/>
          <p:nvPr/>
        </p:nvSpPr>
        <p:spPr>
          <a:xfrm flipH="1">
            <a:off x="3108960" y="2284446"/>
            <a:ext cx="274320" cy="51846"/>
          </a:xfrm>
          <a:prstGeom prst="line">
            <a:avLst/>
          </a:prstGeom>
          <a:noFill/>
          <a:ln w="22225">
            <a:solidFill>
              <a:srgbClr val="4A5568"/>
            </a:solidFill>
            <a:prstDash val="solid"/>
          </a:ln>
        </p:spPr>
      </p:sp>
      <p:sp>
        <p:nvSpPr>
          <p:cNvPr id="62" name="Shape 60"/>
          <p:cNvSpPr/>
          <p:nvPr/>
        </p:nvSpPr>
        <p:spPr>
          <a:xfrm>
            <a:off x="3108960" y="2336292"/>
            <a:ext cx="274320" cy="51846"/>
          </a:xfrm>
          <a:prstGeom prst="line">
            <a:avLst/>
          </a:prstGeom>
          <a:noFill/>
          <a:ln w="22225">
            <a:solidFill>
              <a:srgbClr val="4A5568"/>
            </a:solidFill>
            <a:prstDash val="solid"/>
          </a:ln>
        </p:spPr>
      </p:sp>
      <p:sp>
        <p:nvSpPr>
          <p:cNvPr id="63" name="Shape 61"/>
          <p:cNvSpPr/>
          <p:nvPr/>
        </p:nvSpPr>
        <p:spPr>
          <a:xfrm flipH="1">
            <a:off x="3108960" y="2388138"/>
            <a:ext cx="274320" cy="51846"/>
          </a:xfrm>
          <a:prstGeom prst="line">
            <a:avLst/>
          </a:prstGeom>
          <a:noFill/>
          <a:ln w="22225">
            <a:solidFill>
              <a:srgbClr val="4A5568"/>
            </a:solidFill>
            <a:prstDash val="solid"/>
          </a:ln>
        </p:spPr>
      </p:sp>
      <p:sp>
        <p:nvSpPr>
          <p:cNvPr id="64" name="Shape 62"/>
          <p:cNvSpPr/>
          <p:nvPr/>
        </p:nvSpPr>
        <p:spPr>
          <a:xfrm>
            <a:off x="3108960" y="2439985"/>
            <a:ext cx="274320" cy="51846"/>
          </a:xfrm>
          <a:prstGeom prst="line">
            <a:avLst/>
          </a:prstGeom>
          <a:noFill/>
          <a:ln w="22225">
            <a:solidFill>
              <a:srgbClr val="4A5568"/>
            </a:solidFill>
            <a:prstDash val="solid"/>
          </a:ln>
        </p:spPr>
      </p:sp>
      <p:sp>
        <p:nvSpPr>
          <p:cNvPr id="65" name="Shape 63"/>
          <p:cNvSpPr/>
          <p:nvPr/>
        </p:nvSpPr>
        <p:spPr>
          <a:xfrm flipH="1">
            <a:off x="3108960" y="2491831"/>
            <a:ext cx="274320" cy="51846"/>
          </a:xfrm>
          <a:prstGeom prst="line">
            <a:avLst/>
          </a:prstGeom>
          <a:noFill/>
          <a:ln w="22225">
            <a:solidFill>
              <a:srgbClr val="4A5568"/>
            </a:solidFill>
            <a:prstDash val="solid"/>
          </a:ln>
        </p:spPr>
      </p:sp>
      <p:sp>
        <p:nvSpPr>
          <p:cNvPr id="66" name="Shape 64"/>
          <p:cNvSpPr/>
          <p:nvPr/>
        </p:nvSpPr>
        <p:spPr>
          <a:xfrm>
            <a:off x="3108960" y="2543678"/>
            <a:ext cx="274320" cy="51846"/>
          </a:xfrm>
          <a:prstGeom prst="line">
            <a:avLst/>
          </a:prstGeom>
          <a:noFill/>
          <a:ln w="22225">
            <a:solidFill>
              <a:srgbClr val="4A5568"/>
            </a:solidFill>
            <a:prstDash val="solid"/>
          </a:ln>
        </p:spPr>
      </p:sp>
      <p:sp>
        <p:nvSpPr>
          <p:cNvPr id="67" name="Shape 65"/>
          <p:cNvSpPr/>
          <p:nvPr/>
        </p:nvSpPr>
        <p:spPr>
          <a:xfrm flipH="1">
            <a:off x="3108960" y="2595524"/>
            <a:ext cx="274320" cy="51846"/>
          </a:xfrm>
          <a:prstGeom prst="line">
            <a:avLst/>
          </a:prstGeom>
          <a:noFill/>
          <a:ln w="22225">
            <a:solidFill>
              <a:srgbClr val="4A5568"/>
            </a:solidFill>
            <a:prstDash val="solid"/>
          </a:ln>
        </p:spPr>
      </p:sp>
      <p:sp>
        <p:nvSpPr>
          <p:cNvPr id="68" name="Shape 66"/>
          <p:cNvSpPr/>
          <p:nvPr/>
        </p:nvSpPr>
        <p:spPr>
          <a:xfrm>
            <a:off x="3108960" y="2647371"/>
            <a:ext cx="274320" cy="51846"/>
          </a:xfrm>
          <a:prstGeom prst="line">
            <a:avLst/>
          </a:prstGeom>
          <a:noFill/>
          <a:ln w="22225">
            <a:solidFill>
              <a:srgbClr val="4A5568"/>
            </a:solidFill>
            <a:prstDash val="solid"/>
          </a:ln>
        </p:spPr>
      </p:sp>
      <p:sp>
        <p:nvSpPr>
          <p:cNvPr id="69" name="Shape 67"/>
          <p:cNvSpPr/>
          <p:nvPr/>
        </p:nvSpPr>
        <p:spPr>
          <a:xfrm flipH="1">
            <a:off x="3108960" y="2699217"/>
            <a:ext cx="274320" cy="51846"/>
          </a:xfrm>
          <a:prstGeom prst="line">
            <a:avLst/>
          </a:prstGeom>
          <a:noFill/>
          <a:ln w="22225">
            <a:solidFill>
              <a:srgbClr val="4A5568"/>
            </a:solidFill>
            <a:prstDash val="solid"/>
          </a:ln>
        </p:spPr>
      </p:sp>
      <p:sp>
        <p:nvSpPr>
          <p:cNvPr id="70" name="Shape 68"/>
          <p:cNvSpPr/>
          <p:nvPr/>
        </p:nvSpPr>
        <p:spPr>
          <a:xfrm>
            <a:off x="3108960" y="2751064"/>
            <a:ext cx="274320" cy="51846"/>
          </a:xfrm>
          <a:prstGeom prst="line">
            <a:avLst/>
          </a:prstGeom>
          <a:noFill/>
          <a:ln w="22225">
            <a:solidFill>
              <a:srgbClr val="4A5568"/>
            </a:solidFill>
            <a:prstDash val="solid"/>
          </a:ln>
        </p:spPr>
      </p:sp>
      <p:sp>
        <p:nvSpPr>
          <p:cNvPr id="71" name="Shape 69"/>
          <p:cNvSpPr/>
          <p:nvPr/>
        </p:nvSpPr>
        <p:spPr>
          <a:xfrm flipH="1">
            <a:off x="3246120" y="2802910"/>
            <a:ext cx="137160" cy="51846"/>
          </a:xfrm>
          <a:prstGeom prst="line">
            <a:avLst/>
          </a:prstGeom>
          <a:noFill/>
          <a:ln w="22225">
            <a:solidFill>
              <a:srgbClr val="4A5568"/>
            </a:solidFill>
            <a:prstDash val="solid"/>
          </a:ln>
        </p:spPr>
      </p:sp>
      <p:sp>
        <p:nvSpPr>
          <p:cNvPr id="72" name="Shape 70"/>
          <p:cNvSpPr/>
          <p:nvPr/>
        </p:nvSpPr>
        <p:spPr>
          <a:xfrm>
            <a:off x="3246120" y="2854757"/>
            <a:ext cx="91" cy="98755"/>
          </a:xfrm>
          <a:prstGeom prst="line">
            <a:avLst/>
          </a:prstGeom>
          <a:noFill/>
          <a:ln w="22225">
            <a:solidFill>
              <a:srgbClr val="4A5568"/>
            </a:solidFill>
            <a:prstDash val="solid"/>
          </a:ln>
        </p:spPr>
      </p:sp>
      <p:sp>
        <p:nvSpPr>
          <p:cNvPr id="73" name="Shape 71"/>
          <p:cNvSpPr/>
          <p:nvPr/>
        </p:nvSpPr>
        <p:spPr>
          <a:xfrm>
            <a:off x="3246120" y="2953512"/>
            <a:ext cx="457200" cy="91"/>
          </a:xfrm>
          <a:prstGeom prst="line">
            <a:avLst/>
          </a:prstGeom>
          <a:noFill/>
          <a:ln w="25400">
            <a:solidFill>
              <a:srgbClr val="C8414C"/>
            </a:solidFill>
            <a:prstDash val="solid"/>
          </a:ln>
        </p:spPr>
      </p:sp>
      <p:sp>
        <p:nvSpPr>
          <p:cNvPr id="74" name="Shape 72"/>
          <p:cNvSpPr/>
          <p:nvPr/>
        </p:nvSpPr>
        <p:spPr>
          <a:xfrm>
            <a:off x="3246120" y="2953512"/>
            <a:ext cx="91" cy="182880"/>
          </a:xfrm>
          <a:prstGeom prst="line">
            <a:avLst/>
          </a:prstGeom>
          <a:noFill/>
          <a:ln w="25400">
            <a:solidFill>
              <a:srgbClr val="5A6275"/>
            </a:solidFill>
            <a:prstDash val="solid"/>
          </a:ln>
        </p:spPr>
      </p:sp>
      <p:sp>
        <p:nvSpPr>
          <p:cNvPr id="75" name="Shape 73"/>
          <p:cNvSpPr/>
          <p:nvPr/>
        </p:nvSpPr>
        <p:spPr>
          <a:xfrm>
            <a:off x="3017520" y="3136392"/>
            <a:ext cx="457200" cy="109728"/>
          </a:xfrm>
          <a:prstGeom prst="rect">
            <a:avLst/>
          </a:prstGeom>
          <a:solidFill>
            <a:srgbClr val="969FB1"/>
          </a:solidFill>
          <a:ln w="6350">
            <a:solidFill>
              <a:srgbClr val="4A5262"/>
            </a:solidFill>
            <a:prstDash val="solid"/>
          </a:ln>
        </p:spPr>
      </p:sp>
      <p:sp>
        <p:nvSpPr>
          <p:cNvPr id="76" name="Shape 74"/>
          <p:cNvSpPr/>
          <p:nvPr/>
        </p:nvSpPr>
        <p:spPr>
          <a:xfrm>
            <a:off x="3017520" y="3246120"/>
            <a:ext cx="457200" cy="109728"/>
          </a:xfrm>
          <a:prstGeom prst="rect">
            <a:avLst/>
          </a:prstGeom>
          <a:solidFill>
            <a:srgbClr val="7C8598"/>
          </a:solidFill>
          <a:ln w="6350">
            <a:solidFill>
              <a:srgbClr val="4A5262"/>
            </a:solidFill>
            <a:prstDash val="solid"/>
          </a:ln>
        </p:spPr>
      </p:sp>
      <p:sp>
        <p:nvSpPr>
          <p:cNvPr id="77" name="Shape 75"/>
          <p:cNvSpPr/>
          <p:nvPr/>
        </p:nvSpPr>
        <p:spPr>
          <a:xfrm>
            <a:off x="3017520" y="3355848"/>
            <a:ext cx="457200" cy="109728"/>
          </a:xfrm>
          <a:prstGeom prst="rect">
            <a:avLst/>
          </a:prstGeom>
          <a:solidFill>
            <a:srgbClr val="969FB1"/>
          </a:solidFill>
          <a:ln w="6350">
            <a:solidFill>
              <a:srgbClr val="4A5262"/>
            </a:solidFill>
            <a:prstDash val="solid"/>
          </a:ln>
        </p:spPr>
      </p:sp>
      <p:sp>
        <p:nvSpPr>
          <p:cNvPr id="78" name="Shape 76"/>
          <p:cNvSpPr/>
          <p:nvPr/>
        </p:nvSpPr>
        <p:spPr>
          <a:xfrm>
            <a:off x="3017520" y="3465576"/>
            <a:ext cx="457200" cy="109728"/>
          </a:xfrm>
          <a:prstGeom prst="rect">
            <a:avLst/>
          </a:prstGeom>
          <a:solidFill>
            <a:srgbClr val="7C8598"/>
          </a:solidFill>
          <a:ln w="6350">
            <a:solidFill>
              <a:srgbClr val="4A5262"/>
            </a:solidFill>
            <a:prstDash val="solid"/>
          </a:ln>
        </p:spPr>
      </p:sp>
      <p:sp>
        <p:nvSpPr>
          <p:cNvPr id="79" name="Shape 77"/>
          <p:cNvSpPr/>
          <p:nvPr/>
        </p:nvSpPr>
        <p:spPr>
          <a:xfrm>
            <a:off x="2971800" y="3575304"/>
            <a:ext cx="548640" cy="64008"/>
          </a:xfrm>
          <a:prstGeom prst="rect">
            <a:avLst/>
          </a:prstGeom>
          <a:solidFill>
            <a:srgbClr val="4A5262"/>
          </a:solidFill>
          <a:ln w="12700">
            <a:solidFill>
              <a:srgbClr val="4A5262"/>
            </a:solidFill>
            <a:prstDash val="solid"/>
          </a:ln>
        </p:spPr>
      </p:sp>
      <p:sp>
        <p:nvSpPr>
          <p:cNvPr id="80" name="Shape 78"/>
          <p:cNvSpPr/>
          <p:nvPr/>
        </p:nvSpPr>
        <p:spPr>
          <a:xfrm>
            <a:off x="685800" y="4892040"/>
            <a:ext cx="320040" cy="182880"/>
          </a:xfrm>
          <a:prstGeom prst="rect">
            <a:avLst/>
          </a:prstGeom>
          <a:solidFill>
            <a:srgbClr val="4A5262"/>
          </a:solidFill>
          <a:ln/>
        </p:spPr>
      </p:sp>
      <p:sp>
        <p:nvSpPr>
          <p:cNvPr id="81" name="Shape 79"/>
          <p:cNvSpPr/>
          <p:nvPr/>
        </p:nvSpPr>
        <p:spPr>
          <a:xfrm flipV="1">
            <a:off x="3383280" y="1783080"/>
            <a:ext cx="1188720" cy="411480"/>
          </a:xfrm>
          <a:prstGeom prst="line">
            <a:avLst/>
          </a:prstGeom>
          <a:noFill/>
          <a:ln w="9525">
            <a:solidFill>
              <a:srgbClr val="6B7385"/>
            </a:solidFill>
            <a:prstDash val="solid"/>
          </a:ln>
        </p:spPr>
      </p:sp>
      <p:sp>
        <p:nvSpPr>
          <p:cNvPr id="82" name="Text 80"/>
          <p:cNvSpPr/>
          <p:nvPr/>
        </p:nvSpPr>
        <p:spPr>
          <a:xfrm>
            <a:off x="4617720" y="1655064"/>
            <a:ext cx="91440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spring</a:t>
            </a:r>
            <a:endParaRPr lang="en-US" sz="1050" dirty="0"/>
          </a:p>
        </p:txBody>
      </p:sp>
      <p:sp>
        <p:nvSpPr>
          <p:cNvPr id="83" name="Shape 81"/>
          <p:cNvSpPr/>
          <p:nvPr/>
        </p:nvSpPr>
        <p:spPr>
          <a:xfrm flipV="1">
            <a:off x="3986784" y="2743200"/>
            <a:ext cx="585216" cy="457200"/>
          </a:xfrm>
          <a:prstGeom prst="line">
            <a:avLst/>
          </a:prstGeom>
          <a:noFill/>
          <a:ln w="9525">
            <a:solidFill>
              <a:srgbClr val="6B7385"/>
            </a:solidFill>
            <a:prstDash val="solid"/>
          </a:ln>
        </p:spPr>
      </p:sp>
      <p:sp>
        <p:nvSpPr>
          <p:cNvPr id="84" name="Text 82"/>
          <p:cNvSpPr/>
          <p:nvPr/>
        </p:nvSpPr>
        <p:spPr>
          <a:xfrm>
            <a:off x="4617720" y="2615184"/>
            <a:ext cx="109728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metre rule</a:t>
            </a:r>
            <a:endParaRPr lang="en-US" sz="1050" dirty="0"/>
          </a:p>
        </p:txBody>
      </p:sp>
      <p:sp>
        <p:nvSpPr>
          <p:cNvPr id="85" name="Shape 83"/>
          <p:cNvSpPr/>
          <p:nvPr/>
        </p:nvSpPr>
        <p:spPr>
          <a:xfrm>
            <a:off x="3703320" y="2953512"/>
            <a:ext cx="868680" cy="201168"/>
          </a:xfrm>
          <a:prstGeom prst="line">
            <a:avLst/>
          </a:prstGeom>
          <a:noFill/>
          <a:ln w="9525">
            <a:solidFill>
              <a:srgbClr val="6B7385"/>
            </a:solidFill>
            <a:prstDash val="solid"/>
          </a:ln>
        </p:spPr>
      </p:sp>
      <p:sp>
        <p:nvSpPr>
          <p:cNvPr id="86" name="Text 84"/>
          <p:cNvSpPr/>
          <p:nvPr/>
        </p:nvSpPr>
        <p:spPr>
          <a:xfrm>
            <a:off x="4617720" y="3026664"/>
            <a:ext cx="91440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pointer</a:t>
            </a:r>
            <a:endParaRPr lang="en-US" sz="1050" dirty="0"/>
          </a:p>
        </p:txBody>
      </p:sp>
      <p:sp>
        <p:nvSpPr>
          <p:cNvPr id="87" name="Shape 85"/>
          <p:cNvSpPr/>
          <p:nvPr/>
        </p:nvSpPr>
        <p:spPr>
          <a:xfrm>
            <a:off x="3520440" y="3474720"/>
            <a:ext cx="1051560" cy="320040"/>
          </a:xfrm>
          <a:prstGeom prst="line">
            <a:avLst/>
          </a:prstGeom>
          <a:noFill/>
          <a:ln w="9525">
            <a:solidFill>
              <a:srgbClr val="6B7385"/>
            </a:solidFill>
            <a:prstDash val="solid"/>
          </a:ln>
        </p:spPr>
      </p:sp>
      <p:sp>
        <p:nvSpPr>
          <p:cNvPr id="88" name="Text 86"/>
          <p:cNvSpPr/>
          <p:nvPr/>
        </p:nvSpPr>
        <p:spPr>
          <a:xfrm>
            <a:off x="4617720" y="3666744"/>
            <a:ext cx="118872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slotted masses</a:t>
            </a:r>
            <a:endParaRPr lang="en-US" sz="1050" dirty="0"/>
          </a:p>
        </p:txBody>
      </p:sp>
      <p:sp>
        <p:nvSpPr>
          <p:cNvPr id="89" name="Shape 87"/>
          <p:cNvSpPr/>
          <p:nvPr/>
        </p:nvSpPr>
        <p:spPr>
          <a:xfrm flipV="1">
            <a:off x="1280160" y="3291840"/>
            <a:ext cx="822960" cy="274320"/>
          </a:xfrm>
          <a:prstGeom prst="line">
            <a:avLst/>
          </a:prstGeom>
          <a:noFill/>
          <a:ln w="9525">
            <a:solidFill>
              <a:srgbClr val="6B7385"/>
            </a:solidFill>
            <a:prstDash val="solid"/>
          </a:ln>
        </p:spPr>
      </p:sp>
      <p:sp>
        <p:nvSpPr>
          <p:cNvPr id="90" name="Text 88"/>
          <p:cNvSpPr/>
          <p:nvPr/>
        </p:nvSpPr>
        <p:spPr>
          <a:xfrm>
            <a:off x="2148840" y="3163824"/>
            <a:ext cx="118872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clamp stand</a:t>
            </a:r>
            <a:endParaRPr lang="en-US" sz="1050" dirty="0"/>
          </a:p>
        </p:txBody>
      </p:sp>
      <p:sp>
        <p:nvSpPr>
          <p:cNvPr id="91" name="Shape 89"/>
          <p:cNvSpPr/>
          <p:nvPr/>
        </p:nvSpPr>
        <p:spPr>
          <a:xfrm flipV="1">
            <a:off x="841248" y="4754880"/>
            <a:ext cx="621792" cy="182880"/>
          </a:xfrm>
          <a:prstGeom prst="line">
            <a:avLst/>
          </a:prstGeom>
          <a:noFill/>
          <a:ln w="9525">
            <a:solidFill>
              <a:srgbClr val="6B7385"/>
            </a:solidFill>
            <a:prstDash val="solid"/>
          </a:ln>
        </p:spPr>
      </p:sp>
      <p:sp>
        <p:nvSpPr>
          <p:cNvPr id="92" name="Text 90"/>
          <p:cNvSpPr/>
          <p:nvPr/>
        </p:nvSpPr>
        <p:spPr>
          <a:xfrm>
            <a:off x="1508760" y="4626864"/>
            <a:ext cx="91440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G-clamp</a:t>
            </a:r>
            <a:endParaRPr lang="en-US" sz="1050" dirty="0"/>
          </a:p>
        </p:txBody>
      </p:sp>
      <p:sp>
        <p:nvSpPr>
          <p:cNvPr id="93" name="Shape 91"/>
          <p:cNvSpPr/>
          <p:nvPr/>
        </p:nvSpPr>
        <p:spPr>
          <a:xfrm>
            <a:off x="6217920" y="1188720"/>
            <a:ext cx="5562295" cy="2560320"/>
          </a:xfrm>
          <a:prstGeom prst="roundRect">
            <a:avLst>
              <a:gd name="adj" fmla="val 2143"/>
            </a:avLst>
          </a:prstGeom>
          <a:solidFill>
            <a:srgbClr val="F5F8FE"/>
          </a:solidFill>
          <a:ln w="9525">
            <a:solidFill>
              <a:srgbClr val="D5DCEB"/>
            </a:solidFill>
            <a:prstDash val="solid"/>
          </a:ln>
        </p:spPr>
      </p:sp>
      <p:sp>
        <p:nvSpPr>
          <p:cNvPr id="94" name="Text 9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95" name="Text 93"/>
          <p:cNvSpPr/>
          <p:nvPr/>
        </p:nvSpPr>
        <p:spPr>
          <a:xfrm>
            <a:off x="6382512" y="1609344"/>
            <a:ext cx="5233111" cy="20665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Clamp the spring and a vertical metre rule to the stand. Fix a </a:t>
            </a:r>
            <a:r>
              <a:rPr lang="en-US" sz="1100" b="1" dirty="0">
                <a:solidFill>
                  <a:srgbClr val="262B3A"/>
                </a:solidFill>
                <a:latin typeface="Calibri" pitchFamily="34" charset="0"/>
                <a:ea typeface="Calibri" pitchFamily="34" charset="-122"/>
                <a:cs typeface="Calibri" pitchFamily="34" charset="-120"/>
              </a:rPr>
              <a:t>pointer</a:t>
            </a:r>
            <a:r>
              <a:rPr lang="en-US" sz="1100" dirty="0">
                <a:solidFill>
                  <a:srgbClr val="262B3A"/>
                </a:solidFill>
                <a:latin typeface="Calibri" pitchFamily="34" charset="0"/>
                <a:ea typeface="Calibri" pitchFamily="34" charset="-122"/>
                <a:cs typeface="Calibri" pitchFamily="34" charset="-120"/>
              </a:rPr>
              <a:t> to the bottom of the spring.</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Record the pointer reading with no load: the </a:t>
            </a:r>
            <a:r>
              <a:rPr lang="en-US" sz="1100" b="1" dirty="0">
                <a:solidFill>
                  <a:srgbClr val="262B3A"/>
                </a:solidFill>
                <a:latin typeface="Calibri" pitchFamily="34" charset="0"/>
                <a:ea typeface="Calibri" pitchFamily="34" charset="-122"/>
                <a:cs typeface="Calibri" pitchFamily="34" charset="-120"/>
              </a:rPr>
              <a:t>original length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Add a </a:t>
            </a:r>
            <a:r>
              <a:rPr lang="en-US" sz="1100" b="1" dirty="0">
                <a:solidFill>
                  <a:srgbClr val="262B3A"/>
                </a:solidFill>
                <a:latin typeface="Calibri" pitchFamily="34" charset="0"/>
                <a:ea typeface="Calibri" pitchFamily="34" charset="-122"/>
                <a:cs typeface="Calibri" pitchFamily="34" charset="-120"/>
              </a:rPr>
              <a:t>100 g</a:t>
            </a:r>
            <a:r>
              <a:rPr lang="en-US" sz="1100" dirty="0">
                <a:solidFill>
                  <a:srgbClr val="262B3A"/>
                </a:solidFill>
                <a:latin typeface="Calibri" pitchFamily="34" charset="0"/>
                <a:ea typeface="Calibri" pitchFamily="34" charset="-122"/>
                <a:cs typeface="Calibri" pitchFamily="34" charset="-120"/>
              </a:rPr>
              <a:t> mass (weight </a:t>
            </a:r>
            <a:r>
              <a:rPr lang="en-US" sz="1100" b="1" dirty="0">
                <a:solidFill>
                  <a:srgbClr val="262B3A"/>
                </a:solidFill>
                <a:latin typeface="Calibri" pitchFamily="34" charset="0"/>
                <a:ea typeface="Calibri" pitchFamily="34" charset="-122"/>
                <a:cs typeface="Calibri" pitchFamily="34" charset="-120"/>
              </a:rPr>
              <a:t>1.0 N</a:t>
            </a:r>
            <a:r>
              <a:rPr lang="en-US" sz="1100" dirty="0">
                <a:solidFill>
                  <a:srgbClr val="262B3A"/>
                </a:solidFill>
                <a:latin typeface="Calibri" pitchFamily="34" charset="0"/>
                <a:ea typeface="Calibri" pitchFamily="34" charset="-122"/>
                <a:cs typeface="Calibri" pitchFamily="34" charset="-120"/>
              </a:rPr>
              <a:t>). Read the new length with your </a:t>
            </a:r>
            <a:r>
              <a:rPr lang="en-US" sz="1100" b="1" dirty="0">
                <a:solidFill>
                  <a:srgbClr val="262B3A"/>
                </a:solidFill>
                <a:latin typeface="Calibri" pitchFamily="34" charset="0"/>
                <a:ea typeface="Calibri" pitchFamily="34" charset="-122"/>
                <a:cs typeface="Calibri" pitchFamily="34" charset="-120"/>
              </a:rPr>
              <a:t>eye level</a:t>
            </a:r>
            <a:r>
              <a:rPr lang="en-US" sz="1100" dirty="0">
                <a:solidFill>
                  <a:srgbClr val="262B3A"/>
                </a:solidFill>
                <a:latin typeface="Calibri" pitchFamily="34" charset="0"/>
                <a:ea typeface="Calibri" pitchFamily="34" charset="-122"/>
                <a:cs typeface="Calibri" pitchFamily="34" charset="-120"/>
              </a:rPr>
              <a:t> with the pointer.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Repeat, adding 1.0 N each time, up to 7 N. </a:t>
            </a:r>
            <a:r>
              <a:rPr lang="en-US" sz="1100" b="1" dirty="0">
                <a:solidFill>
                  <a:srgbClr val="262B3A"/>
                </a:solidFill>
                <a:latin typeface="Calibri" pitchFamily="34" charset="0"/>
                <a:ea typeface="Calibri" pitchFamily="34" charset="-122"/>
                <a:cs typeface="Calibri" pitchFamily="34" charset="-120"/>
              </a:rPr>
              <a:t>Extension</a:t>
            </a:r>
            <a:r>
              <a:rPr lang="en-US" sz="1100" dirty="0">
                <a:solidFill>
                  <a:srgbClr val="262B3A"/>
                </a:solidFill>
                <a:latin typeface="Calibri" pitchFamily="34" charset="0"/>
                <a:ea typeface="Calibri" pitchFamily="34" charset="-122"/>
                <a:cs typeface="Calibri" pitchFamily="34" charset="-120"/>
              </a:rPr>
              <a:t> = length − original length.</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Unload one mass at a time to check the spring returns to its original length (elastic).</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Plot </a:t>
            </a:r>
            <a:r>
              <a:rPr lang="en-US" sz="1100" b="1" dirty="0">
                <a:solidFill>
                  <a:srgbClr val="262B3A"/>
                </a:solidFill>
                <a:latin typeface="Calibri" pitchFamily="34" charset="0"/>
                <a:ea typeface="Calibri" pitchFamily="34" charset="-122"/>
                <a:cs typeface="Calibri" pitchFamily="34" charset="-120"/>
              </a:rPr>
              <a:t>force (y-axis) against extension (x-axis)</a:t>
            </a:r>
            <a:r>
              <a:rPr lang="en-US" sz="1100" dirty="0">
                <a:solidFill>
                  <a:srgbClr val="262B3A"/>
                </a:solidFill>
                <a:latin typeface="Calibri" pitchFamily="34" charset="0"/>
                <a:ea typeface="Calibri" pitchFamily="34" charset="-122"/>
                <a:cs typeface="Calibri" pitchFamily="34" charset="-120"/>
              </a:rPr>
              <a:t> and draw a line of best fit.</a:t>
            </a:r>
            <a:endParaRPr lang="en-US" sz="1100" dirty="0"/>
          </a:p>
        </p:txBody>
      </p:sp>
      <p:sp>
        <p:nvSpPr>
          <p:cNvPr id="96" name="Shape 94"/>
          <p:cNvSpPr/>
          <p:nvPr/>
        </p:nvSpPr>
        <p:spPr>
          <a:xfrm>
            <a:off x="6217920" y="3886200"/>
            <a:ext cx="5562295" cy="1828800"/>
          </a:xfrm>
          <a:prstGeom prst="roundRect">
            <a:avLst>
              <a:gd name="adj" fmla="val 3000"/>
            </a:avLst>
          </a:prstGeom>
          <a:solidFill>
            <a:srgbClr val="FFF4E0"/>
          </a:solidFill>
          <a:ln w="9525">
            <a:solidFill>
              <a:srgbClr val="F1D9A8"/>
            </a:solidFill>
            <a:prstDash val="solid"/>
          </a:ln>
        </p:spPr>
      </p:sp>
      <p:sp>
        <p:nvSpPr>
          <p:cNvPr id="97" name="Text 95"/>
          <p:cNvSpPr/>
          <p:nvPr/>
        </p:nvSpPr>
        <p:spPr>
          <a:xfrm>
            <a:off x="6382512" y="39593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Tips for accurate results</a:t>
            </a:r>
            <a:endParaRPr lang="en-US" sz="1300" dirty="0"/>
          </a:p>
        </p:txBody>
      </p:sp>
      <p:sp>
        <p:nvSpPr>
          <p:cNvPr id="98" name="Text 96"/>
          <p:cNvSpPr/>
          <p:nvPr/>
        </p:nvSpPr>
        <p:spPr>
          <a:xfrm>
            <a:off x="6382512" y="4270248"/>
            <a:ext cx="5233111" cy="137160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Zero   </a:t>
            </a:r>
            <a:r>
              <a:rPr lang="en-US" sz="1050" dirty="0">
                <a:solidFill>
                  <a:srgbClr val="262B3A"/>
                </a:solidFill>
                <a:latin typeface="Calibri" pitchFamily="34" charset="0"/>
                <a:ea typeface="Calibri" pitchFamily="34" charset="-122"/>
                <a:cs typeface="Calibri" pitchFamily="34" charset="-120"/>
              </a:rPr>
              <a:t>measure the original length </a:t>
            </a:r>
            <a:r>
              <a:rPr lang="en-US" sz="1050" b="1" dirty="0">
                <a:solidFill>
                  <a:srgbClr val="262B3A"/>
                </a:solidFill>
                <a:latin typeface="Calibri" pitchFamily="34" charset="0"/>
                <a:ea typeface="Calibri" pitchFamily="34" charset="-122"/>
                <a:cs typeface="Calibri" pitchFamily="34" charset="-120"/>
              </a:rPr>
              <a:t>before</a:t>
            </a:r>
            <a:r>
              <a:rPr lang="en-US" sz="1050" dirty="0">
                <a:solidFill>
                  <a:srgbClr val="262B3A"/>
                </a:solidFill>
                <a:latin typeface="Calibri" pitchFamily="34" charset="0"/>
                <a:ea typeface="Calibri" pitchFamily="34" charset="-122"/>
                <a:cs typeface="Calibri" pitchFamily="34" charset="-120"/>
              </a:rPr>
              <a:t> loading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Eye level   </a:t>
            </a:r>
            <a:r>
              <a:rPr lang="en-US" sz="1050" dirty="0">
                <a:solidFill>
                  <a:srgbClr val="262B3A"/>
                </a:solidFill>
                <a:latin typeface="Calibri" pitchFamily="34" charset="0"/>
                <a:ea typeface="Calibri" pitchFamily="34" charset="-122"/>
                <a:cs typeface="Calibri" pitchFamily="34" charset="-120"/>
              </a:rPr>
              <a:t>avoids parallax error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Wait   </a:t>
            </a:r>
            <a:r>
              <a:rPr lang="en-US" sz="1050" dirty="0">
                <a:solidFill>
                  <a:srgbClr val="262B3A"/>
                </a:solidFill>
                <a:latin typeface="Calibri" pitchFamily="34" charset="0"/>
                <a:ea typeface="Calibri" pitchFamily="34" charset="-122"/>
                <a:cs typeface="Calibri" pitchFamily="34" charset="-120"/>
              </a:rPr>
              <a:t>let the spring stop bouncing before reading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check the rule is vertical with a set square</a:t>
            </a:r>
            <a:endParaRPr lang="en-US" sz="1050" dirty="0"/>
          </a:p>
        </p:txBody>
      </p:sp>
      <p:sp>
        <p:nvSpPr>
          <p:cNvPr id="99" name="Shape 97"/>
          <p:cNvSpPr/>
          <p:nvPr/>
        </p:nvSpPr>
        <p:spPr>
          <a:xfrm>
            <a:off x="411480" y="5833872"/>
            <a:ext cx="11368735" cy="530352"/>
          </a:xfrm>
          <a:prstGeom prst="rect">
            <a:avLst/>
          </a:prstGeom>
          <a:solidFill>
            <a:srgbClr val="FFF4E0"/>
          </a:solidFill>
          <a:ln w="6350">
            <a:solidFill>
              <a:srgbClr val="F1D9A8"/>
            </a:solidFill>
            <a:prstDash val="solid"/>
          </a:ln>
        </p:spPr>
      </p:sp>
      <p:sp>
        <p:nvSpPr>
          <p:cNvPr id="100" name="Shape 98"/>
          <p:cNvSpPr/>
          <p:nvPr/>
        </p:nvSpPr>
        <p:spPr>
          <a:xfrm>
            <a:off x="411480" y="5833872"/>
            <a:ext cx="82296" cy="530352"/>
          </a:xfrm>
          <a:prstGeom prst="rect">
            <a:avLst/>
          </a:prstGeom>
          <a:solidFill>
            <a:srgbClr val="E39A2F"/>
          </a:solidFill>
          <a:ln w="12700">
            <a:solidFill>
              <a:srgbClr val="E39A2F"/>
            </a:solidFill>
            <a:prstDash val="solid"/>
          </a:ln>
        </p:spPr>
      </p:sp>
      <p:sp>
        <p:nvSpPr>
          <p:cNvPr id="101" name="Text 9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100 g mass is added each time. Show that each mass adds a force of 1.0 N. (g = 10 N/kg)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P2: variables and safety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 • planning a fair test</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P2</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P2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what you change, measure and keep the same</a:t>
            </a:r>
            <a:endParaRPr lang="en-US" sz="1000" dirty="0"/>
          </a:p>
        </p:txBody>
      </p:sp>
      <p:sp>
        <p:nvSpPr>
          <p:cNvPr id="12" name="Shape 10"/>
          <p:cNvSpPr/>
          <p:nvPr/>
        </p:nvSpPr>
        <p:spPr>
          <a:xfrm>
            <a:off x="685800" y="1371600"/>
            <a:ext cx="5029200" cy="1051560"/>
          </a:xfrm>
          <a:prstGeom prst="roundRect">
            <a:avLst>
              <a:gd name="adj" fmla="val 5217"/>
            </a:avLst>
          </a:prstGeom>
          <a:solidFill>
            <a:srgbClr val="FFFFFF"/>
          </a:solidFill>
          <a:ln w="19050">
            <a:solidFill>
              <a:srgbClr val="2E5BD8"/>
            </a:solidFill>
            <a:prstDash val="solid"/>
          </a:ln>
        </p:spPr>
      </p:sp>
      <p:sp>
        <p:nvSpPr>
          <p:cNvPr id="13" name="Shape 11"/>
          <p:cNvSpPr/>
          <p:nvPr/>
        </p:nvSpPr>
        <p:spPr>
          <a:xfrm>
            <a:off x="685800" y="1371600"/>
            <a:ext cx="109728" cy="1051560"/>
          </a:xfrm>
          <a:prstGeom prst="rect">
            <a:avLst/>
          </a:prstGeom>
          <a:solidFill>
            <a:srgbClr val="2E5BD8"/>
          </a:solidFill>
          <a:ln/>
        </p:spPr>
      </p:sp>
      <p:sp>
        <p:nvSpPr>
          <p:cNvPr id="14" name="Text 12"/>
          <p:cNvSpPr/>
          <p:nvPr/>
        </p:nvSpPr>
        <p:spPr>
          <a:xfrm>
            <a:off x="914400" y="1426464"/>
            <a:ext cx="4663440" cy="941832"/>
          </a:xfrm>
          <a:prstGeom prst="rect">
            <a:avLst/>
          </a:prstGeom>
          <a:noFill/>
          <a:ln/>
        </p:spPr>
        <p:txBody>
          <a:bodyPr wrap="square" lIns="0" tIns="0" rIns="0" bIns="0" rtlCol="0" anchor="ctr"/>
          <a:lstStyle/>
          <a:p>
            <a:pPr indent="0" marL="0">
              <a:buNone/>
            </a:pPr>
            <a:r>
              <a:rPr lang="en-US" sz="1250" b="1" dirty="0">
                <a:solidFill>
                  <a:srgbClr val="2E5BD8"/>
                </a:solidFill>
                <a:latin typeface="Calibri" pitchFamily="34" charset="0"/>
                <a:ea typeface="Calibri" pitchFamily="34" charset="-122"/>
                <a:cs typeface="Calibri" pitchFamily="34" charset="-120"/>
              </a:rPr>
              <a:t>Independent variable (you change)</a:t>
            </a:r>
            <a:endParaRPr lang="en-US" sz="1250" dirty="0"/>
          </a:p>
          <a:p>
            <a:pPr indent="0" marL="0">
              <a:buNone/>
            </a:pPr>
            <a:r>
              <a:rPr lang="en-US" sz="1150" b="1" dirty="0">
                <a:solidFill>
                  <a:srgbClr val="262B3A"/>
                </a:solidFill>
                <a:latin typeface="Calibri" pitchFamily="34" charset="0"/>
                <a:ea typeface="Calibri" pitchFamily="34" charset="-122"/>
                <a:cs typeface="Calibri" pitchFamily="34" charset="-120"/>
              </a:rPr>
              <a:t>force</a:t>
            </a:r>
            <a:r>
              <a:rPr lang="en-US" sz="1150" dirty="0">
                <a:solidFill>
                  <a:srgbClr val="262B3A"/>
                </a:solidFill>
                <a:latin typeface="Calibri" pitchFamily="34" charset="0"/>
                <a:ea typeface="Calibri" pitchFamily="34" charset="-122"/>
                <a:cs typeface="Calibri" pitchFamily="34" charset="-120"/>
              </a:rPr>
              <a:t> on the spring (weight of the masses, N)</a:t>
            </a:r>
            <a:endParaRPr lang="en-US" sz="1250" dirty="0"/>
          </a:p>
        </p:txBody>
      </p:sp>
      <p:sp>
        <p:nvSpPr>
          <p:cNvPr id="15" name="Shape 13"/>
          <p:cNvSpPr/>
          <p:nvPr/>
        </p:nvSpPr>
        <p:spPr>
          <a:xfrm>
            <a:off x="3200400" y="2441448"/>
            <a:ext cx="91" cy="237744"/>
          </a:xfrm>
          <a:prstGeom prst="line">
            <a:avLst/>
          </a:prstGeom>
          <a:noFill/>
          <a:ln w="25400">
            <a:solidFill>
              <a:srgbClr val="6B7385"/>
            </a:solidFill>
            <a:prstDash val="solid"/>
            <a:tailEnd type="triangle"/>
          </a:ln>
        </p:spPr>
      </p:sp>
      <p:sp>
        <p:nvSpPr>
          <p:cNvPr id="16" name="Shape 14"/>
          <p:cNvSpPr/>
          <p:nvPr/>
        </p:nvSpPr>
        <p:spPr>
          <a:xfrm>
            <a:off x="685800" y="2697480"/>
            <a:ext cx="5029200" cy="1051560"/>
          </a:xfrm>
          <a:prstGeom prst="roundRect">
            <a:avLst>
              <a:gd name="adj" fmla="val 5217"/>
            </a:avLst>
          </a:prstGeom>
          <a:solidFill>
            <a:srgbClr val="FFFFFF"/>
          </a:solidFill>
          <a:ln w="19050">
            <a:solidFill>
              <a:srgbClr val="C8414C"/>
            </a:solidFill>
            <a:prstDash val="solid"/>
          </a:ln>
        </p:spPr>
      </p:sp>
      <p:sp>
        <p:nvSpPr>
          <p:cNvPr id="17" name="Shape 15"/>
          <p:cNvSpPr/>
          <p:nvPr/>
        </p:nvSpPr>
        <p:spPr>
          <a:xfrm>
            <a:off x="685800" y="2697480"/>
            <a:ext cx="109728" cy="1051560"/>
          </a:xfrm>
          <a:prstGeom prst="rect">
            <a:avLst/>
          </a:prstGeom>
          <a:solidFill>
            <a:srgbClr val="C8414C"/>
          </a:solidFill>
          <a:ln/>
        </p:spPr>
      </p:sp>
      <p:sp>
        <p:nvSpPr>
          <p:cNvPr id="18" name="Text 16"/>
          <p:cNvSpPr/>
          <p:nvPr/>
        </p:nvSpPr>
        <p:spPr>
          <a:xfrm>
            <a:off x="914400" y="2752344"/>
            <a:ext cx="4663440" cy="941832"/>
          </a:xfrm>
          <a:prstGeom prst="rect">
            <a:avLst/>
          </a:prstGeom>
          <a:noFill/>
          <a:ln/>
        </p:spPr>
        <p:txBody>
          <a:bodyPr wrap="square" lIns="0" tIns="0" rIns="0" bIns="0" rtlCol="0" anchor="ctr"/>
          <a:lstStyle/>
          <a:p>
            <a:pPr indent="0" marL="0">
              <a:buNone/>
            </a:pPr>
            <a:r>
              <a:rPr lang="en-US" sz="1250" b="1" dirty="0">
                <a:solidFill>
                  <a:srgbClr val="C8414C"/>
                </a:solidFill>
                <a:latin typeface="Calibri" pitchFamily="34" charset="0"/>
                <a:ea typeface="Calibri" pitchFamily="34" charset="-122"/>
                <a:cs typeface="Calibri" pitchFamily="34" charset="-120"/>
              </a:rPr>
              <a:t>Dependent variable (you measure)</a:t>
            </a:r>
            <a:endParaRPr lang="en-US" sz="1250" dirty="0"/>
          </a:p>
          <a:p>
            <a:pPr indent="0" marL="0">
              <a:buNone/>
            </a:pPr>
            <a:r>
              <a:rPr lang="en-US" sz="1150" b="1" dirty="0">
                <a:solidFill>
                  <a:srgbClr val="262B3A"/>
                </a:solidFill>
                <a:latin typeface="Calibri" pitchFamily="34" charset="0"/>
                <a:ea typeface="Calibri" pitchFamily="34" charset="-122"/>
                <a:cs typeface="Calibri" pitchFamily="34" charset="-120"/>
              </a:rPr>
              <a:t>extension</a:t>
            </a:r>
            <a:r>
              <a:rPr lang="en-US" sz="1150" dirty="0">
                <a:solidFill>
                  <a:srgbClr val="262B3A"/>
                </a:solidFill>
                <a:latin typeface="Calibri" pitchFamily="34" charset="0"/>
                <a:ea typeface="Calibri" pitchFamily="34" charset="-122"/>
                <a:cs typeface="Calibri" pitchFamily="34" charset="-120"/>
              </a:rPr>
              <a:t> of the spring (m), from the length readings</a:t>
            </a:r>
            <a:endParaRPr lang="en-US" sz="1250" dirty="0"/>
          </a:p>
        </p:txBody>
      </p:sp>
      <p:sp>
        <p:nvSpPr>
          <p:cNvPr id="19" name="Shape 17"/>
          <p:cNvSpPr/>
          <p:nvPr/>
        </p:nvSpPr>
        <p:spPr>
          <a:xfrm>
            <a:off x="3200400" y="3767328"/>
            <a:ext cx="91" cy="237744"/>
          </a:xfrm>
          <a:prstGeom prst="line">
            <a:avLst/>
          </a:prstGeom>
          <a:noFill/>
          <a:ln w="25400">
            <a:solidFill>
              <a:srgbClr val="6B7385"/>
            </a:solidFill>
            <a:prstDash val="solid"/>
            <a:tailEnd type="triangle"/>
          </a:ln>
        </p:spPr>
      </p:sp>
      <p:sp>
        <p:nvSpPr>
          <p:cNvPr id="20" name="Shape 18"/>
          <p:cNvSpPr/>
          <p:nvPr/>
        </p:nvSpPr>
        <p:spPr>
          <a:xfrm>
            <a:off x="685800" y="4023360"/>
            <a:ext cx="5029200" cy="1051560"/>
          </a:xfrm>
          <a:prstGeom prst="roundRect">
            <a:avLst>
              <a:gd name="adj" fmla="val 5217"/>
            </a:avLst>
          </a:prstGeom>
          <a:solidFill>
            <a:srgbClr val="FFFFFF"/>
          </a:solidFill>
          <a:ln w="19050">
            <a:solidFill>
              <a:srgbClr val="2E8B57"/>
            </a:solidFill>
            <a:prstDash val="solid"/>
          </a:ln>
        </p:spPr>
      </p:sp>
      <p:sp>
        <p:nvSpPr>
          <p:cNvPr id="21" name="Shape 19"/>
          <p:cNvSpPr/>
          <p:nvPr/>
        </p:nvSpPr>
        <p:spPr>
          <a:xfrm>
            <a:off x="685800" y="4023360"/>
            <a:ext cx="109728" cy="1051560"/>
          </a:xfrm>
          <a:prstGeom prst="rect">
            <a:avLst/>
          </a:prstGeom>
          <a:solidFill>
            <a:srgbClr val="2E8B57"/>
          </a:solidFill>
          <a:ln/>
        </p:spPr>
      </p:sp>
      <p:sp>
        <p:nvSpPr>
          <p:cNvPr id="22" name="Text 20"/>
          <p:cNvSpPr/>
          <p:nvPr/>
        </p:nvSpPr>
        <p:spPr>
          <a:xfrm>
            <a:off x="914400" y="4078224"/>
            <a:ext cx="4663440" cy="941832"/>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Control variables (keep the same)</a:t>
            </a:r>
            <a:endParaRPr lang="en-US" sz="1250" dirty="0"/>
          </a:p>
          <a:p>
            <a:pPr indent="0" marL="0">
              <a:buNone/>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same spring</a:t>
            </a:r>
            <a:r>
              <a:rPr lang="en-US" sz="1150" dirty="0">
                <a:solidFill>
                  <a:srgbClr val="262B3A"/>
                </a:solidFill>
                <a:latin typeface="Calibri" pitchFamily="34" charset="0"/>
                <a:ea typeface="Calibri" pitchFamily="34" charset="-122"/>
                <a:cs typeface="Calibri" pitchFamily="34" charset="-120"/>
              </a:rPr>
              <a:t> • rule fixed in the same place • same size of mass steps</a:t>
            </a:r>
            <a:endParaRPr lang="en-US" sz="1250" dirty="0"/>
          </a:p>
        </p:txBody>
      </p:sp>
      <p:sp>
        <p:nvSpPr>
          <p:cNvPr id="23" name="Shape 21"/>
          <p:cNvSpPr/>
          <p:nvPr/>
        </p:nvSpPr>
        <p:spPr>
          <a:xfrm>
            <a:off x="6217920" y="1188720"/>
            <a:ext cx="5562295" cy="2057400"/>
          </a:xfrm>
          <a:prstGeom prst="roundRect">
            <a:avLst>
              <a:gd name="adj" fmla="val 2667"/>
            </a:avLst>
          </a:prstGeom>
          <a:solidFill>
            <a:srgbClr val="F5F8FE"/>
          </a:solidFill>
          <a:ln w="9525">
            <a:solidFill>
              <a:srgbClr val="D5DCEB"/>
            </a:solidFill>
            <a:prstDash val="solid"/>
          </a:ln>
        </p:spPr>
      </p:sp>
      <p:sp>
        <p:nvSpPr>
          <p:cNvPr id="24" name="Text 2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Analysis plan</a:t>
            </a:r>
            <a:endParaRPr lang="en-US" sz="1300" dirty="0"/>
          </a:p>
        </p:txBody>
      </p:sp>
      <p:sp>
        <p:nvSpPr>
          <p:cNvPr id="25" name="Text 23"/>
          <p:cNvSpPr/>
          <p:nvPr/>
        </p:nvSpPr>
        <p:spPr>
          <a:xfrm>
            <a:off x="6382512" y="1609344"/>
            <a:ext cx="5233111" cy="15636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Find </a:t>
            </a:r>
            <a:r>
              <a:rPr lang="en-US" sz="1150" b="1" dirty="0">
                <a:solidFill>
                  <a:srgbClr val="262B3A"/>
                </a:solidFill>
                <a:latin typeface="Calibri" pitchFamily="34" charset="0"/>
                <a:ea typeface="Calibri" pitchFamily="34" charset="-122"/>
                <a:cs typeface="Calibri" pitchFamily="34" charset="-120"/>
              </a:rPr>
              <a:t>k</a:t>
            </a:r>
            <a:r>
              <a:rPr lang="en-US" sz="1150" dirty="0">
                <a:solidFill>
                  <a:srgbClr val="262B3A"/>
                </a:solidFill>
                <a:latin typeface="Calibri" pitchFamily="34" charset="0"/>
                <a:ea typeface="Calibri" pitchFamily="34" charset="-122"/>
                <a:cs typeface="Calibri" pitchFamily="34" charset="-120"/>
              </a:rPr>
              <a:t> from the </a:t>
            </a:r>
            <a:r>
              <a:rPr lang="en-US" sz="1150" b="1" dirty="0">
                <a:solidFill>
                  <a:srgbClr val="262B3A"/>
                </a:solidFill>
                <a:latin typeface="Calibri" pitchFamily="34" charset="0"/>
                <a:ea typeface="Calibri" pitchFamily="34" charset="-122"/>
                <a:cs typeface="Calibri" pitchFamily="34" charset="-120"/>
              </a:rPr>
              <a:t>gradient</a:t>
            </a:r>
            <a:r>
              <a:rPr lang="en-US" sz="1150" dirty="0">
                <a:solidFill>
                  <a:srgbClr val="262B3A"/>
                </a:solidFill>
                <a:latin typeface="Calibri" pitchFamily="34" charset="0"/>
                <a:ea typeface="Calibri" pitchFamily="34" charset="-122"/>
                <a:cs typeface="Calibri" pitchFamily="34" charset="-120"/>
              </a:rPr>
              <a:t> of the straight part of the graph.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Find the </a:t>
            </a:r>
            <a:r>
              <a:rPr lang="en-US" sz="1150" b="1" dirty="0">
                <a:solidFill>
                  <a:srgbClr val="262B3A"/>
                </a:solidFill>
                <a:latin typeface="Calibri" pitchFamily="34" charset="0"/>
                <a:ea typeface="Calibri" pitchFamily="34" charset="-122"/>
                <a:cs typeface="Calibri" pitchFamily="34" charset="-120"/>
              </a:rPr>
              <a:t>work done</a:t>
            </a:r>
            <a:r>
              <a:rPr lang="en-US" sz="1150" dirty="0">
                <a:solidFill>
                  <a:srgbClr val="262B3A"/>
                </a:solidFill>
                <a:latin typeface="Calibri" pitchFamily="34" charset="0"/>
                <a:ea typeface="Calibri" pitchFamily="34" charset="-122"/>
                <a:cs typeface="Calibri" pitchFamily="34" charset="-120"/>
              </a:rPr>
              <a:t> from the </a:t>
            </a:r>
            <a:r>
              <a:rPr lang="en-US" sz="1150" b="1" dirty="0">
                <a:solidFill>
                  <a:srgbClr val="262B3A"/>
                </a:solidFill>
                <a:latin typeface="Calibri" pitchFamily="34" charset="0"/>
                <a:ea typeface="Calibri" pitchFamily="34" charset="-122"/>
                <a:cs typeface="Calibri" pitchFamily="34" charset="-120"/>
              </a:rPr>
              <a:t>area under the graph</a:t>
            </a:r>
            <a:r>
              <a:rPr lang="en-US" sz="1150" dirty="0">
                <a:solidFill>
                  <a:srgbClr val="262B3A"/>
                </a:solidFill>
                <a:latin typeface="Calibri" pitchFamily="34" charset="0"/>
                <a:ea typeface="Calibri" pitchFamily="34" charset="-122"/>
                <a:cs typeface="Calibri" pitchFamily="34" charset="-120"/>
              </a:rPr>
              <a:t> (or E = ½kx² in the linear part).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Mark the </a:t>
            </a:r>
            <a:r>
              <a:rPr lang="en-US" sz="1150" b="1" dirty="0">
                <a:solidFill>
                  <a:srgbClr val="262B3A"/>
                </a:solidFill>
                <a:latin typeface="Calibri" pitchFamily="34" charset="0"/>
                <a:ea typeface="Calibri" pitchFamily="34" charset="-122"/>
                <a:cs typeface="Calibri" pitchFamily="34" charset="-120"/>
              </a:rPr>
              <a:t>limit of proportionality</a:t>
            </a:r>
            <a:r>
              <a:rPr lang="en-US" sz="1150" dirty="0">
                <a:solidFill>
                  <a:srgbClr val="262B3A"/>
                </a:solidFill>
                <a:latin typeface="Calibri" pitchFamily="34" charset="0"/>
                <a:ea typeface="Calibri" pitchFamily="34" charset="-122"/>
                <a:cs typeface="Calibri" pitchFamily="34" charset="-120"/>
              </a:rPr>
              <a:t>, where the line starts to curve.</a:t>
            </a:r>
            <a:endParaRPr lang="en-US" sz="1150" dirty="0"/>
          </a:p>
        </p:txBody>
      </p:sp>
      <p:sp>
        <p:nvSpPr>
          <p:cNvPr id="26" name="Shape 24"/>
          <p:cNvSpPr/>
          <p:nvPr/>
        </p:nvSpPr>
        <p:spPr>
          <a:xfrm>
            <a:off x="6217920" y="3383280"/>
            <a:ext cx="5562295" cy="2331720"/>
          </a:xfrm>
          <a:prstGeom prst="roundRect">
            <a:avLst>
              <a:gd name="adj" fmla="val 2353"/>
            </a:avLst>
          </a:prstGeom>
          <a:solidFill>
            <a:srgbClr val="FFF4E0"/>
          </a:solidFill>
          <a:ln w="9525">
            <a:solidFill>
              <a:srgbClr val="F1D9A8"/>
            </a:solidFill>
            <a:prstDash val="solid"/>
          </a:ln>
        </p:spPr>
      </p:sp>
      <p:sp>
        <p:nvSpPr>
          <p:cNvPr id="27" name="Text 25"/>
          <p:cNvSpPr/>
          <p:nvPr/>
        </p:nvSpPr>
        <p:spPr>
          <a:xfrm>
            <a:off x="6382512" y="3456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Safety</a:t>
            </a:r>
            <a:endParaRPr lang="en-US" sz="1300" dirty="0"/>
          </a:p>
        </p:txBody>
      </p:sp>
      <p:sp>
        <p:nvSpPr>
          <p:cNvPr id="28" name="Text 26"/>
          <p:cNvSpPr/>
          <p:nvPr/>
        </p:nvSpPr>
        <p:spPr>
          <a:xfrm>
            <a:off x="6382512" y="3767328"/>
            <a:ext cx="5233111" cy="1874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Hazard → risk → control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Masses   </a:t>
            </a:r>
            <a:r>
              <a:rPr lang="en-US" sz="1050" dirty="0">
                <a:solidFill>
                  <a:srgbClr val="262B3A"/>
                </a:solidFill>
                <a:latin typeface="Calibri" pitchFamily="34" charset="0"/>
                <a:ea typeface="Calibri" pitchFamily="34" charset="-122"/>
                <a:cs typeface="Calibri" pitchFamily="34" charset="-120"/>
              </a:rPr>
              <a:t>could fall on feet → keep feet clear; tray or cushion below</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Spring   </a:t>
            </a:r>
            <a:r>
              <a:rPr lang="en-US" sz="1050" dirty="0">
                <a:solidFill>
                  <a:srgbClr val="262B3A"/>
                </a:solidFill>
                <a:latin typeface="Calibri" pitchFamily="34" charset="0"/>
                <a:ea typeface="Calibri" pitchFamily="34" charset="-122"/>
                <a:cs typeface="Calibri" pitchFamily="34" charset="-120"/>
              </a:rPr>
              <a:t>could snap back into eyes → wear </a:t>
            </a:r>
            <a:r>
              <a:rPr lang="en-US" sz="1050" b="1" dirty="0">
                <a:solidFill>
                  <a:srgbClr val="262B3A"/>
                </a:solidFill>
                <a:latin typeface="Calibri" pitchFamily="34" charset="0"/>
                <a:ea typeface="Calibri" pitchFamily="34" charset="-122"/>
                <a:cs typeface="Calibri" pitchFamily="34" charset="-120"/>
              </a:rPr>
              <a:t>safety goggles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Stand   </a:t>
            </a:r>
            <a:r>
              <a:rPr lang="en-US" sz="1050" dirty="0">
                <a:solidFill>
                  <a:srgbClr val="262B3A"/>
                </a:solidFill>
                <a:latin typeface="Calibri" pitchFamily="34" charset="0"/>
                <a:ea typeface="Calibri" pitchFamily="34" charset="-122"/>
                <a:cs typeface="Calibri" pitchFamily="34" charset="-120"/>
              </a:rPr>
              <a:t>could topple → clamp it to the bench with a G-clamp</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do not overload: stop when the spring stays stretched</a:t>
            </a:r>
            <a:endParaRPr lang="en-US" sz="1050" dirty="0"/>
          </a:p>
        </p:txBody>
      </p:sp>
      <p:sp>
        <p:nvSpPr>
          <p:cNvPr id="29" name="Shape 27"/>
          <p:cNvSpPr/>
          <p:nvPr/>
        </p:nvSpPr>
        <p:spPr>
          <a:xfrm>
            <a:off x="411480" y="5833872"/>
            <a:ext cx="11368735" cy="530352"/>
          </a:xfrm>
          <a:prstGeom prst="rect">
            <a:avLst/>
          </a:prstGeom>
          <a:solidFill>
            <a:srgbClr val="FFF4E0"/>
          </a:solidFill>
          <a:ln w="6350">
            <a:solidFill>
              <a:srgbClr val="F1D9A8"/>
            </a:solidFill>
            <a:prstDash val="solid"/>
          </a:ln>
        </p:spPr>
      </p:sp>
      <p:sp>
        <p:nvSpPr>
          <p:cNvPr id="30" name="Shape 28"/>
          <p:cNvSpPr/>
          <p:nvPr/>
        </p:nvSpPr>
        <p:spPr>
          <a:xfrm>
            <a:off x="411480" y="5833872"/>
            <a:ext cx="82296" cy="530352"/>
          </a:xfrm>
          <a:prstGeom prst="rect">
            <a:avLst/>
          </a:prstGeom>
          <a:solidFill>
            <a:srgbClr val="E39A2F"/>
          </a:solidFill>
          <a:ln w="12700">
            <a:solidFill>
              <a:srgbClr val="E39A2F"/>
            </a:solidFill>
            <a:prstDash val="solid"/>
          </a:ln>
        </p:spPr>
      </p:sp>
      <p:sp>
        <p:nvSpPr>
          <p:cNvPr id="31" name="Text 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independent variable and the dependent variable in this investigation.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P2: results and graph</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 P6.3.4 • sample results for one spring (g = 10 N/kg)</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P2</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P2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plotted to scale; best-fit line through the linear points</a:t>
            </a:r>
            <a:endParaRPr lang="en-US" sz="1000" dirty="0"/>
          </a:p>
        </p:txBody>
      </p:sp>
      <p:sp>
        <p:nvSpPr>
          <p:cNvPr id="12" name="Shape 10"/>
          <p:cNvSpPr/>
          <p:nvPr/>
        </p:nvSpPr>
        <p:spPr>
          <a:xfrm>
            <a:off x="1325880" y="1417320"/>
            <a:ext cx="4389120" cy="3291840"/>
          </a:xfrm>
          <a:prstGeom prst="rect">
            <a:avLst/>
          </a:prstGeom>
          <a:solidFill>
            <a:srgbClr val="FFFFFF"/>
          </a:solidFill>
          <a:ln/>
        </p:spPr>
      </p:sp>
      <p:sp>
        <p:nvSpPr>
          <p:cNvPr id="13" name="Shape 11"/>
          <p:cNvSpPr/>
          <p:nvPr/>
        </p:nvSpPr>
        <p:spPr>
          <a:xfrm>
            <a:off x="1325880" y="1417320"/>
            <a:ext cx="91" cy="3291840"/>
          </a:xfrm>
          <a:prstGeom prst="line">
            <a:avLst/>
          </a:prstGeom>
          <a:noFill/>
          <a:ln w="6350">
            <a:solidFill>
              <a:srgbClr val="C9D3E6"/>
            </a:solidFill>
            <a:prstDash val="solid"/>
          </a:ln>
        </p:spPr>
      </p:sp>
      <p:sp>
        <p:nvSpPr>
          <p:cNvPr id="14" name="Shape 12"/>
          <p:cNvSpPr/>
          <p:nvPr/>
        </p:nvSpPr>
        <p:spPr>
          <a:xfrm>
            <a:off x="1435608" y="1417320"/>
            <a:ext cx="91" cy="3291840"/>
          </a:xfrm>
          <a:prstGeom prst="line">
            <a:avLst/>
          </a:prstGeom>
          <a:noFill/>
          <a:ln w="6350">
            <a:solidFill>
              <a:srgbClr val="E6EBF4"/>
            </a:solidFill>
            <a:prstDash val="solid"/>
          </a:ln>
        </p:spPr>
      </p:sp>
      <p:sp>
        <p:nvSpPr>
          <p:cNvPr id="15" name="Shape 13"/>
          <p:cNvSpPr/>
          <p:nvPr/>
        </p:nvSpPr>
        <p:spPr>
          <a:xfrm>
            <a:off x="1545336" y="1417320"/>
            <a:ext cx="91" cy="3291840"/>
          </a:xfrm>
          <a:prstGeom prst="line">
            <a:avLst/>
          </a:prstGeom>
          <a:noFill/>
          <a:ln w="6350">
            <a:solidFill>
              <a:srgbClr val="E6EBF4"/>
            </a:solidFill>
            <a:prstDash val="solid"/>
          </a:ln>
        </p:spPr>
      </p:sp>
      <p:sp>
        <p:nvSpPr>
          <p:cNvPr id="16" name="Shape 14"/>
          <p:cNvSpPr/>
          <p:nvPr/>
        </p:nvSpPr>
        <p:spPr>
          <a:xfrm>
            <a:off x="1655064" y="1417320"/>
            <a:ext cx="91" cy="3291840"/>
          </a:xfrm>
          <a:prstGeom prst="line">
            <a:avLst/>
          </a:prstGeom>
          <a:noFill/>
          <a:ln w="6350">
            <a:solidFill>
              <a:srgbClr val="E6EBF4"/>
            </a:solidFill>
            <a:prstDash val="solid"/>
          </a:ln>
        </p:spPr>
      </p:sp>
      <p:sp>
        <p:nvSpPr>
          <p:cNvPr id="17" name="Shape 15"/>
          <p:cNvSpPr/>
          <p:nvPr/>
        </p:nvSpPr>
        <p:spPr>
          <a:xfrm>
            <a:off x="1764792" y="1417320"/>
            <a:ext cx="91" cy="3291840"/>
          </a:xfrm>
          <a:prstGeom prst="line">
            <a:avLst/>
          </a:prstGeom>
          <a:noFill/>
          <a:ln w="6350">
            <a:solidFill>
              <a:srgbClr val="E6EBF4"/>
            </a:solidFill>
            <a:prstDash val="solid"/>
          </a:ln>
        </p:spPr>
      </p:sp>
      <p:sp>
        <p:nvSpPr>
          <p:cNvPr id="18" name="Shape 16"/>
          <p:cNvSpPr/>
          <p:nvPr/>
        </p:nvSpPr>
        <p:spPr>
          <a:xfrm>
            <a:off x="1874520" y="1417320"/>
            <a:ext cx="91" cy="3291840"/>
          </a:xfrm>
          <a:prstGeom prst="line">
            <a:avLst/>
          </a:prstGeom>
          <a:noFill/>
          <a:ln w="6350">
            <a:solidFill>
              <a:srgbClr val="C9D3E6"/>
            </a:solidFill>
            <a:prstDash val="solid"/>
          </a:ln>
        </p:spPr>
      </p:sp>
      <p:sp>
        <p:nvSpPr>
          <p:cNvPr id="19" name="Shape 17"/>
          <p:cNvSpPr/>
          <p:nvPr/>
        </p:nvSpPr>
        <p:spPr>
          <a:xfrm>
            <a:off x="1984248" y="1417320"/>
            <a:ext cx="91" cy="3291840"/>
          </a:xfrm>
          <a:prstGeom prst="line">
            <a:avLst/>
          </a:prstGeom>
          <a:noFill/>
          <a:ln w="6350">
            <a:solidFill>
              <a:srgbClr val="E6EBF4"/>
            </a:solidFill>
            <a:prstDash val="solid"/>
          </a:ln>
        </p:spPr>
      </p:sp>
      <p:sp>
        <p:nvSpPr>
          <p:cNvPr id="20" name="Shape 18"/>
          <p:cNvSpPr/>
          <p:nvPr/>
        </p:nvSpPr>
        <p:spPr>
          <a:xfrm>
            <a:off x="2093976" y="1417320"/>
            <a:ext cx="91" cy="3291840"/>
          </a:xfrm>
          <a:prstGeom prst="line">
            <a:avLst/>
          </a:prstGeom>
          <a:noFill/>
          <a:ln w="6350">
            <a:solidFill>
              <a:srgbClr val="E6EBF4"/>
            </a:solidFill>
            <a:prstDash val="solid"/>
          </a:ln>
        </p:spPr>
      </p:sp>
      <p:sp>
        <p:nvSpPr>
          <p:cNvPr id="21" name="Shape 19"/>
          <p:cNvSpPr/>
          <p:nvPr/>
        </p:nvSpPr>
        <p:spPr>
          <a:xfrm>
            <a:off x="2203704" y="1417320"/>
            <a:ext cx="91" cy="3291840"/>
          </a:xfrm>
          <a:prstGeom prst="line">
            <a:avLst/>
          </a:prstGeom>
          <a:noFill/>
          <a:ln w="6350">
            <a:solidFill>
              <a:srgbClr val="E6EBF4"/>
            </a:solidFill>
            <a:prstDash val="solid"/>
          </a:ln>
        </p:spPr>
      </p:sp>
      <p:sp>
        <p:nvSpPr>
          <p:cNvPr id="22" name="Shape 20"/>
          <p:cNvSpPr/>
          <p:nvPr/>
        </p:nvSpPr>
        <p:spPr>
          <a:xfrm>
            <a:off x="2313432" y="1417320"/>
            <a:ext cx="91" cy="3291840"/>
          </a:xfrm>
          <a:prstGeom prst="line">
            <a:avLst/>
          </a:prstGeom>
          <a:noFill/>
          <a:ln w="6350">
            <a:solidFill>
              <a:srgbClr val="E6EBF4"/>
            </a:solidFill>
            <a:prstDash val="solid"/>
          </a:ln>
        </p:spPr>
      </p:sp>
      <p:sp>
        <p:nvSpPr>
          <p:cNvPr id="23" name="Shape 21"/>
          <p:cNvSpPr/>
          <p:nvPr/>
        </p:nvSpPr>
        <p:spPr>
          <a:xfrm>
            <a:off x="2423160" y="1417320"/>
            <a:ext cx="91" cy="3291840"/>
          </a:xfrm>
          <a:prstGeom prst="line">
            <a:avLst/>
          </a:prstGeom>
          <a:noFill/>
          <a:ln w="6350">
            <a:solidFill>
              <a:srgbClr val="C9D3E6"/>
            </a:solidFill>
            <a:prstDash val="solid"/>
          </a:ln>
        </p:spPr>
      </p:sp>
      <p:sp>
        <p:nvSpPr>
          <p:cNvPr id="24" name="Shape 22"/>
          <p:cNvSpPr/>
          <p:nvPr/>
        </p:nvSpPr>
        <p:spPr>
          <a:xfrm>
            <a:off x="2532888" y="1417320"/>
            <a:ext cx="91" cy="3291840"/>
          </a:xfrm>
          <a:prstGeom prst="line">
            <a:avLst/>
          </a:prstGeom>
          <a:noFill/>
          <a:ln w="6350">
            <a:solidFill>
              <a:srgbClr val="E6EBF4"/>
            </a:solidFill>
            <a:prstDash val="solid"/>
          </a:ln>
        </p:spPr>
      </p:sp>
      <p:sp>
        <p:nvSpPr>
          <p:cNvPr id="25" name="Shape 23"/>
          <p:cNvSpPr/>
          <p:nvPr/>
        </p:nvSpPr>
        <p:spPr>
          <a:xfrm>
            <a:off x="2642616" y="1417320"/>
            <a:ext cx="91" cy="3291840"/>
          </a:xfrm>
          <a:prstGeom prst="line">
            <a:avLst/>
          </a:prstGeom>
          <a:noFill/>
          <a:ln w="6350">
            <a:solidFill>
              <a:srgbClr val="E6EBF4"/>
            </a:solidFill>
            <a:prstDash val="solid"/>
          </a:ln>
        </p:spPr>
      </p:sp>
      <p:sp>
        <p:nvSpPr>
          <p:cNvPr id="26" name="Shape 24"/>
          <p:cNvSpPr/>
          <p:nvPr/>
        </p:nvSpPr>
        <p:spPr>
          <a:xfrm>
            <a:off x="2752344" y="1417320"/>
            <a:ext cx="91" cy="3291840"/>
          </a:xfrm>
          <a:prstGeom prst="line">
            <a:avLst/>
          </a:prstGeom>
          <a:noFill/>
          <a:ln w="6350">
            <a:solidFill>
              <a:srgbClr val="E6EBF4"/>
            </a:solidFill>
            <a:prstDash val="solid"/>
          </a:ln>
        </p:spPr>
      </p:sp>
      <p:sp>
        <p:nvSpPr>
          <p:cNvPr id="27" name="Shape 25"/>
          <p:cNvSpPr/>
          <p:nvPr/>
        </p:nvSpPr>
        <p:spPr>
          <a:xfrm>
            <a:off x="2862072" y="1417320"/>
            <a:ext cx="91" cy="3291840"/>
          </a:xfrm>
          <a:prstGeom prst="line">
            <a:avLst/>
          </a:prstGeom>
          <a:noFill/>
          <a:ln w="6350">
            <a:solidFill>
              <a:srgbClr val="E6EBF4"/>
            </a:solidFill>
            <a:prstDash val="solid"/>
          </a:ln>
        </p:spPr>
      </p:sp>
      <p:sp>
        <p:nvSpPr>
          <p:cNvPr id="28" name="Shape 26"/>
          <p:cNvSpPr/>
          <p:nvPr/>
        </p:nvSpPr>
        <p:spPr>
          <a:xfrm>
            <a:off x="2971800" y="1417320"/>
            <a:ext cx="91" cy="3291840"/>
          </a:xfrm>
          <a:prstGeom prst="line">
            <a:avLst/>
          </a:prstGeom>
          <a:noFill/>
          <a:ln w="6350">
            <a:solidFill>
              <a:srgbClr val="C9D3E6"/>
            </a:solidFill>
            <a:prstDash val="solid"/>
          </a:ln>
        </p:spPr>
      </p:sp>
      <p:sp>
        <p:nvSpPr>
          <p:cNvPr id="29" name="Shape 27"/>
          <p:cNvSpPr/>
          <p:nvPr/>
        </p:nvSpPr>
        <p:spPr>
          <a:xfrm>
            <a:off x="3081528" y="1417320"/>
            <a:ext cx="91" cy="3291840"/>
          </a:xfrm>
          <a:prstGeom prst="line">
            <a:avLst/>
          </a:prstGeom>
          <a:noFill/>
          <a:ln w="6350">
            <a:solidFill>
              <a:srgbClr val="E6EBF4"/>
            </a:solidFill>
            <a:prstDash val="solid"/>
          </a:ln>
        </p:spPr>
      </p:sp>
      <p:sp>
        <p:nvSpPr>
          <p:cNvPr id="30" name="Shape 28"/>
          <p:cNvSpPr/>
          <p:nvPr/>
        </p:nvSpPr>
        <p:spPr>
          <a:xfrm>
            <a:off x="3191256" y="1417320"/>
            <a:ext cx="91" cy="3291840"/>
          </a:xfrm>
          <a:prstGeom prst="line">
            <a:avLst/>
          </a:prstGeom>
          <a:noFill/>
          <a:ln w="6350">
            <a:solidFill>
              <a:srgbClr val="E6EBF4"/>
            </a:solidFill>
            <a:prstDash val="solid"/>
          </a:ln>
        </p:spPr>
      </p:sp>
      <p:sp>
        <p:nvSpPr>
          <p:cNvPr id="31" name="Shape 29"/>
          <p:cNvSpPr/>
          <p:nvPr/>
        </p:nvSpPr>
        <p:spPr>
          <a:xfrm>
            <a:off x="3300984" y="1417320"/>
            <a:ext cx="91" cy="3291840"/>
          </a:xfrm>
          <a:prstGeom prst="line">
            <a:avLst/>
          </a:prstGeom>
          <a:noFill/>
          <a:ln w="6350">
            <a:solidFill>
              <a:srgbClr val="E6EBF4"/>
            </a:solidFill>
            <a:prstDash val="solid"/>
          </a:ln>
        </p:spPr>
      </p:sp>
      <p:sp>
        <p:nvSpPr>
          <p:cNvPr id="32" name="Shape 30"/>
          <p:cNvSpPr/>
          <p:nvPr/>
        </p:nvSpPr>
        <p:spPr>
          <a:xfrm>
            <a:off x="3410712" y="1417320"/>
            <a:ext cx="91" cy="3291840"/>
          </a:xfrm>
          <a:prstGeom prst="line">
            <a:avLst/>
          </a:prstGeom>
          <a:noFill/>
          <a:ln w="6350">
            <a:solidFill>
              <a:srgbClr val="E6EBF4"/>
            </a:solidFill>
            <a:prstDash val="solid"/>
          </a:ln>
        </p:spPr>
      </p:sp>
      <p:sp>
        <p:nvSpPr>
          <p:cNvPr id="33" name="Shape 31"/>
          <p:cNvSpPr/>
          <p:nvPr/>
        </p:nvSpPr>
        <p:spPr>
          <a:xfrm>
            <a:off x="3520440" y="1417320"/>
            <a:ext cx="91" cy="3291840"/>
          </a:xfrm>
          <a:prstGeom prst="line">
            <a:avLst/>
          </a:prstGeom>
          <a:noFill/>
          <a:ln w="6350">
            <a:solidFill>
              <a:srgbClr val="C9D3E6"/>
            </a:solidFill>
            <a:prstDash val="solid"/>
          </a:ln>
        </p:spPr>
      </p:sp>
      <p:sp>
        <p:nvSpPr>
          <p:cNvPr id="34" name="Shape 32"/>
          <p:cNvSpPr/>
          <p:nvPr/>
        </p:nvSpPr>
        <p:spPr>
          <a:xfrm>
            <a:off x="3630168" y="1417320"/>
            <a:ext cx="91" cy="3291840"/>
          </a:xfrm>
          <a:prstGeom prst="line">
            <a:avLst/>
          </a:prstGeom>
          <a:noFill/>
          <a:ln w="6350">
            <a:solidFill>
              <a:srgbClr val="E6EBF4"/>
            </a:solidFill>
            <a:prstDash val="solid"/>
          </a:ln>
        </p:spPr>
      </p:sp>
      <p:sp>
        <p:nvSpPr>
          <p:cNvPr id="35" name="Shape 33"/>
          <p:cNvSpPr/>
          <p:nvPr/>
        </p:nvSpPr>
        <p:spPr>
          <a:xfrm>
            <a:off x="3739896" y="1417320"/>
            <a:ext cx="91" cy="3291840"/>
          </a:xfrm>
          <a:prstGeom prst="line">
            <a:avLst/>
          </a:prstGeom>
          <a:noFill/>
          <a:ln w="6350">
            <a:solidFill>
              <a:srgbClr val="E6EBF4"/>
            </a:solidFill>
            <a:prstDash val="solid"/>
          </a:ln>
        </p:spPr>
      </p:sp>
      <p:sp>
        <p:nvSpPr>
          <p:cNvPr id="36" name="Shape 34"/>
          <p:cNvSpPr/>
          <p:nvPr/>
        </p:nvSpPr>
        <p:spPr>
          <a:xfrm>
            <a:off x="3849624" y="1417320"/>
            <a:ext cx="91" cy="3291840"/>
          </a:xfrm>
          <a:prstGeom prst="line">
            <a:avLst/>
          </a:prstGeom>
          <a:noFill/>
          <a:ln w="6350">
            <a:solidFill>
              <a:srgbClr val="E6EBF4"/>
            </a:solidFill>
            <a:prstDash val="solid"/>
          </a:ln>
        </p:spPr>
      </p:sp>
      <p:sp>
        <p:nvSpPr>
          <p:cNvPr id="37" name="Shape 35"/>
          <p:cNvSpPr/>
          <p:nvPr/>
        </p:nvSpPr>
        <p:spPr>
          <a:xfrm>
            <a:off x="3959352" y="1417320"/>
            <a:ext cx="91" cy="3291840"/>
          </a:xfrm>
          <a:prstGeom prst="line">
            <a:avLst/>
          </a:prstGeom>
          <a:noFill/>
          <a:ln w="6350">
            <a:solidFill>
              <a:srgbClr val="E6EBF4"/>
            </a:solidFill>
            <a:prstDash val="solid"/>
          </a:ln>
        </p:spPr>
      </p:sp>
      <p:sp>
        <p:nvSpPr>
          <p:cNvPr id="38" name="Shape 36"/>
          <p:cNvSpPr/>
          <p:nvPr/>
        </p:nvSpPr>
        <p:spPr>
          <a:xfrm>
            <a:off x="4069080" y="1417320"/>
            <a:ext cx="91" cy="3291840"/>
          </a:xfrm>
          <a:prstGeom prst="line">
            <a:avLst/>
          </a:prstGeom>
          <a:noFill/>
          <a:ln w="6350">
            <a:solidFill>
              <a:srgbClr val="C9D3E6"/>
            </a:solidFill>
            <a:prstDash val="solid"/>
          </a:ln>
        </p:spPr>
      </p:sp>
      <p:sp>
        <p:nvSpPr>
          <p:cNvPr id="39" name="Shape 37"/>
          <p:cNvSpPr/>
          <p:nvPr/>
        </p:nvSpPr>
        <p:spPr>
          <a:xfrm>
            <a:off x="4178808" y="1417320"/>
            <a:ext cx="91" cy="3291840"/>
          </a:xfrm>
          <a:prstGeom prst="line">
            <a:avLst/>
          </a:prstGeom>
          <a:noFill/>
          <a:ln w="6350">
            <a:solidFill>
              <a:srgbClr val="E6EBF4"/>
            </a:solidFill>
            <a:prstDash val="solid"/>
          </a:ln>
        </p:spPr>
      </p:sp>
      <p:sp>
        <p:nvSpPr>
          <p:cNvPr id="40" name="Shape 38"/>
          <p:cNvSpPr/>
          <p:nvPr/>
        </p:nvSpPr>
        <p:spPr>
          <a:xfrm>
            <a:off x="4288536" y="1417320"/>
            <a:ext cx="91" cy="3291840"/>
          </a:xfrm>
          <a:prstGeom prst="line">
            <a:avLst/>
          </a:prstGeom>
          <a:noFill/>
          <a:ln w="6350">
            <a:solidFill>
              <a:srgbClr val="E6EBF4"/>
            </a:solidFill>
            <a:prstDash val="solid"/>
          </a:ln>
        </p:spPr>
      </p:sp>
      <p:sp>
        <p:nvSpPr>
          <p:cNvPr id="41" name="Shape 39"/>
          <p:cNvSpPr/>
          <p:nvPr/>
        </p:nvSpPr>
        <p:spPr>
          <a:xfrm>
            <a:off x="4398264" y="1417320"/>
            <a:ext cx="91" cy="3291840"/>
          </a:xfrm>
          <a:prstGeom prst="line">
            <a:avLst/>
          </a:prstGeom>
          <a:noFill/>
          <a:ln w="6350">
            <a:solidFill>
              <a:srgbClr val="E6EBF4"/>
            </a:solidFill>
            <a:prstDash val="solid"/>
          </a:ln>
        </p:spPr>
      </p:sp>
      <p:sp>
        <p:nvSpPr>
          <p:cNvPr id="42" name="Shape 40"/>
          <p:cNvSpPr/>
          <p:nvPr/>
        </p:nvSpPr>
        <p:spPr>
          <a:xfrm>
            <a:off x="4507992" y="1417320"/>
            <a:ext cx="91" cy="3291840"/>
          </a:xfrm>
          <a:prstGeom prst="line">
            <a:avLst/>
          </a:prstGeom>
          <a:noFill/>
          <a:ln w="6350">
            <a:solidFill>
              <a:srgbClr val="E6EBF4"/>
            </a:solidFill>
            <a:prstDash val="solid"/>
          </a:ln>
        </p:spPr>
      </p:sp>
      <p:sp>
        <p:nvSpPr>
          <p:cNvPr id="43" name="Shape 41"/>
          <p:cNvSpPr/>
          <p:nvPr/>
        </p:nvSpPr>
        <p:spPr>
          <a:xfrm>
            <a:off x="4617720" y="1417320"/>
            <a:ext cx="91" cy="3291840"/>
          </a:xfrm>
          <a:prstGeom prst="line">
            <a:avLst/>
          </a:prstGeom>
          <a:noFill/>
          <a:ln w="6350">
            <a:solidFill>
              <a:srgbClr val="C9D3E6"/>
            </a:solidFill>
            <a:prstDash val="solid"/>
          </a:ln>
        </p:spPr>
      </p:sp>
      <p:sp>
        <p:nvSpPr>
          <p:cNvPr id="44" name="Shape 42"/>
          <p:cNvSpPr/>
          <p:nvPr/>
        </p:nvSpPr>
        <p:spPr>
          <a:xfrm>
            <a:off x="4727448" y="1417320"/>
            <a:ext cx="91" cy="3291840"/>
          </a:xfrm>
          <a:prstGeom prst="line">
            <a:avLst/>
          </a:prstGeom>
          <a:noFill/>
          <a:ln w="6350">
            <a:solidFill>
              <a:srgbClr val="E6EBF4"/>
            </a:solidFill>
            <a:prstDash val="solid"/>
          </a:ln>
        </p:spPr>
      </p:sp>
      <p:sp>
        <p:nvSpPr>
          <p:cNvPr id="45" name="Shape 43"/>
          <p:cNvSpPr/>
          <p:nvPr/>
        </p:nvSpPr>
        <p:spPr>
          <a:xfrm>
            <a:off x="4837176" y="1417320"/>
            <a:ext cx="91" cy="3291840"/>
          </a:xfrm>
          <a:prstGeom prst="line">
            <a:avLst/>
          </a:prstGeom>
          <a:noFill/>
          <a:ln w="6350">
            <a:solidFill>
              <a:srgbClr val="E6EBF4"/>
            </a:solidFill>
            <a:prstDash val="solid"/>
          </a:ln>
        </p:spPr>
      </p:sp>
      <p:sp>
        <p:nvSpPr>
          <p:cNvPr id="46" name="Shape 44"/>
          <p:cNvSpPr/>
          <p:nvPr/>
        </p:nvSpPr>
        <p:spPr>
          <a:xfrm>
            <a:off x="4946904" y="1417320"/>
            <a:ext cx="91" cy="3291840"/>
          </a:xfrm>
          <a:prstGeom prst="line">
            <a:avLst/>
          </a:prstGeom>
          <a:noFill/>
          <a:ln w="6350">
            <a:solidFill>
              <a:srgbClr val="E6EBF4"/>
            </a:solidFill>
            <a:prstDash val="solid"/>
          </a:ln>
        </p:spPr>
      </p:sp>
      <p:sp>
        <p:nvSpPr>
          <p:cNvPr id="47" name="Shape 45"/>
          <p:cNvSpPr/>
          <p:nvPr/>
        </p:nvSpPr>
        <p:spPr>
          <a:xfrm>
            <a:off x="5056632" y="1417320"/>
            <a:ext cx="91" cy="3291840"/>
          </a:xfrm>
          <a:prstGeom prst="line">
            <a:avLst/>
          </a:prstGeom>
          <a:noFill/>
          <a:ln w="6350">
            <a:solidFill>
              <a:srgbClr val="E6EBF4"/>
            </a:solidFill>
            <a:prstDash val="solid"/>
          </a:ln>
        </p:spPr>
      </p:sp>
      <p:sp>
        <p:nvSpPr>
          <p:cNvPr id="48" name="Shape 46"/>
          <p:cNvSpPr/>
          <p:nvPr/>
        </p:nvSpPr>
        <p:spPr>
          <a:xfrm>
            <a:off x="5166360" y="1417320"/>
            <a:ext cx="91" cy="3291840"/>
          </a:xfrm>
          <a:prstGeom prst="line">
            <a:avLst/>
          </a:prstGeom>
          <a:noFill/>
          <a:ln w="6350">
            <a:solidFill>
              <a:srgbClr val="C9D3E6"/>
            </a:solidFill>
            <a:prstDash val="solid"/>
          </a:ln>
        </p:spPr>
      </p:sp>
      <p:sp>
        <p:nvSpPr>
          <p:cNvPr id="49" name="Shape 47"/>
          <p:cNvSpPr/>
          <p:nvPr/>
        </p:nvSpPr>
        <p:spPr>
          <a:xfrm>
            <a:off x="5276088" y="1417320"/>
            <a:ext cx="91" cy="3291840"/>
          </a:xfrm>
          <a:prstGeom prst="line">
            <a:avLst/>
          </a:prstGeom>
          <a:noFill/>
          <a:ln w="6350">
            <a:solidFill>
              <a:srgbClr val="E6EBF4"/>
            </a:solidFill>
            <a:prstDash val="solid"/>
          </a:ln>
        </p:spPr>
      </p:sp>
      <p:sp>
        <p:nvSpPr>
          <p:cNvPr id="50" name="Shape 48"/>
          <p:cNvSpPr/>
          <p:nvPr/>
        </p:nvSpPr>
        <p:spPr>
          <a:xfrm>
            <a:off x="5385816" y="1417320"/>
            <a:ext cx="91" cy="3291840"/>
          </a:xfrm>
          <a:prstGeom prst="line">
            <a:avLst/>
          </a:prstGeom>
          <a:noFill/>
          <a:ln w="6350">
            <a:solidFill>
              <a:srgbClr val="E6EBF4"/>
            </a:solidFill>
            <a:prstDash val="solid"/>
          </a:ln>
        </p:spPr>
      </p:sp>
      <p:sp>
        <p:nvSpPr>
          <p:cNvPr id="51" name="Shape 49"/>
          <p:cNvSpPr/>
          <p:nvPr/>
        </p:nvSpPr>
        <p:spPr>
          <a:xfrm>
            <a:off x="5495544" y="1417320"/>
            <a:ext cx="91" cy="3291840"/>
          </a:xfrm>
          <a:prstGeom prst="line">
            <a:avLst/>
          </a:prstGeom>
          <a:noFill/>
          <a:ln w="6350">
            <a:solidFill>
              <a:srgbClr val="E6EBF4"/>
            </a:solidFill>
            <a:prstDash val="solid"/>
          </a:ln>
        </p:spPr>
      </p:sp>
      <p:sp>
        <p:nvSpPr>
          <p:cNvPr id="52" name="Shape 50"/>
          <p:cNvSpPr/>
          <p:nvPr/>
        </p:nvSpPr>
        <p:spPr>
          <a:xfrm>
            <a:off x="5605272" y="1417320"/>
            <a:ext cx="91" cy="3291840"/>
          </a:xfrm>
          <a:prstGeom prst="line">
            <a:avLst/>
          </a:prstGeom>
          <a:noFill/>
          <a:ln w="6350">
            <a:solidFill>
              <a:srgbClr val="E6EBF4"/>
            </a:solidFill>
            <a:prstDash val="solid"/>
          </a:ln>
        </p:spPr>
      </p:sp>
      <p:sp>
        <p:nvSpPr>
          <p:cNvPr id="53" name="Shape 51"/>
          <p:cNvSpPr/>
          <p:nvPr/>
        </p:nvSpPr>
        <p:spPr>
          <a:xfrm>
            <a:off x="5715000" y="1417320"/>
            <a:ext cx="91" cy="3291840"/>
          </a:xfrm>
          <a:prstGeom prst="line">
            <a:avLst/>
          </a:prstGeom>
          <a:noFill/>
          <a:ln w="6350">
            <a:solidFill>
              <a:srgbClr val="C9D3E6"/>
            </a:solidFill>
            <a:prstDash val="solid"/>
          </a:ln>
        </p:spPr>
      </p:sp>
      <p:sp>
        <p:nvSpPr>
          <p:cNvPr id="54" name="Shape 52"/>
          <p:cNvSpPr/>
          <p:nvPr/>
        </p:nvSpPr>
        <p:spPr>
          <a:xfrm>
            <a:off x="1325880" y="4709160"/>
            <a:ext cx="4389120" cy="91"/>
          </a:xfrm>
          <a:prstGeom prst="line">
            <a:avLst/>
          </a:prstGeom>
          <a:noFill/>
          <a:ln w="6350">
            <a:solidFill>
              <a:srgbClr val="C9D3E6"/>
            </a:solidFill>
            <a:prstDash val="solid"/>
          </a:ln>
        </p:spPr>
      </p:sp>
      <p:sp>
        <p:nvSpPr>
          <p:cNvPr id="55" name="Shape 53"/>
          <p:cNvSpPr/>
          <p:nvPr/>
        </p:nvSpPr>
        <p:spPr>
          <a:xfrm>
            <a:off x="1325880" y="4626864"/>
            <a:ext cx="4389120" cy="91"/>
          </a:xfrm>
          <a:prstGeom prst="line">
            <a:avLst/>
          </a:prstGeom>
          <a:noFill/>
          <a:ln w="6350">
            <a:solidFill>
              <a:srgbClr val="E6EBF4"/>
            </a:solidFill>
            <a:prstDash val="solid"/>
          </a:ln>
        </p:spPr>
      </p:sp>
      <p:sp>
        <p:nvSpPr>
          <p:cNvPr id="56" name="Shape 54"/>
          <p:cNvSpPr/>
          <p:nvPr/>
        </p:nvSpPr>
        <p:spPr>
          <a:xfrm>
            <a:off x="1325880" y="4544568"/>
            <a:ext cx="4389120" cy="91"/>
          </a:xfrm>
          <a:prstGeom prst="line">
            <a:avLst/>
          </a:prstGeom>
          <a:noFill/>
          <a:ln w="6350">
            <a:solidFill>
              <a:srgbClr val="E6EBF4"/>
            </a:solidFill>
            <a:prstDash val="solid"/>
          </a:ln>
        </p:spPr>
      </p:sp>
      <p:sp>
        <p:nvSpPr>
          <p:cNvPr id="57" name="Shape 55"/>
          <p:cNvSpPr/>
          <p:nvPr/>
        </p:nvSpPr>
        <p:spPr>
          <a:xfrm>
            <a:off x="1325880" y="4462272"/>
            <a:ext cx="4389120" cy="91"/>
          </a:xfrm>
          <a:prstGeom prst="line">
            <a:avLst/>
          </a:prstGeom>
          <a:noFill/>
          <a:ln w="6350">
            <a:solidFill>
              <a:srgbClr val="E6EBF4"/>
            </a:solidFill>
            <a:prstDash val="solid"/>
          </a:ln>
        </p:spPr>
      </p:sp>
      <p:sp>
        <p:nvSpPr>
          <p:cNvPr id="58" name="Shape 56"/>
          <p:cNvSpPr/>
          <p:nvPr/>
        </p:nvSpPr>
        <p:spPr>
          <a:xfrm>
            <a:off x="1325880" y="4379976"/>
            <a:ext cx="4389120" cy="91"/>
          </a:xfrm>
          <a:prstGeom prst="line">
            <a:avLst/>
          </a:prstGeom>
          <a:noFill/>
          <a:ln w="6350">
            <a:solidFill>
              <a:srgbClr val="E6EBF4"/>
            </a:solidFill>
            <a:prstDash val="solid"/>
          </a:ln>
        </p:spPr>
      </p:sp>
      <p:sp>
        <p:nvSpPr>
          <p:cNvPr id="59" name="Shape 57"/>
          <p:cNvSpPr/>
          <p:nvPr/>
        </p:nvSpPr>
        <p:spPr>
          <a:xfrm>
            <a:off x="1325880" y="4297680"/>
            <a:ext cx="4389120" cy="91"/>
          </a:xfrm>
          <a:prstGeom prst="line">
            <a:avLst/>
          </a:prstGeom>
          <a:noFill/>
          <a:ln w="6350">
            <a:solidFill>
              <a:srgbClr val="C9D3E6"/>
            </a:solidFill>
            <a:prstDash val="solid"/>
          </a:ln>
        </p:spPr>
      </p:sp>
      <p:sp>
        <p:nvSpPr>
          <p:cNvPr id="60" name="Shape 58"/>
          <p:cNvSpPr/>
          <p:nvPr/>
        </p:nvSpPr>
        <p:spPr>
          <a:xfrm>
            <a:off x="1325880" y="4215384"/>
            <a:ext cx="4389120" cy="91"/>
          </a:xfrm>
          <a:prstGeom prst="line">
            <a:avLst/>
          </a:prstGeom>
          <a:noFill/>
          <a:ln w="6350">
            <a:solidFill>
              <a:srgbClr val="E6EBF4"/>
            </a:solidFill>
            <a:prstDash val="solid"/>
          </a:ln>
        </p:spPr>
      </p:sp>
      <p:sp>
        <p:nvSpPr>
          <p:cNvPr id="61" name="Shape 59"/>
          <p:cNvSpPr/>
          <p:nvPr/>
        </p:nvSpPr>
        <p:spPr>
          <a:xfrm>
            <a:off x="1325880" y="4133088"/>
            <a:ext cx="4389120" cy="91"/>
          </a:xfrm>
          <a:prstGeom prst="line">
            <a:avLst/>
          </a:prstGeom>
          <a:noFill/>
          <a:ln w="6350">
            <a:solidFill>
              <a:srgbClr val="E6EBF4"/>
            </a:solidFill>
            <a:prstDash val="solid"/>
          </a:ln>
        </p:spPr>
      </p:sp>
      <p:sp>
        <p:nvSpPr>
          <p:cNvPr id="62" name="Shape 60"/>
          <p:cNvSpPr/>
          <p:nvPr/>
        </p:nvSpPr>
        <p:spPr>
          <a:xfrm>
            <a:off x="1325880" y="4050792"/>
            <a:ext cx="4389120" cy="91"/>
          </a:xfrm>
          <a:prstGeom prst="line">
            <a:avLst/>
          </a:prstGeom>
          <a:noFill/>
          <a:ln w="6350">
            <a:solidFill>
              <a:srgbClr val="E6EBF4"/>
            </a:solidFill>
            <a:prstDash val="solid"/>
          </a:ln>
        </p:spPr>
      </p:sp>
      <p:sp>
        <p:nvSpPr>
          <p:cNvPr id="63" name="Shape 61"/>
          <p:cNvSpPr/>
          <p:nvPr/>
        </p:nvSpPr>
        <p:spPr>
          <a:xfrm>
            <a:off x="1325880" y="3968496"/>
            <a:ext cx="4389120" cy="91"/>
          </a:xfrm>
          <a:prstGeom prst="line">
            <a:avLst/>
          </a:prstGeom>
          <a:noFill/>
          <a:ln w="6350">
            <a:solidFill>
              <a:srgbClr val="E6EBF4"/>
            </a:solidFill>
            <a:prstDash val="solid"/>
          </a:ln>
        </p:spPr>
      </p:sp>
      <p:sp>
        <p:nvSpPr>
          <p:cNvPr id="64" name="Shape 62"/>
          <p:cNvSpPr/>
          <p:nvPr/>
        </p:nvSpPr>
        <p:spPr>
          <a:xfrm>
            <a:off x="1325880" y="3886200"/>
            <a:ext cx="4389120" cy="91"/>
          </a:xfrm>
          <a:prstGeom prst="line">
            <a:avLst/>
          </a:prstGeom>
          <a:noFill/>
          <a:ln w="6350">
            <a:solidFill>
              <a:srgbClr val="C9D3E6"/>
            </a:solidFill>
            <a:prstDash val="solid"/>
          </a:ln>
        </p:spPr>
      </p:sp>
      <p:sp>
        <p:nvSpPr>
          <p:cNvPr id="65" name="Shape 63"/>
          <p:cNvSpPr/>
          <p:nvPr/>
        </p:nvSpPr>
        <p:spPr>
          <a:xfrm>
            <a:off x="1325880" y="3803904"/>
            <a:ext cx="4389120" cy="91"/>
          </a:xfrm>
          <a:prstGeom prst="line">
            <a:avLst/>
          </a:prstGeom>
          <a:noFill/>
          <a:ln w="6350">
            <a:solidFill>
              <a:srgbClr val="E6EBF4"/>
            </a:solidFill>
            <a:prstDash val="solid"/>
          </a:ln>
        </p:spPr>
      </p:sp>
      <p:sp>
        <p:nvSpPr>
          <p:cNvPr id="66" name="Shape 64"/>
          <p:cNvSpPr/>
          <p:nvPr/>
        </p:nvSpPr>
        <p:spPr>
          <a:xfrm>
            <a:off x="1325880" y="3721608"/>
            <a:ext cx="4389120" cy="91"/>
          </a:xfrm>
          <a:prstGeom prst="line">
            <a:avLst/>
          </a:prstGeom>
          <a:noFill/>
          <a:ln w="6350">
            <a:solidFill>
              <a:srgbClr val="E6EBF4"/>
            </a:solidFill>
            <a:prstDash val="solid"/>
          </a:ln>
        </p:spPr>
      </p:sp>
      <p:sp>
        <p:nvSpPr>
          <p:cNvPr id="67" name="Shape 65"/>
          <p:cNvSpPr/>
          <p:nvPr/>
        </p:nvSpPr>
        <p:spPr>
          <a:xfrm>
            <a:off x="1325880" y="3639312"/>
            <a:ext cx="4389120" cy="91"/>
          </a:xfrm>
          <a:prstGeom prst="line">
            <a:avLst/>
          </a:prstGeom>
          <a:noFill/>
          <a:ln w="6350">
            <a:solidFill>
              <a:srgbClr val="E6EBF4"/>
            </a:solidFill>
            <a:prstDash val="solid"/>
          </a:ln>
        </p:spPr>
      </p:sp>
      <p:sp>
        <p:nvSpPr>
          <p:cNvPr id="68" name="Shape 66"/>
          <p:cNvSpPr/>
          <p:nvPr/>
        </p:nvSpPr>
        <p:spPr>
          <a:xfrm>
            <a:off x="1325880" y="3557016"/>
            <a:ext cx="4389120" cy="91"/>
          </a:xfrm>
          <a:prstGeom prst="line">
            <a:avLst/>
          </a:prstGeom>
          <a:noFill/>
          <a:ln w="6350">
            <a:solidFill>
              <a:srgbClr val="E6EBF4"/>
            </a:solidFill>
            <a:prstDash val="solid"/>
          </a:ln>
        </p:spPr>
      </p:sp>
      <p:sp>
        <p:nvSpPr>
          <p:cNvPr id="69" name="Shape 67"/>
          <p:cNvSpPr/>
          <p:nvPr/>
        </p:nvSpPr>
        <p:spPr>
          <a:xfrm>
            <a:off x="1325880" y="3474720"/>
            <a:ext cx="4389120" cy="91"/>
          </a:xfrm>
          <a:prstGeom prst="line">
            <a:avLst/>
          </a:prstGeom>
          <a:noFill/>
          <a:ln w="6350">
            <a:solidFill>
              <a:srgbClr val="C9D3E6"/>
            </a:solidFill>
            <a:prstDash val="solid"/>
          </a:ln>
        </p:spPr>
      </p:sp>
      <p:sp>
        <p:nvSpPr>
          <p:cNvPr id="70" name="Shape 68"/>
          <p:cNvSpPr/>
          <p:nvPr/>
        </p:nvSpPr>
        <p:spPr>
          <a:xfrm>
            <a:off x="1325880" y="3392424"/>
            <a:ext cx="4389120" cy="91"/>
          </a:xfrm>
          <a:prstGeom prst="line">
            <a:avLst/>
          </a:prstGeom>
          <a:noFill/>
          <a:ln w="6350">
            <a:solidFill>
              <a:srgbClr val="E6EBF4"/>
            </a:solidFill>
            <a:prstDash val="solid"/>
          </a:ln>
        </p:spPr>
      </p:sp>
      <p:sp>
        <p:nvSpPr>
          <p:cNvPr id="71" name="Shape 69"/>
          <p:cNvSpPr/>
          <p:nvPr/>
        </p:nvSpPr>
        <p:spPr>
          <a:xfrm>
            <a:off x="1325880" y="3310128"/>
            <a:ext cx="4389120" cy="91"/>
          </a:xfrm>
          <a:prstGeom prst="line">
            <a:avLst/>
          </a:prstGeom>
          <a:noFill/>
          <a:ln w="6350">
            <a:solidFill>
              <a:srgbClr val="E6EBF4"/>
            </a:solidFill>
            <a:prstDash val="solid"/>
          </a:ln>
        </p:spPr>
      </p:sp>
      <p:sp>
        <p:nvSpPr>
          <p:cNvPr id="72" name="Shape 70"/>
          <p:cNvSpPr/>
          <p:nvPr/>
        </p:nvSpPr>
        <p:spPr>
          <a:xfrm>
            <a:off x="1325880" y="3227832"/>
            <a:ext cx="4389120" cy="91"/>
          </a:xfrm>
          <a:prstGeom prst="line">
            <a:avLst/>
          </a:prstGeom>
          <a:noFill/>
          <a:ln w="6350">
            <a:solidFill>
              <a:srgbClr val="E6EBF4"/>
            </a:solidFill>
            <a:prstDash val="solid"/>
          </a:ln>
        </p:spPr>
      </p:sp>
      <p:sp>
        <p:nvSpPr>
          <p:cNvPr id="73" name="Shape 71"/>
          <p:cNvSpPr/>
          <p:nvPr/>
        </p:nvSpPr>
        <p:spPr>
          <a:xfrm>
            <a:off x="1325880" y="3145536"/>
            <a:ext cx="4389120" cy="91"/>
          </a:xfrm>
          <a:prstGeom prst="line">
            <a:avLst/>
          </a:prstGeom>
          <a:noFill/>
          <a:ln w="6350">
            <a:solidFill>
              <a:srgbClr val="E6EBF4"/>
            </a:solidFill>
            <a:prstDash val="solid"/>
          </a:ln>
        </p:spPr>
      </p:sp>
      <p:sp>
        <p:nvSpPr>
          <p:cNvPr id="74" name="Shape 72"/>
          <p:cNvSpPr/>
          <p:nvPr/>
        </p:nvSpPr>
        <p:spPr>
          <a:xfrm>
            <a:off x="1325880" y="3063240"/>
            <a:ext cx="4389120" cy="91"/>
          </a:xfrm>
          <a:prstGeom prst="line">
            <a:avLst/>
          </a:prstGeom>
          <a:noFill/>
          <a:ln w="6350">
            <a:solidFill>
              <a:srgbClr val="C9D3E6"/>
            </a:solidFill>
            <a:prstDash val="solid"/>
          </a:ln>
        </p:spPr>
      </p:sp>
      <p:sp>
        <p:nvSpPr>
          <p:cNvPr id="75" name="Shape 73"/>
          <p:cNvSpPr/>
          <p:nvPr/>
        </p:nvSpPr>
        <p:spPr>
          <a:xfrm>
            <a:off x="1325880" y="2980944"/>
            <a:ext cx="4389120" cy="91"/>
          </a:xfrm>
          <a:prstGeom prst="line">
            <a:avLst/>
          </a:prstGeom>
          <a:noFill/>
          <a:ln w="6350">
            <a:solidFill>
              <a:srgbClr val="E6EBF4"/>
            </a:solidFill>
            <a:prstDash val="solid"/>
          </a:ln>
        </p:spPr>
      </p:sp>
      <p:sp>
        <p:nvSpPr>
          <p:cNvPr id="76" name="Shape 74"/>
          <p:cNvSpPr/>
          <p:nvPr/>
        </p:nvSpPr>
        <p:spPr>
          <a:xfrm>
            <a:off x="1325880" y="2898648"/>
            <a:ext cx="4389120" cy="91"/>
          </a:xfrm>
          <a:prstGeom prst="line">
            <a:avLst/>
          </a:prstGeom>
          <a:noFill/>
          <a:ln w="6350">
            <a:solidFill>
              <a:srgbClr val="E6EBF4"/>
            </a:solidFill>
            <a:prstDash val="solid"/>
          </a:ln>
        </p:spPr>
      </p:sp>
      <p:sp>
        <p:nvSpPr>
          <p:cNvPr id="77" name="Shape 75"/>
          <p:cNvSpPr/>
          <p:nvPr/>
        </p:nvSpPr>
        <p:spPr>
          <a:xfrm>
            <a:off x="1325880" y="2816352"/>
            <a:ext cx="4389120" cy="91"/>
          </a:xfrm>
          <a:prstGeom prst="line">
            <a:avLst/>
          </a:prstGeom>
          <a:noFill/>
          <a:ln w="6350">
            <a:solidFill>
              <a:srgbClr val="E6EBF4"/>
            </a:solidFill>
            <a:prstDash val="solid"/>
          </a:ln>
        </p:spPr>
      </p:sp>
      <p:sp>
        <p:nvSpPr>
          <p:cNvPr id="78" name="Shape 76"/>
          <p:cNvSpPr/>
          <p:nvPr/>
        </p:nvSpPr>
        <p:spPr>
          <a:xfrm>
            <a:off x="1325880" y="2734056"/>
            <a:ext cx="4389120" cy="91"/>
          </a:xfrm>
          <a:prstGeom prst="line">
            <a:avLst/>
          </a:prstGeom>
          <a:noFill/>
          <a:ln w="6350">
            <a:solidFill>
              <a:srgbClr val="E6EBF4"/>
            </a:solidFill>
            <a:prstDash val="solid"/>
          </a:ln>
        </p:spPr>
      </p:sp>
      <p:sp>
        <p:nvSpPr>
          <p:cNvPr id="79" name="Shape 77"/>
          <p:cNvSpPr/>
          <p:nvPr/>
        </p:nvSpPr>
        <p:spPr>
          <a:xfrm>
            <a:off x="1325880" y="2651760"/>
            <a:ext cx="4389120" cy="91"/>
          </a:xfrm>
          <a:prstGeom prst="line">
            <a:avLst/>
          </a:prstGeom>
          <a:noFill/>
          <a:ln w="6350">
            <a:solidFill>
              <a:srgbClr val="C9D3E6"/>
            </a:solidFill>
            <a:prstDash val="solid"/>
          </a:ln>
        </p:spPr>
      </p:sp>
      <p:sp>
        <p:nvSpPr>
          <p:cNvPr id="80" name="Shape 78"/>
          <p:cNvSpPr/>
          <p:nvPr/>
        </p:nvSpPr>
        <p:spPr>
          <a:xfrm>
            <a:off x="1325880" y="2569464"/>
            <a:ext cx="4389120" cy="91"/>
          </a:xfrm>
          <a:prstGeom prst="line">
            <a:avLst/>
          </a:prstGeom>
          <a:noFill/>
          <a:ln w="6350">
            <a:solidFill>
              <a:srgbClr val="E6EBF4"/>
            </a:solidFill>
            <a:prstDash val="solid"/>
          </a:ln>
        </p:spPr>
      </p:sp>
      <p:sp>
        <p:nvSpPr>
          <p:cNvPr id="81" name="Shape 79"/>
          <p:cNvSpPr/>
          <p:nvPr/>
        </p:nvSpPr>
        <p:spPr>
          <a:xfrm>
            <a:off x="1325880" y="2487168"/>
            <a:ext cx="4389120" cy="91"/>
          </a:xfrm>
          <a:prstGeom prst="line">
            <a:avLst/>
          </a:prstGeom>
          <a:noFill/>
          <a:ln w="6350">
            <a:solidFill>
              <a:srgbClr val="E6EBF4"/>
            </a:solidFill>
            <a:prstDash val="solid"/>
          </a:ln>
        </p:spPr>
      </p:sp>
      <p:sp>
        <p:nvSpPr>
          <p:cNvPr id="82" name="Shape 80"/>
          <p:cNvSpPr/>
          <p:nvPr/>
        </p:nvSpPr>
        <p:spPr>
          <a:xfrm>
            <a:off x="1325880" y="2404872"/>
            <a:ext cx="4389120" cy="91"/>
          </a:xfrm>
          <a:prstGeom prst="line">
            <a:avLst/>
          </a:prstGeom>
          <a:noFill/>
          <a:ln w="6350">
            <a:solidFill>
              <a:srgbClr val="E6EBF4"/>
            </a:solidFill>
            <a:prstDash val="solid"/>
          </a:ln>
        </p:spPr>
      </p:sp>
      <p:sp>
        <p:nvSpPr>
          <p:cNvPr id="83" name="Shape 81"/>
          <p:cNvSpPr/>
          <p:nvPr/>
        </p:nvSpPr>
        <p:spPr>
          <a:xfrm>
            <a:off x="1325880" y="2322576"/>
            <a:ext cx="4389120" cy="91"/>
          </a:xfrm>
          <a:prstGeom prst="line">
            <a:avLst/>
          </a:prstGeom>
          <a:noFill/>
          <a:ln w="6350">
            <a:solidFill>
              <a:srgbClr val="E6EBF4"/>
            </a:solidFill>
            <a:prstDash val="solid"/>
          </a:ln>
        </p:spPr>
      </p:sp>
      <p:sp>
        <p:nvSpPr>
          <p:cNvPr id="84" name="Shape 82"/>
          <p:cNvSpPr/>
          <p:nvPr/>
        </p:nvSpPr>
        <p:spPr>
          <a:xfrm>
            <a:off x="1325880" y="2240280"/>
            <a:ext cx="4389120" cy="91"/>
          </a:xfrm>
          <a:prstGeom prst="line">
            <a:avLst/>
          </a:prstGeom>
          <a:noFill/>
          <a:ln w="6350">
            <a:solidFill>
              <a:srgbClr val="C9D3E6"/>
            </a:solidFill>
            <a:prstDash val="solid"/>
          </a:ln>
        </p:spPr>
      </p:sp>
      <p:sp>
        <p:nvSpPr>
          <p:cNvPr id="85" name="Shape 83"/>
          <p:cNvSpPr/>
          <p:nvPr/>
        </p:nvSpPr>
        <p:spPr>
          <a:xfrm>
            <a:off x="1325880" y="2157984"/>
            <a:ext cx="4389120" cy="91"/>
          </a:xfrm>
          <a:prstGeom prst="line">
            <a:avLst/>
          </a:prstGeom>
          <a:noFill/>
          <a:ln w="6350">
            <a:solidFill>
              <a:srgbClr val="E6EBF4"/>
            </a:solidFill>
            <a:prstDash val="solid"/>
          </a:ln>
        </p:spPr>
      </p:sp>
      <p:sp>
        <p:nvSpPr>
          <p:cNvPr id="86" name="Shape 84"/>
          <p:cNvSpPr/>
          <p:nvPr/>
        </p:nvSpPr>
        <p:spPr>
          <a:xfrm>
            <a:off x="1325880" y="2075688"/>
            <a:ext cx="4389120" cy="91"/>
          </a:xfrm>
          <a:prstGeom prst="line">
            <a:avLst/>
          </a:prstGeom>
          <a:noFill/>
          <a:ln w="6350">
            <a:solidFill>
              <a:srgbClr val="E6EBF4"/>
            </a:solidFill>
            <a:prstDash val="solid"/>
          </a:ln>
        </p:spPr>
      </p:sp>
      <p:sp>
        <p:nvSpPr>
          <p:cNvPr id="87" name="Shape 85"/>
          <p:cNvSpPr/>
          <p:nvPr/>
        </p:nvSpPr>
        <p:spPr>
          <a:xfrm>
            <a:off x="1325880" y="1993392"/>
            <a:ext cx="4389120" cy="91"/>
          </a:xfrm>
          <a:prstGeom prst="line">
            <a:avLst/>
          </a:prstGeom>
          <a:noFill/>
          <a:ln w="6350">
            <a:solidFill>
              <a:srgbClr val="E6EBF4"/>
            </a:solidFill>
            <a:prstDash val="solid"/>
          </a:ln>
        </p:spPr>
      </p:sp>
      <p:sp>
        <p:nvSpPr>
          <p:cNvPr id="88" name="Shape 86"/>
          <p:cNvSpPr/>
          <p:nvPr/>
        </p:nvSpPr>
        <p:spPr>
          <a:xfrm>
            <a:off x="1325880" y="1911096"/>
            <a:ext cx="4389120" cy="91"/>
          </a:xfrm>
          <a:prstGeom prst="line">
            <a:avLst/>
          </a:prstGeom>
          <a:noFill/>
          <a:ln w="6350">
            <a:solidFill>
              <a:srgbClr val="E6EBF4"/>
            </a:solidFill>
            <a:prstDash val="solid"/>
          </a:ln>
        </p:spPr>
      </p:sp>
      <p:sp>
        <p:nvSpPr>
          <p:cNvPr id="89" name="Shape 87"/>
          <p:cNvSpPr/>
          <p:nvPr/>
        </p:nvSpPr>
        <p:spPr>
          <a:xfrm>
            <a:off x="1325880" y="1828800"/>
            <a:ext cx="4389120" cy="91"/>
          </a:xfrm>
          <a:prstGeom prst="line">
            <a:avLst/>
          </a:prstGeom>
          <a:noFill/>
          <a:ln w="6350">
            <a:solidFill>
              <a:srgbClr val="C9D3E6"/>
            </a:solidFill>
            <a:prstDash val="solid"/>
          </a:ln>
        </p:spPr>
      </p:sp>
      <p:sp>
        <p:nvSpPr>
          <p:cNvPr id="90" name="Shape 88"/>
          <p:cNvSpPr/>
          <p:nvPr/>
        </p:nvSpPr>
        <p:spPr>
          <a:xfrm>
            <a:off x="1325880" y="1746504"/>
            <a:ext cx="4389120" cy="91"/>
          </a:xfrm>
          <a:prstGeom prst="line">
            <a:avLst/>
          </a:prstGeom>
          <a:noFill/>
          <a:ln w="6350">
            <a:solidFill>
              <a:srgbClr val="E6EBF4"/>
            </a:solidFill>
            <a:prstDash val="solid"/>
          </a:ln>
        </p:spPr>
      </p:sp>
      <p:sp>
        <p:nvSpPr>
          <p:cNvPr id="91" name="Shape 89"/>
          <p:cNvSpPr/>
          <p:nvPr/>
        </p:nvSpPr>
        <p:spPr>
          <a:xfrm>
            <a:off x="1325880" y="1664208"/>
            <a:ext cx="4389120" cy="91"/>
          </a:xfrm>
          <a:prstGeom prst="line">
            <a:avLst/>
          </a:prstGeom>
          <a:noFill/>
          <a:ln w="6350">
            <a:solidFill>
              <a:srgbClr val="E6EBF4"/>
            </a:solidFill>
            <a:prstDash val="solid"/>
          </a:ln>
        </p:spPr>
      </p:sp>
      <p:sp>
        <p:nvSpPr>
          <p:cNvPr id="92" name="Shape 90"/>
          <p:cNvSpPr/>
          <p:nvPr/>
        </p:nvSpPr>
        <p:spPr>
          <a:xfrm>
            <a:off x="1325880" y="1581912"/>
            <a:ext cx="4389120" cy="91"/>
          </a:xfrm>
          <a:prstGeom prst="line">
            <a:avLst/>
          </a:prstGeom>
          <a:noFill/>
          <a:ln w="6350">
            <a:solidFill>
              <a:srgbClr val="E6EBF4"/>
            </a:solidFill>
            <a:prstDash val="solid"/>
          </a:ln>
        </p:spPr>
      </p:sp>
      <p:sp>
        <p:nvSpPr>
          <p:cNvPr id="93" name="Shape 91"/>
          <p:cNvSpPr/>
          <p:nvPr/>
        </p:nvSpPr>
        <p:spPr>
          <a:xfrm>
            <a:off x="1325880" y="1499616"/>
            <a:ext cx="4389120" cy="91"/>
          </a:xfrm>
          <a:prstGeom prst="line">
            <a:avLst/>
          </a:prstGeom>
          <a:noFill/>
          <a:ln w="6350">
            <a:solidFill>
              <a:srgbClr val="E6EBF4"/>
            </a:solidFill>
            <a:prstDash val="solid"/>
          </a:ln>
        </p:spPr>
      </p:sp>
      <p:sp>
        <p:nvSpPr>
          <p:cNvPr id="94" name="Shape 92"/>
          <p:cNvSpPr/>
          <p:nvPr/>
        </p:nvSpPr>
        <p:spPr>
          <a:xfrm>
            <a:off x="1325880" y="1417320"/>
            <a:ext cx="4389120" cy="91"/>
          </a:xfrm>
          <a:prstGeom prst="line">
            <a:avLst/>
          </a:prstGeom>
          <a:noFill/>
          <a:ln w="6350">
            <a:solidFill>
              <a:srgbClr val="C9D3E6"/>
            </a:solidFill>
            <a:prstDash val="solid"/>
          </a:ln>
        </p:spPr>
      </p:sp>
      <p:sp>
        <p:nvSpPr>
          <p:cNvPr id="95" name="Shape 93"/>
          <p:cNvSpPr/>
          <p:nvPr/>
        </p:nvSpPr>
        <p:spPr>
          <a:xfrm>
            <a:off x="1325880" y="4709160"/>
            <a:ext cx="4389120" cy="91"/>
          </a:xfrm>
          <a:prstGeom prst="line">
            <a:avLst/>
          </a:prstGeom>
          <a:noFill/>
          <a:ln w="19050">
            <a:solidFill>
              <a:srgbClr val="1A2340"/>
            </a:solidFill>
            <a:prstDash val="solid"/>
          </a:ln>
        </p:spPr>
      </p:sp>
      <p:sp>
        <p:nvSpPr>
          <p:cNvPr id="96" name="Shape 94"/>
          <p:cNvSpPr/>
          <p:nvPr/>
        </p:nvSpPr>
        <p:spPr>
          <a:xfrm flipV="1">
            <a:off x="1325880" y="1417320"/>
            <a:ext cx="91" cy="3291840"/>
          </a:xfrm>
          <a:prstGeom prst="line">
            <a:avLst/>
          </a:prstGeom>
          <a:noFill/>
          <a:ln w="19050">
            <a:solidFill>
              <a:srgbClr val="1A2340"/>
            </a:solidFill>
            <a:prstDash val="solid"/>
          </a:ln>
        </p:spPr>
      </p:sp>
      <p:sp>
        <p:nvSpPr>
          <p:cNvPr id="97" name="Shape 95"/>
          <p:cNvSpPr/>
          <p:nvPr/>
        </p:nvSpPr>
        <p:spPr>
          <a:xfrm>
            <a:off x="1325880" y="4709160"/>
            <a:ext cx="91" cy="54864"/>
          </a:xfrm>
          <a:prstGeom prst="line">
            <a:avLst/>
          </a:prstGeom>
          <a:noFill/>
          <a:ln w="12700">
            <a:solidFill>
              <a:srgbClr val="1A2340"/>
            </a:solidFill>
            <a:prstDash val="solid"/>
          </a:ln>
        </p:spPr>
      </p:sp>
      <p:sp>
        <p:nvSpPr>
          <p:cNvPr id="98" name="Text 96"/>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99" name="Shape 97"/>
          <p:cNvSpPr/>
          <p:nvPr/>
        </p:nvSpPr>
        <p:spPr>
          <a:xfrm>
            <a:off x="1874520" y="4709160"/>
            <a:ext cx="91" cy="54864"/>
          </a:xfrm>
          <a:prstGeom prst="line">
            <a:avLst/>
          </a:prstGeom>
          <a:noFill/>
          <a:ln w="12700">
            <a:solidFill>
              <a:srgbClr val="1A2340"/>
            </a:solidFill>
            <a:prstDash val="solid"/>
          </a:ln>
        </p:spPr>
      </p:sp>
      <p:sp>
        <p:nvSpPr>
          <p:cNvPr id="100" name="Text 98"/>
          <p:cNvSpPr/>
          <p:nvPr/>
        </p:nvSpPr>
        <p:spPr>
          <a:xfrm>
            <a:off x="16002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101" name="Shape 99"/>
          <p:cNvSpPr/>
          <p:nvPr/>
        </p:nvSpPr>
        <p:spPr>
          <a:xfrm>
            <a:off x="2423160" y="4709160"/>
            <a:ext cx="91" cy="54864"/>
          </a:xfrm>
          <a:prstGeom prst="line">
            <a:avLst/>
          </a:prstGeom>
          <a:noFill/>
          <a:ln w="12700">
            <a:solidFill>
              <a:srgbClr val="1A2340"/>
            </a:solidFill>
            <a:prstDash val="solid"/>
          </a:ln>
        </p:spPr>
      </p:sp>
      <p:sp>
        <p:nvSpPr>
          <p:cNvPr id="102" name="Text 100"/>
          <p:cNvSpPr/>
          <p:nvPr/>
        </p:nvSpPr>
        <p:spPr>
          <a:xfrm>
            <a:off x="2148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103" name="Shape 101"/>
          <p:cNvSpPr/>
          <p:nvPr/>
        </p:nvSpPr>
        <p:spPr>
          <a:xfrm>
            <a:off x="2971800" y="4709160"/>
            <a:ext cx="91" cy="54864"/>
          </a:xfrm>
          <a:prstGeom prst="line">
            <a:avLst/>
          </a:prstGeom>
          <a:noFill/>
          <a:ln w="12700">
            <a:solidFill>
              <a:srgbClr val="1A2340"/>
            </a:solidFill>
            <a:prstDash val="solid"/>
          </a:ln>
        </p:spPr>
      </p:sp>
      <p:sp>
        <p:nvSpPr>
          <p:cNvPr id="104" name="Text 102"/>
          <p:cNvSpPr/>
          <p:nvPr/>
        </p:nvSpPr>
        <p:spPr>
          <a:xfrm>
            <a:off x="26974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105" name="Shape 103"/>
          <p:cNvSpPr/>
          <p:nvPr/>
        </p:nvSpPr>
        <p:spPr>
          <a:xfrm>
            <a:off x="3520440" y="4709160"/>
            <a:ext cx="91" cy="54864"/>
          </a:xfrm>
          <a:prstGeom prst="line">
            <a:avLst/>
          </a:prstGeom>
          <a:noFill/>
          <a:ln w="12700">
            <a:solidFill>
              <a:srgbClr val="1A2340"/>
            </a:solidFill>
            <a:prstDash val="solid"/>
          </a:ln>
        </p:spPr>
      </p:sp>
      <p:sp>
        <p:nvSpPr>
          <p:cNvPr id="106" name="Text 104"/>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107" name="Shape 105"/>
          <p:cNvSpPr/>
          <p:nvPr/>
        </p:nvSpPr>
        <p:spPr>
          <a:xfrm>
            <a:off x="4069080" y="4709160"/>
            <a:ext cx="91" cy="54864"/>
          </a:xfrm>
          <a:prstGeom prst="line">
            <a:avLst/>
          </a:prstGeom>
          <a:noFill/>
          <a:ln w="12700">
            <a:solidFill>
              <a:srgbClr val="1A2340"/>
            </a:solidFill>
            <a:prstDash val="solid"/>
          </a:ln>
        </p:spPr>
      </p:sp>
      <p:sp>
        <p:nvSpPr>
          <p:cNvPr id="108" name="Text 106"/>
          <p:cNvSpPr/>
          <p:nvPr/>
        </p:nvSpPr>
        <p:spPr>
          <a:xfrm>
            <a:off x="37947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0.25</a:t>
            </a:r>
            <a:endParaRPr lang="en-US" sz="1000" dirty="0"/>
          </a:p>
        </p:txBody>
      </p:sp>
      <p:sp>
        <p:nvSpPr>
          <p:cNvPr id="109" name="Shape 107"/>
          <p:cNvSpPr/>
          <p:nvPr/>
        </p:nvSpPr>
        <p:spPr>
          <a:xfrm>
            <a:off x="4617720" y="4709160"/>
            <a:ext cx="91" cy="54864"/>
          </a:xfrm>
          <a:prstGeom prst="line">
            <a:avLst/>
          </a:prstGeom>
          <a:noFill/>
          <a:ln w="12700">
            <a:solidFill>
              <a:srgbClr val="1A2340"/>
            </a:solidFill>
            <a:prstDash val="solid"/>
          </a:ln>
        </p:spPr>
      </p:sp>
      <p:sp>
        <p:nvSpPr>
          <p:cNvPr id="110" name="Text 108"/>
          <p:cNvSpPr/>
          <p:nvPr/>
        </p:nvSpPr>
        <p:spPr>
          <a:xfrm>
            <a:off x="43434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0.30</a:t>
            </a:r>
            <a:endParaRPr lang="en-US" sz="1000" dirty="0"/>
          </a:p>
        </p:txBody>
      </p:sp>
      <p:sp>
        <p:nvSpPr>
          <p:cNvPr id="111" name="Shape 109"/>
          <p:cNvSpPr/>
          <p:nvPr/>
        </p:nvSpPr>
        <p:spPr>
          <a:xfrm>
            <a:off x="5166360" y="4709160"/>
            <a:ext cx="91" cy="54864"/>
          </a:xfrm>
          <a:prstGeom prst="line">
            <a:avLst/>
          </a:prstGeom>
          <a:noFill/>
          <a:ln w="12700">
            <a:solidFill>
              <a:srgbClr val="1A2340"/>
            </a:solidFill>
            <a:prstDash val="solid"/>
          </a:ln>
        </p:spPr>
      </p:sp>
      <p:sp>
        <p:nvSpPr>
          <p:cNvPr id="112" name="Text 110"/>
          <p:cNvSpPr/>
          <p:nvPr/>
        </p:nvSpPr>
        <p:spPr>
          <a:xfrm>
            <a:off x="48920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0.35</a:t>
            </a:r>
            <a:endParaRPr lang="en-US" sz="1000" dirty="0"/>
          </a:p>
        </p:txBody>
      </p:sp>
      <p:sp>
        <p:nvSpPr>
          <p:cNvPr id="113" name="Shape 111"/>
          <p:cNvSpPr/>
          <p:nvPr/>
        </p:nvSpPr>
        <p:spPr>
          <a:xfrm>
            <a:off x="5715000" y="4709160"/>
            <a:ext cx="91" cy="54864"/>
          </a:xfrm>
          <a:prstGeom prst="line">
            <a:avLst/>
          </a:prstGeom>
          <a:noFill/>
          <a:ln w="12700">
            <a:solidFill>
              <a:srgbClr val="1A2340"/>
            </a:solidFill>
            <a:prstDash val="solid"/>
          </a:ln>
        </p:spPr>
      </p:sp>
      <p:sp>
        <p:nvSpPr>
          <p:cNvPr id="114" name="Text 112"/>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0.40</a:t>
            </a:r>
            <a:endParaRPr lang="en-US" sz="1000" dirty="0"/>
          </a:p>
        </p:txBody>
      </p:sp>
      <p:sp>
        <p:nvSpPr>
          <p:cNvPr id="115" name="Shape 113"/>
          <p:cNvSpPr/>
          <p:nvPr/>
        </p:nvSpPr>
        <p:spPr>
          <a:xfrm>
            <a:off x="1271016" y="4709160"/>
            <a:ext cx="54864" cy="91"/>
          </a:xfrm>
          <a:prstGeom prst="line">
            <a:avLst/>
          </a:prstGeom>
          <a:noFill/>
          <a:ln w="12700">
            <a:solidFill>
              <a:srgbClr val="1A2340"/>
            </a:solidFill>
            <a:prstDash val="solid"/>
          </a:ln>
        </p:spPr>
      </p:sp>
      <p:sp>
        <p:nvSpPr>
          <p:cNvPr id="116" name="Text 114"/>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17" name="Shape 115"/>
          <p:cNvSpPr/>
          <p:nvPr/>
        </p:nvSpPr>
        <p:spPr>
          <a:xfrm>
            <a:off x="1271016" y="4297680"/>
            <a:ext cx="54864" cy="91"/>
          </a:xfrm>
          <a:prstGeom prst="line">
            <a:avLst/>
          </a:prstGeom>
          <a:noFill/>
          <a:ln w="12700">
            <a:solidFill>
              <a:srgbClr val="1A2340"/>
            </a:solidFill>
            <a:prstDash val="solid"/>
          </a:ln>
        </p:spPr>
      </p:sp>
      <p:sp>
        <p:nvSpPr>
          <p:cNvPr id="118" name="Text 116"/>
          <p:cNvSpPr/>
          <p:nvPr/>
        </p:nvSpPr>
        <p:spPr>
          <a:xfrm>
            <a:off x="88696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119" name="Shape 117"/>
          <p:cNvSpPr/>
          <p:nvPr/>
        </p:nvSpPr>
        <p:spPr>
          <a:xfrm>
            <a:off x="1271016" y="3886200"/>
            <a:ext cx="54864" cy="91"/>
          </a:xfrm>
          <a:prstGeom prst="line">
            <a:avLst/>
          </a:prstGeom>
          <a:noFill/>
          <a:ln w="12700">
            <a:solidFill>
              <a:srgbClr val="1A2340"/>
            </a:solidFill>
            <a:prstDash val="solid"/>
          </a:ln>
        </p:spPr>
      </p:sp>
      <p:sp>
        <p:nvSpPr>
          <p:cNvPr id="120" name="Text 118"/>
          <p:cNvSpPr/>
          <p:nvPr/>
        </p:nvSpPr>
        <p:spPr>
          <a:xfrm>
            <a:off x="88696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21" name="Shape 119"/>
          <p:cNvSpPr/>
          <p:nvPr/>
        </p:nvSpPr>
        <p:spPr>
          <a:xfrm>
            <a:off x="1271016" y="3474720"/>
            <a:ext cx="54864" cy="91"/>
          </a:xfrm>
          <a:prstGeom prst="line">
            <a:avLst/>
          </a:prstGeom>
          <a:noFill/>
          <a:ln w="12700">
            <a:solidFill>
              <a:srgbClr val="1A2340"/>
            </a:solidFill>
            <a:prstDash val="solid"/>
          </a:ln>
        </p:spPr>
      </p:sp>
      <p:sp>
        <p:nvSpPr>
          <p:cNvPr id="122" name="Text 120"/>
          <p:cNvSpPr/>
          <p:nvPr/>
        </p:nvSpPr>
        <p:spPr>
          <a:xfrm>
            <a:off x="88696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123" name="Shape 121"/>
          <p:cNvSpPr/>
          <p:nvPr/>
        </p:nvSpPr>
        <p:spPr>
          <a:xfrm>
            <a:off x="1271016" y="3063240"/>
            <a:ext cx="54864" cy="91"/>
          </a:xfrm>
          <a:prstGeom prst="line">
            <a:avLst/>
          </a:prstGeom>
          <a:noFill/>
          <a:ln w="12700">
            <a:solidFill>
              <a:srgbClr val="1A2340"/>
            </a:solidFill>
            <a:prstDash val="solid"/>
          </a:ln>
        </p:spPr>
      </p:sp>
      <p:sp>
        <p:nvSpPr>
          <p:cNvPr id="124" name="Text 122"/>
          <p:cNvSpPr/>
          <p:nvPr/>
        </p:nvSpPr>
        <p:spPr>
          <a:xfrm>
            <a:off x="88696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25" name="Shape 123"/>
          <p:cNvSpPr/>
          <p:nvPr/>
        </p:nvSpPr>
        <p:spPr>
          <a:xfrm>
            <a:off x="1271016" y="2651760"/>
            <a:ext cx="54864" cy="91"/>
          </a:xfrm>
          <a:prstGeom prst="line">
            <a:avLst/>
          </a:prstGeom>
          <a:noFill/>
          <a:ln w="12700">
            <a:solidFill>
              <a:srgbClr val="1A2340"/>
            </a:solidFill>
            <a:prstDash val="solid"/>
          </a:ln>
        </p:spPr>
      </p:sp>
      <p:sp>
        <p:nvSpPr>
          <p:cNvPr id="126" name="Text 124"/>
          <p:cNvSpPr/>
          <p:nvPr/>
        </p:nvSpPr>
        <p:spPr>
          <a:xfrm>
            <a:off x="88696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127" name="Shape 125"/>
          <p:cNvSpPr/>
          <p:nvPr/>
        </p:nvSpPr>
        <p:spPr>
          <a:xfrm>
            <a:off x="1271016" y="2240280"/>
            <a:ext cx="54864" cy="91"/>
          </a:xfrm>
          <a:prstGeom prst="line">
            <a:avLst/>
          </a:prstGeom>
          <a:noFill/>
          <a:ln w="12700">
            <a:solidFill>
              <a:srgbClr val="1A2340"/>
            </a:solidFill>
            <a:prstDash val="solid"/>
          </a:ln>
        </p:spPr>
      </p:sp>
      <p:sp>
        <p:nvSpPr>
          <p:cNvPr id="128" name="Text 126"/>
          <p:cNvSpPr/>
          <p:nvPr/>
        </p:nvSpPr>
        <p:spPr>
          <a:xfrm>
            <a:off x="88696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29" name="Shape 127"/>
          <p:cNvSpPr/>
          <p:nvPr/>
        </p:nvSpPr>
        <p:spPr>
          <a:xfrm>
            <a:off x="1271016" y="1828800"/>
            <a:ext cx="54864" cy="91"/>
          </a:xfrm>
          <a:prstGeom prst="line">
            <a:avLst/>
          </a:prstGeom>
          <a:noFill/>
          <a:ln w="12700">
            <a:solidFill>
              <a:srgbClr val="1A2340"/>
            </a:solidFill>
            <a:prstDash val="solid"/>
          </a:ln>
        </p:spPr>
      </p:sp>
      <p:sp>
        <p:nvSpPr>
          <p:cNvPr id="130" name="Text 128"/>
          <p:cNvSpPr/>
          <p:nvPr/>
        </p:nvSpPr>
        <p:spPr>
          <a:xfrm>
            <a:off x="88696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131" name="Shape 129"/>
          <p:cNvSpPr/>
          <p:nvPr/>
        </p:nvSpPr>
        <p:spPr>
          <a:xfrm>
            <a:off x="1271016" y="1417320"/>
            <a:ext cx="54864" cy="91"/>
          </a:xfrm>
          <a:prstGeom prst="line">
            <a:avLst/>
          </a:prstGeom>
          <a:noFill/>
          <a:ln w="12700">
            <a:solidFill>
              <a:srgbClr val="1A2340"/>
            </a:solidFill>
            <a:prstDash val="solid"/>
          </a:ln>
        </p:spPr>
      </p:sp>
      <p:sp>
        <p:nvSpPr>
          <p:cNvPr id="132" name="Text 13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33" name="Text 131"/>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extension / m</a:t>
            </a:r>
            <a:endParaRPr lang="en-US" sz="1050" dirty="0"/>
          </a:p>
        </p:txBody>
      </p:sp>
      <p:sp>
        <p:nvSpPr>
          <p:cNvPr id="134" name="Text 132"/>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force / N</a:t>
            </a:r>
            <a:endParaRPr lang="en-US" sz="1050" dirty="0"/>
          </a:p>
        </p:txBody>
      </p:sp>
      <p:sp>
        <p:nvSpPr>
          <p:cNvPr id="135" name="Shape 133"/>
          <p:cNvSpPr/>
          <p:nvPr/>
        </p:nvSpPr>
        <p:spPr>
          <a:xfrm>
            <a:off x="1280160" y="4663440"/>
            <a:ext cx="91440" cy="91440"/>
          </a:xfrm>
          <a:prstGeom prst="line">
            <a:avLst/>
          </a:prstGeom>
          <a:noFill/>
          <a:ln w="15875">
            <a:solidFill>
              <a:srgbClr val="1A2340"/>
            </a:solidFill>
            <a:prstDash val="solid"/>
          </a:ln>
        </p:spPr>
      </p:sp>
      <p:sp>
        <p:nvSpPr>
          <p:cNvPr id="136" name="Shape 134"/>
          <p:cNvSpPr/>
          <p:nvPr/>
        </p:nvSpPr>
        <p:spPr>
          <a:xfrm flipV="1">
            <a:off x="1280160" y="4663440"/>
            <a:ext cx="91440" cy="91440"/>
          </a:xfrm>
          <a:prstGeom prst="line">
            <a:avLst/>
          </a:prstGeom>
          <a:noFill/>
          <a:ln w="15875">
            <a:solidFill>
              <a:srgbClr val="1A2340"/>
            </a:solidFill>
            <a:prstDash val="solid"/>
          </a:ln>
        </p:spPr>
      </p:sp>
      <p:sp>
        <p:nvSpPr>
          <p:cNvPr id="137" name="Shape 135"/>
          <p:cNvSpPr/>
          <p:nvPr/>
        </p:nvSpPr>
        <p:spPr>
          <a:xfrm>
            <a:off x="1839773" y="4251960"/>
            <a:ext cx="91440" cy="91440"/>
          </a:xfrm>
          <a:prstGeom prst="line">
            <a:avLst/>
          </a:prstGeom>
          <a:noFill/>
          <a:ln w="15875">
            <a:solidFill>
              <a:srgbClr val="1A2340"/>
            </a:solidFill>
            <a:prstDash val="solid"/>
          </a:ln>
        </p:spPr>
      </p:sp>
      <p:sp>
        <p:nvSpPr>
          <p:cNvPr id="138" name="Shape 136"/>
          <p:cNvSpPr/>
          <p:nvPr/>
        </p:nvSpPr>
        <p:spPr>
          <a:xfrm flipV="1">
            <a:off x="1839773" y="4251960"/>
            <a:ext cx="91440" cy="91440"/>
          </a:xfrm>
          <a:prstGeom prst="line">
            <a:avLst/>
          </a:prstGeom>
          <a:noFill/>
          <a:ln w="15875">
            <a:solidFill>
              <a:srgbClr val="1A2340"/>
            </a:solidFill>
            <a:prstDash val="solid"/>
          </a:ln>
        </p:spPr>
      </p:sp>
      <p:sp>
        <p:nvSpPr>
          <p:cNvPr id="139" name="Shape 137"/>
          <p:cNvSpPr/>
          <p:nvPr/>
        </p:nvSpPr>
        <p:spPr>
          <a:xfrm>
            <a:off x="2366467" y="3840480"/>
            <a:ext cx="91440" cy="91440"/>
          </a:xfrm>
          <a:prstGeom prst="line">
            <a:avLst/>
          </a:prstGeom>
          <a:noFill/>
          <a:ln w="15875">
            <a:solidFill>
              <a:srgbClr val="1A2340"/>
            </a:solidFill>
            <a:prstDash val="solid"/>
          </a:ln>
        </p:spPr>
      </p:sp>
      <p:sp>
        <p:nvSpPr>
          <p:cNvPr id="140" name="Shape 138"/>
          <p:cNvSpPr/>
          <p:nvPr/>
        </p:nvSpPr>
        <p:spPr>
          <a:xfrm flipV="1">
            <a:off x="2366467" y="3840480"/>
            <a:ext cx="91440" cy="91440"/>
          </a:xfrm>
          <a:prstGeom prst="line">
            <a:avLst/>
          </a:prstGeom>
          <a:noFill/>
          <a:ln w="15875">
            <a:solidFill>
              <a:srgbClr val="1A2340"/>
            </a:solidFill>
            <a:prstDash val="solid"/>
          </a:ln>
        </p:spPr>
      </p:sp>
      <p:sp>
        <p:nvSpPr>
          <p:cNvPr id="141" name="Shape 139"/>
          <p:cNvSpPr/>
          <p:nvPr/>
        </p:nvSpPr>
        <p:spPr>
          <a:xfrm>
            <a:off x="2926080" y="3429000"/>
            <a:ext cx="91440" cy="91440"/>
          </a:xfrm>
          <a:prstGeom prst="line">
            <a:avLst/>
          </a:prstGeom>
          <a:noFill/>
          <a:ln w="15875">
            <a:solidFill>
              <a:srgbClr val="1A2340"/>
            </a:solidFill>
            <a:prstDash val="solid"/>
          </a:ln>
        </p:spPr>
      </p:sp>
      <p:sp>
        <p:nvSpPr>
          <p:cNvPr id="142" name="Shape 140"/>
          <p:cNvSpPr/>
          <p:nvPr/>
        </p:nvSpPr>
        <p:spPr>
          <a:xfrm flipV="1">
            <a:off x="2926080" y="3429000"/>
            <a:ext cx="91440" cy="91440"/>
          </a:xfrm>
          <a:prstGeom prst="line">
            <a:avLst/>
          </a:prstGeom>
          <a:noFill/>
          <a:ln w="15875">
            <a:solidFill>
              <a:srgbClr val="1A2340"/>
            </a:solidFill>
            <a:prstDash val="solid"/>
          </a:ln>
        </p:spPr>
      </p:sp>
      <p:sp>
        <p:nvSpPr>
          <p:cNvPr id="143" name="Shape 141"/>
          <p:cNvSpPr/>
          <p:nvPr/>
        </p:nvSpPr>
        <p:spPr>
          <a:xfrm>
            <a:off x="3485693" y="3017520"/>
            <a:ext cx="91440" cy="91440"/>
          </a:xfrm>
          <a:prstGeom prst="line">
            <a:avLst/>
          </a:prstGeom>
          <a:noFill/>
          <a:ln w="15875">
            <a:solidFill>
              <a:srgbClr val="1A2340"/>
            </a:solidFill>
            <a:prstDash val="solid"/>
          </a:ln>
        </p:spPr>
      </p:sp>
      <p:sp>
        <p:nvSpPr>
          <p:cNvPr id="144" name="Shape 142"/>
          <p:cNvSpPr/>
          <p:nvPr/>
        </p:nvSpPr>
        <p:spPr>
          <a:xfrm flipV="1">
            <a:off x="3485693" y="3017520"/>
            <a:ext cx="91440" cy="91440"/>
          </a:xfrm>
          <a:prstGeom prst="line">
            <a:avLst/>
          </a:prstGeom>
          <a:noFill/>
          <a:ln w="15875">
            <a:solidFill>
              <a:srgbClr val="1A2340"/>
            </a:solidFill>
            <a:prstDash val="solid"/>
          </a:ln>
        </p:spPr>
      </p:sp>
      <p:sp>
        <p:nvSpPr>
          <p:cNvPr id="145" name="Shape 143"/>
          <p:cNvSpPr/>
          <p:nvPr/>
        </p:nvSpPr>
        <p:spPr>
          <a:xfrm>
            <a:off x="4012387" y="2606040"/>
            <a:ext cx="91440" cy="91440"/>
          </a:xfrm>
          <a:prstGeom prst="line">
            <a:avLst/>
          </a:prstGeom>
          <a:noFill/>
          <a:ln w="15875">
            <a:solidFill>
              <a:srgbClr val="1A2340"/>
            </a:solidFill>
            <a:prstDash val="solid"/>
          </a:ln>
        </p:spPr>
      </p:sp>
      <p:sp>
        <p:nvSpPr>
          <p:cNvPr id="146" name="Shape 144"/>
          <p:cNvSpPr/>
          <p:nvPr/>
        </p:nvSpPr>
        <p:spPr>
          <a:xfrm flipV="1">
            <a:off x="4012387" y="2606040"/>
            <a:ext cx="91440" cy="91440"/>
          </a:xfrm>
          <a:prstGeom prst="line">
            <a:avLst/>
          </a:prstGeom>
          <a:noFill/>
          <a:ln w="15875">
            <a:solidFill>
              <a:srgbClr val="1A2340"/>
            </a:solidFill>
            <a:prstDash val="solid"/>
          </a:ln>
        </p:spPr>
      </p:sp>
      <p:sp>
        <p:nvSpPr>
          <p:cNvPr id="147" name="Shape 145"/>
          <p:cNvSpPr/>
          <p:nvPr/>
        </p:nvSpPr>
        <p:spPr>
          <a:xfrm>
            <a:off x="4572000" y="2194560"/>
            <a:ext cx="91440" cy="91440"/>
          </a:xfrm>
          <a:prstGeom prst="line">
            <a:avLst/>
          </a:prstGeom>
          <a:noFill/>
          <a:ln w="15875">
            <a:solidFill>
              <a:srgbClr val="1A2340"/>
            </a:solidFill>
            <a:prstDash val="solid"/>
          </a:ln>
        </p:spPr>
      </p:sp>
      <p:sp>
        <p:nvSpPr>
          <p:cNvPr id="148" name="Shape 146"/>
          <p:cNvSpPr/>
          <p:nvPr/>
        </p:nvSpPr>
        <p:spPr>
          <a:xfrm flipV="1">
            <a:off x="4572000" y="2194560"/>
            <a:ext cx="91440" cy="91440"/>
          </a:xfrm>
          <a:prstGeom prst="line">
            <a:avLst/>
          </a:prstGeom>
          <a:noFill/>
          <a:ln w="15875">
            <a:solidFill>
              <a:srgbClr val="1A2340"/>
            </a:solidFill>
            <a:prstDash val="solid"/>
          </a:ln>
        </p:spPr>
      </p:sp>
      <p:sp>
        <p:nvSpPr>
          <p:cNvPr id="149" name="Shape 147"/>
          <p:cNvSpPr/>
          <p:nvPr/>
        </p:nvSpPr>
        <p:spPr>
          <a:xfrm>
            <a:off x="5394960" y="1783080"/>
            <a:ext cx="91440" cy="91440"/>
          </a:xfrm>
          <a:prstGeom prst="line">
            <a:avLst/>
          </a:prstGeom>
          <a:noFill/>
          <a:ln w="15875">
            <a:solidFill>
              <a:srgbClr val="1A2340"/>
            </a:solidFill>
            <a:prstDash val="solid"/>
          </a:ln>
        </p:spPr>
      </p:sp>
      <p:sp>
        <p:nvSpPr>
          <p:cNvPr id="150" name="Shape 148"/>
          <p:cNvSpPr/>
          <p:nvPr/>
        </p:nvSpPr>
        <p:spPr>
          <a:xfrm flipV="1">
            <a:off x="5394960" y="1783080"/>
            <a:ext cx="91440" cy="91440"/>
          </a:xfrm>
          <a:prstGeom prst="line">
            <a:avLst/>
          </a:prstGeom>
          <a:noFill/>
          <a:ln w="15875">
            <a:solidFill>
              <a:srgbClr val="1A2340"/>
            </a:solidFill>
            <a:prstDash val="solid"/>
          </a:ln>
        </p:spPr>
      </p:sp>
      <p:sp>
        <p:nvSpPr>
          <p:cNvPr id="151" name="Shape 149"/>
          <p:cNvSpPr/>
          <p:nvPr/>
        </p:nvSpPr>
        <p:spPr>
          <a:xfrm flipV="1">
            <a:off x="1325880" y="2240280"/>
            <a:ext cx="3291840" cy="2468880"/>
          </a:xfrm>
          <a:prstGeom prst="line">
            <a:avLst/>
          </a:prstGeom>
          <a:noFill/>
          <a:ln w="25400">
            <a:solidFill>
              <a:srgbClr val="2E5BD8"/>
            </a:solidFill>
            <a:prstDash val="solid"/>
          </a:ln>
        </p:spPr>
      </p:sp>
      <p:sp>
        <p:nvSpPr>
          <p:cNvPr id="152" name="Shape 150"/>
          <p:cNvSpPr/>
          <p:nvPr/>
        </p:nvSpPr>
        <p:spPr>
          <a:xfrm flipV="1">
            <a:off x="4617720" y="2075688"/>
            <a:ext cx="219456" cy="164592"/>
          </a:xfrm>
          <a:prstGeom prst="line">
            <a:avLst/>
          </a:prstGeom>
          <a:noFill/>
          <a:ln w="25400">
            <a:solidFill>
              <a:srgbClr val="C8414C"/>
            </a:solidFill>
            <a:prstDash val="solid"/>
          </a:ln>
        </p:spPr>
      </p:sp>
      <p:sp>
        <p:nvSpPr>
          <p:cNvPr id="153" name="Shape 151"/>
          <p:cNvSpPr/>
          <p:nvPr/>
        </p:nvSpPr>
        <p:spPr>
          <a:xfrm flipV="1">
            <a:off x="4837176" y="1931670"/>
            <a:ext cx="274320" cy="144018"/>
          </a:xfrm>
          <a:prstGeom prst="line">
            <a:avLst/>
          </a:prstGeom>
          <a:noFill/>
          <a:ln w="25400">
            <a:solidFill>
              <a:srgbClr val="C8414C"/>
            </a:solidFill>
            <a:prstDash val="solid"/>
          </a:ln>
        </p:spPr>
      </p:sp>
      <p:sp>
        <p:nvSpPr>
          <p:cNvPr id="154" name="Shape 152"/>
          <p:cNvSpPr/>
          <p:nvPr/>
        </p:nvSpPr>
        <p:spPr>
          <a:xfrm flipV="1">
            <a:off x="5111496" y="1828800"/>
            <a:ext cx="329184" cy="102870"/>
          </a:xfrm>
          <a:prstGeom prst="line">
            <a:avLst/>
          </a:prstGeom>
          <a:noFill/>
          <a:ln w="25400">
            <a:solidFill>
              <a:srgbClr val="C8414C"/>
            </a:solidFill>
            <a:prstDash val="solid"/>
          </a:ln>
        </p:spPr>
      </p:sp>
      <p:sp>
        <p:nvSpPr>
          <p:cNvPr id="155" name="Shape 153"/>
          <p:cNvSpPr/>
          <p:nvPr/>
        </p:nvSpPr>
        <p:spPr>
          <a:xfrm>
            <a:off x="4535424" y="2157984"/>
            <a:ext cx="164592" cy="164592"/>
          </a:xfrm>
          <a:prstGeom prst="ellipse">
            <a:avLst/>
          </a:prstGeom>
          <a:solidFill>
            <a:srgbClr val="FFFFFF"/>
          </a:solidFill>
          <a:ln w="25400">
            <a:solidFill>
              <a:srgbClr val="1A2340"/>
            </a:solidFill>
            <a:prstDash val="solid"/>
          </a:ln>
        </p:spPr>
      </p:sp>
      <p:sp>
        <p:nvSpPr>
          <p:cNvPr id="156" name="Text 154"/>
          <p:cNvSpPr/>
          <p:nvPr/>
        </p:nvSpPr>
        <p:spPr>
          <a:xfrm>
            <a:off x="4672584" y="2857500"/>
            <a:ext cx="118872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limit of</a:t>
            </a:r>
            <a:endParaRPr lang="en-US" sz="1050" dirty="0"/>
          </a:p>
          <a:p>
            <a:pPr algn="l" indent="0" marL="0">
              <a:buNone/>
            </a:pPr>
            <a:r>
              <a:rPr lang="en-US" sz="1050" b="1" dirty="0">
                <a:solidFill>
                  <a:srgbClr val="262B3A"/>
                </a:solidFill>
                <a:latin typeface="Calibri" pitchFamily="34" charset="0"/>
                <a:ea typeface="Calibri" pitchFamily="34" charset="-122"/>
                <a:cs typeface="Calibri" pitchFamily="34" charset="-120"/>
              </a:rPr>
              <a:t>proportionality</a:t>
            </a:r>
            <a:endParaRPr lang="en-US" sz="1050" dirty="0"/>
          </a:p>
        </p:txBody>
      </p:sp>
      <p:sp>
        <p:nvSpPr>
          <p:cNvPr id="157" name="Shape 155"/>
          <p:cNvSpPr/>
          <p:nvPr/>
        </p:nvSpPr>
        <p:spPr>
          <a:xfrm flipH="1" flipV="1">
            <a:off x="4663440" y="2331720"/>
            <a:ext cx="118872" cy="422910"/>
          </a:xfrm>
          <a:prstGeom prst="line">
            <a:avLst/>
          </a:prstGeom>
          <a:noFill/>
          <a:ln w="12700">
            <a:solidFill>
              <a:srgbClr val="1A2340"/>
            </a:solidFill>
            <a:prstDash val="solid"/>
            <a:tailEnd type="triangle"/>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280160"/>
                <a:gridCol w="1371600"/>
                <a:gridCol w="1463040"/>
                <a:gridCol w="1444752"/>
              </a:tblGrid>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Force / N</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Length / cm</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Extension / cm</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Extension / m</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0.000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5.1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0.051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14.9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9.9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0.099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0.150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25.1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20.1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0.201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29.9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24.9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0.249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35.0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0.300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C8414C"/>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BE9EA"/>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42.5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BE9EA"/>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37.5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BE9EA"/>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0.375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BE9EA"/>
                    </a:solidFill>
                  </a:tcPr>
                </a:tc>
              </a:tr>
            </a:tbl>
          </a:graphicData>
        </a:graphic>
      </p:graphicFrame>
      <p:sp>
        <p:nvSpPr>
          <p:cNvPr id="159" name="Shape 156"/>
          <p:cNvSpPr/>
          <p:nvPr/>
        </p:nvSpPr>
        <p:spPr>
          <a:xfrm>
            <a:off x="6217920" y="4279392"/>
            <a:ext cx="5559552" cy="1435608"/>
          </a:xfrm>
          <a:prstGeom prst="roundRect">
            <a:avLst>
              <a:gd name="adj" fmla="val 3822"/>
            </a:avLst>
          </a:prstGeom>
          <a:solidFill>
            <a:srgbClr val="F5F8FE"/>
          </a:solidFill>
          <a:ln w="9525">
            <a:solidFill>
              <a:srgbClr val="D5DCEB"/>
            </a:solidFill>
            <a:prstDash val="solid"/>
          </a:ln>
        </p:spPr>
      </p:sp>
      <p:sp>
        <p:nvSpPr>
          <p:cNvPr id="160" name="Text 157"/>
          <p:cNvSpPr/>
          <p:nvPr/>
        </p:nvSpPr>
        <p:spPr>
          <a:xfrm>
            <a:off x="6382512" y="4370832"/>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161" name="Text 158"/>
          <p:cNvSpPr/>
          <p:nvPr/>
        </p:nvSpPr>
        <p:spPr>
          <a:xfrm>
            <a:off x="6382512" y="4700016"/>
            <a:ext cx="5230368" cy="94183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Up to </a:t>
            </a:r>
            <a:r>
              <a:rPr lang="en-US" sz="1100" b="1" dirty="0">
                <a:solidFill>
                  <a:srgbClr val="262B3A"/>
                </a:solidFill>
                <a:latin typeface="Calibri" pitchFamily="34" charset="0"/>
                <a:ea typeface="Calibri" pitchFamily="34" charset="-122"/>
                <a:cs typeface="Calibri" pitchFamily="34" charset="-120"/>
              </a:rPr>
              <a:t>6.0 N</a:t>
            </a:r>
            <a:r>
              <a:rPr lang="en-US" sz="1100" dirty="0">
                <a:solidFill>
                  <a:srgbClr val="262B3A"/>
                </a:solidFill>
                <a:latin typeface="Calibri" pitchFamily="34" charset="0"/>
                <a:ea typeface="Calibri" pitchFamily="34" charset="-122"/>
                <a:cs typeface="Calibri" pitchFamily="34" charset="-120"/>
              </a:rPr>
              <a:t> the points lie on a straight line through the origin: F ∝ x (linear).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7.0 N</a:t>
            </a:r>
            <a:r>
              <a:rPr lang="en-US" sz="1100" dirty="0">
                <a:solidFill>
                  <a:srgbClr val="262B3A"/>
                </a:solidFill>
                <a:latin typeface="Calibri" pitchFamily="34" charset="0"/>
                <a:ea typeface="Calibri" pitchFamily="34" charset="-122"/>
                <a:cs typeface="Calibri" pitchFamily="34" charset="-120"/>
              </a:rPr>
              <a:t> point (red) is well off the line: the spring is past its limit of proportionality.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Original length = 5.0 cm. Each extension = length − 5.0 cm.</a:t>
            </a:r>
            <a:endParaRPr lang="en-US" sz="1100" dirty="0"/>
          </a:p>
        </p:txBody>
      </p:sp>
      <p:sp>
        <p:nvSpPr>
          <p:cNvPr id="162" name="Shape 159"/>
          <p:cNvSpPr/>
          <p:nvPr/>
        </p:nvSpPr>
        <p:spPr>
          <a:xfrm>
            <a:off x="411480" y="5833872"/>
            <a:ext cx="11368735" cy="530352"/>
          </a:xfrm>
          <a:prstGeom prst="rect">
            <a:avLst/>
          </a:prstGeom>
          <a:solidFill>
            <a:srgbClr val="FFF4E0"/>
          </a:solidFill>
          <a:ln w="6350">
            <a:solidFill>
              <a:srgbClr val="F1D9A8"/>
            </a:solidFill>
            <a:prstDash val="solid"/>
          </a:ln>
        </p:spPr>
      </p:sp>
      <p:sp>
        <p:nvSpPr>
          <p:cNvPr id="163" name="Shape 160"/>
          <p:cNvSpPr/>
          <p:nvPr/>
        </p:nvSpPr>
        <p:spPr>
          <a:xfrm>
            <a:off x="411480" y="5833872"/>
            <a:ext cx="82296" cy="530352"/>
          </a:xfrm>
          <a:prstGeom prst="rect">
            <a:avLst/>
          </a:prstGeom>
          <a:solidFill>
            <a:srgbClr val="E39A2F"/>
          </a:solidFill>
          <a:ln w="12700">
            <a:solidFill>
              <a:srgbClr val="E39A2F"/>
            </a:solidFill>
            <a:prstDash val="solid"/>
          </a:ln>
        </p:spPr>
      </p:sp>
      <p:sp>
        <p:nvSpPr>
          <p:cNvPr id="164" name="Text 16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what is the extension, in metres, when the force is 4.0 N? Does F = k × x with k = 20 N/m fit this point?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P2: spring constant and work done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P6.3.5, P6.3.6 • analysing the graph</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P2</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P2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gradient triangle and shaded area on the best-fit line</a:t>
            </a:r>
            <a:endParaRPr lang="en-US" sz="1000" dirty="0"/>
          </a:p>
        </p:txBody>
      </p:sp>
      <p:sp>
        <p:nvSpPr>
          <p:cNvPr id="12" name="Shape 10"/>
          <p:cNvSpPr/>
          <p:nvPr/>
        </p:nvSpPr>
        <p:spPr>
          <a:xfrm>
            <a:off x="1325880" y="1417320"/>
            <a:ext cx="4389120" cy="3291840"/>
          </a:xfrm>
          <a:prstGeom prst="rect">
            <a:avLst/>
          </a:prstGeom>
          <a:solidFill>
            <a:srgbClr val="FFFFFF"/>
          </a:solidFill>
          <a:ln/>
        </p:spPr>
      </p:sp>
      <p:sp>
        <p:nvSpPr>
          <p:cNvPr id="13" name="Shape 11"/>
          <p:cNvSpPr/>
          <p:nvPr/>
        </p:nvSpPr>
        <p:spPr>
          <a:xfrm>
            <a:off x="1325880" y="1417320"/>
            <a:ext cx="91" cy="3291840"/>
          </a:xfrm>
          <a:prstGeom prst="line">
            <a:avLst/>
          </a:prstGeom>
          <a:noFill/>
          <a:ln w="6350">
            <a:solidFill>
              <a:srgbClr val="C9D3E6"/>
            </a:solidFill>
            <a:prstDash val="solid"/>
          </a:ln>
        </p:spPr>
      </p:sp>
      <p:sp>
        <p:nvSpPr>
          <p:cNvPr id="14" name="Shape 12"/>
          <p:cNvSpPr/>
          <p:nvPr/>
        </p:nvSpPr>
        <p:spPr>
          <a:xfrm>
            <a:off x="1435608" y="1417320"/>
            <a:ext cx="91" cy="3291840"/>
          </a:xfrm>
          <a:prstGeom prst="line">
            <a:avLst/>
          </a:prstGeom>
          <a:noFill/>
          <a:ln w="6350">
            <a:solidFill>
              <a:srgbClr val="E6EBF4"/>
            </a:solidFill>
            <a:prstDash val="solid"/>
          </a:ln>
        </p:spPr>
      </p:sp>
      <p:sp>
        <p:nvSpPr>
          <p:cNvPr id="15" name="Shape 13"/>
          <p:cNvSpPr/>
          <p:nvPr/>
        </p:nvSpPr>
        <p:spPr>
          <a:xfrm>
            <a:off x="1545336" y="1417320"/>
            <a:ext cx="91" cy="3291840"/>
          </a:xfrm>
          <a:prstGeom prst="line">
            <a:avLst/>
          </a:prstGeom>
          <a:noFill/>
          <a:ln w="6350">
            <a:solidFill>
              <a:srgbClr val="E6EBF4"/>
            </a:solidFill>
            <a:prstDash val="solid"/>
          </a:ln>
        </p:spPr>
      </p:sp>
      <p:sp>
        <p:nvSpPr>
          <p:cNvPr id="16" name="Shape 14"/>
          <p:cNvSpPr/>
          <p:nvPr/>
        </p:nvSpPr>
        <p:spPr>
          <a:xfrm>
            <a:off x="1655064" y="1417320"/>
            <a:ext cx="91" cy="3291840"/>
          </a:xfrm>
          <a:prstGeom prst="line">
            <a:avLst/>
          </a:prstGeom>
          <a:noFill/>
          <a:ln w="6350">
            <a:solidFill>
              <a:srgbClr val="E6EBF4"/>
            </a:solidFill>
            <a:prstDash val="solid"/>
          </a:ln>
        </p:spPr>
      </p:sp>
      <p:sp>
        <p:nvSpPr>
          <p:cNvPr id="17" name="Shape 15"/>
          <p:cNvSpPr/>
          <p:nvPr/>
        </p:nvSpPr>
        <p:spPr>
          <a:xfrm>
            <a:off x="1764792" y="1417320"/>
            <a:ext cx="91" cy="3291840"/>
          </a:xfrm>
          <a:prstGeom prst="line">
            <a:avLst/>
          </a:prstGeom>
          <a:noFill/>
          <a:ln w="6350">
            <a:solidFill>
              <a:srgbClr val="E6EBF4"/>
            </a:solidFill>
            <a:prstDash val="solid"/>
          </a:ln>
        </p:spPr>
      </p:sp>
      <p:sp>
        <p:nvSpPr>
          <p:cNvPr id="18" name="Shape 16"/>
          <p:cNvSpPr/>
          <p:nvPr/>
        </p:nvSpPr>
        <p:spPr>
          <a:xfrm>
            <a:off x="1874520" y="1417320"/>
            <a:ext cx="91" cy="3291840"/>
          </a:xfrm>
          <a:prstGeom prst="line">
            <a:avLst/>
          </a:prstGeom>
          <a:noFill/>
          <a:ln w="6350">
            <a:solidFill>
              <a:srgbClr val="C9D3E6"/>
            </a:solidFill>
            <a:prstDash val="solid"/>
          </a:ln>
        </p:spPr>
      </p:sp>
      <p:sp>
        <p:nvSpPr>
          <p:cNvPr id="19" name="Shape 17"/>
          <p:cNvSpPr/>
          <p:nvPr/>
        </p:nvSpPr>
        <p:spPr>
          <a:xfrm>
            <a:off x="1984248" y="1417320"/>
            <a:ext cx="91" cy="3291840"/>
          </a:xfrm>
          <a:prstGeom prst="line">
            <a:avLst/>
          </a:prstGeom>
          <a:noFill/>
          <a:ln w="6350">
            <a:solidFill>
              <a:srgbClr val="E6EBF4"/>
            </a:solidFill>
            <a:prstDash val="solid"/>
          </a:ln>
        </p:spPr>
      </p:sp>
      <p:sp>
        <p:nvSpPr>
          <p:cNvPr id="20" name="Shape 18"/>
          <p:cNvSpPr/>
          <p:nvPr/>
        </p:nvSpPr>
        <p:spPr>
          <a:xfrm>
            <a:off x="2093976" y="1417320"/>
            <a:ext cx="91" cy="3291840"/>
          </a:xfrm>
          <a:prstGeom prst="line">
            <a:avLst/>
          </a:prstGeom>
          <a:noFill/>
          <a:ln w="6350">
            <a:solidFill>
              <a:srgbClr val="E6EBF4"/>
            </a:solidFill>
            <a:prstDash val="solid"/>
          </a:ln>
        </p:spPr>
      </p:sp>
      <p:sp>
        <p:nvSpPr>
          <p:cNvPr id="21" name="Shape 19"/>
          <p:cNvSpPr/>
          <p:nvPr/>
        </p:nvSpPr>
        <p:spPr>
          <a:xfrm>
            <a:off x="2203704" y="1417320"/>
            <a:ext cx="91" cy="3291840"/>
          </a:xfrm>
          <a:prstGeom prst="line">
            <a:avLst/>
          </a:prstGeom>
          <a:noFill/>
          <a:ln w="6350">
            <a:solidFill>
              <a:srgbClr val="E6EBF4"/>
            </a:solidFill>
            <a:prstDash val="solid"/>
          </a:ln>
        </p:spPr>
      </p:sp>
      <p:sp>
        <p:nvSpPr>
          <p:cNvPr id="22" name="Shape 20"/>
          <p:cNvSpPr/>
          <p:nvPr/>
        </p:nvSpPr>
        <p:spPr>
          <a:xfrm>
            <a:off x="2313432" y="1417320"/>
            <a:ext cx="91" cy="3291840"/>
          </a:xfrm>
          <a:prstGeom prst="line">
            <a:avLst/>
          </a:prstGeom>
          <a:noFill/>
          <a:ln w="6350">
            <a:solidFill>
              <a:srgbClr val="E6EBF4"/>
            </a:solidFill>
            <a:prstDash val="solid"/>
          </a:ln>
        </p:spPr>
      </p:sp>
      <p:sp>
        <p:nvSpPr>
          <p:cNvPr id="23" name="Shape 21"/>
          <p:cNvSpPr/>
          <p:nvPr/>
        </p:nvSpPr>
        <p:spPr>
          <a:xfrm>
            <a:off x="2423160" y="1417320"/>
            <a:ext cx="91" cy="3291840"/>
          </a:xfrm>
          <a:prstGeom prst="line">
            <a:avLst/>
          </a:prstGeom>
          <a:noFill/>
          <a:ln w="6350">
            <a:solidFill>
              <a:srgbClr val="C9D3E6"/>
            </a:solidFill>
            <a:prstDash val="solid"/>
          </a:ln>
        </p:spPr>
      </p:sp>
      <p:sp>
        <p:nvSpPr>
          <p:cNvPr id="24" name="Shape 22"/>
          <p:cNvSpPr/>
          <p:nvPr/>
        </p:nvSpPr>
        <p:spPr>
          <a:xfrm>
            <a:off x="2532888" y="1417320"/>
            <a:ext cx="91" cy="3291840"/>
          </a:xfrm>
          <a:prstGeom prst="line">
            <a:avLst/>
          </a:prstGeom>
          <a:noFill/>
          <a:ln w="6350">
            <a:solidFill>
              <a:srgbClr val="E6EBF4"/>
            </a:solidFill>
            <a:prstDash val="solid"/>
          </a:ln>
        </p:spPr>
      </p:sp>
      <p:sp>
        <p:nvSpPr>
          <p:cNvPr id="25" name="Shape 23"/>
          <p:cNvSpPr/>
          <p:nvPr/>
        </p:nvSpPr>
        <p:spPr>
          <a:xfrm>
            <a:off x="2642616" y="1417320"/>
            <a:ext cx="91" cy="3291840"/>
          </a:xfrm>
          <a:prstGeom prst="line">
            <a:avLst/>
          </a:prstGeom>
          <a:noFill/>
          <a:ln w="6350">
            <a:solidFill>
              <a:srgbClr val="E6EBF4"/>
            </a:solidFill>
            <a:prstDash val="solid"/>
          </a:ln>
        </p:spPr>
      </p:sp>
      <p:sp>
        <p:nvSpPr>
          <p:cNvPr id="26" name="Shape 24"/>
          <p:cNvSpPr/>
          <p:nvPr/>
        </p:nvSpPr>
        <p:spPr>
          <a:xfrm>
            <a:off x="2752344" y="1417320"/>
            <a:ext cx="91" cy="3291840"/>
          </a:xfrm>
          <a:prstGeom prst="line">
            <a:avLst/>
          </a:prstGeom>
          <a:noFill/>
          <a:ln w="6350">
            <a:solidFill>
              <a:srgbClr val="E6EBF4"/>
            </a:solidFill>
            <a:prstDash val="solid"/>
          </a:ln>
        </p:spPr>
      </p:sp>
      <p:sp>
        <p:nvSpPr>
          <p:cNvPr id="27" name="Shape 25"/>
          <p:cNvSpPr/>
          <p:nvPr/>
        </p:nvSpPr>
        <p:spPr>
          <a:xfrm>
            <a:off x="2862072" y="1417320"/>
            <a:ext cx="91" cy="3291840"/>
          </a:xfrm>
          <a:prstGeom prst="line">
            <a:avLst/>
          </a:prstGeom>
          <a:noFill/>
          <a:ln w="6350">
            <a:solidFill>
              <a:srgbClr val="E6EBF4"/>
            </a:solidFill>
            <a:prstDash val="solid"/>
          </a:ln>
        </p:spPr>
      </p:sp>
      <p:sp>
        <p:nvSpPr>
          <p:cNvPr id="28" name="Shape 26"/>
          <p:cNvSpPr/>
          <p:nvPr/>
        </p:nvSpPr>
        <p:spPr>
          <a:xfrm>
            <a:off x="2971800" y="1417320"/>
            <a:ext cx="91" cy="3291840"/>
          </a:xfrm>
          <a:prstGeom prst="line">
            <a:avLst/>
          </a:prstGeom>
          <a:noFill/>
          <a:ln w="6350">
            <a:solidFill>
              <a:srgbClr val="C9D3E6"/>
            </a:solidFill>
            <a:prstDash val="solid"/>
          </a:ln>
        </p:spPr>
      </p:sp>
      <p:sp>
        <p:nvSpPr>
          <p:cNvPr id="29" name="Shape 27"/>
          <p:cNvSpPr/>
          <p:nvPr/>
        </p:nvSpPr>
        <p:spPr>
          <a:xfrm>
            <a:off x="3081528" y="1417320"/>
            <a:ext cx="91" cy="3291840"/>
          </a:xfrm>
          <a:prstGeom prst="line">
            <a:avLst/>
          </a:prstGeom>
          <a:noFill/>
          <a:ln w="6350">
            <a:solidFill>
              <a:srgbClr val="E6EBF4"/>
            </a:solidFill>
            <a:prstDash val="solid"/>
          </a:ln>
        </p:spPr>
      </p:sp>
      <p:sp>
        <p:nvSpPr>
          <p:cNvPr id="30" name="Shape 28"/>
          <p:cNvSpPr/>
          <p:nvPr/>
        </p:nvSpPr>
        <p:spPr>
          <a:xfrm>
            <a:off x="3191256" y="1417320"/>
            <a:ext cx="91" cy="3291840"/>
          </a:xfrm>
          <a:prstGeom prst="line">
            <a:avLst/>
          </a:prstGeom>
          <a:noFill/>
          <a:ln w="6350">
            <a:solidFill>
              <a:srgbClr val="E6EBF4"/>
            </a:solidFill>
            <a:prstDash val="solid"/>
          </a:ln>
        </p:spPr>
      </p:sp>
      <p:sp>
        <p:nvSpPr>
          <p:cNvPr id="31" name="Shape 29"/>
          <p:cNvSpPr/>
          <p:nvPr/>
        </p:nvSpPr>
        <p:spPr>
          <a:xfrm>
            <a:off x="3300984" y="1417320"/>
            <a:ext cx="91" cy="3291840"/>
          </a:xfrm>
          <a:prstGeom prst="line">
            <a:avLst/>
          </a:prstGeom>
          <a:noFill/>
          <a:ln w="6350">
            <a:solidFill>
              <a:srgbClr val="E6EBF4"/>
            </a:solidFill>
            <a:prstDash val="solid"/>
          </a:ln>
        </p:spPr>
      </p:sp>
      <p:sp>
        <p:nvSpPr>
          <p:cNvPr id="32" name="Shape 30"/>
          <p:cNvSpPr/>
          <p:nvPr/>
        </p:nvSpPr>
        <p:spPr>
          <a:xfrm>
            <a:off x="3410712" y="1417320"/>
            <a:ext cx="91" cy="3291840"/>
          </a:xfrm>
          <a:prstGeom prst="line">
            <a:avLst/>
          </a:prstGeom>
          <a:noFill/>
          <a:ln w="6350">
            <a:solidFill>
              <a:srgbClr val="E6EBF4"/>
            </a:solidFill>
            <a:prstDash val="solid"/>
          </a:ln>
        </p:spPr>
      </p:sp>
      <p:sp>
        <p:nvSpPr>
          <p:cNvPr id="33" name="Shape 31"/>
          <p:cNvSpPr/>
          <p:nvPr/>
        </p:nvSpPr>
        <p:spPr>
          <a:xfrm>
            <a:off x="3520440" y="1417320"/>
            <a:ext cx="91" cy="3291840"/>
          </a:xfrm>
          <a:prstGeom prst="line">
            <a:avLst/>
          </a:prstGeom>
          <a:noFill/>
          <a:ln w="6350">
            <a:solidFill>
              <a:srgbClr val="C9D3E6"/>
            </a:solidFill>
            <a:prstDash val="solid"/>
          </a:ln>
        </p:spPr>
      </p:sp>
      <p:sp>
        <p:nvSpPr>
          <p:cNvPr id="34" name="Shape 32"/>
          <p:cNvSpPr/>
          <p:nvPr/>
        </p:nvSpPr>
        <p:spPr>
          <a:xfrm>
            <a:off x="3630168" y="1417320"/>
            <a:ext cx="91" cy="3291840"/>
          </a:xfrm>
          <a:prstGeom prst="line">
            <a:avLst/>
          </a:prstGeom>
          <a:noFill/>
          <a:ln w="6350">
            <a:solidFill>
              <a:srgbClr val="E6EBF4"/>
            </a:solidFill>
            <a:prstDash val="solid"/>
          </a:ln>
        </p:spPr>
      </p:sp>
      <p:sp>
        <p:nvSpPr>
          <p:cNvPr id="35" name="Shape 33"/>
          <p:cNvSpPr/>
          <p:nvPr/>
        </p:nvSpPr>
        <p:spPr>
          <a:xfrm>
            <a:off x="3739896" y="1417320"/>
            <a:ext cx="91" cy="3291840"/>
          </a:xfrm>
          <a:prstGeom prst="line">
            <a:avLst/>
          </a:prstGeom>
          <a:noFill/>
          <a:ln w="6350">
            <a:solidFill>
              <a:srgbClr val="E6EBF4"/>
            </a:solidFill>
            <a:prstDash val="solid"/>
          </a:ln>
        </p:spPr>
      </p:sp>
      <p:sp>
        <p:nvSpPr>
          <p:cNvPr id="36" name="Shape 34"/>
          <p:cNvSpPr/>
          <p:nvPr/>
        </p:nvSpPr>
        <p:spPr>
          <a:xfrm>
            <a:off x="3849624" y="1417320"/>
            <a:ext cx="91" cy="3291840"/>
          </a:xfrm>
          <a:prstGeom prst="line">
            <a:avLst/>
          </a:prstGeom>
          <a:noFill/>
          <a:ln w="6350">
            <a:solidFill>
              <a:srgbClr val="E6EBF4"/>
            </a:solidFill>
            <a:prstDash val="solid"/>
          </a:ln>
        </p:spPr>
      </p:sp>
      <p:sp>
        <p:nvSpPr>
          <p:cNvPr id="37" name="Shape 35"/>
          <p:cNvSpPr/>
          <p:nvPr/>
        </p:nvSpPr>
        <p:spPr>
          <a:xfrm>
            <a:off x="3959352" y="1417320"/>
            <a:ext cx="91" cy="3291840"/>
          </a:xfrm>
          <a:prstGeom prst="line">
            <a:avLst/>
          </a:prstGeom>
          <a:noFill/>
          <a:ln w="6350">
            <a:solidFill>
              <a:srgbClr val="E6EBF4"/>
            </a:solidFill>
            <a:prstDash val="solid"/>
          </a:ln>
        </p:spPr>
      </p:sp>
      <p:sp>
        <p:nvSpPr>
          <p:cNvPr id="38" name="Shape 36"/>
          <p:cNvSpPr/>
          <p:nvPr/>
        </p:nvSpPr>
        <p:spPr>
          <a:xfrm>
            <a:off x="4069080" y="1417320"/>
            <a:ext cx="91" cy="3291840"/>
          </a:xfrm>
          <a:prstGeom prst="line">
            <a:avLst/>
          </a:prstGeom>
          <a:noFill/>
          <a:ln w="6350">
            <a:solidFill>
              <a:srgbClr val="C9D3E6"/>
            </a:solidFill>
            <a:prstDash val="solid"/>
          </a:ln>
        </p:spPr>
      </p:sp>
      <p:sp>
        <p:nvSpPr>
          <p:cNvPr id="39" name="Shape 37"/>
          <p:cNvSpPr/>
          <p:nvPr/>
        </p:nvSpPr>
        <p:spPr>
          <a:xfrm>
            <a:off x="4178808" y="1417320"/>
            <a:ext cx="91" cy="3291840"/>
          </a:xfrm>
          <a:prstGeom prst="line">
            <a:avLst/>
          </a:prstGeom>
          <a:noFill/>
          <a:ln w="6350">
            <a:solidFill>
              <a:srgbClr val="E6EBF4"/>
            </a:solidFill>
            <a:prstDash val="solid"/>
          </a:ln>
        </p:spPr>
      </p:sp>
      <p:sp>
        <p:nvSpPr>
          <p:cNvPr id="40" name="Shape 38"/>
          <p:cNvSpPr/>
          <p:nvPr/>
        </p:nvSpPr>
        <p:spPr>
          <a:xfrm>
            <a:off x="4288536" y="1417320"/>
            <a:ext cx="91" cy="3291840"/>
          </a:xfrm>
          <a:prstGeom prst="line">
            <a:avLst/>
          </a:prstGeom>
          <a:noFill/>
          <a:ln w="6350">
            <a:solidFill>
              <a:srgbClr val="E6EBF4"/>
            </a:solidFill>
            <a:prstDash val="solid"/>
          </a:ln>
        </p:spPr>
      </p:sp>
      <p:sp>
        <p:nvSpPr>
          <p:cNvPr id="41" name="Shape 39"/>
          <p:cNvSpPr/>
          <p:nvPr/>
        </p:nvSpPr>
        <p:spPr>
          <a:xfrm>
            <a:off x="4398264" y="1417320"/>
            <a:ext cx="91" cy="3291840"/>
          </a:xfrm>
          <a:prstGeom prst="line">
            <a:avLst/>
          </a:prstGeom>
          <a:noFill/>
          <a:ln w="6350">
            <a:solidFill>
              <a:srgbClr val="E6EBF4"/>
            </a:solidFill>
            <a:prstDash val="solid"/>
          </a:ln>
        </p:spPr>
      </p:sp>
      <p:sp>
        <p:nvSpPr>
          <p:cNvPr id="42" name="Shape 40"/>
          <p:cNvSpPr/>
          <p:nvPr/>
        </p:nvSpPr>
        <p:spPr>
          <a:xfrm>
            <a:off x="4507992" y="1417320"/>
            <a:ext cx="91" cy="3291840"/>
          </a:xfrm>
          <a:prstGeom prst="line">
            <a:avLst/>
          </a:prstGeom>
          <a:noFill/>
          <a:ln w="6350">
            <a:solidFill>
              <a:srgbClr val="E6EBF4"/>
            </a:solidFill>
            <a:prstDash val="solid"/>
          </a:ln>
        </p:spPr>
      </p:sp>
      <p:sp>
        <p:nvSpPr>
          <p:cNvPr id="43" name="Shape 41"/>
          <p:cNvSpPr/>
          <p:nvPr/>
        </p:nvSpPr>
        <p:spPr>
          <a:xfrm>
            <a:off x="4617720" y="1417320"/>
            <a:ext cx="91" cy="3291840"/>
          </a:xfrm>
          <a:prstGeom prst="line">
            <a:avLst/>
          </a:prstGeom>
          <a:noFill/>
          <a:ln w="6350">
            <a:solidFill>
              <a:srgbClr val="C9D3E6"/>
            </a:solidFill>
            <a:prstDash val="solid"/>
          </a:ln>
        </p:spPr>
      </p:sp>
      <p:sp>
        <p:nvSpPr>
          <p:cNvPr id="44" name="Shape 42"/>
          <p:cNvSpPr/>
          <p:nvPr/>
        </p:nvSpPr>
        <p:spPr>
          <a:xfrm>
            <a:off x="4727448" y="1417320"/>
            <a:ext cx="91" cy="3291840"/>
          </a:xfrm>
          <a:prstGeom prst="line">
            <a:avLst/>
          </a:prstGeom>
          <a:noFill/>
          <a:ln w="6350">
            <a:solidFill>
              <a:srgbClr val="E6EBF4"/>
            </a:solidFill>
            <a:prstDash val="solid"/>
          </a:ln>
        </p:spPr>
      </p:sp>
      <p:sp>
        <p:nvSpPr>
          <p:cNvPr id="45" name="Shape 43"/>
          <p:cNvSpPr/>
          <p:nvPr/>
        </p:nvSpPr>
        <p:spPr>
          <a:xfrm>
            <a:off x="4837176" y="1417320"/>
            <a:ext cx="91" cy="3291840"/>
          </a:xfrm>
          <a:prstGeom prst="line">
            <a:avLst/>
          </a:prstGeom>
          <a:noFill/>
          <a:ln w="6350">
            <a:solidFill>
              <a:srgbClr val="E6EBF4"/>
            </a:solidFill>
            <a:prstDash val="solid"/>
          </a:ln>
        </p:spPr>
      </p:sp>
      <p:sp>
        <p:nvSpPr>
          <p:cNvPr id="46" name="Shape 44"/>
          <p:cNvSpPr/>
          <p:nvPr/>
        </p:nvSpPr>
        <p:spPr>
          <a:xfrm>
            <a:off x="4946904" y="1417320"/>
            <a:ext cx="91" cy="3291840"/>
          </a:xfrm>
          <a:prstGeom prst="line">
            <a:avLst/>
          </a:prstGeom>
          <a:noFill/>
          <a:ln w="6350">
            <a:solidFill>
              <a:srgbClr val="E6EBF4"/>
            </a:solidFill>
            <a:prstDash val="solid"/>
          </a:ln>
        </p:spPr>
      </p:sp>
      <p:sp>
        <p:nvSpPr>
          <p:cNvPr id="47" name="Shape 45"/>
          <p:cNvSpPr/>
          <p:nvPr/>
        </p:nvSpPr>
        <p:spPr>
          <a:xfrm>
            <a:off x="5056632" y="1417320"/>
            <a:ext cx="91" cy="3291840"/>
          </a:xfrm>
          <a:prstGeom prst="line">
            <a:avLst/>
          </a:prstGeom>
          <a:noFill/>
          <a:ln w="6350">
            <a:solidFill>
              <a:srgbClr val="E6EBF4"/>
            </a:solidFill>
            <a:prstDash val="solid"/>
          </a:ln>
        </p:spPr>
      </p:sp>
      <p:sp>
        <p:nvSpPr>
          <p:cNvPr id="48" name="Shape 46"/>
          <p:cNvSpPr/>
          <p:nvPr/>
        </p:nvSpPr>
        <p:spPr>
          <a:xfrm>
            <a:off x="5166360" y="1417320"/>
            <a:ext cx="91" cy="3291840"/>
          </a:xfrm>
          <a:prstGeom prst="line">
            <a:avLst/>
          </a:prstGeom>
          <a:noFill/>
          <a:ln w="6350">
            <a:solidFill>
              <a:srgbClr val="C9D3E6"/>
            </a:solidFill>
            <a:prstDash val="solid"/>
          </a:ln>
        </p:spPr>
      </p:sp>
      <p:sp>
        <p:nvSpPr>
          <p:cNvPr id="49" name="Shape 47"/>
          <p:cNvSpPr/>
          <p:nvPr/>
        </p:nvSpPr>
        <p:spPr>
          <a:xfrm>
            <a:off x="5276088" y="1417320"/>
            <a:ext cx="91" cy="3291840"/>
          </a:xfrm>
          <a:prstGeom prst="line">
            <a:avLst/>
          </a:prstGeom>
          <a:noFill/>
          <a:ln w="6350">
            <a:solidFill>
              <a:srgbClr val="E6EBF4"/>
            </a:solidFill>
            <a:prstDash val="solid"/>
          </a:ln>
        </p:spPr>
      </p:sp>
      <p:sp>
        <p:nvSpPr>
          <p:cNvPr id="50" name="Shape 48"/>
          <p:cNvSpPr/>
          <p:nvPr/>
        </p:nvSpPr>
        <p:spPr>
          <a:xfrm>
            <a:off x="5385816" y="1417320"/>
            <a:ext cx="91" cy="3291840"/>
          </a:xfrm>
          <a:prstGeom prst="line">
            <a:avLst/>
          </a:prstGeom>
          <a:noFill/>
          <a:ln w="6350">
            <a:solidFill>
              <a:srgbClr val="E6EBF4"/>
            </a:solidFill>
            <a:prstDash val="solid"/>
          </a:ln>
        </p:spPr>
      </p:sp>
      <p:sp>
        <p:nvSpPr>
          <p:cNvPr id="51" name="Shape 49"/>
          <p:cNvSpPr/>
          <p:nvPr/>
        </p:nvSpPr>
        <p:spPr>
          <a:xfrm>
            <a:off x="5495544" y="1417320"/>
            <a:ext cx="91" cy="3291840"/>
          </a:xfrm>
          <a:prstGeom prst="line">
            <a:avLst/>
          </a:prstGeom>
          <a:noFill/>
          <a:ln w="6350">
            <a:solidFill>
              <a:srgbClr val="E6EBF4"/>
            </a:solidFill>
            <a:prstDash val="solid"/>
          </a:ln>
        </p:spPr>
      </p:sp>
      <p:sp>
        <p:nvSpPr>
          <p:cNvPr id="52" name="Shape 50"/>
          <p:cNvSpPr/>
          <p:nvPr/>
        </p:nvSpPr>
        <p:spPr>
          <a:xfrm>
            <a:off x="5605272" y="1417320"/>
            <a:ext cx="91" cy="3291840"/>
          </a:xfrm>
          <a:prstGeom prst="line">
            <a:avLst/>
          </a:prstGeom>
          <a:noFill/>
          <a:ln w="6350">
            <a:solidFill>
              <a:srgbClr val="E6EBF4"/>
            </a:solidFill>
            <a:prstDash val="solid"/>
          </a:ln>
        </p:spPr>
      </p:sp>
      <p:sp>
        <p:nvSpPr>
          <p:cNvPr id="53" name="Shape 51"/>
          <p:cNvSpPr/>
          <p:nvPr/>
        </p:nvSpPr>
        <p:spPr>
          <a:xfrm>
            <a:off x="5715000" y="1417320"/>
            <a:ext cx="91" cy="3291840"/>
          </a:xfrm>
          <a:prstGeom prst="line">
            <a:avLst/>
          </a:prstGeom>
          <a:noFill/>
          <a:ln w="6350">
            <a:solidFill>
              <a:srgbClr val="C9D3E6"/>
            </a:solidFill>
            <a:prstDash val="solid"/>
          </a:ln>
        </p:spPr>
      </p:sp>
      <p:sp>
        <p:nvSpPr>
          <p:cNvPr id="54" name="Shape 52"/>
          <p:cNvSpPr/>
          <p:nvPr/>
        </p:nvSpPr>
        <p:spPr>
          <a:xfrm>
            <a:off x="1325880" y="4709160"/>
            <a:ext cx="4389120" cy="91"/>
          </a:xfrm>
          <a:prstGeom prst="line">
            <a:avLst/>
          </a:prstGeom>
          <a:noFill/>
          <a:ln w="6350">
            <a:solidFill>
              <a:srgbClr val="C9D3E6"/>
            </a:solidFill>
            <a:prstDash val="solid"/>
          </a:ln>
        </p:spPr>
      </p:sp>
      <p:sp>
        <p:nvSpPr>
          <p:cNvPr id="55" name="Shape 53"/>
          <p:cNvSpPr/>
          <p:nvPr/>
        </p:nvSpPr>
        <p:spPr>
          <a:xfrm>
            <a:off x="1325880" y="4626864"/>
            <a:ext cx="4389120" cy="91"/>
          </a:xfrm>
          <a:prstGeom prst="line">
            <a:avLst/>
          </a:prstGeom>
          <a:noFill/>
          <a:ln w="6350">
            <a:solidFill>
              <a:srgbClr val="E6EBF4"/>
            </a:solidFill>
            <a:prstDash val="solid"/>
          </a:ln>
        </p:spPr>
      </p:sp>
      <p:sp>
        <p:nvSpPr>
          <p:cNvPr id="56" name="Shape 54"/>
          <p:cNvSpPr/>
          <p:nvPr/>
        </p:nvSpPr>
        <p:spPr>
          <a:xfrm>
            <a:off x="1325880" y="4544568"/>
            <a:ext cx="4389120" cy="91"/>
          </a:xfrm>
          <a:prstGeom prst="line">
            <a:avLst/>
          </a:prstGeom>
          <a:noFill/>
          <a:ln w="6350">
            <a:solidFill>
              <a:srgbClr val="E6EBF4"/>
            </a:solidFill>
            <a:prstDash val="solid"/>
          </a:ln>
        </p:spPr>
      </p:sp>
      <p:sp>
        <p:nvSpPr>
          <p:cNvPr id="57" name="Shape 55"/>
          <p:cNvSpPr/>
          <p:nvPr/>
        </p:nvSpPr>
        <p:spPr>
          <a:xfrm>
            <a:off x="1325880" y="4462272"/>
            <a:ext cx="4389120" cy="91"/>
          </a:xfrm>
          <a:prstGeom prst="line">
            <a:avLst/>
          </a:prstGeom>
          <a:noFill/>
          <a:ln w="6350">
            <a:solidFill>
              <a:srgbClr val="E6EBF4"/>
            </a:solidFill>
            <a:prstDash val="solid"/>
          </a:ln>
        </p:spPr>
      </p:sp>
      <p:sp>
        <p:nvSpPr>
          <p:cNvPr id="58" name="Shape 56"/>
          <p:cNvSpPr/>
          <p:nvPr/>
        </p:nvSpPr>
        <p:spPr>
          <a:xfrm>
            <a:off x="1325880" y="4379976"/>
            <a:ext cx="4389120" cy="91"/>
          </a:xfrm>
          <a:prstGeom prst="line">
            <a:avLst/>
          </a:prstGeom>
          <a:noFill/>
          <a:ln w="6350">
            <a:solidFill>
              <a:srgbClr val="E6EBF4"/>
            </a:solidFill>
            <a:prstDash val="solid"/>
          </a:ln>
        </p:spPr>
      </p:sp>
      <p:sp>
        <p:nvSpPr>
          <p:cNvPr id="59" name="Shape 57"/>
          <p:cNvSpPr/>
          <p:nvPr/>
        </p:nvSpPr>
        <p:spPr>
          <a:xfrm>
            <a:off x="1325880" y="4297680"/>
            <a:ext cx="4389120" cy="91"/>
          </a:xfrm>
          <a:prstGeom prst="line">
            <a:avLst/>
          </a:prstGeom>
          <a:noFill/>
          <a:ln w="6350">
            <a:solidFill>
              <a:srgbClr val="C9D3E6"/>
            </a:solidFill>
            <a:prstDash val="solid"/>
          </a:ln>
        </p:spPr>
      </p:sp>
      <p:sp>
        <p:nvSpPr>
          <p:cNvPr id="60" name="Shape 58"/>
          <p:cNvSpPr/>
          <p:nvPr/>
        </p:nvSpPr>
        <p:spPr>
          <a:xfrm>
            <a:off x="1325880" y="4215384"/>
            <a:ext cx="4389120" cy="91"/>
          </a:xfrm>
          <a:prstGeom prst="line">
            <a:avLst/>
          </a:prstGeom>
          <a:noFill/>
          <a:ln w="6350">
            <a:solidFill>
              <a:srgbClr val="E6EBF4"/>
            </a:solidFill>
            <a:prstDash val="solid"/>
          </a:ln>
        </p:spPr>
      </p:sp>
      <p:sp>
        <p:nvSpPr>
          <p:cNvPr id="61" name="Shape 59"/>
          <p:cNvSpPr/>
          <p:nvPr/>
        </p:nvSpPr>
        <p:spPr>
          <a:xfrm>
            <a:off x="1325880" y="4133088"/>
            <a:ext cx="4389120" cy="91"/>
          </a:xfrm>
          <a:prstGeom prst="line">
            <a:avLst/>
          </a:prstGeom>
          <a:noFill/>
          <a:ln w="6350">
            <a:solidFill>
              <a:srgbClr val="E6EBF4"/>
            </a:solidFill>
            <a:prstDash val="solid"/>
          </a:ln>
        </p:spPr>
      </p:sp>
      <p:sp>
        <p:nvSpPr>
          <p:cNvPr id="62" name="Shape 60"/>
          <p:cNvSpPr/>
          <p:nvPr/>
        </p:nvSpPr>
        <p:spPr>
          <a:xfrm>
            <a:off x="1325880" y="4050792"/>
            <a:ext cx="4389120" cy="91"/>
          </a:xfrm>
          <a:prstGeom prst="line">
            <a:avLst/>
          </a:prstGeom>
          <a:noFill/>
          <a:ln w="6350">
            <a:solidFill>
              <a:srgbClr val="E6EBF4"/>
            </a:solidFill>
            <a:prstDash val="solid"/>
          </a:ln>
        </p:spPr>
      </p:sp>
      <p:sp>
        <p:nvSpPr>
          <p:cNvPr id="63" name="Shape 61"/>
          <p:cNvSpPr/>
          <p:nvPr/>
        </p:nvSpPr>
        <p:spPr>
          <a:xfrm>
            <a:off x="1325880" y="3968496"/>
            <a:ext cx="4389120" cy="91"/>
          </a:xfrm>
          <a:prstGeom prst="line">
            <a:avLst/>
          </a:prstGeom>
          <a:noFill/>
          <a:ln w="6350">
            <a:solidFill>
              <a:srgbClr val="E6EBF4"/>
            </a:solidFill>
            <a:prstDash val="solid"/>
          </a:ln>
        </p:spPr>
      </p:sp>
      <p:sp>
        <p:nvSpPr>
          <p:cNvPr id="64" name="Shape 62"/>
          <p:cNvSpPr/>
          <p:nvPr/>
        </p:nvSpPr>
        <p:spPr>
          <a:xfrm>
            <a:off x="1325880" y="3886200"/>
            <a:ext cx="4389120" cy="91"/>
          </a:xfrm>
          <a:prstGeom prst="line">
            <a:avLst/>
          </a:prstGeom>
          <a:noFill/>
          <a:ln w="6350">
            <a:solidFill>
              <a:srgbClr val="C9D3E6"/>
            </a:solidFill>
            <a:prstDash val="solid"/>
          </a:ln>
        </p:spPr>
      </p:sp>
      <p:sp>
        <p:nvSpPr>
          <p:cNvPr id="65" name="Shape 63"/>
          <p:cNvSpPr/>
          <p:nvPr/>
        </p:nvSpPr>
        <p:spPr>
          <a:xfrm>
            <a:off x="1325880" y="3803904"/>
            <a:ext cx="4389120" cy="91"/>
          </a:xfrm>
          <a:prstGeom prst="line">
            <a:avLst/>
          </a:prstGeom>
          <a:noFill/>
          <a:ln w="6350">
            <a:solidFill>
              <a:srgbClr val="E6EBF4"/>
            </a:solidFill>
            <a:prstDash val="solid"/>
          </a:ln>
        </p:spPr>
      </p:sp>
      <p:sp>
        <p:nvSpPr>
          <p:cNvPr id="66" name="Shape 64"/>
          <p:cNvSpPr/>
          <p:nvPr/>
        </p:nvSpPr>
        <p:spPr>
          <a:xfrm>
            <a:off x="1325880" y="3721608"/>
            <a:ext cx="4389120" cy="91"/>
          </a:xfrm>
          <a:prstGeom prst="line">
            <a:avLst/>
          </a:prstGeom>
          <a:noFill/>
          <a:ln w="6350">
            <a:solidFill>
              <a:srgbClr val="E6EBF4"/>
            </a:solidFill>
            <a:prstDash val="solid"/>
          </a:ln>
        </p:spPr>
      </p:sp>
      <p:sp>
        <p:nvSpPr>
          <p:cNvPr id="67" name="Shape 65"/>
          <p:cNvSpPr/>
          <p:nvPr/>
        </p:nvSpPr>
        <p:spPr>
          <a:xfrm>
            <a:off x="1325880" y="3639312"/>
            <a:ext cx="4389120" cy="91"/>
          </a:xfrm>
          <a:prstGeom prst="line">
            <a:avLst/>
          </a:prstGeom>
          <a:noFill/>
          <a:ln w="6350">
            <a:solidFill>
              <a:srgbClr val="E6EBF4"/>
            </a:solidFill>
            <a:prstDash val="solid"/>
          </a:ln>
        </p:spPr>
      </p:sp>
      <p:sp>
        <p:nvSpPr>
          <p:cNvPr id="68" name="Shape 66"/>
          <p:cNvSpPr/>
          <p:nvPr/>
        </p:nvSpPr>
        <p:spPr>
          <a:xfrm>
            <a:off x="1325880" y="3557016"/>
            <a:ext cx="4389120" cy="91"/>
          </a:xfrm>
          <a:prstGeom prst="line">
            <a:avLst/>
          </a:prstGeom>
          <a:noFill/>
          <a:ln w="6350">
            <a:solidFill>
              <a:srgbClr val="E6EBF4"/>
            </a:solidFill>
            <a:prstDash val="solid"/>
          </a:ln>
        </p:spPr>
      </p:sp>
      <p:sp>
        <p:nvSpPr>
          <p:cNvPr id="69" name="Shape 67"/>
          <p:cNvSpPr/>
          <p:nvPr/>
        </p:nvSpPr>
        <p:spPr>
          <a:xfrm>
            <a:off x="1325880" y="3474720"/>
            <a:ext cx="4389120" cy="91"/>
          </a:xfrm>
          <a:prstGeom prst="line">
            <a:avLst/>
          </a:prstGeom>
          <a:noFill/>
          <a:ln w="6350">
            <a:solidFill>
              <a:srgbClr val="C9D3E6"/>
            </a:solidFill>
            <a:prstDash val="solid"/>
          </a:ln>
        </p:spPr>
      </p:sp>
      <p:sp>
        <p:nvSpPr>
          <p:cNvPr id="70" name="Shape 68"/>
          <p:cNvSpPr/>
          <p:nvPr/>
        </p:nvSpPr>
        <p:spPr>
          <a:xfrm>
            <a:off x="1325880" y="3392424"/>
            <a:ext cx="4389120" cy="91"/>
          </a:xfrm>
          <a:prstGeom prst="line">
            <a:avLst/>
          </a:prstGeom>
          <a:noFill/>
          <a:ln w="6350">
            <a:solidFill>
              <a:srgbClr val="E6EBF4"/>
            </a:solidFill>
            <a:prstDash val="solid"/>
          </a:ln>
        </p:spPr>
      </p:sp>
      <p:sp>
        <p:nvSpPr>
          <p:cNvPr id="71" name="Shape 69"/>
          <p:cNvSpPr/>
          <p:nvPr/>
        </p:nvSpPr>
        <p:spPr>
          <a:xfrm>
            <a:off x="1325880" y="3310128"/>
            <a:ext cx="4389120" cy="91"/>
          </a:xfrm>
          <a:prstGeom prst="line">
            <a:avLst/>
          </a:prstGeom>
          <a:noFill/>
          <a:ln w="6350">
            <a:solidFill>
              <a:srgbClr val="E6EBF4"/>
            </a:solidFill>
            <a:prstDash val="solid"/>
          </a:ln>
        </p:spPr>
      </p:sp>
      <p:sp>
        <p:nvSpPr>
          <p:cNvPr id="72" name="Shape 70"/>
          <p:cNvSpPr/>
          <p:nvPr/>
        </p:nvSpPr>
        <p:spPr>
          <a:xfrm>
            <a:off x="1325880" y="3227832"/>
            <a:ext cx="4389120" cy="91"/>
          </a:xfrm>
          <a:prstGeom prst="line">
            <a:avLst/>
          </a:prstGeom>
          <a:noFill/>
          <a:ln w="6350">
            <a:solidFill>
              <a:srgbClr val="E6EBF4"/>
            </a:solidFill>
            <a:prstDash val="solid"/>
          </a:ln>
        </p:spPr>
      </p:sp>
      <p:sp>
        <p:nvSpPr>
          <p:cNvPr id="73" name="Shape 71"/>
          <p:cNvSpPr/>
          <p:nvPr/>
        </p:nvSpPr>
        <p:spPr>
          <a:xfrm>
            <a:off x="1325880" y="3145536"/>
            <a:ext cx="4389120" cy="91"/>
          </a:xfrm>
          <a:prstGeom prst="line">
            <a:avLst/>
          </a:prstGeom>
          <a:noFill/>
          <a:ln w="6350">
            <a:solidFill>
              <a:srgbClr val="E6EBF4"/>
            </a:solidFill>
            <a:prstDash val="solid"/>
          </a:ln>
        </p:spPr>
      </p:sp>
      <p:sp>
        <p:nvSpPr>
          <p:cNvPr id="74" name="Shape 72"/>
          <p:cNvSpPr/>
          <p:nvPr/>
        </p:nvSpPr>
        <p:spPr>
          <a:xfrm>
            <a:off x="1325880" y="3063240"/>
            <a:ext cx="4389120" cy="91"/>
          </a:xfrm>
          <a:prstGeom prst="line">
            <a:avLst/>
          </a:prstGeom>
          <a:noFill/>
          <a:ln w="6350">
            <a:solidFill>
              <a:srgbClr val="C9D3E6"/>
            </a:solidFill>
            <a:prstDash val="solid"/>
          </a:ln>
        </p:spPr>
      </p:sp>
      <p:sp>
        <p:nvSpPr>
          <p:cNvPr id="75" name="Shape 73"/>
          <p:cNvSpPr/>
          <p:nvPr/>
        </p:nvSpPr>
        <p:spPr>
          <a:xfrm>
            <a:off x="1325880" y="2980944"/>
            <a:ext cx="4389120" cy="91"/>
          </a:xfrm>
          <a:prstGeom prst="line">
            <a:avLst/>
          </a:prstGeom>
          <a:noFill/>
          <a:ln w="6350">
            <a:solidFill>
              <a:srgbClr val="E6EBF4"/>
            </a:solidFill>
            <a:prstDash val="solid"/>
          </a:ln>
        </p:spPr>
      </p:sp>
      <p:sp>
        <p:nvSpPr>
          <p:cNvPr id="76" name="Shape 74"/>
          <p:cNvSpPr/>
          <p:nvPr/>
        </p:nvSpPr>
        <p:spPr>
          <a:xfrm>
            <a:off x="1325880" y="2898648"/>
            <a:ext cx="4389120" cy="91"/>
          </a:xfrm>
          <a:prstGeom prst="line">
            <a:avLst/>
          </a:prstGeom>
          <a:noFill/>
          <a:ln w="6350">
            <a:solidFill>
              <a:srgbClr val="E6EBF4"/>
            </a:solidFill>
            <a:prstDash val="solid"/>
          </a:ln>
        </p:spPr>
      </p:sp>
      <p:sp>
        <p:nvSpPr>
          <p:cNvPr id="77" name="Shape 75"/>
          <p:cNvSpPr/>
          <p:nvPr/>
        </p:nvSpPr>
        <p:spPr>
          <a:xfrm>
            <a:off x="1325880" y="2816352"/>
            <a:ext cx="4389120" cy="91"/>
          </a:xfrm>
          <a:prstGeom prst="line">
            <a:avLst/>
          </a:prstGeom>
          <a:noFill/>
          <a:ln w="6350">
            <a:solidFill>
              <a:srgbClr val="E6EBF4"/>
            </a:solidFill>
            <a:prstDash val="solid"/>
          </a:ln>
        </p:spPr>
      </p:sp>
      <p:sp>
        <p:nvSpPr>
          <p:cNvPr id="78" name="Shape 76"/>
          <p:cNvSpPr/>
          <p:nvPr/>
        </p:nvSpPr>
        <p:spPr>
          <a:xfrm>
            <a:off x="1325880" y="2734056"/>
            <a:ext cx="4389120" cy="91"/>
          </a:xfrm>
          <a:prstGeom prst="line">
            <a:avLst/>
          </a:prstGeom>
          <a:noFill/>
          <a:ln w="6350">
            <a:solidFill>
              <a:srgbClr val="E6EBF4"/>
            </a:solidFill>
            <a:prstDash val="solid"/>
          </a:ln>
        </p:spPr>
      </p:sp>
      <p:sp>
        <p:nvSpPr>
          <p:cNvPr id="79" name="Shape 77"/>
          <p:cNvSpPr/>
          <p:nvPr/>
        </p:nvSpPr>
        <p:spPr>
          <a:xfrm>
            <a:off x="1325880" y="2651760"/>
            <a:ext cx="4389120" cy="91"/>
          </a:xfrm>
          <a:prstGeom prst="line">
            <a:avLst/>
          </a:prstGeom>
          <a:noFill/>
          <a:ln w="6350">
            <a:solidFill>
              <a:srgbClr val="C9D3E6"/>
            </a:solidFill>
            <a:prstDash val="solid"/>
          </a:ln>
        </p:spPr>
      </p:sp>
      <p:sp>
        <p:nvSpPr>
          <p:cNvPr id="80" name="Shape 78"/>
          <p:cNvSpPr/>
          <p:nvPr/>
        </p:nvSpPr>
        <p:spPr>
          <a:xfrm>
            <a:off x="1325880" y="2569464"/>
            <a:ext cx="4389120" cy="91"/>
          </a:xfrm>
          <a:prstGeom prst="line">
            <a:avLst/>
          </a:prstGeom>
          <a:noFill/>
          <a:ln w="6350">
            <a:solidFill>
              <a:srgbClr val="E6EBF4"/>
            </a:solidFill>
            <a:prstDash val="solid"/>
          </a:ln>
        </p:spPr>
      </p:sp>
      <p:sp>
        <p:nvSpPr>
          <p:cNvPr id="81" name="Shape 79"/>
          <p:cNvSpPr/>
          <p:nvPr/>
        </p:nvSpPr>
        <p:spPr>
          <a:xfrm>
            <a:off x="1325880" y="2487168"/>
            <a:ext cx="4389120" cy="91"/>
          </a:xfrm>
          <a:prstGeom prst="line">
            <a:avLst/>
          </a:prstGeom>
          <a:noFill/>
          <a:ln w="6350">
            <a:solidFill>
              <a:srgbClr val="E6EBF4"/>
            </a:solidFill>
            <a:prstDash val="solid"/>
          </a:ln>
        </p:spPr>
      </p:sp>
      <p:sp>
        <p:nvSpPr>
          <p:cNvPr id="82" name="Shape 80"/>
          <p:cNvSpPr/>
          <p:nvPr/>
        </p:nvSpPr>
        <p:spPr>
          <a:xfrm>
            <a:off x="1325880" y="2404872"/>
            <a:ext cx="4389120" cy="91"/>
          </a:xfrm>
          <a:prstGeom prst="line">
            <a:avLst/>
          </a:prstGeom>
          <a:noFill/>
          <a:ln w="6350">
            <a:solidFill>
              <a:srgbClr val="E6EBF4"/>
            </a:solidFill>
            <a:prstDash val="solid"/>
          </a:ln>
        </p:spPr>
      </p:sp>
      <p:sp>
        <p:nvSpPr>
          <p:cNvPr id="83" name="Shape 81"/>
          <p:cNvSpPr/>
          <p:nvPr/>
        </p:nvSpPr>
        <p:spPr>
          <a:xfrm>
            <a:off x="1325880" y="2322576"/>
            <a:ext cx="4389120" cy="91"/>
          </a:xfrm>
          <a:prstGeom prst="line">
            <a:avLst/>
          </a:prstGeom>
          <a:noFill/>
          <a:ln w="6350">
            <a:solidFill>
              <a:srgbClr val="E6EBF4"/>
            </a:solidFill>
            <a:prstDash val="solid"/>
          </a:ln>
        </p:spPr>
      </p:sp>
      <p:sp>
        <p:nvSpPr>
          <p:cNvPr id="84" name="Shape 82"/>
          <p:cNvSpPr/>
          <p:nvPr/>
        </p:nvSpPr>
        <p:spPr>
          <a:xfrm>
            <a:off x="1325880" y="2240280"/>
            <a:ext cx="4389120" cy="91"/>
          </a:xfrm>
          <a:prstGeom prst="line">
            <a:avLst/>
          </a:prstGeom>
          <a:noFill/>
          <a:ln w="6350">
            <a:solidFill>
              <a:srgbClr val="C9D3E6"/>
            </a:solidFill>
            <a:prstDash val="solid"/>
          </a:ln>
        </p:spPr>
      </p:sp>
      <p:sp>
        <p:nvSpPr>
          <p:cNvPr id="85" name="Shape 83"/>
          <p:cNvSpPr/>
          <p:nvPr/>
        </p:nvSpPr>
        <p:spPr>
          <a:xfrm>
            <a:off x="1325880" y="2157984"/>
            <a:ext cx="4389120" cy="91"/>
          </a:xfrm>
          <a:prstGeom prst="line">
            <a:avLst/>
          </a:prstGeom>
          <a:noFill/>
          <a:ln w="6350">
            <a:solidFill>
              <a:srgbClr val="E6EBF4"/>
            </a:solidFill>
            <a:prstDash val="solid"/>
          </a:ln>
        </p:spPr>
      </p:sp>
      <p:sp>
        <p:nvSpPr>
          <p:cNvPr id="86" name="Shape 84"/>
          <p:cNvSpPr/>
          <p:nvPr/>
        </p:nvSpPr>
        <p:spPr>
          <a:xfrm>
            <a:off x="1325880" y="2075688"/>
            <a:ext cx="4389120" cy="91"/>
          </a:xfrm>
          <a:prstGeom prst="line">
            <a:avLst/>
          </a:prstGeom>
          <a:noFill/>
          <a:ln w="6350">
            <a:solidFill>
              <a:srgbClr val="E6EBF4"/>
            </a:solidFill>
            <a:prstDash val="solid"/>
          </a:ln>
        </p:spPr>
      </p:sp>
      <p:sp>
        <p:nvSpPr>
          <p:cNvPr id="87" name="Shape 85"/>
          <p:cNvSpPr/>
          <p:nvPr/>
        </p:nvSpPr>
        <p:spPr>
          <a:xfrm>
            <a:off x="1325880" y="1993392"/>
            <a:ext cx="4389120" cy="91"/>
          </a:xfrm>
          <a:prstGeom prst="line">
            <a:avLst/>
          </a:prstGeom>
          <a:noFill/>
          <a:ln w="6350">
            <a:solidFill>
              <a:srgbClr val="E6EBF4"/>
            </a:solidFill>
            <a:prstDash val="solid"/>
          </a:ln>
        </p:spPr>
      </p:sp>
      <p:sp>
        <p:nvSpPr>
          <p:cNvPr id="88" name="Shape 86"/>
          <p:cNvSpPr/>
          <p:nvPr/>
        </p:nvSpPr>
        <p:spPr>
          <a:xfrm>
            <a:off x="1325880" y="1911096"/>
            <a:ext cx="4389120" cy="91"/>
          </a:xfrm>
          <a:prstGeom prst="line">
            <a:avLst/>
          </a:prstGeom>
          <a:noFill/>
          <a:ln w="6350">
            <a:solidFill>
              <a:srgbClr val="E6EBF4"/>
            </a:solidFill>
            <a:prstDash val="solid"/>
          </a:ln>
        </p:spPr>
      </p:sp>
      <p:sp>
        <p:nvSpPr>
          <p:cNvPr id="89" name="Shape 87"/>
          <p:cNvSpPr/>
          <p:nvPr/>
        </p:nvSpPr>
        <p:spPr>
          <a:xfrm>
            <a:off x="1325880" y="1828800"/>
            <a:ext cx="4389120" cy="91"/>
          </a:xfrm>
          <a:prstGeom prst="line">
            <a:avLst/>
          </a:prstGeom>
          <a:noFill/>
          <a:ln w="6350">
            <a:solidFill>
              <a:srgbClr val="C9D3E6"/>
            </a:solidFill>
            <a:prstDash val="solid"/>
          </a:ln>
        </p:spPr>
      </p:sp>
      <p:sp>
        <p:nvSpPr>
          <p:cNvPr id="90" name="Shape 88"/>
          <p:cNvSpPr/>
          <p:nvPr/>
        </p:nvSpPr>
        <p:spPr>
          <a:xfrm>
            <a:off x="1325880" y="1746504"/>
            <a:ext cx="4389120" cy="91"/>
          </a:xfrm>
          <a:prstGeom prst="line">
            <a:avLst/>
          </a:prstGeom>
          <a:noFill/>
          <a:ln w="6350">
            <a:solidFill>
              <a:srgbClr val="E6EBF4"/>
            </a:solidFill>
            <a:prstDash val="solid"/>
          </a:ln>
        </p:spPr>
      </p:sp>
      <p:sp>
        <p:nvSpPr>
          <p:cNvPr id="91" name="Shape 89"/>
          <p:cNvSpPr/>
          <p:nvPr/>
        </p:nvSpPr>
        <p:spPr>
          <a:xfrm>
            <a:off x="1325880" y="1664208"/>
            <a:ext cx="4389120" cy="91"/>
          </a:xfrm>
          <a:prstGeom prst="line">
            <a:avLst/>
          </a:prstGeom>
          <a:noFill/>
          <a:ln w="6350">
            <a:solidFill>
              <a:srgbClr val="E6EBF4"/>
            </a:solidFill>
            <a:prstDash val="solid"/>
          </a:ln>
        </p:spPr>
      </p:sp>
      <p:sp>
        <p:nvSpPr>
          <p:cNvPr id="92" name="Shape 90"/>
          <p:cNvSpPr/>
          <p:nvPr/>
        </p:nvSpPr>
        <p:spPr>
          <a:xfrm>
            <a:off x="1325880" y="1581912"/>
            <a:ext cx="4389120" cy="91"/>
          </a:xfrm>
          <a:prstGeom prst="line">
            <a:avLst/>
          </a:prstGeom>
          <a:noFill/>
          <a:ln w="6350">
            <a:solidFill>
              <a:srgbClr val="E6EBF4"/>
            </a:solidFill>
            <a:prstDash val="solid"/>
          </a:ln>
        </p:spPr>
      </p:sp>
      <p:sp>
        <p:nvSpPr>
          <p:cNvPr id="93" name="Shape 91"/>
          <p:cNvSpPr/>
          <p:nvPr/>
        </p:nvSpPr>
        <p:spPr>
          <a:xfrm>
            <a:off x="1325880" y="1499616"/>
            <a:ext cx="4389120" cy="91"/>
          </a:xfrm>
          <a:prstGeom prst="line">
            <a:avLst/>
          </a:prstGeom>
          <a:noFill/>
          <a:ln w="6350">
            <a:solidFill>
              <a:srgbClr val="E6EBF4"/>
            </a:solidFill>
            <a:prstDash val="solid"/>
          </a:ln>
        </p:spPr>
      </p:sp>
      <p:sp>
        <p:nvSpPr>
          <p:cNvPr id="94" name="Shape 92"/>
          <p:cNvSpPr/>
          <p:nvPr/>
        </p:nvSpPr>
        <p:spPr>
          <a:xfrm>
            <a:off x="1325880" y="1417320"/>
            <a:ext cx="4389120" cy="91"/>
          </a:xfrm>
          <a:prstGeom prst="line">
            <a:avLst/>
          </a:prstGeom>
          <a:noFill/>
          <a:ln w="6350">
            <a:solidFill>
              <a:srgbClr val="C9D3E6"/>
            </a:solidFill>
            <a:prstDash val="solid"/>
          </a:ln>
        </p:spPr>
      </p:sp>
      <p:sp>
        <p:nvSpPr>
          <p:cNvPr id="95" name="Shape 93"/>
          <p:cNvSpPr/>
          <p:nvPr/>
        </p:nvSpPr>
        <p:spPr>
          <a:xfrm>
            <a:off x="1325880" y="4709160"/>
            <a:ext cx="4389120" cy="91"/>
          </a:xfrm>
          <a:prstGeom prst="line">
            <a:avLst/>
          </a:prstGeom>
          <a:noFill/>
          <a:ln w="19050">
            <a:solidFill>
              <a:srgbClr val="1A2340"/>
            </a:solidFill>
            <a:prstDash val="solid"/>
          </a:ln>
        </p:spPr>
      </p:sp>
      <p:sp>
        <p:nvSpPr>
          <p:cNvPr id="96" name="Shape 94"/>
          <p:cNvSpPr/>
          <p:nvPr/>
        </p:nvSpPr>
        <p:spPr>
          <a:xfrm flipV="1">
            <a:off x="1325880" y="1417320"/>
            <a:ext cx="91" cy="3291840"/>
          </a:xfrm>
          <a:prstGeom prst="line">
            <a:avLst/>
          </a:prstGeom>
          <a:noFill/>
          <a:ln w="19050">
            <a:solidFill>
              <a:srgbClr val="1A2340"/>
            </a:solidFill>
            <a:prstDash val="solid"/>
          </a:ln>
        </p:spPr>
      </p:sp>
      <p:sp>
        <p:nvSpPr>
          <p:cNvPr id="97" name="Shape 95"/>
          <p:cNvSpPr/>
          <p:nvPr/>
        </p:nvSpPr>
        <p:spPr>
          <a:xfrm>
            <a:off x="1325880" y="4709160"/>
            <a:ext cx="91" cy="54864"/>
          </a:xfrm>
          <a:prstGeom prst="line">
            <a:avLst/>
          </a:prstGeom>
          <a:noFill/>
          <a:ln w="12700">
            <a:solidFill>
              <a:srgbClr val="1A2340"/>
            </a:solidFill>
            <a:prstDash val="solid"/>
          </a:ln>
        </p:spPr>
      </p:sp>
      <p:sp>
        <p:nvSpPr>
          <p:cNvPr id="98" name="Text 96"/>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99" name="Shape 97"/>
          <p:cNvSpPr/>
          <p:nvPr/>
        </p:nvSpPr>
        <p:spPr>
          <a:xfrm>
            <a:off x="1874520" y="4709160"/>
            <a:ext cx="91" cy="54864"/>
          </a:xfrm>
          <a:prstGeom prst="line">
            <a:avLst/>
          </a:prstGeom>
          <a:noFill/>
          <a:ln w="12700">
            <a:solidFill>
              <a:srgbClr val="1A2340"/>
            </a:solidFill>
            <a:prstDash val="solid"/>
          </a:ln>
        </p:spPr>
      </p:sp>
      <p:sp>
        <p:nvSpPr>
          <p:cNvPr id="100" name="Text 98"/>
          <p:cNvSpPr/>
          <p:nvPr/>
        </p:nvSpPr>
        <p:spPr>
          <a:xfrm>
            <a:off x="16002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101" name="Shape 99"/>
          <p:cNvSpPr/>
          <p:nvPr/>
        </p:nvSpPr>
        <p:spPr>
          <a:xfrm>
            <a:off x="2423160" y="4709160"/>
            <a:ext cx="91" cy="54864"/>
          </a:xfrm>
          <a:prstGeom prst="line">
            <a:avLst/>
          </a:prstGeom>
          <a:noFill/>
          <a:ln w="12700">
            <a:solidFill>
              <a:srgbClr val="1A2340"/>
            </a:solidFill>
            <a:prstDash val="solid"/>
          </a:ln>
        </p:spPr>
      </p:sp>
      <p:sp>
        <p:nvSpPr>
          <p:cNvPr id="102" name="Text 100"/>
          <p:cNvSpPr/>
          <p:nvPr/>
        </p:nvSpPr>
        <p:spPr>
          <a:xfrm>
            <a:off x="2148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103" name="Shape 101"/>
          <p:cNvSpPr/>
          <p:nvPr/>
        </p:nvSpPr>
        <p:spPr>
          <a:xfrm>
            <a:off x="2971800" y="4709160"/>
            <a:ext cx="91" cy="54864"/>
          </a:xfrm>
          <a:prstGeom prst="line">
            <a:avLst/>
          </a:prstGeom>
          <a:noFill/>
          <a:ln w="12700">
            <a:solidFill>
              <a:srgbClr val="1A2340"/>
            </a:solidFill>
            <a:prstDash val="solid"/>
          </a:ln>
        </p:spPr>
      </p:sp>
      <p:sp>
        <p:nvSpPr>
          <p:cNvPr id="104" name="Text 102"/>
          <p:cNvSpPr/>
          <p:nvPr/>
        </p:nvSpPr>
        <p:spPr>
          <a:xfrm>
            <a:off x="26974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105" name="Shape 103"/>
          <p:cNvSpPr/>
          <p:nvPr/>
        </p:nvSpPr>
        <p:spPr>
          <a:xfrm>
            <a:off x="3520440" y="4709160"/>
            <a:ext cx="91" cy="54864"/>
          </a:xfrm>
          <a:prstGeom prst="line">
            <a:avLst/>
          </a:prstGeom>
          <a:noFill/>
          <a:ln w="12700">
            <a:solidFill>
              <a:srgbClr val="1A2340"/>
            </a:solidFill>
            <a:prstDash val="solid"/>
          </a:ln>
        </p:spPr>
      </p:sp>
      <p:sp>
        <p:nvSpPr>
          <p:cNvPr id="106" name="Text 104"/>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107" name="Shape 105"/>
          <p:cNvSpPr/>
          <p:nvPr/>
        </p:nvSpPr>
        <p:spPr>
          <a:xfrm>
            <a:off x="4069080" y="4709160"/>
            <a:ext cx="91" cy="54864"/>
          </a:xfrm>
          <a:prstGeom prst="line">
            <a:avLst/>
          </a:prstGeom>
          <a:noFill/>
          <a:ln w="12700">
            <a:solidFill>
              <a:srgbClr val="1A2340"/>
            </a:solidFill>
            <a:prstDash val="solid"/>
          </a:ln>
        </p:spPr>
      </p:sp>
      <p:sp>
        <p:nvSpPr>
          <p:cNvPr id="108" name="Text 106"/>
          <p:cNvSpPr/>
          <p:nvPr/>
        </p:nvSpPr>
        <p:spPr>
          <a:xfrm>
            <a:off x="37947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0.25</a:t>
            </a:r>
            <a:endParaRPr lang="en-US" sz="1000" dirty="0"/>
          </a:p>
        </p:txBody>
      </p:sp>
      <p:sp>
        <p:nvSpPr>
          <p:cNvPr id="109" name="Shape 107"/>
          <p:cNvSpPr/>
          <p:nvPr/>
        </p:nvSpPr>
        <p:spPr>
          <a:xfrm>
            <a:off x="4617720" y="4709160"/>
            <a:ext cx="91" cy="54864"/>
          </a:xfrm>
          <a:prstGeom prst="line">
            <a:avLst/>
          </a:prstGeom>
          <a:noFill/>
          <a:ln w="12700">
            <a:solidFill>
              <a:srgbClr val="1A2340"/>
            </a:solidFill>
            <a:prstDash val="solid"/>
          </a:ln>
        </p:spPr>
      </p:sp>
      <p:sp>
        <p:nvSpPr>
          <p:cNvPr id="110" name="Text 108"/>
          <p:cNvSpPr/>
          <p:nvPr/>
        </p:nvSpPr>
        <p:spPr>
          <a:xfrm>
            <a:off x="43434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0.30</a:t>
            </a:r>
            <a:endParaRPr lang="en-US" sz="1000" dirty="0"/>
          </a:p>
        </p:txBody>
      </p:sp>
      <p:sp>
        <p:nvSpPr>
          <p:cNvPr id="111" name="Shape 109"/>
          <p:cNvSpPr/>
          <p:nvPr/>
        </p:nvSpPr>
        <p:spPr>
          <a:xfrm>
            <a:off x="5166360" y="4709160"/>
            <a:ext cx="91" cy="54864"/>
          </a:xfrm>
          <a:prstGeom prst="line">
            <a:avLst/>
          </a:prstGeom>
          <a:noFill/>
          <a:ln w="12700">
            <a:solidFill>
              <a:srgbClr val="1A2340"/>
            </a:solidFill>
            <a:prstDash val="solid"/>
          </a:ln>
        </p:spPr>
      </p:sp>
      <p:sp>
        <p:nvSpPr>
          <p:cNvPr id="112" name="Text 110"/>
          <p:cNvSpPr/>
          <p:nvPr/>
        </p:nvSpPr>
        <p:spPr>
          <a:xfrm>
            <a:off x="48920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0.35</a:t>
            </a:r>
            <a:endParaRPr lang="en-US" sz="1000" dirty="0"/>
          </a:p>
        </p:txBody>
      </p:sp>
      <p:sp>
        <p:nvSpPr>
          <p:cNvPr id="113" name="Shape 111"/>
          <p:cNvSpPr/>
          <p:nvPr/>
        </p:nvSpPr>
        <p:spPr>
          <a:xfrm>
            <a:off x="5715000" y="4709160"/>
            <a:ext cx="91" cy="54864"/>
          </a:xfrm>
          <a:prstGeom prst="line">
            <a:avLst/>
          </a:prstGeom>
          <a:noFill/>
          <a:ln w="12700">
            <a:solidFill>
              <a:srgbClr val="1A2340"/>
            </a:solidFill>
            <a:prstDash val="solid"/>
          </a:ln>
        </p:spPr>
      </p:sp>
      <p:sp>
        <p:nvSpPr>
          <p:cNvPr id="114" name="Text 112"/>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0.40</a:t>
            </a:r>
            <a:endParaRPr lang="en-US" sz="1000" dirty="0"/>
          </a:p>
        </p:txBody>
      </p:sp>
      <p:sp>
        <p:nvSpPr>
          <p:cNvPr id="115" name="Shape 113"/>
          <p:cNvSpPr/>
          <p:nvPr/>
        </p:nvSpPr>
        <p:spPr>
          <a:xfrm>
            <a:off x="1271016" y="4709160"/>
            <a:ext cx="54864" cy="91"/>
          </a:xfrm>
          <a:prstGeom prst="line">
            <a:avLst/>
          </a:prstGeom>
          <a:noFill/>
          <a:ln w="12700">
            <a:solidFill>
              <a:srgbClr val="1A2340"/>
            </a:solidFill>
            <a:prstDash val="solid"/>
          </a:ln>
        </p:spPr>
      </p:sp>
      <p:sp>
        <p:nvSpPr>
          <p:cNvPr id="116" name="Text 114"/>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17" name="Shape 115"/>
          <p:cNvSpPr/>
          <p:nvPr/>
        </p:nvSpPr>
        <p:spPr>
          <a:xfrm>
            <a:off x="1271016" y="4297680"/>
            <a:ext cx="54864" cy="91"/>
          </a:xfrm>
          <a:prstGeom prst="line">
            <a:avLst/>
          </a:prstGeom>
          <a:noFill/>
          <a:ln w="12700">
            <a:solidFill>
              <a:srgbClr val="1A2340"/>
            </a:solidFill>
            <a:prstDash val="solid"/>
          </a:ln>
        </p:spPr>
      </p:sp>
      <p:sp>
        <p:nvSpPr>
          <p:cNvPr id="118" name="Text 116"/>
          <p:cNvSpPr/>
          <p:nvPr/>
        </p:nvSpPr>
        <p:spPr>
          <a:xfrm>
            <a:off x="88696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119" name="Shape 117"/>
          <p:cNvSpPr/>
          <p:nvPr/>
        </p:nvSpPr>
        <p:spPr>
          <a:xfrm>
            <a:off x="1271016" y="3886200"/>
            <a:ext cx="54864" cy="91"/>
          </a:xfrm>
          <a:prstGeom prst="line">
            <a:avLst/>
          </a:prstGeom>
          <a:noFill/>
          <a:ln w="12700">
            <a:solidFill>
              <a:srgbClr val="1A2340"/>
            </a:solidFill>
            <a:prstDash val="solid"/>
          </a:ln>
        </p:spPr>
      </p:sp>
      <p:sp>
        <p:nvSpPr>
          <p:cNvPr id="120" name="Text 118"/>
          <p:cNvSpPr/>
          <p:nvPr/>
        </p:nvSpPr>
        <p:spPr>
          <a:xfrm>
            <a:off x="88696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21" name="Shape 119"/>
          <p:cNvSpPr/>
          <p:nvPr/>
        </p:nvSpPr>
        <p:spPr>
          <a:xfrm>
            <a:off x="1271016" y="3474720"/>
            <a:ext cx="54864" cy="91"/>
          </a:xfrm>
          <a:prstGeom prst="line">
            <a:avLst/>
          </a:prstGeom>
          <a:noFill/>
          <a:ln w="12700">
            <a:solidFill>
              <a:srgbClr val="1A2340"/>
            </a:solidFill>
            <a:prstDash val="solid"/>
          </a:ln>
        </p:spPr>
      </p:sp>
      <p:sp>
        <p:nvSpPr>
          <p:cNvPr id="122" name="Text 120"/>
          <p:cNvSpPr/>
          <p:nvPr/>
        </p:nvSpPr>
        <p:spPr>
          <a:xfrm>
            <a:off x="88696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123" name="Shape 121"/>
          <p:cNvSpPr/>
          <p:nvPr/>
        </p:nvSpPr>
        <p:spPr>
          <a:xfrm>
            <a:off x="1271016" y="3063240"/>
            <a:ext cx="54864" cy="91"/>
          </a:xfrm>
          <a:prstGeom prst="line">
            <a:avLst/>
          </a:prstGeom>
          <a:noFill/>
          <a:ln w="12700">
            <a:solidFill>
              <a:srgbClr val="1A2340"/>
            </a:solidFill>
            <a:prstDash val="solid"/>
          </a:ln>
        </p:spPr>
      </p:sp>
      <p:sp>
        <p:nvSpPr>
          <p:cNvPr id="124" name="Text 122"/>
          <p:cNvSpPr/>
          <p:nvPr/>
        </p:nvSpPr>
        <p:spPr>
          <a:xfrm>
            <a:off x="88696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25" name="Shape 123"/>
          <p:cNvSpPr/>
          <p:nvPr/>
        </p:nvSpPr>
        <p:spPr>
          <a:xfrm>
            <a:off x="1271016" y="2651760"/>
            <a:ext cx="54864" cy="91"/>
          </a:xfrm>
          <a:prstGeom prst="line">
            <a:avLst/>
          </a:prstGeom>
          <a:noFill/>
          <a:ln w="12700">
            <a:solidFill>
              <a:srgbClr val="1A2340"/>
            </a:solidFill>
            <a:prstDash val="solid"/>
          </a:ln>
        </p:spPr>
      </p:sp>
      <p:sp>
        <p:nvSpPr>
          <p:cNvPr id="126" name="Text 124"/>
          <p:cNvSpPr/>
          <p:nvPr/>
        </p:nvSpPr>
        <p:spPr>
          <a:xfrm>
            <a:off x="88696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127" name="Shape 125"/>
          <p:cNvSpPr/>
          <p:nvPr/>
        </p:nvSpPr>
        <p:spPr>
          <a:xfrm>
            <a:off x="1271016" y="2240280"/>
            <a:ext cx="54864" cy="91"/>
          </a:xfrm>
          <a:prstGeom prst="line">
            <a:avLst/>
          </a:prstGeom>
          <a:noFill/>
          <a:ln w="12700">
            <a:solidFill>
              <a:srgbClr val="1A2340"/>
            </a:solidFill>
            <a:prstDash val="solid"/>
          </a:ln>
        </p:spPr>
      </p:sp>
      <p:sp>
        <p:nvSpPr>
          <p:cNvPr id="128" name="Text 126"/>
          <p:cNvSpPr/>
          <p:nvPr/>
        </p:nvSpPr>
        <p:spPr>
          <a:xfrm>
            <a:off x="88696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29" name="Shape 127"/>
          <p:cNvSpPr/>
          <p:nvPr/>
        </p:nvSpPr>
        <p:spPr>
          <a:xfrm>
            <a:off x="1271016" y="1828800"/>
            <a:ext cx="54864" cy="91"/>
          </a:xfrm>
          <a:prstGeom prst="line">
            <a:avLst/>
          </a:prstGeom>
          <a:noFill/>
          <a:ln w="12700">
            <a:solidFill>
              <a:srgbClr val="1A2340"/>
            </a:solidFill>
            <a:prstDash val="solid"/>
          </a:ln>
        </p:spPr>
      </p:sp>
      <p:sp>
        <p:nvSpPr>
          <p:cNvPr id="130" name="Text 128"/>
          <p:cNvSpPr/>
          <p:nvPr/>
        </p:nvSpPr>
        <p:spPr>
          <a:xfrm>
            <a:off x="88696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131" name="Shape 129"/>
          <p:cNvSpPr/>
          <p:nvPr/>
        </p:nvSpPr>
        <p:spPr>
          <a:xfrm>
            <a:off x="1271016" y="1417320"/>
            <a:ext cx="54864" cy="91"/>
          </a:xfrm>
          <a:prstGeom prst="line">
            <a:avLst/>
          </a:prstGeom>
          <a:noFill/>
          <a:ln w="12700">
            <a:solidFill>
              <a:srgbClr val="1A2340"/>
            </a:solidFill>
            <a:prstDash val="solid"/>
          </a:ln>
        </p:spPr>
      </p:sp>
      <p:sp>
        <p:nvSpPr>
          <p:cNvPr id="132" name="Text 13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33" name="Text 131"/>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extension / m</a:t>
            </a:r>
            <a:endParaRPr lang="en-US" sz="1050" dirty="0"/>
          </a:p>
        </p:txBody>
      </p:sp>
      <p:sp>
        <p:nvSpPr>
          <p:cNvPr id="134" name="Text 132"/>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force / N</a:t>
            </a:r>
            <a:endParaRPr lang="en-US" sz="1050" dirty="0"/>
          </a:p>
        </p:txBody>
      </p:sp>
      <p:sp>
        <p:nvSpPr>
          <p:cNvPr id="135" name="Shape 133"/>
          <p:cNvSpPr/>
          <p:nvPr/>
        </p:nvSpPr>
        <p:spPr>
          <a:xfrm flipH="1">
            <a:off x="1325880" y="2240280"/>
            <a:ext cx="3291840" cy="2468880"/>
          </a:xfrm>
          <a:prstGeom prst="rtTriangle">
            <a:avLst/>
          </a:prstGeom>
          <a:solidFill>
            <a:srgbClr val="F5A742">
              <a:alpha val="40000"/>
            </a:srgbClr>
          </a:solidFill>
          <a:ln/>
        </p:spPr>
      </p:sp>
      <p:sp>
        <p:nvSpPr>
          <p:cNvPr id="136" name="Shape 134"/>
          <p:cNvSpPr/>
          <p:nvPr/>
        </p:nvSpPr>
        <p:spPr>
          <a:xfrm flipV="1">
            <a:off x="1325880" y="2240280"/>
            <a:ext cx="3291840" cy="2468880"/>
          </a:xfrm>
          <a:prstGeom prst="line">
            <a:avLst/>
          </a:prstGeom>
          <a:noFill/>
          <a:ln w="31750">
            <a:solidFill>
              <a:srgbClr val="2E5BD8"/>
            </a:solidFill>
            <a:prstDash val="solid"/>
          </a:ln>
        </p:spPr>
      </p:sp>
      <p:sp>
        <p:nvSpPr>
          <p:cNvPr id="137" name="Shape 135"/>
          <p:cNvSpPr/>
          <p:nvPr/>
        </p:nvSpPr>
        <p:spPr>
          <a:xfrm>
            <a:off x="1280160" y="4663440"/>
            <a:ext cx="91440" cy="91440"/>
          </a:xfrm>
          <a:prstGeom prst="line">
            <a:avLst/>
          </a:prstGeom>
          <a:noFill/>
          <a:ln w="15875">
            <a:solidFill>
              <a:srgbClr val="1A2340"/>
            </a:solidFill>
            <a:prstDash val="solid"/>
          </a:ln>
        </p:spPr>
      </p:sp>
      <p:sp>
        <p:nvSpPr>
          <p:cNvPr id="138" name="Shape 136"/>
          <p:cNvSpPr/>
          <p:nvPr/>
        </p:nvSpPr>
        <p:spPr>
          <a:xfrm flipV="1">
            <a:off x="1280160" y="4663440"/>
            <a:ext cx="91440" cy="91440"/>
          </a:xfrm>
          <a:prstGeom prst="line">
            <a:avLst/>
          </a:prstGeom>
          <a:noFill/>
          <a:ln w="15875">
            <a:solidFill>
              <a:srgbClr val="1A2340"/>
            </a:solidFill>
            <a:prstDash val="solid"/>
          </a:ln>
        </p:spPr>
      </p:sp>
      <p:sp>
        <p:nvSpPr>
          <p:cNvPr id="139" name="Shape 137"/>
          <p:cNvSpPr/>
          <p:nvPr/>
        </p:nvSpPr>
        <p:spPr>
          <a:xfrm>
            <a:off x="1839773" y="4251960"/>
            <a:ext cx="91440" cy="91440"/>
          </a:xfrm>
          <a:prstGeom prst="line">
            <a:avLst/>
          </a:prstGeom>
          <a:noFill/>
          <a:ln w="15875">
            <a:solidFill>
              <a:srgbClr val="1A2340"/>
            </a:solidFill>
            <a:prstDash val="solid"/>
          </a:ln>
        </p:spPr>
      </p:sp>
      <p:sp>
        <p:nvSpPr>
          <p:cNvPr id="140" name="Shape 138"/>
          <p:cNvSpPr/>
          <p:nvPr/>
        </p:nvSpPr>
        <p:spPr>
          <a:xfrm flipV="1">
            <a:off x="1839773" y="4251960"/>
            <a:ext cx="91440" cy="91440"/>
          </a:xfrm>
          <a:prstGeom prst="line">
            <a:avLst/>
          </a:prstGeom>
          <a:noFill/>
          <a:ln w="15875">
            <a:solidFill>
              <a:srgbClr val="1A2340"/>
            </a:solidFill>
            <a:prstDash val="solid"/>
          </a:ln>
        </p:spPr>
      </p:sp>
      <p:sp>
        <p:nvSpPr>
          <p:cNvPr id="141" name="Shape 139"/>
          <p:cNvSpPr/>
          <p:nvPr/>
        </p:nvSpPr>
        <p:spPr>
          <a:xfrm>
            <a:off x="2366467" y="3840480"/>
            <a:ext cx="91440" cy="91440"/>
          </a:xfrm>
          <a:prstGeom prst="line">
            <a:avLst/>
          </a:prstGeom>
          <a:noFill/>
          <a:ln w="15875">
            <a:solidFill>
              <a:srgbClr val="1A2340"/>
            </a:solidFill>
            <a:prstDash val="solid"/>
          </a:ln>
        </p:spPr>
      </p:sp>
      <p:sp>
        <p:nvSpPr>
          <p:cNvPr id="142" name="Shape 140"/>
          <p:cNvSpPr/>
          <p:nvPr/>
        </p:nvSpPr>
        <p:spPr>
          <a:xfrm flipV="1">
            <a:off x="2366467" y="3840480"/>
            <a:ext cx="91440" cy="91440"/>
          </a:xfrm>
          <a:prstGeom prst="line">
            <a:avLst/>
          </a:prstGeom>
          <a:noFill/>
          <a:ln w="15875">
            <a:solidFill>
              <a:srgbClr val="1A2340"/>
            </a:solidFill>
            <a:prstDash val="solid"/>
          </a:ln>
        </p:spPr>
      </p:sp>
      <p:sp>
        <p:nvSpPr>
          <p:cNvPr id="143" name="Shape 141"/>
          <p:cNvSpPr/>
          <p:nvPr/>
        </p:nvSpPr>
        <p:spPr>
          <a:xfrm>
            <a:off x="2926080" y="3429000"/>
            <a:ext cx="91440" cy="91440"/>
          </a:xfrm>
          <a:prstGeom prst="line">
            <a:avLst/>
          </a:prstGeom>
          <a:noFill/>
          <a:ln w="15875">
            <a:solidFill>
              <a:srgbClr val="1A2340"/>
            </a:solidFill>
            <a:prstDash val="solid"/>
          </a:ln>
        </p:spPr>
      </p:sp>
      <p:sp>
        <p:nvSpPr>
          <p:cNvPr id="144" name="Shape 142"/>
          <p:cNvSpPr/>
          <p:nvPr/>
        </p:nvSpPr>
        <p:spPr>
          <a:xfrm flipV="1">
            <a:off x="2926080" y="3429000"/>
            <a:ext cx="91440" cy="91440"/>
          </a:xfrm>
          <a:prstGeom prst="line">
            <a:avLst/>
          </a:prstGeom>
          <a:noFill/>
          <a:ln w="15875">
            <a:solidFill>
              <a:srgbClr val="1A2340"/>
            </a:solidFill>
            <a:prstDash val="solid"/>
          </a:ln>
        </p:spPr>
      </p:sp>
      <p:sp>
        <p:nvSpPr>
          <p:cNvPr id="145" name="Shape 143"/>
          <p:cNvSpPr/>
          <p:nvPr/>
        </p:nvSpPr>
        <p:spPr>
          <a:xfrm>
            <a:off x="3485693" y="3017520"/>
            <a:ext cx="91440" cy="91440"/>
          </a:xfrm>
          <a:prstGeom prst="line">
            <a:avLst/>
          </a:prstGeom>
          <a:noFill/>
          <a:ln w="15875">
            <a:solidFill>
              <a:srgbClr val="1A2340"/>
            </a:solidFill>
            <a:prstDash val="solid"/>
          </a:ln>
        </p:spPr>
      </p:sp>
      <p:sp>
        <p:nvSpPr>
          <p:cNvPr id="146" name="Shape 144"/>
          <p:cNvSpPr/>
          <p:nvPr/>
        </p:nvSpPr>
        <p:spPr>
          <a:xfrm flipV="1">
            <a:off x="3485693" y="3017520"/>
            <a:ext cx="91440" cy="91440"/>
          </a:xfrm>
          <a:prstGeom prst="line">
            <a:avLst/>
          </a:prstGeom>
          <a:noFill/>
          <a:ln w="15875">
            <a:solidFill>
              <a:srgbClr val="1A2340"/>
            </a:solidFill>
            <a:prstDash val="solid"/>
          </a:ln>
        </p:spPr>
      </p:sp>
      <p:sp>
        <p:nvSpPr>
          <p:cNvPr id="147" name="Shape 145"/>
          <p:cNvSpPr/>
          <p:nvPr/>
        </p:nvSpPr>
        <p:spPr>
          <a:xfrm>
            <a:off x="4012387" y="2606040"/>
            <a:ext cx="91440" cy="91440"/>
          </a:xfrm>
          <a:prstGeom prst="line">
            <a:avLst/>
          </a:prstGeom>
          <a:noFill/>
          <a:ln w="15875">
            <a:solidFill>
              <a:srgbClr val="1A2340"/>
            </a:solidFill>
            <a:prstDash val="solid"/>
          </a:ln>
        </p:spPr>
      </p:sp>
      <p:sp>
        <p:nvSpPr>
          <p:cNvPr id="148" name="Shape 146"/>
          <p:cNvSpPr/>
          <p:nvPr/>
        </p:nvSpPr>
        <p:spPr>
          <a:xfrm flipV="1">
            <a:off x="4012387" y="2606040"/>
            <a:ext cx="91440" cy="91440"/>
          </a:xfrm>
          <a:prstGeom prst="line">
            <a:avLst/>
          </a:prstGeom>
          <a:noFill/>
          <a:ln w="15875">
            <a:solidFill>
              <a:srgbClr val="1A2340"/>
            </a:solidFill>
            <a:prstDash val="solid"/>
          </a:ln>
        </p:spPr>
      </p:sp>
      <p:sp>
        <p:nvSpPr>
          <p:cNvPr id="149" name="Shape 147"/>
          <p:cNvSpPr/>
          <p:nvPr/>
        </p:nvSpPr>
        <p:spPr>
          <a:xfrm>
            <a:off x="4572000" y="2194560"/>
            <a:ext cx="91440" cy="91440"/>
          </a:xfrm>
          <a:prstGeom prst="line">
            <a:avLst/>
          </a:prstGeom>
          <a:noFill/>
          <a:ln w="15875">
            <a:solidFill>
              <a:srgbClr val="1A2340"/>
            </a:solidFill>
            <a:prstDash val="solid"/>
          </a:ln>
        </p:spPr>
      </p:sp>
      <p:sp>
        <p:nvSpPr>
          <p:cNvPr id="150" name="Shape 148"/>
          <p:cNvSpPr/>
          <p:nvPr/>
        </p:nvSpPr>
        <p:spPr>
          <a:xfrm flipV="1">
            <a:off x="4572000" y="2194560"/>
            <a:ext cx="91440" cy="91440"/>
          </a:xfrm>
          <a:prstGeom prst="line">
            <a:avLst/>
          </a:prstGeom>
          <a:noFill/>
          <a:ln w="15875">
            <a:solidFill>
              <a:srgbClr val="1A2340"/>
            </a:solidFill>
            <a:prstDash val="solid"/>
          </a:ln>
        </p:spPr>
      </p:sp>
      <p:sp>
        <p:nvSpPr>
          <p:cNvPr id="151" name="Shape 149"/>
          <p:cNvSpPr/>
          <p:nvPr/>
        </p:nvSpPr>
        <p:spPr>
          <a:xfrm>
            <a:off x="1874520" y="4297680"/>
            <a:ext cx="2743200" cy="91"/>
          </a:xfrm>
          <a:prstGeom prst="line">
            <a:avLst/>
          </a:prstGeom>
          <a:noFill/>
          <a:ln w="19050">
            <a:solidFill>
              <a:srgbClr val="C8414C"/>
            </a:solidFill>
            <a:prstDash val="dash"/>
          </a:ln>
        </p:spPr>
      </p:sp>
      <p:sp>
        <p:nvSpPr>
          <p:cNvPr id="152" name="Shape 150"/>
          <p:cNvSpPr/>
          <p:nvPr/>
        </p:nvSpPr>
        <p:spPr>
          <a:xfrm flipV="1">
            <a:off x="4617720" y="2240280"/>
            <a:ext cx="91" cy="2057400"/>
          </a:xfrm>
          <a:prstGeom prst="line">
            <a:avLst/>
          </a:prstGeom>
          <a:noFill/>
          <a:ln w="19050">
            <a:solidFill>
              <a:srgbClr val="C8414C"/>
            </a:solidFill>
            <a:prstDash val="dash"/>
          </a:ln>
        </p:spPr>
      </p:sp>
      <p:sp>
        <p:nvSpPr>
          <p:cNvPr id="153" name="Text 151"/>
          <p:cNvSpPr/>
          <p:nvPr/>
        </p:nvSpPr>
        <p:spPr>
          <a:xfrm>
            <a:off x="2642616" y="4325112"/>
            <a:ext cx="146304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Δx = 0.25 m</a:t>
            </a:r>
            <a:endParaRPr lang="en-US" sz="1050" dirty="0"/>
          </a:p>
        </p:txBody>
      </p:sp>
      <p:sp>
        <p:nvSpPr>
          <p:cNvPr id="154" name="Text 152"/>
          <p:cNvSpPr/>
          <p:nvPr/>
        </p:nvSpPr>
        <p:spPr>
          <a:xfrm>
            <a:off x="4663440" y="3227832"/>
            <a:ext cx="10972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ΔF = 5.0 N</a:t>
            </a:r>
            <a:endParaRPr lang="en-US" sz="1050" dirty="0"/>
          </a:p>
        </p:txBody>
      </p:sp>
      <p:sp>
        <p:nvSpPr>
          <p:cNvPr id="155" name="Text 153"/>
          <p:cNvSpPr/>
          <p:nvPr/>
        </p:nvSpPr>
        <p:spPr>
          <a:xfrm>
            <a:off x="3026664" y="3886200"/>
            <a:ext cx="1371600" cy="256032"/>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area = work done</a:t>
            </a:r>
            <a:endParaRPr lang="en-US" sz="1050" dirty="0"/>
          </a:p>
        </p:txBody>
      </p:sp>
      <p:sp>
        <p:nvSpPr>
          <p:cNvPr id="156" name="Shape 154"/>
          <p:cNvSpPr/>
          <p:nvPr/>
        </p:nvSpPr>
        <p:spPr>
          <a:xfrm>
            <a:off x="6217920" y="1188720"/>
            <a:ext cx="5562295" cy="2331720"/>
          </a:xfrm>
          <a:prstGeom prst="roundRect">
            <a:avLst>
              <a:gd name="adj" fmla="val 2353"/>
            </a:avLst>
          </a:prstGeom>
          <a:solidFill>
            <a:srgbClr val="F5F8FE"/>
          </a:solidFill>
          <a:ln w="9525">
            <a:solidFill>
              <a:srgbClr val="D5DCEB"/>
            </a:solidFill>
            <a:prstDash val="solid"/>
          </a:ln>
        </p:spPr>
      </p:sp>
      <p:sp>
        <p:nvSpPr>
          <p:cNvPr id="157" name="Text 15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Finding k and the work done</a:t>
            </a:r>
            <a:endParaRPr lang="en-US" sz="1300" dirty="0"/>
          </a:p>
        </p:txBody>
      </p:sp>
      <p:sp>
        <p:nvSpPr>
          <p:cNvPr id="158" name="Text 156"/>
          <p:cNvSpPr/>
          <p:nvPr/>
        </p:nvSpPr>
        <p:spPr>
          <a:xfrm>
            <a:off x="6382512" y="1609344"/>
            <a:ext cx="5233111" cy="18379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k = gradient</a:t>
            </a:r>
            <a:r>
              <a:rPr lang="en-US" sz="1150" dirty="0">
                <a:solidFill>
                  <a:srgbClr val="262B3A"/>
                </a:solidFill>
                <a:latin typeface="Calibri" pitchFamily="34" charset="0"/>
                <a:ea typeface="Calibri" pitchFamily="34" charset="-122"/>
                <a:cs typeface="Calibri" pitchFamily="34" charset="-120"/>
              </a:rPr>
              <a:t> = ΔF ÷ Δx. Use a </a:t>
            </a:r>
            <a:r>
              <a:rPr lang="en-US" sz="1150" b="1" dirty="0">
                <a:solidFill>
                  <a:srgbClr val="262B3A"/>
                </a:solidFill>
                <a:latin typeface="Calibri" pitchFamily="34" charset="0"/>
                <a:ea typeface="Calibri" pitchFamily="34" charset="-122"/>
                <a:cs typeface="Calibri" pitchFamily="34" charset="-120"/>
              </a:rPr>
              <a:t>large</a:t>
            </a:r>
            <a:r>
              <a:rPr lang="en-US" sz="1150" dirty="0">
                <a:solidFill>
                  <a:srgbClr val="262B3A"/>
                </a:solidFill>
                <a:latin typeface="Calibri" pitchFamily="34" charset="0"/>
                <a:ea typeface="Calibri" pitchFamily="34" charset="-122"/>
                <a:cs typeface="Calibri" pitchFamily="34" charset="-120"/>
              </a:rPr>
              <a:t> triangle on the line of best fit, not two data points.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Gradient = 5.0 N ÷ 0.25 m = </a:t>
            </a:r>
            <a:r>
              <a:rPr lang="en-US" sz="1150" b="1" dirty="0">
                <a:solidFill>
                  <a:srgbClr val="262B3A"/>
                </a:solidFill>
                <a:latin typeface="Calibri" pitchFamily="34" charset="0"/>
                <a:ea typeface="Calibri" pitchFamily="34" charset="-122"/>
                <a:cs typeface="Calibri" pitchFamily="34" charset="-120"/>
              </a:rPr>
              <a:t>20 N/m</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Work done</a:t>
            </a:r>
            <a:r>
              <a:rPr lang="en-US" sz="1150" dirty="0">
                <a:solidFill>
                  <a:srgbClr val="262B3A"/>
                </a:solidFill>
                <a:latin typeface="Calibri" pitchFamily="34" charset="0"/>
                <a:ea typeface="Calibri" pitchFamily="34" charset="-122"/>
                <a:cs typeface="Calibri" pitchFamily="34" charset="-120"/>
              </a:rPr>
              <a:t> stretching the spring to 6.0 N = area under the line = ½ × 6.0 N × 0.30 m.</a:t>
            </a:r>
            <a:endParaRPr lang="en-US" sz="1150" dirty="0"/>
          </a:p>
        </p:txBody>
      </p:sp>
      <p:sp>
        <p:nvSpPr>
          <p:cNvPr id="159" name="Shape 157"/>
          <p:cNvSpPr/>
          <p:nvPr/>
        </p:nvSpPr>
        <p:spPr>
          <a:xfrm>
            <a:off x="6217920" y="3657600"/>
            <a:ext cx="5562295" cy="2057400"/>
          </a:xfrm>
          <a:prstGeom prst="roundRect">
            <a:avLst>
              <a:gd name="adj" fmla="val 2667"/>
            </a:avLst>
          </a:prstGeom>
          <a:solidFill>
            <a:srgbClr val="FFF4E0"/>
          </a:solidFill>
          <a:ln w="9525">
            <a:solidFill>
              <a:srgbClr val="F1D9A8"/>
            </a:solidFill>
            <a:prstDash val="solid"/>
          </a:ln>
        </p:spPr>
      </p:sp>
      <p:sp>
        <p:nvSpPr>
          <p:cNvPr id="160" name="Text 158"/>
          <p:cNvSpPr/>
          <p:nvPr/>
        </p:nvSpPr>
        <p:spPr>
          <a:xfrm>
            <a:off x="6382512" y="37307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work done</a:t>
            </a:r>
            <a:endParaRPr lang="en-US" sz="1300" dirty="0"/>
          </a:p>
        </p:txBody>
      </p:sp>
      <p:sp>
        <p:nvSpPr>
          <p:cNvPr id="161" name="Text 159"/>
          <p:cNvSpPr/>
          <p:nvPr/>
        </p:nvSpPr>
        <p:spPr>
          <a:xfrm>
            <a:off x="6382512" y="4041648"/>
            <a:ext cx="5233111" cy="160020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the energy stored when the spring (k = 20 N/m) is stretched by 0.30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E = ½ × k × x²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E = 0.5 × 20 × 0.30²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area = ½ × 6.0 × 0.30 = 0.90 J ✓</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 = 0.90 J</a:t>
            </a:r>
            <a:endParaRPr lang="en-US" sz="1100" dirty="0"/>
          </a:p>
        </p:txBody>
      </p:sp>
      <p:sp>
        <p:nvSpPr>
          <p:cNvPr id="162" name="Shape 160"/>
          <p:cNvSpPr/>
          <p:nvPr/>
        </p:nvSpPr>
        <p:spPr>
          <a:xfrm>
            <a:off x="411480" y="5833872"/>
            <a:ext cx="11368735" cy="530352"/>
          </a:xfrm>
          <a:prstGeom prst="rect">
            <a:avLst/>
          </a:prstGeom>
          <a:solidFill>
            <a:srgbClr val="FFF4E0"/>
          </a:solidFill>
          <a:ln w="6350">
            <a:solidFill>
              <a:srgbClr val="F1D9A8"/>
            </a:solidFill>
            <a:prstDash val="solid"/>
          </a:ln>
        </p:spPr>
      </p:sp>
      <p:sp>
        <p:nvSpPr>
          <p:cNvPr id="163" name="Shape 161"/>
          <p:cNvSpPr/>
          <p:nvPr/>
        </p:nvSpPr>
        <p:spPr>
          <a:xfrm>
            <a:off x="411480" y="5833872"/>
            <a:ext cx="82296" cy="530352"/>
          </a:xfrm>
          <a:prstGeom prst="rect">
            <a:avLst/>
          </a:prstGeom>
          <a:solidFill>
            <a:srgbClr val="E39A2F"/>
          </a:solidFill>
          <a:ln w="12700">
            <a:solidFill>
              <a:srgbClr val="E39A2F"/>
            </a:solidFill>
            <a:prstDash val="solid"/>
          </a:ln>
        </p:spPr>
      </p:sp>
      <p:sp>
        <p:nvSpPr>
          <p:cNvPr id="164" name="Text 16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work done when the same spring is stretched to an extension of 0.20 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P2: errors and improvements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 • evaluating the method</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P2</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P2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parallax: the reading depends on where your eye is</a:t>
            </a:r>
            <a:endParaRPr lang="en-US" sz="1000" dirty="0"/>
          </a:p>
        </p:txBody>
      </p:sp>
      <p:sp>
        <p:nvSpPr>
          <p:cNvPr id="12" name="Shape 10"/>
          <p:cNvSpPr/>
          <p:nvPr/>
        </p:nvSpPr>
        <p:spPr>
          <a:xfrm>
            <a:off x="2926080" y="1508760"/>
            <a:ext cx="292608" cy="3246120"/>
          </a:xfrm>
          <a:prstGeom prst="rect">
            <a:avLst/>
          </a:prstGeom>
          <a:solidFill>
            <a:srgbClr val="F6E7B8"/>
          </a:solidFill>
          <a:ln w="9525">
            <a:solidFill>
              <a:srgbClr val="B79B4A"/>
            </a:solidFill>
            <a:prstDash val="solid"/>
          </a:ln>
        </p:spPr>
      </p:sp>
      <p:sp>
        <p:nvSpPr>
          <p:cNvPr id="13" name="Shape 11"/>
          <p:cNvSpPr/>
          <p:nvPr/>
        </p:nvSpPr>
        <p:spPr>
          <a:xfrm>
            <a:off x="2926080" y="1554480"/>
            <a:ext cx="146304" cy="91"/>
          </a:xfrm>
          <a:prstGeom prst="line">
            <a:avLst/>
          </a:prstGeom>
          <a:noFill/>
          <a:ln w="9525">
            <a:solidFill>
              <a:srgbClr val="6B5A2A"/>
            </a:solidFill>
            <a:prstDash val="solid"/>
          </a:ln>
        </p:spPr>
      </p:sp>
      <p:sp>
        <p:nvSpPr>
          <p:cNvPr id="14" name="Shape 12"/>
          <p:cNvSpPr/>
          <p:nvPr/>
        </p:nvSpPr>
        <p:spPr>
          <a:xfrm>
            <a:off x="2926080" y="1659636"/>
            <a:ext cx="73152" cy="91"/>
          </a:xfrm>
          <a:prstGeom prst="line">
            <a:avLst/>
          </a:prstGeom>
          <a:noFill/>
          <a:ln w="9525">
            <a:solidFill>
              <a:srgbClr val="6B5A2A"/>
            </a:solidFill>
            <a:prstDash val="solid"/>
          </a:ln>
        </p:spPr>
      </p:sp>
      <p:sp>
        <p:nvSpPr>
          <p:cNvPr id="15" name="Shape 13"/>
          <p:cNvSpPr/>
          <p:nvPr/>
        </p:nvSpPr>
        <p:spPr>
          <a:xfrm>
            <a:off x="2926080" y="1764792"/>
            <a:ext cx="73152" cy="91"/>
          </a:xfrm>
          <a:prstGeom prst="line">
            <a:avLst/>
          </a:prstGeom>
          <a:noFill/>
          <a:ln w="9525">
            <a:solidFill>
              <a:srgbClr val="6B5A2A"/>
            </a:solidFill>
            <a:prstDash val="solid"/>
          </a:ln>
        </p:spPr>
      </p:sp>
      <p:sp>
        <p:nvSpPr>
          <p:cNvPr id="16" name="Shape 14"/>
          <p:cNvSpPr/>
          <p:nvPr/>
        </p:nvSpPr>
        <p:spPr>
          <a:xfrm>
            <a:off x="2926080" y="1869948"/>
            <a:ext cx="73152" cy="91"/>
          </a:xfrm>
          <a:prstGeom prst="line">
            <a:avLst/>
          </a:prstGeom>
          <a:noFill/>
          <a:ln w="9525">
            <a:solidFill>
              <a:srgbClr val="6B5A2A"/>
            </a:solidFill>
            <a:prstDash val="solid"/>
          </a:ln>
        </p:spPr>
      </p:sp>
      <p:sp>
        <p:nvSpPr>
          <p:cNvPr id="17" name="Shape 15"/>
          <p:cNvSpPr/>
          <p:nvPr/>
        </p:nvSpPr>
        <p:spPr>
          <a:xfrm>
            <a:off x="2926080" y="1975104"/>
            <a:ext cx="73152" cy="91"/>
          </a:xfrm>
          <a:prstGeom prst="line">
            <a:avLst/>
          </a:prstGeom>
          <a:noFill/>
          <a:ln w="9525">
            <a:solidFill>
              <a:srgbClr val="6B5A2A"/>
            </a:solidFill>
            <a:prstDash val="solid"/>
          </a:ln>
        </p:spPr>
      </p:sp>
      <p:sp>
        <p:nvSpPr>
          <p:cNvPr id="18" name="Shape 16"/>
          <p:cNvSpPr/>
          <p:nvPr/>
        </p:nvSpPr>
        <p:spPr>
          <a:xfrm>
            <a:off x="2926080" y="2080260"/>
            <a:ext cx="146304" cy="91"/>
          </a:xfrm>
          <a:prstGeom prst="line">
            <a:avLst/>
          </a:prstGeom>
          <a:noFill/>
          <a:ln w="9525">
            <a:solidFill>
              <a:srgbClr val="6B5A2A"/>
            </a:solidFill>
            <a:prstDash val="solid"/>
          </a:ln>
        </p:spPr>
      </p:sp>
      <p:sp>
        <p:nvSpPr>
          <p:cNvPr id="19" name="Shape 17"/>
          <p:cNvSpPr/>
          <p:nvPr/>
        </p:nvSpPr>
        <p:spPr>
          <a:xfrm>
            <a:off x="2926080" y="2185416"/>
            <a:ext cx="73152" cy="91"/>
          </a:xfrm>
          <a:prstGeom prst="line">
            <a:avLst/>
          </a:prstGeom>
          <a:noFill/>
          <a:ln w="9525">
            <a:solidFill>
              <a:srgbClr val="6B5A2A"/>
            </a:solidFill>
            <a:prstDash val="solid"/>
          </a:ln>
        </p:spPr>
      </p:sp>
      <p:sp>
        <p:nvSpPr>
          <p:cNvPr id="20" name="Shape 18"/>
          <p:cNvSpPr/>
          <p:nvPr/>
        </p:nvSpPr>
        <p:spPr>
          <a:xfrm>
            <a:off x="2926080" y="2290572"/>
            <a:ext cx="73152" cy="91"/>
          </a:xfrm>
          <a:prstGeom prst="line">
            <a:avLst/>
          </a:prstGeom>
          <a:noFill/>
          <a:ln w="9525">
            <a:solidFill>
              <a:srgbClr val="6B5A2A"/>
            </a:solidFill>
            <a:prstDash val="solid"/>
          </a:ln>
        </p:spPr>
      </p:sp>
      <p:sp>
        <p:nvSpPr>
          <p:cNvPr id="21" name="Shape 19"/>
          <p:cNvSpPr/>
          <p:nvPr/>
        </p:nvSpPr>
        <p:spPr>
          <a:xfrm>
            <a:off x="2926080" y="2395728"/>
            <a:ext cx="73152" cy="91"/>
          </a:xfrm>
          <a:prstGeom prst="line">
            <a:avLst/>
          </a:prstGeom>
          <a:noFill/>
          <a:ln w="9525">
            <a:solidFill>
              <a:srgbClr val="6B5A2A"/>
            </a:solidFill>
            <a:prstDash val="solid"/>
          </a:ln>
        </p:spPr>
      </p:sp>
      <p:sp>
        <p:nvSpPr>
          <p:cNvPr id="22" name="Shape 20"/>
          <p:cNvSpPr/>
          <p:nvPr/>
        </p:nvSpPr>
        <p:spPr>
          <a:xfrm>
            <a:off x="2926080" y="2500884"/>
            <a:ext cx="73152" cy="91"/>
          </a:xfrm>
          <a:prstGeom prst="line">
            <a:avLst/>
          </a:prstGeom>
          <a:noFill/>
          <a:ln w="9525">
            <a:solidFill>
              <a:srgbClr val="6B5A2A"/>
            </a:solidFill>
            <a:prstDash val="solid"/>
          </a:ln>
        </p:spPr>
      </p:sp>
      <p:sp>
        <p:nvSpPr>
          <p:cNvPr id="23" name="Shape 21"/>
          <p:cNvSpPr/>
          <p:nvPr/>
        </p:nvSpPr>
        <p:spPr>
          <a:xfrm>
            <a:off x="2926080" y="2606040"/>
            <a:ext cx="146304" cy="91"/>
          </a:xfrm>
          <a:prstGeom prst="line">
            <a:avLst/>
          </a:prstGeom>
          <a:noFill/>
          <a:ln w="9525">
            <a:solidFill>
              <a:srgbClr val="6B5A2A"/>
            </a:solidFill>
            <a:prstDash val="solid"/>
          </a:ln>
        </p:spPr>
      </p:sp>
      <p:sp>
        <p:nvSpPr>
          <p:cNvPr id="24" name="Shape 22"/>
          <p:cNvSpPr/>
          <p:nvPr/>
        </p:nvSpPr>
        <p:spPr>
          <a:xfrm>
            <a:off x="2926080" y="2711196"/>
            <a:ext cx="73152" cy="91"/>
          </a:xfrm>
          <a:prstGeom prst="line">
            <a:avLst/>
          </a:prstGeom>
          <a:noFill/>
          <a:ln w="9525">
            <a:solidFill>
              <a:srgbClr val="6B5A2A"/>
            </a:solidFill>
            <a:prstDash val="solid"/>
          </a:ln>
        </p:spPr>
      </p:sp>
      <p:sp>
        <p:nvSpPr>
          <p:cNvPr id="25" name="Shape 23"/>
          <p:cNvSpPr/>
          <p:nvPr/>
        </p:nvSpPr>
        <p:spPr>
          <a:xfrm>
            <a:off x="2926080" y="2816352"/>
            <a:ext cx="73152" cy="91"/>
          </a:xfrm>
          <a:prstGeom prst="line">
            <a:avLst/>
          </a:prstGeom>
          <a:noFill/>
          <a:ln w="9525">
            <a:solidFill>
              <a:srgbClr val="6B5A2A"/>
            </a:solidFill>
            <a:prstDash val="solid"/>
          </a:ln>
        </p:spPr>
      </p:sp>
      <p:sp>
        <p:nvSpPr>
          <p:cNvPr id="26" name="Shape 24"/>
          <p:cNvSpPr/>
          <p:nvPr/>
        </p:nvSpPr>
        <p:spPr>
          <a:xfrm>
            <a:off x="2926080" y="2921508"/>
            <a:ext cx="73152" cy="91"/>
          </a:xfrm>
          <a:prstGeom prst="line">
            <a:avLst/>
          </a:prstGeom>
          <a:noFill/>
          <a:ln w="9525">
            <a:solidFill>
              <a:srgbClr val="6B5A2A"/>
            </a:solidFill>
            <a:prstDash val="solid"/>
          </a:ln>
        </p:spPr>
      </p:sp>
      <p:sp>
        <p:nvSpPr>
          <p:cNvPr id="27" name="Shape 25"/>
          <p:cNvSpPr/>
          <p:nvPr/>
        </p:nvSpPr>
        <p:spPr>
          <a:xfrm>
            <a:off x="2926080" y="3026664"/>
            <a:ext cx="73152" cy="91"/>
          </a:xfrm>
          <a:prstGeom prst="line">
            <a:avLst/>
          </a:prstGeom>
          <a:noFill/>
          <a:ln w="9525">
            <a:solidFill>
              <a:srgbClr val="6B5A2A"/>
            </a:solidFill>
            <a:prstDash val="solid"/>
          </a:ln>
        </p:spPr>
      </p:sp>
      <p:sp>
        <p:nvSpPr>
          <p:cNvPr id="28" name="Shape 26"/>
          <p:cNvSpPr/>
          <p:nvPr/>
        </p:nvSpPr>
        <p:spPr>
          <a:xfrm>
            <a:off x="2926080" y="3131820"/>
            <a:ext cx="146304" cy="91"/>
          </a:xfrm>
          <a:prstGeom prst="line">
            <a:avLst/>
          </a:prstGeom>
          <a:noFill/>
          <a:ln w="9525">
            <a:solidFill>
              <a:srgbClr val="6B5A2A"/>
            </a:solidFill>
            <a:prstDash val="solid"/>
          </a:ln>
        </p:spPr>
      </p:sp>
      <p:sp>
        <p:nvSpPr>
          <p:cNvPr id="29" name="Shape 27"/>
          <p:cNvSpPr/>
          <p:nvPr/>
        </p:nvSpPr>
        <p:spPr>
          <a:xfrm>
            <a:off x="2926080" y="3236976"/>
            <a:ext cx="73152" cy="91"/>
          </a:xfrm>
          <a:prstGeom prst="line">
            <a:avLst/>
          </a:prstGeom>
          <a:noFill/>
          <a:ln w="9525">
            <a:solidFill>
              <a:srgbClr val="6B5A2A"/>
            </a:solidFill>
            <a:prstDash val="solid"/>
          </a:ln>
        </p:spPr>
      </p:sp>
      <p:sp>
        <p:nvSpPr>
          <p:cNvPr id="30" name="Shape 28"/>
          <p:cNvSpPr/>
          <p:nvPr/>
        </p:nvSpPr>
        <p:spPr>
          <a:xfrm>
            <a:off x="2926080" y="3342132"/>
            <a:ext cx="73152" cy="91"/>
          </a:xfrm>
          <a:prstGeom prst="line">
            <a:avLst/>
          </a:prstGeom>
          <a:noFill/>
          <a:ln w="9525">
            <a:solidFill>
              <a:srgbClr val="6B5A2A"/>
            </a:solidFill>
            <a:prstDash val="solid"/>
          </a:ln>
        </p:spPr>
      </p:sp>
      <p:sp>
        <p:nvSpPr>
          <p:cNvPr id="31" name="Shape 29"/>
          <p:cNvSpPr/>
          <p:nvPr/>
        </p:nvSpPr>
        <p:spPr>
          <a:xfrm>
            <a:off x="2926080" y="3447288"/>
            <a:ext cx="73152" cy="91"/>
          </a:xfrm>
          <a:prstGeom prst="line">
            <a:avLst/>
          </a:prstGeom>
          <a:noFill/>
          <a:ln w="9525">
            <a:solidFill>
              <a:srgbClr val="6B5A2A"/>
            </a:solidFill>
            <a:prstDash val="solid"/>
          </a:ln>
        </p:spPr>
      </p:sp>
      <p:sp>
        <p:nvSpPr>
          <p:cNvPr id="32" name="Shape 30"/>
          <p:cNvSpPr/>
          <p:nvPr/>
        </p:nvSpPr>
        <p:spPr>
          <a:xfrm>
            <a:off x="2926080" y="3552444"/>
            <a:ext cx="73152" cy="91"/>
          </a:xfrm>
          <a:prstGeom prst="line">
            <a:avLst/>
          </a:prstGeom>
          <a:noFill/>
          <a:ln w="9525">
            <a:solidFill>
              <a:srgbClr val="6B5A2A"/>
            </a:solidFill>
            <a:prstDash val="solid"/>
          </a:ln>
        </p:spPr>
      </p:sp>
      <p:sp>
        <p:nvSpPr>
          <p:cNvPr id="33" name="Shape 31"/>
          <p:cNvSpPr/>
          <p:nvPr/>
        </p:nvSpPr>
        <p:spPr>
          <a:xfrm>
            <a:off x="2926080" y="3657600"/>
            <a:ext cx="146304" cy="91"/>
          </a:xfrm>
          <a:prstGeom prst="line">
            <a:avLst/>
          </a:prstGeom>
          <a:noFill/>
          <a:ln w="9525">
            <a:solidFill>
              <a:srgbClr val="6B5A2A"/>
            </a:solidFill>
            <a:prstDash val="solid"/>
          </a:ln>
        </p:spPr>
      </p:sp>
      <p:sp>
        <p:nvSpPr>
          <p:cNvPr id="34" name="Shape 32"/>
          <p:cNvSpPr/>
          <p:nvPr/>
        </p:nvSpPr>
        <p:spPr>
          <a:xfrm>
            <a:off x="2926080" y="3762756"/>
            <a:ext cx="73152" cy="91"/>
          </a:xfrm>
          <a:prstGeom prst="line">
            <a:avLst/>
          </a:prstGeom>
          <a:noFill/>
          <a:ln w="9525">
            <a:solidFill>
              <a:srgbClr val="6B5A2A"/>
            </a:solidFill>
            <a:prstDash val="solid"/>
          </a:ln>
        </p:spPr>
      </p:sp>
      <p:sp>
        <p:nvSpPr>
          <p:cNvPr id="35" name="Shape 33"/>
          <p:cNvSpPr/>
          <p:nvPr/>
        </p:nvSpPr>
        <p:spPr>
          <a:xfrm>
            <a:off x="2926080" y="3867912"/>
            <a:ext cx="73152" cy="91"/>
          </a:xfrm>
          <a:prstGeom prst="line">
            <a:avLst/>
          </a:prstGeom>
          <a:noFill/>
          <a:ln w="9525">
            <a:solidFill>
              <a:srgbClr val="6B5A2A"/>
            </a:solidFill>
            <a:prstDash val="solid"/>
          </a:ln>
        </p:spPr>
      </p:sp>
      <p:sp>
        <p:nvSpPr>
          <p:cNvPr id="36" name="Shape 34"/>
          <p:cNvSpPr/>
          <p:nvPr/>
        </p:nvSpPr>
        <p:spPr>
          <a:xfrm>
            <a:off x="2926080" y="3973068"/>
            <a:ext cx="73152" cy="91"/>
          </a:xfrm>
          <a:prstGeom prst="line">
            <a:avLst/>
          </a:prstGeom>
          <a:noFill/>
          <a:ln w="9525">
            <a:solidFill>
              <a:srgbClr val="6B5A2A"/>
            </a:solidFill>
            <a:prstDash val="solid"/>
          </a:ln>
        </p:spPr>
      </p:sp>
      <p:sp>
        <p:nvSpPr>
          <p:cNvPr id="37" name="Shape 35"/>
          <p:cNvSpPr/>
          <p:nvPr/>
        </p:nvSpPr>
        <p:spPr>
          <a:xfrm>
            <a:off x="2926080" y="4078224"/>
            <a:ext cx="73152" cy="91"/>
          </a:xfrm>
          <a:prstGeom prst="line">
            <a:avLst/>
          </a:prstGeom>
          <a:noFill/>
          <a:ln w="9525">
            <a:solidFill>
              <a:srgbClr val="6B5A2A"/>
            </a:solidFill>
            <a:prstDash val="solid"/>
          </a:ln>
        </p:spPr>
      </p:sp>
      <p:sp>
        <p:nvSpPr>
          <p:cNvPr id="38" name="Shape 36"/>
          <p:cNvSpPr/>
          <p:nvPr/>
        </p:nvSpPr>
        <p:spPr>
          <a:xfrm>
            <a:off x="2926080" y="4183380"/>
            <a:ext cx="146304" cy="91"/>
          </a:xfrm>
          <a:prstGeom prst="line">
            <a:avLst/>
          </a:prstGeom>
          <a:noFill/>
          <a:ln w="9525">
            <a:solidFill>
              <a:srgbClr val="6B5A2A"/>
            </a:solidFill>
            <a:prstDash val="solid"/>
          </a:ln>
        </p:spPr>
      </p:sp>
      <p:sp>
        <p:nvSpPr>
          <p:cNvPr id="39" name="Shape 37"/>
          <p:cNvSpPr/>
          <p:nvPr/>
        </p:nvSpPr>
        <p:spPr>
          <a:xfrm>
            <a:off x="2926080" y="4288536"/>
            <a:ext cx="73152" cy="91"/>
          </a:xfrm>
          <a:prstGeom prst="line">
            <a:avLst/>
          </a:prstGeom>
          <a:noFill/>
          <a:ln w="9525">
            <a:solidFill>
              <a:srgbClr val="6B5A2A"/>
            </a:solidFill>
            <a:prstDash val="solid"/>
          </a:ln>
        </p:spPr>
      </p:sp>
      <p:sp>
        <p:nvSpPr>
          <p:cNvPr id="40" name="Shape 38"/>
          <p:cNvSpPr/>
          <p:nvPr/>
        </p:nvSpPr>
        <p:spPr>
          <a:xfrm>
            <a:off x="2926080" y="4393692"/>
            <a:ext cx="73152" cy="91"/>
          </a:xfrm>
          <a:prstGeom prst="line">
            <a:avLst/>
          </a:prstGeom>
          <a:noFill/>
          <a:ln w="9525">
            <a:solidFill>
              <a:srgbClr val="6B5A2A"/>
            </a:solidFill>
            <a:prstDash val="solid"/>
          </a:ln>
        </p:spPr>
      </p:sp>
      <p:sp>
        <p:nvSpPr>
          <p:cNvPr id="41" name="Shape 39"/>
          <p:cNvSpPr/>
          <p:nvPr/>
        </p:nvSpPr>
        <p:spPr>
          <a:xfrm>
            <a:off x="2926080" y="4498848"/>
            <a:ext cx="73152" cy="91"/>
          </a:xfrm>
          <a:prstGeom prst="line">
            <a:avLst/>
          </a:prstGeom>
          <a:noFill/>
          <a:ln w="9525">
            <a:solidFill>
              <a:srgbClr val="6B5A2A"/>
            </a:solidFill>
            <a:prstDash val="solid"/>
          </a:ln>
        </p:spPr>
      </p:sp>
      <p:sp>
        <p:nvSpPr>
          <p:cNvPr id="42" name="Shape 40"/>
          <p:cNvSpPr/>
          <p:nvPr/>
        </p:nvSpPr>
        <p:spPr>
          <a:xfrm>
            <a:off x="2926080" y="4604004"/>
            <a:ext cx="73152" cy="91"/>
          </a:xfrm>
          <a:prstGeom prst="line">
            <a:avLst/>
          </a:prstGeom>
          <a:noFill/>
          <a:ln w="9525">
            <a:solidFill>
              <a:srgbClr val="6B5A2A"/>
            </a:solidFill>
            <a:prstDash val="solid"/>
          </a:ln>
        </p:spPr>
      </p:sp>
      <p:sp>
        <p:nvSpPr>
          <p:cNvPr id="43" name="Shape 41"/>
          <p:cNvSpPr/>
          <p:nvPr/>
        </p:nvSpPr>
        <p:spPr>
          <a:xfrm>
            <a:off x="2926080" y="4709160"/>
            <a:ext cx="146304" cy="91"/>
          </a:xfrm>
          <a:prstGeom prst="line">
            <a:avLst/>
          </a:prstGeom>
          <a:noFill/>
          <a:ln w="9525">
            <a:solidFill>
              <a:srgbClr val="6B5A2A"/>
            </a:solidFill>
            <a:prstDash val="solid"/>
          </a:ln>
        </p:spPr>
      </p:sp>
      <p:sp>
        <p:nvSpPr>
          <p:cNvPr id="44" name="Shape 42"/>
          <p:cNvSpPr/>
          <p:nvPr/>
        </p:nvSpPr>
        <p:spPr>
          <a:xfrm>
            <a:off x="2103120" y="3108960"/>
            <a:ext cx="1143000" cy="91"/>
          </a:xfrm>
          <a:prstGeom prst="line">
            <a:avLst/>
          </a:prstGeom>
          <a:noFill/>
          <a:ln w="31750">
            <a:solidFill>
              <a:srgbClr val="C8414C"/>
            </a:solidFill>
            <a:prstDash val="solid"/>
          </a:ln>
        </p:spPr>
      </p:sp>
      <p:sp>
        <p:nvSpPr>
          <p:cNvPr id="45" name="Text 43"/>
          <p:cNvSpPr/>
          <p:nvPr/>
        </p:nvSpPr>
        <p:spPr>
          <a:xfrm>
            <a:off x="1188720" y="2990088"/>
            <a:ext cx="91440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pointer</a:t>
            </a:r>
            <a:endParaRPr lang="en-US" sz="1050" dirty="0"/>
          </a:p>
        </p:txBody>
      </p:sp>
      <p:sp>
        <p:nvSpPr>
          <p:cNvPr id="46" name="Shape 44"/>
          <p:cNvSpPr/>
          <p:nvPr/>
        </p:nvSpPr>
        <p:spPr>
          <a:xfrm>
            <a:off x="4645152" y="1892808"/>
            <a:ext cx="402336" cy="237744"/>
          </a:xfrm>
          <a:prstGeom prst="ellipse">
            <a:avLst/>
          </a:prstGeom>
          <a:solidFill>
            <a:srgbClr val="FFFFFF"/>
          </a:solidFill>
          <a:ln w="19050">
            <a:solidFill>
              <a:srgbClr val="C8414C"/>
            </a:solidFill>
            <a:prstDash val="solid"/>
          </a:ln>
        </p:spPr>
      </p:sp>
      <p:sp>
        <p:nvSpPr>
          <p:cNvPr id="47" name="Shape 45"/>
          <p:cNvSpPr/>
          <p:nvPr/>
        </p:nvSpPr>
        <p:spPr>
          <a:xfrm>
            <a:off x="4782312" y="1947672"/>
            <a:ext cx="128016" cy="128016"/>
          </a:xfrm>
          <a:prstGeom prst="ellipse">
            <a:avLst/>
          </a:prstGeom>
          <a:solidFill>
            <a:srgbClr val="C8414C"/>
          </a:solidFill>
          <a:ln w="12700">
            <a:solidFill>
              <a:srgbClr val="C8414C"/>
            </a:solidFill>
            <a:prstDash val="solid"/>
          </a:ln>
        </p:spPr>
      </p:sp>
      <p:sp>
        <p:nvSpPr>
          <p:cNvPr id="48" name="Text 46"/>
          <p:cNvSpPr/>
          <p:nvPr/>
        </p:nvSpPr>
        <p:spPr>
          <a:xfrm>
            <a:off x="4297680" y="2148840"/>
            <a:ext cx="10972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too high</a:t>
            </a:r>
            <a:endParaRPr lang="en-US" sz="1050" dirty="0"/>
          </a:p>
        </p:txBody>
      </p:sp>
      <p:sp>
        <p:nvSpPr>
          <p:cNvPr id="49" name="Shape 47"/>
          <p:cNvSpPr/>
          <p:nvPr/>
        </p:nvSpPr>
        <p:spPr>
          <a:xfrm flipH="1">
            <a:off x="2926080" y="2011680"/>
            <a:ext cx="1719072" cy="1353312"/>
          </a:xfrm>
          <a:prstGeom prst="line">
            <a:avLst/>
          </a:prstGeom>
          <a:noFill/>
          <a:ln w="12700">
            <a:solidFill>
              <a:srgbClr val="C8414C"/>
            </a:solidFill>
            <a:prstDash val="dash"/>
          </a:ln>
        </p:spPr>
      </p:sp>
      <p:sp>
        <p:nvSpPr>
          <p:cNvPr id="50" name="Shape 48"/>
          <p:cNvSpPr/>
          <p:nvPr/>
        </p:nvSpPr>
        <p:spPr>
          <a:xfrm>
            <a:off x="4645152" y="2990088"/>
            <a:ext cx="402336" cy="237744"/>
          </a:xfrm>
          <a:prstGeom prst="ellipse">
            <a:avLst/>
          </a:prstGeom>
          <a:solidFill>
            <a:srgbClr val="FFFFFF"/>
          </a:solidFill>
          <a:ln w="19050">
            <a:solidFill>
              <a:srgbClr val="2E8B57"/>
            </a:solidFill>
            <a:prstDash val="solid"/>
          </a:ln>
        </p:spPr>
      </p:sp>
      <p:sp>
        <p:nvSpPr>
          <p:cNvPr id="51" name="Shape 49"/>
          <p:cNvSpPr/>
          <p:nvPr/>
        </p:nvSpPr>
        <p:spPr>
          <a:xfrm>
            <a:off x="4782312" y="3044952"/>
            <a:ext cx="128016" cy="128016"/>
          </a:xfrm>
          <a:prstGeom prst="ellipse">
            <a:avLst/>
          </a:prstGeom>
          <a:solidFill>
            <a:srgbClr val="2E8B57"/>
          </a:solidFill>
          <a:ln w="12700">
            <a:solidFill>
              <a:srgbClr val="2E8B57"/>
            </a:solidFill>
            <a:prstDash val="solid"/>
          </a:ln>
        </p:spPr>
      </p:sp>
      <p:sp>
        <p:nvSpPr>
          <p:cNvPr id="52" name="Text 50"/>
          <p:cNvSpPr/>
          <p:nvPr/>
        </p:nvSpPr>
        <p:spPr>
          <a:xfrm>
            <a:off x="4297680" y="3246120"/>
            <a:ext cx="109728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eye level ✓</a:t>
            </a:r>
            <a:endParaRPr lang="en-US" sz="1050" dirty="0"/>
          </a:p>
        </p:txBody>
      </p:sp>
      <p:sp>
        <p:nvSpPr>
          <p:cNvPr id="53" name="Shape 51"/>
          <p:cNvSpPr/>
          <p:nvPr/>
        </p:nvSpPr>
        <p:spPr>
          <a:xfrm flipH="1">
            <a:off x="3246120" y="3108960"/>
            <a:ext cx="1399032" cy="91"/>
          </a:xfrm>
          <a:prstGeom prst="line">
            <a:avLst/>
          </a:prstGeom>
          <a:noFill/>
          <a:ln w="12700">
            <a:solidFill>
              <a:srgbClr val="2E8B57"/>
            </a:solidFill>
            <a:prstDash val="dash"/>
          </a:ln>
        </p:spPr>
      </p:sp>
      <p:sp>
        <p:nvSpPr>
          <p:cNvPr id="54" name="Shape 52"/>
          <p:cNvSpPr/>
          <p:nvPr/>
        </p:nvSpPr>
        <p:spPr>
          <a:xfrm>
            <a:off x="4645152" y="4087368"/>
            <a:ext cx="402336" cy="237744"/>
          </a:xfrm>
          <a:prstGeom prst="ellipse">
            <a:avLst/>
          </a:prstGeom>
          <a:solidFill>
            <a:srgbClr val="FFFFFF"/>
          </a:solidFill>
          <a:ln w="19050">
            <a:solidFill>
              <a:srgbClr val="C8414C"/>
            </a:solidFill>
            <a:prstDash val="solid"/>
          </a:ln>
        </p:spPr>
      </p:sp>
      <p:sp>
        <p:nvSpPr>
          <p:cNvPr id="55" name="Shape 53"/>
          <p:cNvSpPr/>
          <p:nvPr/>
        </p:nvSpPr>
        <p:spPr>
          <a:xfrm>
            <a:off x="4782312" y="4142232"/>
            <a:ext cx="128016" cy="128016"/>
          </a:xfrm>
          <a:prstGeom prst="ellipse">
            <a:avLst/>
          </a:prstGeom>
          <a:solidFill>
            <a:srgbClr val="C8414C"/>
          </a:solidFill>
          <a:ln w="12700">
            <a:solidFill>
              <a:srgbClr val="C8414C"/>
            </a:solidFill>
            <a:prstDash val="solid"/>
          </a:ln>
        </p:spPr>
      </p:sp>
      <p:sp>
        <p:nvSpPr>
          <p:cNvPr id="56" name="Text 54"/>
          <p:cNvSpPr/>
          <p:nvPr/>
        </p:nvSpPr>
        <p:spPr>
          <a:xfrm>
            <a:off x="4297680" y="4343400"/>
            <a:ext cx="10972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too low</a:t>
            </a:r>
            <a:endParaRPr lang="en-US" sz="1050" dirty="0"/>
          </a:p>
        </p:txBody>
      </p:sp>
      <p:sp>
        <p:nvSpPr>
          <p:cNvPr id="57" name="Shape 55"/>
          <p:cNvSpPr/>
          <p:nvPr/>
        </p:nvSpPr>
        <p:spPr>
          <a:xfrm flipH="1" flipV="1">
            <a:off x="2926080" y="2852928"/>
            <a:ext cx="1719072" cy="1353312"/>
          </a:xfrm>
          <a:prstGeom prst="line">
            <a:avLst/>
          </a:prstGeom>
          <a:noFill/>
          <a:ln w="12700">
            <a:solidFill>
              <a:srgbClr val="C8414C"/>
            </a:solidFill>
            <a:prstDash val="dash"/>
          </a:ln>
        </p:spPr>
      </p:sp>
      <p:sp>
        <p:nvSpPr>
          <p:cNvPr id="58" name="Shape 5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9" name="Text 5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Sources of error</a:t>
            </a:r>
            <a:endParaRPr lang="en-US" sz="1300" dirty="0"/>
          </a:p>
        </p:txBody>
      </p:sp>
      <p:sp>
        <p:nvSpPr>
          <p:cNvPr id="60" name="Text 5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Parallax error:</a:t>
            </a:r>
            <a:r>
              <a:rPr lang="en-US" sz="1100" dirty="0">
                <a:solidFill>
                  <a:srgbClr val="262B3A"/>
                </a:solidFill>
                <a:latin typeface="Calibri" pitchFamily="34" charset="0"/>
                <a:ea typeface="Calibri" pitchFamily="34" charset="-122"/>
                <a:cs typeface="Calibri" pitchFamily="34" charset="-120"/>
              </a:rPr>
              <a:t> reading from above or below → read at eye level, with the pointer close to the rule.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Rule not vertical</a:t>
            </a:r>
            <a:r>
              <a:rPr lang="en-US" sz="1100" dirty="0">
                <a:solidFill>
                  <a:srgbClr val="262B3A"/>
                </a:solidFill>
                <a:latin typeface="Calibri" pitchFamily="34" charset="0"/>
                <a:ea typeface="Calibri" pitchFamily="34" charset="-122"/>
                <a:cs typeface="Calibri" pitchFamily="34" charset="-120"/>
              </a:rPr>
              <a:t> → check with a set square or plumb line.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Spring still bouncing</a:t>
            </a:r>
            <a:r>
              <a:rPr lang="en-US" sz="1100" dirty="0">
                <a:solidFill>
                  <a:srgbClr val="262B3A"/>
                </a:solidFill>
                <a:latin typeface="Calibri" pitchFamily="34" charset="0"/>
                <a:ea typeface="Calibri" pitchFamily="34" charset="-122"/>
                <a:cs typeface="Calibri" pitchFamily="34" charset="-120"/>
              </a:rPr>
              <a:t> → wait until it is still before reading.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Zero error:</a:t>
            </a:r>
            <a:r>
              <a:rPr lang="en-US" sz="1100" dirty="0">
                <a:solidFill>
                  <a:srgbClr val="262B3A"/>
                </a:solidFill>
                <a:latin typeface="Calibri" pitchFamily="34" charset="0"/>
                <a:ea typeface="Calibri" pitchFamily="34" charset="-122"/>
                <a:cs typeface="Calibri" pitchFamily="34" charset="-120"/>
              </a:rPr>
              <a:t> measure extension from the unloaded length, not from 0 on the rule.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Overloading</a:t>
            </a:r>
            <a:r>
              <a:rPr lang="en-US" sz="1100" dirty="0">
                <a:solidFill>
                  <a:srgbClr val="262B3A"/>
                </a:solidFill>
                <a:latin typeface="Calibri" pitchFamily="34" charset="0"/>
                <a:ea typeface="Calibri" pitchFamily="34" charset="-122"/>
                <a:cs typeface="Calibri" pitchFamily="34" charset="-120"/>
              </a:rPr>
              <a:t> past the elastic limit stretches the spring for good, so later results cannot be repeated.</a:t>
            </a:r>
            <a:endParaRPr lang="en-US" sz="1100" dirty="0"/>
          </a:p>
        </p:txBody>
      </p:sp>
      <p:sp>
        <p:nvSpPr>
          <p:cNvPr id="61" name="Shape 5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2" name="Text 6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Improving the investigation</a:t>
            </a:r>
            <a:endParaRPr lang="en-US" sz="1300" dirty="0"/>
          </a:p>
        </p:txBody>
      </p:sp>
      <p:sp>
        <p:nvSpPr>
          <p:cNvPr id="63" name="Text 61"/>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Repeat   </a:t>
            </a:r>
            <a:r>
              <a:rPr lang="en-US" sz="1050" dirty="0">
                <a:solidFill>
                  <a:srgbClr val="262B3A"/>
                </a:solidFill>
                <a:latin typeface="Calibri" pitchFamily="34" charset="0"/>
                <a:ea typeface="Calibri" pitchFamily="34" charset="-122"/>
                <a:cs typeface="Calibri" pitchFamily="34" charset="-120"/>
              </a:rPr>
              <a:t>read while loading and unloading; calculate a mean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Range   </a:t>
            </a:r>
            <a:r>
              <a:rPr lang="en-US" sz="1050" dirty="0">
                <a:solidFill>
                  <a:srgbClr val="262B3A"/>
                </a:solidFill>
                <a:latin typeface="Calibri" pitchFamily="34" charset="0"/>
                <a:ea typeface="Calibri" pitchFamily="34" charset="-122"/>
                <a:cs typeface="Calibri" pitchFamily="34" charset="-120"/>
              </a:rPr>
              <a:t>use smaller force steps near the limit of proportionality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Precision   </a:t>
            </a:r>
            <a:r>
              <a:rPr lang="en-US" sz="1050" dirty="0">
                <a:solidFill>
                  <a:srgbClr val="262B3A"/>
                </a:solidFill>
                <a:latin typeface="Calibri" pitchFamily="34" charset="0"/>
                <a:ea typeface="Calibri" pitchFamily="34" charset="-122"/>
                <a:cs typeface="Calibri" pitchFamily="34" charset="-120"/>
              </a:rPr>
              <a:t>use a rule with mm marks and a fine pointer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more points → a more reliable gradient (k)</a:t>
            </a:r>
            <a:endParaRPr lang="en-US" sz="1050" dirty="0"/>
          </a:p>
        </p:txBody>
      </p:sp>
      <p:sp>
        <p:nvSpPr>
          <p:cNvPr id="64" name="Shape 62"/>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3"/>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plots force against </a:t>
            </a:r>
            <a:r>
              <a:rPr lang="en-US" sz="1150" b="1" dirty="0">
                <a:solidFill>
                  <a:srgbClr val="262B3A"/>
                </a:solidFill>
                <a:latin typeface="Calibri" pitchFamily="34" charset="0"/>
                <a:ea typeface="Calibri" pitchFamily="34" charset="-122"/>
                <a:cs typeface="Calibri" pitchFamily="34" charset="-120"/>
              </a:rPr>
              <a:t>length</a:t>
            </a:r>
            <a:r>
              <a:rPr lang="en-US" sz="1150" dirty="0">
                <a:solidFill>
                  <a:srgbClr val="262B3A"/>
                </a:solidFill>
                <a:latin typeface="Calibri" pitchFamily="34" charset="0"/>
                <a:ea typeface="Calibri" pitchFamily="34" charset="-122"/>
                <a:cs typeface="Calibri" pitchFamily="34" charset="-120"/>
              </a:rPr>
              <a:t> instead of extension. How would the graph look?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P6.3.3–P6.3.6 • PAG P2 springs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20</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spring investigation, name the </a:t>
            </a:r>
            <a:r>
              <a:rPr lang="en-US" sz="1250" b="1" dirty="0">
                <a:solidFill>
                  <a:srgbClr val="262B3A"/>
                </a:solidFill>
                <a:latin typeface="Calibri" pitchFamily="34" charset="0"/>
                <a:ea typeface="Calibri" pitchFamily="34" charset="-122"/>
                <a:cs typeface="Calibri" pitchFamily="34" charset="-120"/>
              </a:rPr>
              <a:t>independent</a:t>
            </a:r>
            <a:r>
              <a:rPr lang="en-US" sz="1250" dirty="0">
                <a:solidFill>
                  <a:srgbClr val="262B3A"/>
                </a:solidFill>
                <a:latin typeface="Calibri" pitchFamily="34" charset="0"/>
                <a:ea typeface="Calibri" pitchFamily="34" charset="-122"/>
                <a:cs typeface="Calibri" pitchFamily="34" charset="-120"/>
              </a:rPr>
              <a:t> variable, the </a:t>
            </a:r>
            <a:r>
              <a:rPr lang="en-US" sz="1250" b="1" dirty="0">
                <a:solidFill>
                  <a:srgbClr val="262B3A"/>
                </a:solidFill>
                <a:latin typeface="Calibri" pitchFamily="34" charset="0"/>
                <a:ea typeface="Calibri" pitchFamily="34" charset="-122"/>
                <a:cs typeface="Calibri" pitchFamily="34" charset="-120"/>
              </a:rPr>
              <a:t>dependent</a:t>
            </a:r>
            <a:r>
              <a:rPr lang="en-US" sz="1250" dirty="0">
                <a:solidFill>
                  <a:srgbClr val="262B3A"/>
                </a:solidFill>
                <a:latin typeface="Calibri" pitchFamily="34" charset="0"/>
                <a:ea typeface="Calibri" pitchFamily="34" charset="-122"/>
                <a:cs typeface="Calibri" pitchFamily="34" charset="-120"/>
              </a:rPr>
              <a:t> variable and </a:t>
            </a:r>
            <a:r>
              <a:rPr lang="en-US" sz="1250" b="1" dirty="0">
                <a:solidFill>
                  <a:srgbClr val="262B3A"/>
                </a:solidFill>
                <a:latin typeface="Calibri" pitchFamily="34" charset="0"/>
                <a:ea typeface="Calibri" pitchFamily="34" charset="-122"/>
                <a:cs typeface="Calibri" pitchFamily="34" charset="-120"/>
              </a:rPr>
              <a:t>one control</a:t>
            </a:r>
            <a:r>
              <a:rPr lang="en-US" sz="1250" dirty="0">
                <a:solidFill>
                  <a:srgbClr val="262B3A"/>
                </a:solidFill>
                <a:latin typeface="Calibri" pitchFamily="34" charset="0"/>
                <a:ea typeface="Calibri" pitchFamily="34" charset="-122"/>
                <a:cs typeface="Calibri" pitchFamily="34" charset="-120"/>
              </a:rPr>
              <a:t> variable.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student reads the metre rule with their eye level with the pointer.</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On a student's graph, a force of </a:t>
            </a:r>
            <a:r>
              <a:rPr lang="en-US" sz="1250" b="1" dirty="0">
                <a:solidFill>
                  <a:srgbClr val="262B3A"/>
                </a:solidFill>
                <a:latin typeface="Calibri" pitchFamily="34" charset="0"/>
                <a:ea typeface="Calibri" pitchFamily="34" charset="-122"/>
                <a:cs typeface="Calibri" pitchFamily="34" charset="-120"/>
              </a:rPr>
              <a:t>4.0 N</a:t>
            </a:r>
            <a:r>
              <a:rPr lang="en-US" sz="1250" dirty="0">
                <a:solidFill>
                  <a:srgbClr val="262B3A"/>
                </a:solidFill>
                <a:latin typeface="Calibri" pitchFamily="34" charset="0"/>
                <a:ea typeface="Calibri" pitchFamily="34" charset="-122"/>
                <a:cs typeface="Calibri" pitchFamily="34" charset="-120"/>
              </a:rPr>
              <a:t> gives an extension of </a:t>
            </a:r>
            <a:r>
              <a:rPr lang="en-US" sz="1250" b="1" dirty="0">
                <a:solidFill>
                  <a:srgbClr val="262B3A"/>
                </a:solidFill>
                <a:latin typeface="Calibri" pitchFamily="34" charset="0"/>
                <a:ea typeface="Calibri" pitchFamily="34" charset="-122"/>
                <a:cs typeface="Calibri" pitchFamily="34" charset="-120"/>
              </a:rPr>
              <a:t>0.16 m</a:t>
            </a:r>
            <a:r>
              <a:rPr lang="en-US" sz="1250" dirty="0">
                <a:solidFill>
                  <a:srgbClr val="262B3A"/>
                </a:solidFill>
                <a:latin typeface="Calibri" pitchFamily="34" charset="0"/>
                <a:ea typeface="Calibri" pitchFamily="34" charset="-122"/>
                <a:cs typeface="Calibri" pitchFamily="34" charset="-120"/>
              </a:rPr>
              <a:t> in the linear region. Calculate the spring constant </a:t>
            </a:r>
            <a:r>
              <a:rPr lang="en-US" sz="1250" b="1" dirty="0">
                <a:solidFill>
                  <a:srgbClr val="262B3A"/>
                </a:solidFill>
                <a:latin typeface="Calibri" pitchFamily="34" charset="0"/>
                <a:ea typeface="Calibri" pitchFamily="34" charset="-122"/>
                <a:cs typeface="Calibri" pitchFamily="34" charset="-120"/>
              </a:rPr>
              <a:t>and</a:t>
            </a:r>
            <a:r>
              <a:rPr lang="en-US" sz="1250" dirty="0">
                <a:solidFill>
                  <a:srgbClr val="262B3A"/>
                </a:solidFill>
                <a:latin typeface="Calibri" pitchFamily="34" charset="0"/>
                <a:ea typeface="Calibri" pitchFamily="34" charset="-122"/>
                <a:cs typeface="Calibri" pitchFamily="34" charset="-120"/>
              </a:rPr>
              <a:t> the work done stretching the spring to this extension.</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P6.3 How does the particle model relate to material under stress?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21</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Deformation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of shape: stretching, compressing, bending or twisting.</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Stretching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Pulling an object longer: needs forces pulling in opposite directions.</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Compressing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Squashing an object shorter: needs forces pushing towards each other.</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Bending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Changing shape with forces in more than one place, e.g. push + two supports.</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Elastic deformation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object returns to its original shape when the forces are removed.</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Plastic deformation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permanent change of shape: it does not return when forces are removed.</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Elastic limit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largest force for which deformation is still elastic.</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Particle model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Stretching or compressing changes particle separation and the forces between them.</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Extension (x)</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New length − original length, in m.</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Spring constant (k)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Force per metre of extension (N/m); a stiffer spring has a bigger k.</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Linear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 ∝ x: a straight line through the origin on a force–extension graph.</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Non-linear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Force and extension not proportional: the graph is curved.</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Limit of proportionality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point beyond which F and x are no longer proportional.</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Work done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transferred by a force; area under the force–extension graph.</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Elastic energy store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stored in a stretched or compressed object: E = ½kx².</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Parallax error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reading error from not having your eye level with the pointer.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or given? Check against the J260 equation sheet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F = k × x</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force exerted by a spring (N) = spring constant (N/m) × extension (m)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P6.3.5</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E = ½ × k × x²</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energy stored in a stretched spring (J) = ½ × spring constant (N/m) × (extension (m))²</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GIVEN (J260 sheet)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P6.3.7</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W = m × g</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weight (N) = mass (kg) × gravitational field strength (N/kg)</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PAG P2</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W = F × d</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work done (J) = force (N) × distance moved in the direction of the force (m)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P6.3.6</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equation for springs must you learn by heart? Which one can you look up on the equation sheet?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P6.3.1–P6.3.7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hangs a spring from a clamp. With no load its length is </a:t>
            </a:r>
            <a:r>
              <a:rPr lang="en-US" sz="1200" b="1" i="1" dirty="0">
                <a:solidFill>
                  <a:srgbClr val="262B3A"/>
                </a:solidFill>
                <a:latin typeface="Calibri" pitchFamily="34" charset="0"/>
                <a:ea typeface="Calibri" pitchFamily="34" charset="-122"/>
                <a:cs typeface="Calibri" pitchFamily="34" charset="-120"/>
              </a:rPr>
              <a:t>8.0 cm</a:t>
            </a:r>
            <a:r>
              <a:rPr lang="en-US" sz="1200" i="1" dirty="0">
                <a:solidFill>
                  <a:srgbClr val="262B3A"/>
                </a:solidFill>
                <a:latin typeface="Calibri" pitchFamily="34" charset="0"/>
                <a:ea typeface="Calibri" pitchFamily="34" charset="-122"/>
                <a:cs typeface="Calibri" pitchFamily="34" charset="-120"/>
              </a:rPr>
              <a:t>. With a load of weight </a:t>
            </a:r>
            <a:r>
              <a:rPr lang="en-US" sz="1200" b="1" i="1" dirty="0">
                <a:solidFill>
                  <a:srgbClr val="262B3A"/>
                </a:solidFill>
                <a:latin typeface="Calibri" pitchFamily="34" charset="0"/>
                <a:ea typeface="Calibri" pitchFamily="34" charset="-122"/>
                <a:cs typeface="Calibri" pitchFamily="34" charset="-120"/>
              </a:rPr>
              <a:t>3.0 N</a:t>
            </a:r>
            <a:r>
              <a:rPr lang="en-US" sz="1200" i="1" dirty="0">
                <a:solidFill>
                  <a:srgbClr val="262B3A"/>
                </a:solidFill>
                <a:latin typeface="Calibri" pitchFamily="34" charset="0"/>
                <a:ea typeface="Calibri" pitchFamily="34" charset="-122"/>
                <a:cs typeface="Calibri" pitchFamily="34" charset="-120"/>
              </a:rPr>
              <a:t> its length is </a:t>
            </a:r>
            <a:r>
              <a:rPr lang="en-US" sz="1200" b="1" i="1" dirty="0">
                <a:solidFill>
                  <a:srgbClr val="262B3A"/>
                </a:solidFill>
                <a:latin typeface="Calibri" pitchFamily="34" charset="0"/>
                <a:ea typeface="Calibri" pitchFamily="34" charset="-122"/>
                <a:cs typeface="Calibri" pitchFamily="34" charset="-120"/>
              </a:rPr>
              <a:t>20.0 cm</a:t>
            </a:r>
            <a:r>
              <a:rPr lang="en-US" sz="1200" i="1" dirty="0">
                <a:solidFill>
                  <a:srgbClr val="262B3A"/>
                </a:solidFill>
                <a:latin typeface="Calibri" pitchFamily="34" charset="0"/>
                <a:ea typeface="Calibri" pitchFamily="34" charset="-122"/>
                <a:cs typeface="Calibri" pitchFamily="34" charset="-120"/>
              </a:rPr>
              <a:t>. The spring is still elastic and obeys F = k × x. (g = 10 N/kg)</a:t>
            </a:r>
            <a:endParaRPr lang="en-US" sz="1200" dirty="0"/>
          </a:p>
        </p:txBody>
      </p:sp>
      <p:sp>
        <p:nvSpPr>
          <p:cNvPr id="9" name="Shape 7"/>
          <p:cNvSpPr/>
          <p:nvPr/>
        </p:nvSpPr>
        <p:spPr>
          <a:xfrm>
            <a:off x="411480" y="1719072"/>
            <a:ext cx="5570068" cy="1441704"/>
          </a:xfrm>
          <a:prstGeom prst="roundRect">
            <a:avLst>
              <a:gd name="adj" fmla="val 3171"/>
            </a:avLst>
          </a:prstGeom>
          <a:solidFill>
            <a:srgbClr val="F5F8FE"/>
          </a:solidFill>
          <a:ln w="9525">
            <a:solidFill>
              <a:srgbClr val="D5DCEB"/>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Explain why the clamp must exert a force on the spring for it to stretch.</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D5DCEB"/>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extension in metres, and the spring constant of the spring.</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5F8FE"/>
          </a:solidFill>
          <a:ln w="9525">
            <a:solidFill>
              <a:srgbClr val="D5DCEB"/>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Calculate the energy stored in the spring. Use E = ½ × k × x².</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291078"/>
          </a:xfrm>
          <a:prstGeom prst="roundRect">
            <a:avLst>
              <a:gd name="adj" fmla="val 3541"/>
            </a:avLst>
          </a:prstGeom>
          <a:solidFill>
            <a:srgbClr val="F5F8FE"/>
          </a:solidFill>
          <a:ln w="9525">
            <a:solidFill>
              <a:srgbClr val="D5DCEB"/>
            </a:solidFill>
            <a:prstDash val="solid"/>
          </a:ln>
        </p:spPr>
      </p:sp>
      <p:sp>
        <p:nvSpPr>
          <p:cNvPr id="19" name="Text 17"/>
          <p:cNvSpPr/>
          <p:nvPr/>
        </p:nvSpPr>
        <p:spPr>
          <a:xfrm>
            <a:off x="6347308" y="1792224"/>
            <a:ext cx="5295748" cy="925318"/>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Calculate the mass of the load.</a:t>
            </a:r>
            <a:endParaRPr lang="en-US" sz="1200" dirty="0"/>
          </a:p>
        </p:txBody>
      </p:sp>
      <p:sp>
        <p:nvSpPr>
          <p:cNvPr id="20" name="Text 18"/>
          <p:cNvSpPr/>
          <p:nvPr/>
        </p:nvSpPr>
        <p:spPr>
          <a:xfrm>
            <a:off x="10317175" y="269925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1" name="Shape 19"/>
          <p:cNvSpPr/>
          <p:nvPr/>
        </p:nvSpPr>
        <p:spPr>
          <a:xfrm>
            <a:off x="6210148" y="3119878"/>
            <a:ext cx="5570068" cy="1742956"/>
          </a:xfrm>
          <a:prstGeom prst="roundRect">
            <a:avLst>
              <a:gd name="adj" fmla="val 2623"/>
            </a:avLst>
          </a:prstGeom>
          <a:solidFill>
            <a:srgbClr val="FFFFFF"/>
          </a:solidFill>
          <a:ln w="9525">
            <a:solidFill>
              <a:srgbClr val="D5DCEB"/>
            </a:solidFill>
            <a:prstDash val="solid"/>
          </a:ln>
        </p:spPr>
      </p:sp>
      <p:sp>
        <p:nvSpPr>
          <p:cNvPr id="22" name="Text 20"/>
          <p:cNvSpPr/>
          <p:nvPr/>
        </p:nvSpPr>
        <p:spPr>
          <a:xfrm>
            <a:off x="6347308" y="3193030"/>
            <a:ext cx="5295748" cy="1377196"/>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The student adds much more load. When the load is removed, the spring is </a:t>
            </a:r>
            <a:r>
              <a:rPr lang="en-US" sz="1200" b="1" dirty="0">
                <a:solidFill>
                  <a:srgbClr val="262B3A"/>
                </a:solidFill>
                <a:latin typeface="Calibri" pitchFamily="34" charset="0"/>
                <a:ea typeface="Calibri" pitchFamily="34" charset="-122"/>
                <a:cs typeface="Calibri" pitchFamily="34" charset="-120"/>
              </a:rPr>
              <a:t>10.5 cm</a:t>
            </a:r>
            <a:r>
              <a:rPr lang="en-US" sz="1200" dirty="0">
                <a:solidFill>
                  <a:srgbClr val="262B3A"/>
                </a:solidFill>
                <a:latin typeface="Calibri" pitchFamily="34" charset="0"/>
                <a:ea typeface="Calibri" pitchFamily="34" charset="-122"/>
                <a:cs typeface="Calibri" pitchFamily="34" charset="-120"/>
              </a:rPr>
              <a:t> long. Name this type of deformation and explain it using the particle model.</a:t>
            </a:r>
            <a:endParaRPr lang="en-US" sz="1200" dirty="0"/>
          </a:p>
        </p:txBody>
      </p:sp>
      <p:sp>
        <p:nvSpPr>
          <p:cNvPr id="23" name="Text 21"/>
          <p:cNvSpPr/>
          <p:nvPr/>
        </p:nvSpPr>
        <p:spPr>
          <a:xfrm>
            <a:off x="10317175" y="455193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4972562"/>
            <a:ext cx="5570068" cy="1291078"/>
          </a:xfrm>
          <a:prstGeom prst="roundRect">
            <a:avLst>
              <a:gd name="adj" fmla="val 3541"/>
            </a:avLst>
          </a:prstGeom>
          <a:solidFill>
            <a:srgbClr val="F5F8FE"/>
          </a:solidFill>
          <a:ln w="9525">
            <a:solidFill>
              <a:srgbClr val="D5DCEB"/>
            </a:solidFill>
            <a:prstDash val="solid"/>
          </a:ln>
        </p:spPr>
      </p:sp>
      <p:sp>
        <p:nvSpPr>
          <p:cNvPr id="25" name="Text 23"/>
          <p:cNvSpPr/>
          <p:nvPr/>
        </p:nvSpPr>
        <p:spPr>
          <a:xfrm>
            <a:off x="6347308" y="5045714"/>
            <a:ext cx="5295748" cy="925318"/>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Describe how a force–extension graph for this spring would show the point where it stopped obeying F = k × x.</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P6.3 How does the particle model relate to material under stress?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P6.3 How does the particle model relate to material under stress?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All students answer all questions. Q6 is a stretch calculation.</a:t>
            </a:r>
            <a:endParaRPr lang="en-US" sz="1150" dirty="0"/>
          </a:p>
        </p:txBody>
      </p:sp>
      <p:sp>
        <p:nvSpPr>
          <p:cNvPr id="9" name="Shape 7"/>
          <p:cNvSpPr/>
          <p:nvPr/>
        </p:nvSpPr>
        <p:spPr>
          <a:xfrm>
            <a:off x="411480" y="1517904"/>
            <a:ext cx="5570068" cy="1120140"/>
          </a:xfrm>
          <a:prstGeom prst="roundRect">
            <a:avLst>
              <a:gd name="adj" fmla="val 4082"/>
            </a:avLst>
          </a:prstGeom>
          <a:solidFill>
            <a:srgbClr val="F5F8FE"/>
          </a:solidFill>
          <a:ln w="9525">
            <a:solidFill>
              <a:srgbClr val="D5DCEB"/>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type of deformation where an object returns to its original shape when the forces are removed.</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5F8FE"/>
          </a:solidFill>
          <a:ln w="9525">
            <a:solidFill>
              <a:srgbClr val="D5DCEB"/>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spring has a spring constant of </a:t>
            </a:r>
            <a:r>
              <a:rPr lang="en-US" sz="1150" b="1" dirty="0">
                <a:solidFill>
                  <a:srgbClr val="262B3A"/>
                </a:solidFill>
                <a:latin typeface="Calibri" pitchFamily="34" charset="0"/>
                <a:ea typeface="Calibri" pitchFamily="34" charset="-122"/>
                <a:cs typeface="Calibri" pitchFamily="34" charset="-120"/>
              </a:rPr>
              <a:t>80 N/m</a:t>
            </a:r>
            <a:r>
              <a:rPr lang="en-US" sz="1150" dirty="0">
                <a:solidFill>
                  <a:srgbClr val="262B3A"/>
                </a:solidFill>
                <a:latin typeface="Calibri" pitchFamily="34" charset="0"/>
                <a:ea typeface="Calibri" pitchFamily="34" charset="-122"/>
                <a:cs typeface="Calibri" pitchFamily="34" charset="-120"/>
              </a:rPr>
              <a:t>. Calculate the force needed to stretch it by </a:t>
            </a:r>
            <a:r>
              <a:rPr lang="en-US" sz="1150" b="1" dirty="0">
                <a:solidFill>
                  <a:srgbClr val="262B3A"/>
                </a:solidFill>
                <a:latin typeface="Calibri" pitchFamily="34" charset="0"/>
                <a:ea typeface="Calibri" pitchFamily="34" charset="-122"/>
                <a:cs typeface="Calibri" pitchFamily="34" charset="-120"/>
              </a:rPr>
              <a:t>5.0 cm</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5F8FE"/>
          </a:solidFill>
          <a:ln w="9525">
            <a:solidFill>
              <a:srgbClr val="D5DCEB"/>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Calculate the energy stored in the spring in Q2. Use E = ½ × k × x².</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5F8FE"/>
          </a:solidFill>
          <a:ln w="9525">
            <a:solidFill>
              <a:srgbClr val="D5DCEB"/>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Describe the difference between a </a:t>
            </a:r>
            <a:r>
              <a:rPr lang="en-US" sz="1150" b="1" dirty="0">
                <a:solidFill>
                  <a:srgbClr val="262B3A"/>
                </a:solidFill>
                <a:latin typeface="Calibri" pitchFamily="34" charset="0"/>
                <a:ea typeface="Calibri" pitchFamily="34" charset="-122"/>
                <a:cs typeface="Calibri" pitchFamily="34" charset="-120"/>
              </a:rPr>
              <a:t>linear</a:t>
            </a:r>
            <a:r>
              <a:rPr lang="en-US" sz="1150" dirty="0">
                <a:solidFill>
                  <a:srgbClr val="262B3A"/>
                </a:solidFill>
                <a:latin typeface="Calibri" pitchFamily="34" charset="0"/>
                <a:ea typeface="Calibri" pitchFamily="34" charset="-122"/>
                <a:cs typeface="Calibri" pitchFamily="34" charset="-120"/>
              </a:rPr>
              <a:t> and a </a:t>
            </a:r>
            <a:r>
              <a:rPr lang="en-US" sz="1150" b="1" dirty="0">
                <a:solidFill>
                  <a:srgbClr val="262B3A"/>
                </a:solidFill>
                <a:latin typeface="Calibri" pitchFamily="34" charset="0"/>
                <a:ea typeface="Calibri" pitchFamily="34" charset="-122"/>
                <a:cs typeface="Calibri" pitchFamily="34" charset="-120"/>
              </a:rPr>
              <a:t>non-linear</a:t>
            </a:r>
            <a:r>
              <a:rPr lang="en-US" sz="1150" dirty="0">
                <a:solidFill>
                  <a:srgbClr val="262B3A"/>
                </a:solidFill>
                <a:latin typeface="Calibri" pitchFamily="34" charset="0"/>
                <a:ea typeface="Calibri" pitchFamily="34" charset="-122"/>
                <a:cs typeface="Calibri" pitchFamily="34" charset="-120"/>
              </a:rPr>
              <a:t> force–extension relationship.</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5F8FE"/>
          </a:solidFill>
          <a:ln w="9525">
            <a:solidFill>
              <a:srgbClr val="D5DCEB"/>
            </a:solidFill>
            <a:prstDash val="solid"/>
          </a:ln>
        </p:spPr>
      </p:sp>
      <p:sp>
        <p:nvSpPr>
          <p:cNvPr id="22" name="Text 20"/>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Use the particle model to explain why </a:t>
            </a:r>
            <a:r>
              <a:rPr lang="en-US" sz="1150" b="1" dirty="0">
                <a:solidFill>
                  <a:srgbClr val="262B3A"/>
                </a:solidFill>
                <a:latin typeface="Calibri" pitchFamily="34" charset="0"/>
                <a:ea typeface="Calibri" pitchFamily="34" charset="-122"/>
                <a:cs typeface="Calibri" pitchFamily="34" charset="-120"/>
              </a:rPr>
              <a:t>plastic</a:t>
            </a:r>
            <a:r>
              <a:rPr lang="en-US" sz="1150" dirty="0">
                <a:solidFill>
                  <a:srgbClr val="262B3A"/>
                </a:solidFill>
                <a:latin typeface="Calibri" pitchFamily="34" charset="0"/>
                <a:ea typeface="Calibri" pitchFamily="34" charset="-122"/>
                <a:cs typeface="Calibri" pitchFamily="34" charset="-120"/>
              </a:rPr>
              <a:t> deformation is permanent.</a:t>
            </a:r>
            <a:endParaRPr lang="en-US" sz="1150" dirty="0"/>
          </a:p>
        </p:txBody>
      </p:sp>
      <p:sp>
        <p:nvSpPr>
          <p:cNvPr id="23" name="Text 21"/>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625521"/>
            <a:ext cx="5570068" cy="997889"/>
          </a:xfrm>
          <a:prstGeom prst="roundRect">
            <a:avLst>
              <a:gd name="adj" fmla="val 4582"/>
            </a:avLst>
          </a:prstGeom>
          <a:solidFill>
            <a:srgbClr val="F5F8FE"/>
          </a:solidFill>
          <a:ln w="9525">
            <a:solidFill>
              <a:srgbClr val="D5DCEB"/>
            </a:solidFill>
            <a:prstDash val="solid"/>
          </a:ln>
        </p:spPr>
      </p:sp>
      <p:sp>
        <p:nvSpPr>
          <p:cNvPr id="25" name="Text 23"/>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6  </a:t>
            </a:r>
            <a:r>
              <a:rPr lang="en-US" sz="1150" b="1" dirty="0">
                <a:solidFill>
                  <a:srgbClr val="262B3A"/>
                </a:solidFill>
                <a:latin typeface="Calibri" pitchFamily="34" charset="0"/>
                <a:ea typeface="Calibri" pitchFamily="34" charset="-122"/>
                <a:cs typeface="Calibri" pitchFamily="34" charset="-120"/>
              </a:rPr>
              <a:t>Stretch:</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5.0 J</a:t>
            </a:r>
            <a:r>
              <a:rPr lang="en-US" sz="1150" dirty="0">
                <a:solidFill>
                  <a:srgbClr val="262B3A"/>
                </a:solidFill>
                <a:latin typeface="Calibri" pitchFamily="34" charset="0"/>
                <a:ea typeface="Calibri" pitchFamily="34" charset="-122"/>
                <a:cs typeface="Calibri" pitchFamily="34" charset="-120"/>
              </a:rPr>
              <a:t> of work stretches a spring by </a:t>
            </a:r>
            <a:r>
              <a:rPr lang="en-US" sz="1150" b="1" dirty="0">
                <a:solidFill>
                  <a:srgbClr val="262B3A"/>
                </a:solidFill>
                <a:latin typeface="Calibri" pitchFamily="34" charset="0"/>
                <a:ea typeface="Calibri" pitchFamily="34" charset="-122"/>
                <a:cs typeface="Calibri" pitchFamily="34" charset="-120"/>
              </a:rPr>
              <a:t>0.20 m</a:t>
            </a:r>
            <a:r>
              <a:rPr lang="en-US" sz="1150" dirty="0">
                <a:solidFill>
                  <a:srgbClr val="262B3A"/>
                </a:solidFill>
                <a:latin typeface="Calibri" pitchFamily="34" charset="0"/>
                <a:ea typeface="Calibri" pitchFamily="34" charset="-122"/>
                <a:cs typeface="Calibri" pitchFamily="34" charset="-120"/>
              </a:rPr>
              <a:t>. Calculate the spring constant.</a:t>
            </a:r>
            <a:endParaRPr lang="en-US" sz="1150" dirty="0"/>
          </a:p>
        </p:txBody>
      </p:sp>
      <p:sp>
        <p:nvSpPr>
          <p:cNvPr id="26" name="Text 24"/>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8" name="Text 26"/>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a student could investigate how the extension of a spring depends on the force applied. Include the equipment, the measurements, how to use a graph to find the spring constant and the energy stored, and one safety precaution.</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P6.3 How does the particle model relate to material under stress?</dc:title>
  <dc:subject>PptxGenJS Presentation</dc:subject>
  <dc:creator>GCSE Physics</dc:creator>
  <cp:lastModifiedBy>GCSE Physics</cp:lastModifiedBy>
  <cp:revision>1</cp:revision>
  <dcterms:created xsi:type="dcterms:W3CDTF">2026-10-29T17:55:40Z</dcterms:created>
  <dcterms:modified xsi:type="dcterms:W3CDTF">2026-10-29T17:55:40Z</dcterms:modified>
</cp:coreProperties>
</file>